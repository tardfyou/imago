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cdc6293bfe4f18" /><Relationship Type="http://schemas.openxmlformats.org/officeDocument/2006/relationships/extended-properties" Target="/docProps/app.xml" Id="Rfca358a7d9794df4" /><Relationship Type="http://schemas.openxmlformats.org/officeDocument/2006/relationships/officeDocument" Target="/ppt/presentation.xml" Id="Raa8b054186e44a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43228ff1dc48f2"/>
  </p:sldMasterIdLst>
  <p:notesMasterIdLst>
    <p:notesMasterId xmlns:r="http://schemas.openxmlformats.org/officeDocument/2006/relationships" r:id="R20619956951f4b81"/>
  </p:notesMasterIdLst>
  <p:sldIdLst>
    <p:sldId xmlns:r="http://schemas.openxmlformats.org/officeDocument/2006/relationships" id="256" r:id="R887c31017c0d47e2"/>
  </p:sldIdLst>
  <p:sldSz cx="7829550" cy="3943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40ab16a3eb41a2" /><Relationship Type="http://schemas.openxmlformats.org/officeDocument/2006/relationships/slideMaster" Target="/ppt/slideMasters/slideMaster1.xml" Id="Rda43228ff1dc48f2" /><Relationship Type="http://schemas.openxmlformats.org/officeDocument/2006/relationships/notesMaster" Target="/ppt/notesMasters/notesMaster1.xml" Id="R20619956951f4b81" /><Relationship Type="http://schemas.openxmlformats.org/officeDocument/2006/relationships/presProps" Target="/ppt/presProps.xml" Id="Rdc9eab6b3592465d" /><Relationship Type="http://schemas.openxmlformats.org/officeDocument/2006/relationships/tableStyles" Target="/ppt/tableStyles.xml" Id="R3a9ac80de67441a5" /><Relationship Type="http://schemas.openxmlformats.org/officeDocument/2006/relationships/slide" Target="/ppt/slides/slide1.xml" Id="R887c31017c0d47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1ab2d1fc2f47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53140beed94c1d" /><Relationship Type="http://schemas.openxmlformats.org/officeDocument/2006/relationships/notesMaster" Target="/ppt/notesMasters/notesMaster1.xml" Id="Rf529683173b149e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素材ID：SE-073</ns1:t>
            </ns1:r>
          </ns1:p>
          <ns1:p>
            <ns1:r>
              <ns1:t>论文：LLM4SZZ: Enhancing SZZ Algorithm with Context-Enhanced Assessment on Large Language Models</ns1:t>
            </ns1:r>
          </ns1:p>
          <ns1:p>
            <ns1:r>
              <ns1:t>会议：ISSTA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3，PDF第7页</ns1:t>
            </ns1:r>
          </ns1:p>
          <ns1:p>
            <ns1:r>
              <ns1:t>类型：系统架构</ns1:t>
            </ns1:r>
          </ns1:p>
          <ns1:p>
            <ns1:r>
              <ns1:t>借鉴点：准备、上下文增强、提交识别三个区中嵌入提示卡片、代码上下文筛选和能力检查，右侧根据检查结果选择增强识别或排名策略。</ns1:t>
            </ns1:r>
          </ns1:p>
          <ns1:p>
            <ns1:r>
              <ns1:t>论文URL：https://baolingfeng.github.io/papers/ISSTA2025_SZZ.pdf</ns1:t>
            </ns1:r>
          </ns1:p>
          <ns1:p>
            <ns1:r>
              <ns1:t>官方获奖URL：https://www2.sigsoft.org/awards/distinguishedpaper/#acm-sigsoft-international-symposium-on-software-testing-and-analysis-issta-2025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ec7c2f7af41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129bfdb6034745" /><Relationship Type="http://schemas.openxmlformats.org/officeDocument/2006/relationships/slideLayout" Target="/ppt/slideLayouts/slideLayout1.xml" Id="R2a922531646a47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922531646a47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26892700d4fed" /><Relationship Type="http://schemas.openxmlformats.org/officeDocument/2006/relationships/image" Target="/ppt/media/image.png" Id="R2939dd7969d24931" /><Relationship Type="http://schemas.openxmlformats.org/officeDocument/2006/relationships/image" Target="/ppt/media/image2.png" Id="Rb3f6059f339646bb" /><Relationship Type="http://schemas.openxmlformats.org/officeDocument/2006/relationships/image" Target="/ppt/media/image3.png" Id="R585ed9c5743f4063" /><Relationship Type="http://schemas.openxmlformats.org/officeDocument/2006/relationships/image" Target="/ppt/media/image4.png" Id="Rbfec7254e7104060" /><Relationship Type="http://schemas.openxmlformats.org/officeDocument/2006/relationships/image" Target="/ppt/media/image5.png" Id="R807cc0a6d6ec4ee1" /><Relationship Type="http://schemas.openxmlformats.org/officeDocument/2006/relationships/image" Target="/ppt/media/image6.png" Id="R448503216a5f42e8" /><Relationship Type="http://schemas.openxmlformats.org/officeDocument/2006/relationships/image" Target="/ppt/media/image7.png" Id="Rc22e20ff8cb1431f" /><Relationship Type="http://schemas.openxmlformats.org/officeDocument/2006/relationships/image" Target="/ppt/media/image8.png" Id="Rd5da1e94d11a4aa8" /><Relationship Type="http://schemas.openxmlformats.org/officeDocument/2006/relationships/image" Target="/ppt/media/image9.png" Id="Rcd519fa7f4c24ea9" /><Relationship Type="http://schemas.openxmlformats.org/officeDocument/2006/relationships/image" Target="/ppt/media/image10.png" Id="Rcd5c4c68aec64feb" /><Relationship Type="http://schemas.openxmlformats.org/officeDocument/2006/relationships/image" Target="/ppt/media/image11.png" Id="R2049fbc814834c31" /><Relationship Type="http://schemas.openxmlformats.org/officeDocument/2006/relationships/image" Target="/ppt/media/image12.png" Id="Ra400312850264b7d" /><Relationship Type="http://schemas.openxmlformats.org/officeDocument/2006/relationships/image" Target="/ppt/media/image13.png" Id="R7d9bacf7ba1a4cd4" /><Relationship Type="http://schemas.openxmlformats.org/officeDocument/2006/relationships/image" Target="/ppt/media/image14.png" Id="R464b3530c73d4712" /><Relationship Type="http://schemas.openxmlformats.org/officeDocument/2006/relationships/image" Target="/ppt/media/image15.png" Id="Rf028a84e741e4a79" /><Relationship Type="http://schemas.openxmlformats.org/officeDocument/2006/relationships/image" Target="/ppt/media/image16.png" Id="Ra28ee9690a14459e" /><Relationship Type="http://schemas.openxmlformats.org/officeDocument/2006/relationships/image" Target="/ppt/media/image17.png" Id="R445cba3ca47a47f7" /><Relationship Type="http://schemas.openxmlformats.org/officeDocument/2006/relationships/image" Target="/ppt/media/image18.png" Id="R51d205c3784d4a74" /><Relationship Type="http://schemas.openxmlformats.org/officeDocument/2006/relationships/image" Target="/ppt/media/image19.png" Id="R72da91cf983740b5" /><Relationship Type="http://schemas.openxmlformats.org/officeDocument/2006/relationships/image" Target="/ppt/media/image20.png" Id="R9ad26e853e1c4a79" /><Relationship Type="http://schemas.openxmlformats.org/officeDocument/2006/relationships/image" Target="/ppt/media/image21.png" Id="Rbb3baab794ba4a8f" /><Relationship Type="http://schemas.openxmlformats.org/officeDocument/2006/relationships/image" Target="/ppt/media/image22.png" Id="Re21a205b54654f4d" /><Relationship Type="http://schemas.openxmlformats.org/officeDocument/2006/relationships/image" Target="/ppt/media/image23.png" Id="Re738f7a6b3884b64" /><Relationship Type="http://schemas.openxmlformats.org/officeDocument/2006/relationships/notesSlide" Target="/ppt/notesSlides/notesSlide1.xml" Id="R650efe61029240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F5C5E-3B85-4324-B943-67C7B68A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4" y="5121"/>
            <a:ext cx="7808546" cy="3938229"/>
          </a:xfrm>
          <a:custGeom xmlns:a="http://schemas.openxmlformats.org/drawingml/2006/main">
            <a:pathLst>
              <a:path w="7808546" h="3938229">
                <a:moveTo>
                  <a:pt x="7808546" y="0"/>
                </a:moveTo>
                <a:lnTo>
                  <a:pt x="0" y="0"/>
                </a:lnTo>
                <a:lnTo>
                  <a:pt x="0" y="3938229"/>
                </a:lnTo>
                <a:lnTo>
                  <a:pt x="7808546" y="3938229"/>
                </a:lnTo>
                <a:lnTo>
                  <a:pt x="78085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1515C-9FD6-4D99-8921-58CD00C4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923" y="742258"/>
            <a:ext cx="124846" cy="2343802"/>
          </a:xfrm>
          <a:custGeom xmlns:a="http://schemas.openxmlformats.org/drawingml/2006/main">
            <a:pathLst>
              <a:path w="124846" h="2343802" fill="none">
                <a:moveTo>
                  <a:pt x="0" y="0"/>
                </a:moveTo>
                <a:cubicBezTo>
                  <a:pt x="68953" y="0"/>
                  <a:pt x="124846" y="4660"/>
                  <a:pt x="124846" y="10403"/>
                </a:cubicBezTo>
                <a:lnTo>
                  <a:pt x="124846" y="2333399"/>
                </a:lnTo>
                <a:cubicBezTo>
                  <a:pt x="124846" y="2339148"/>
                  <a:pt x="68953" y="2343802"/>
                  <a:pt x="0" y="234380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548235"/>
            </a:solidFill>
            <a:miter/>
          </a:ln>
        </p:spPr>
      </p:sp>
      <p:sp>
        <p:nvSpPr>
          <p:cNvPr id="3" name="Text Preparation">
            <a:extLst xmlns:a="http://schemas.openxmlformats.org/drawingml/2006/main">
              <a:ext uri="{FF2B5EF4-FFF2-40B4-BE49-F238E27FC236}">
                <a16:creationId xmlns:a16="http://schemas.microsoft.com/office/drawing/2014/main" id="{5821115C-7916-41F1-BA68-7F8A8833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33" y="3805748"/>
            <a:ext cx="752438" cy="126861"/>
          </a:xfrm>
          <a:custGeom xmlns:a="http://schemas.openxmlformats.org/drawingml/2006/main">
            <a:pathLst>
              <a:path w="752438" h="126861">
                <a:moveTo>
                  <a:pt x="0" y="99453"/>
                </a:moveTo>
                <a:lnTo>
                  <a:pt x="0" y="0"/>
                </a:lnTo>
                <a:lnTo>
                  <a:pt x="32224" y="0"/>
                </a:lnTo>
                <a:cubicBezTo>
                  <a:pt x="44435" y="0"/>
                  <a:pt x="52395" y="497"/>
                  <a:pt x="56104" y="1490"/>
                </a:cubicBezTo>
                <a:cubicBezTo>
                  <a:pt x="61802" y="2981"/>
                  <a:pt x="66574" y="6223"/>
                  <a:pt x="70418" y="11215"/>
                </a:cubicBezTo>
                <a:cubicBezTo>
                  <a:pt x="74262" y="16207"/>
                  <a:pt x="76184" y="22656"/>
                  <a:pt x="76184" y="30562"/>
                </a:cubicBezTo>
                <a:cubicBezTo>
                  <a:pt x="76184" y="36660"/>
                  <a:pt x="75076" y="41788"/>
                  <a:pt x="72860" y="45945"/>
                </a:cubicBezTo>
                <a:cubicBezTo>
                  <a:pt x="70644" y="50101"/>
                  <a:pt x="67829" y="53365"/>
                  <a:pt x="64414" y="55737"/>
                </a:cubicBezTo>
                <a:cubicBezTo>
                  <a:pt x="60999" y="58108"/>
                  <a:pt x="57528" y="59679"/>
                  <a:pt x="54001" y="60448"/>
                </a:cubicBezTo>
                <a:cubicBezTo>
                  <a:pt x="49207" y="61396"/>
                  <a:pt x="42264" y="61870"/>
                  <a:pt x="33174" y="61870"/>
                </a:cubicBezTo>
                <a:lnTo>
                  <a:pt x="20081" y="61870"/>
                </a:lnTo>
                <a:lnTo>
                  <a:pt x="20081" y="99453"/>
                </a:lnTo>
                <a:lnTo>
                  <a:pt x="0" y="99453"/>
                </a:lnTo>
                <a:moveTo>
                  <a:pt x="20081" y="16824"/>
                </a:moveTo>
                <a:lnTo>
                  <a:pt x="20081" y="45046"/>
                </a:lnTo>
                <a:lnTo>
                  <a:pt x="31071" y="45046"/>
                </a:lnTo>
                <a:cubicBezTo>
                  <a:pt x="38985" y="45046"/>
                  <a:pt x="44277" y="44526"/>
                  <a:pt x="46945" y="43485"/>
                </a:cubicBezTo>
                <a:cubicBezTo>
                  <a:pt x="49614" y="42445"/>
                  <a:pt x="51705" y="40817"/>
                  <a:pt x="53220" y="38601"/>
                </a:cubicBezTo>
                <a:cubicBezTo>
                  <a:pt x="54736" y="36385"/>
                  <a:pt x="55493" y="33807"/>
                  <a:pt x="55493" y="30867"/>
                </a:cubicBezTo>
                <a:cubicBezTo>
                  <a:pt x="55493" y="27249"/>
                  <a:pt x="54430" y="24264"/>
                  <a:pt x="52305" y="21912"/>
                </a:cubicBezTo>
                <a:cubicBezTo>
                  <a:pt x="50179" y="19561"/>
                  <a:pt x="47488" y="18091"/>
                  <a:pt x="44232" y="17503"/>
                </a:cubicBezTo>
                <a:cubicBezTo>
                  <a:pt x="41835" y="17050"/>
                  <a:pt x="37018" y="16824"/>
                  <a:pt x="29782" y="16824"/>
                </a:cubicBezTo>
                <a:lnTo>
                  <a:pt x="20081" y="16824"/>
                </a:lnTo>
                <a:close/>
                <a:moveTo>
                  <a:pt x="110506" y="99453"/>
                </a:moveTo>
                <a:lnTo>
                  <a:pt x="91443" y="99453"/>
                </a:lnTo>
                <a:lnTo>
                  <a:pt x="91443" y="27407"/>
                </a:lnTo>
                <a:lnTo>
                  <a:pt x="109149" y="27407"/>
                </a:lnTo>
                <a:lnTo>
                  <a:pt x="109149" y="37651"/>
                </a:lnTo>
                <a:cubicBezTo>
                  <a:pt x="112179" y="32812"/>
                  <a:pt x="114904" y="29623"/>
                  <a:pt x="117324" y="28086"/>
                </a:cubicBezTo>
                <a:cubicBezTo>
                  <a:pt x="119743" y="26548"/>
                  <a:pt x="122491" y="25779"/>
                  <a:pt x="125566" y="25779"/>
                </a:cubicBezTo>
                <a:cubicBezTo>
                  <a:pt x="129908" y="25779"/>
                  <a:pt x="134092" y="26978"/>
                  <a:pt x="138117" y="29375"/>
                </a:cubicBezTo>
                <a:lnTo>
                  <a:pt x="132215" y="45995"/>
                </a:lnTo>
                <a:cubicBezTo>
                  <a:pt x="129004" y="43915"/>
                  <a:pt x="126019" y="42875"/>
                  <a:pt x="123260" y="42875"/>
                </a:cubicBezTo>
                <a:cubicBezTo>
                  <a:pt x="120591" y="42875"/>
                  <a:pt x="118330" y="43610"/>
                  <a:pt x="116476" y="45080"/>
                </a:cubicBezTo>
                <a:cubicBezTo>
                  <a:pt x="114621" y="46550"/>
                  <a:pt x="113163" y="49207"/>
                  <a:pt x="112100" y="53051"/>
                </a:cubicBezTo>
                <a:cubicBezTo>
                  <a:pt x="111037" y="56895"/>
                  <a:pt x="110506" y="64945"/>
                  <a:pt x="110506" y="77202"/>
                </a:cubicBezTo>
                <a:lnTo>
                  <a:pt x="110506" y="99453"/>
                </a:lnTo>
                <a:close/>
                <a:moveTo>
                  <a:pt x="188164" y="76523"/>
                </a:moveTo>
                <a:lnTo>
                  <a:pt x="207159" y="79780"/>
                </a:lnTo>
                <a:cubicBezTo>
                  <a:pt x="204717" y="86722"/>
                  <a:pt x="200861" y="92008"/>
                  <a:pt x="195592" y="95637"/>
                </a:cubicBezTo>
                <a:cubicBezTo>
                  <a:pt x="190323" y="99267"/>
                  <a:pt x="183731" y="101082"/>
                  <a:pt x="175817" y="101082"/>
                </a:cubicBezTo>
                <a:cubicBezTo>
                  <a:pt x="163289" y="101082"/>
                  <a:pt x="154018" y="96989"/>
                  <a:pt x="148002" y="88802"/>
                </a:cubicBezTo>
                <a:cubicBezTo>
                  <a:pt x="143254" y="82245"/>
                  <a:pt x="140879" y="73968"/>
                  <a:pt x="140879" y="63973"/>
                </a:cubicBezTo>
                <a:cubicBezTo>
                  <a:pt x="140879" y="52033"/>
                  <a:pt x="144000" y="42683"/>
                  <a:pt x="150241" y="35921"/>
                </a:cubicBezTo>
                <a:cubicBezTo>
                  <a:pt x="156482" y="29160"/>
                  <a:pt x="164374" y="25779"/>
                  <a:pt x="173917" y="25779"/>
                </a:cubicBezTo>
                <a:cubicBezTo>
                  <a:pt x="184636" y="25779"/>
                  <a:pt x="193093" y="29318"/>
                  <a:pt x="199289" y="36396"/>
                </a:cubicBezTo>
                <a:cubicBezTo>
                  <a:pt x="205485" y="43474"/>
                  <a:pt x="208448" y="54317"/>
                  <a:pt x="208176" y="68925"/>
                </a:cubicBezTo>
                <a:lnTo>
                  <a:pt x="160417" y="68925"/>
                </a:lnTo>
                <a:cubicBezTo>
                  <a:pt x="160553" y="74579"/>
                  <a:pt x="162090" y="78977"/>
                  <a:pt x="165030" y="82120"/>
                </a:cubicBezTo>
                <a:cubicBezTo>
                  <a:pt x="167970" y="85264"/>
                  <a:pt x="171633" y="86835"/>
                  <a:pt x="176020" y="86835"/>
                </a:cubicBezTo>
                <a:cubicBezTo>
                  <a:pt x="179005" y="86835"/>
                  <a:pt x="181515" y="86021"/>
                  <a:pt x="183551" y="84393"/>
                </a:cubicBezTo>
                <a:cubicBezTo>
                  <a:pt x="185586" y="82765"/>
                  <a:pt x="187123" y="80142"/>
                  <a:pt x="188164" y="76523"/>
                </a:cubicBezTo>
                <a:moveTo>
                  <a:pt x="189249" y="57257"/>
                </a:moveTo>
                <a:cubicBezTo>
                  <a:pt x="189113" y="51762"/>
                  <a:pt x="187689" y="47584"/>
                  <a:pt x="184975" y="44723"/>
                </a:cubicBezTo>
                <a:cubicBezTo>
                  <a:pt x="182262" y="41863"/>
                  <a:pt x="178960" y="40433"/>
                  <a:pt x="175071" y="40433"/>
                </a:cubicBezTo>
                <a:cubicBezTo>
                  <a:pt x="170910" y="40433"/>
                  <a:pt x="167472" y="41941"/>
                  <a:pt x="164759" y="44959"/>
                </a:cubicBezTo>
                <a:cubicBezTo>
                  <a:pt x="162045" y="47978"/>
                  <a:pt x="160711" y="52077"/>
                  <a:pt x="160756" y="57257"/>
                </a:cubicBezTo>
                <a:lnTo>
                  <a:pt x="189249" y="57257"/>
                </a:lnTo>
                <a:close/>
                <a:moveTo>
                  <a:pt x="223009" y="27407"/>
                </a:moveTo>
                <a:lnTo>
                  <a:pt x="240783" y="27407"/>
                </a:lnTo>
                <a:lnTo>
                  <a:pt x="240783" y="37990"/>
                </a:lnTo>
                <a:cubicBezTo>
                  <a:pt x="243090" y="34372"/>
                  <a:pt x="246210" y="31433"/>
                  <a:pt x="250145" y="29171"/>
                </a:cubicBezTo>
                <a:cubicBezTo>
                  <a:pt x="254080" y="26910"/>
                  <a:pt x="258444" y="25779"/>
                  <a:pt x="263238" y="25779"/>
                </a:cubicBezTo>
                <a:cubicBezTo>
                  <a:pt x="271605" y="25779"/>
                  <a:pt x="278706" y="29058"/>
                  <a:pt x="284540" y="35616"/>
                </a:cubicBezTo>
                <a:cubicBezTo>
                  <a:pt x="290374" y="42174"/>
                  <a:pt x="293291" y="51310"/>
                  <a:pt x="293291" y="63023"/>
                </a:cubicBezTo>
                <a:cubicBezTo>
                  <a:pt x="293291" y="75054"/>
                  <a:pt x="290351" y="84404"/>
                  <a:pt x="284472" y="91075"/>
                </a:cubicBezTo>
                <a:cubicBezTo>
                  <a:pt x="278593" y="97746"/>
                  <a:pt x="271469" y="101082"/>
                  <a:pt x="263102" y="101082"/>
                </a:cubicBezTo>
                <a:cubicBezTo>
                  <a:pt x="259122" y="101082"/>
                  <a:pt x="255516" y="100290"/>
                  <a:pt x="252282" y="98707"/>
                </a:cubicBezTo>
                <a:cubicBezTo>
                  <a:pt x="249048" y="97124"/>
                  <a:pt x="245645" y="94411"/>
                  <a:pt x="242072" y="90566"/>
                </a:cubicBezTo>
                <a:lnTo>
                  <a:pt x="242072" y="126861"/>
                </a:lnTo>
                <a:lnTo>
                  <a:pt x="223009" y="126861"/>
                </a:lnTo>
                <a:lnTo>
                  <a:pt x="223009" y="27407"/>
                </a:lnTo>
                <a:moveTo>
                  <a:pt x="241868" y="62177"/>
                </a:moveTo>
                <a:cubicBezTo>
                  <a:pt x="241868" y="70260"/>
                  <a:pt x="243474" y="76232"/>
                  <a:pt x="246685" y="80094"/>
                </a:cubicBezTo>
                <a:cubicBezTo>
                  <a:pt x="249896" y="83955"/>
                  <a:pt x="253808" y="85885"/>
                  <a:pt x="258421" y="85885"/>
                </a:cubicBezTo>
                <a:cubicBezTo>
                  <a:pt x="262854" y="85885"/>
                  <a:pt x="266540" y="84113"/>
                  <a:pt x="269479" y="80568"/>
                </a:cubicBezTo>
                <a:cubicBezTo>
                  <a:pt x="272419" y="77024"/>
                  <a:pt x="273889" y="71209"/>
                  <a:pt x="273889" y="63125"/>
                </a:cubicBezTo>
                <a:cubicBezTo>
                  <a:pt x="273889" y="55584"/>
                  <a:pt x="272374" y="49984"/>
                  <a:pt x="269344" y="46326"/>
                </a:cubicBezTo>
                <a:cubicBezTo>
                  <a:pt x="266313" y="42668"/>
                  <a:pt x="262560" y="40840"/>
                  <a:pt x="258082" y="40840"/>
                </a:cubicBezTo>
                <a:cubicBezTo>
                  <a:pt x="253424" y="40840"/>
                  <a:pt x="249557" y="42635"/>
                  <a:pt x="246482" y="46224"/>
                </a:cubicBezTo>
                <a:cubicBezTo>
                  <a:pt x="243406" y="49814"/>
                  <a:pt x="241868" y="55132"/>
                  <a:pt x="241868" y="62177"/>
                </a:cubicBezTo>
                <a:close/>
                <a:moveTo>
                  <a:pt x="322549" y="49659"/>
                </a:moveTo>
                <a:lnTo>
                  <a:pt x="305250" y="46538"/>
                </a:lnTo>
                <a:cubicBezTo>
                  <a:pt x="307195" y="39481"/>
                  <a:pt x="310542" y="34258"/>
                  <a:pt x="315290" y="30867"/>
                </a:cubicBezTo>
                <a:cubicBezTo>
                  <a:pt x="320039" y="27475"/>
                  <a:pt x="327095" y="25779"/>
                  <a:pt x="336456" y="25779"/>
                </a:cubicBezTo>
                <a:cubicBezTo>
                  <a:pt x="344959" y="25779"/>
                  <a:pt x="351291" y="26785"/>
                  <a:pt x="355452" y="28798"/>
                </a:cubicBezTo>
                <a:cubicBezTo>
                  <a:pt x="359612" y="30811"/>
                  <a:pt x="362541" y="33366"/>
                  <a:pt x="364237" y="36464"/>
                </a:cubicBezTo>
                <a:cubicBezTo>
                  <a:pt x="365933" y="39562"/>
                  <a:pt x="366781" y="45249"/>
                  <a:pt x="366781" y="53526"/>
                </a:cubicBezTo>
                <a:lnTo>
                  <a:pt x="366577" y="75777"/>
                </a:lnTo>
                <a:cubicBezTo>
                  <a:pt x="366577" y="82109"/>
                  <a:pt x="366883" y="86779"/>
                  <a:pt x="367493" y="89786"/>
                </a:cubicBezTo>
                <a:cubicBezTo>
                  <a:pt x="368104" y="92794"/>
                  <a:pt x="369246" y="96016"/>
                  <a:pt x="370919" y="99453"/>
                </a:cubicBezTo>
                <a:lnTo>
                  <a:pt x="352060" y="99453"/>
                </a:lnTo>
                <a:cubicBezTo>
                  <a:pt x="351562" y="98187"/>
                  <a:pt x="350952" y="96310"/>
                  <a:pt x="350228" y="93823"/>
                </a:cubicBezTo>
                <a:cubicBezTo>
                  <a:pt x="349911" y="92692"/>
                  <a:pt x="349685" y="91946"/>
                  <a:pt x="349550" y="91584"/>
                </a:cubicBezTo>
                <a:cubicBezTo>
                  <a:pt x="346293" y="94750"/>
                  <a:pt x="342811" y="97124"/>
                  <a:pt x="339102" y="98707"/>
                </a:cubicBezTo>
                <a:cubicBezTo>
                  <a:pt x="335394" y="100290"/>
                  <a:pt x="331436" y="101082"/>
                  <a:pt x="327230" y="101082"/>
                </a:cubicBezTo>
                <a:cubicBezTo>
                  <a:pt x="319813" y="101082"/>
                  <a:pt x="313967" y="99077"/>
                  <a:pt x="309694" y="95069"/>
                </a:cubicBezTo>
                <a:cubicBezTo>
                  <a:pt x="305420" y="91061"/>
                  <a:pt x="303283" y="85994"/>
                  <a:pt x="303283" y="79869"/>
                </a:cubicBezTo>
                <a:cubicBezTo>
                  <a:pt x="303283" y="75815"/>
                  <a:pt x="304255" y="72201"/>
                  <a:pt x="306200" y="69027"/>
                </a:cubicBezTo>
                <a:cubicBezTo>
                  <a:pt x="308145" y="65851"/>
                  <a:pt x="310869" y="63419"/>
                  <a:pt x="314375" y="61730"/>
                </a:cubicBezTo>
                <a:cubicBezTo>
                  <a:pt x="317880" y="60041"/>
                  <a:pt x="322934" y="58566"/>
                  <a:pt x="329537" y="57306"/>
                </a:cubicBezTo>
                <a:cubicBezTo>
                  <a:pt x="338446" y="55639"/>
                  <a:pt x="344620" y="54085"/>
                  <a:pt x="348057" y="52644"/>
                </a:cubicBezTo>
                <a:lnTo>
                  <a:pt x="348057" y="50723"/>
                </a:lnTo>
                <a:cubicBezTo>
                  <a:pt x="348057" y="47019"/>
                  <a:pt x="347153" y="44378"/>
                  <a:pt x="345343" y="42801"/>
                </a:cubicBezTo>
                <a:cubicBezTo>
                  <a:pt x="343534" y="41222"/>
                  <a:pt x="340120" y="40433"/>
                  <a:pt x="335100" y="40433"/>
                </a:cubicBezTo>
                <a:cubicBezTo>
                  <a:pt x="331708" y="40433"/>
                  <a:pt x="329062" y="41115"/>
                  <a:pt x="327162" y="42481"/>
                </a:cubicBezTo>
                <a:cubicBezTo>
                  <a:pt x="325263" y="43844"/>
                  <a:pt x="323725" y="46237"/>
                  <a:pt x="322549" y="49659"/>
                </a:cubicBezTo>
                <a:moveTo>
                  <a:pt x="348057" y="65126"/>
                </a:moveTo>
                <a:cubicBezTo>
                  <a:pt x="345615" y="65931"/>
                  <a:pt x="341748" y="66892"/>
                  <a:pt x="336456" y="68010"/>
                </a:cubicBezTo>
                <a:cubicBezTo>
                  <a:pt x="331165" y="69126"/>
                  <a:pt x="327705" y="70221"/>
                  <a:pt x="326077" y="71293"/>
                </a:cubicBezTo>
                <a:cubicBezTo>
                  <a:pt x="323589" y="73036"/>
                  <a:pt x="322346" y="75248"/>
                  <a:pt x="322346" y="77929"/>
                </a:cubicBezTo>
                <a:cubicBezTo>
                  <a:pt x="322346" y="80566"/>
                  <a:pt x="323341" y="82846"/>
                  <a:pt x="325331" y="84768"/>
                </a:cubicBezTo>
                <a:cubicBezTo>
                  <a:pt x="327321" y="86689"/>
                  <a:pt x="329853" y="87649"/>
                  <a:pt x="332929" y="87649"/>
                </a:cubicBezTo>
                <a:cubicBezTo>
                  <a:pt x="336366" y="87649"/>
                  <a:pt x="339645" y="86532"/>
                  <a:pt x="342766" y="84297"/>
                </a:cubicBezTo>
                <a:cubicBezTo>
                  <a:pt x="345072" y="82600"/>
                  <a:pt x="346587" y="80522"/>
                  <a:pt x="347311" y="78063"/>
                </a:cubicBezTo>
                <a:cubicBezTo>
                  <a:pt x="347808" y="76454"/>
                  <a:pt x="348057" y="73394"/>
                  <a:pt x="348057" y="68881"/>
                </a:cubicBezTo>
                <a:lnTo>
                  <a:pt x="348057" y="65126"/>
                </a:lnTo>
                <a:close/>
                <a:moveTo>
                  <a:pt x="403661" y="99453"/>
                </a:moveTo>
                <a:lnTo>
                  <a:pt x="384598" y="99453"/>
                </a:lnTo>
                <a:lnTo>
                  <a:pt x="384598" y="27407"/>
                </a:lnTo>
                <a:lnTo>
                  <a:pt x="402305" y="27407"/>
                </a:lnTo>
                <a:lnTo>
                  <a:pt x="402305" y="37651"/>
                </a:lnTo>
                <a:cubicBezTo>
                  <a:pt x="405335" y="32812"/>
                  <a:pt x="408060" y="29623"/>
                  <a:pt x="410479" y="28086"/>
                </a:cubicBezTo>
                <a:cubicBezTo>
                  <a:pt x="412899" y="26548"/>
                  <a:pt x="415647" y="25779"/>
                  <a:pt x="418722" y="25779"/>
                </a:cubicBezTo>
                <a:cubicBezTo>
                  <a:pt x="423064" y="25779"/>
                  <a:pt x="427247" y="26978"/>
                  <a:pt x="431272" y="29375"/>
                </a:cubicBezTo>
                <a:lnTo>
                  <a:pt x="425370" y="45995"/>
                </a:lnTo>
                <a:cubicBezTo>
                  <a:pt x="422159" y="43915"/>
                  <a:pt x="419174" y="42875"/>
                  <a:pt x="416415" y="42875"/>
                </a:cubicBezTo>
                <a:cubicBezTo>
                  <a:pt x="413747" y="42875"/>
                  <a:pt x="411486" y="43610"/>
                  <a:pt x="409631" y="45080"/>
                </a:cubicBezTo>
                <a:cubicBezTo>
                  <a:pt x="407777" y="46550"/>
                  <a:pt x="406319" y="49207"/>
                  <a:pt x="405256" y="53051"/>
                </a:cubicBezTo>
                <a:cubicBezTo>
                  <a:pt x="404193" y="56895"/>
                  <a:pt x="403661" y="64945"/>
                  <a:pt x="403661" y="77202"/>
                </a:cubicBezTo>
                <a:lnTo>
                  <a:pt x="403661" y="99453"/>
                </a:lnTo>
                <a:close/>
                <a:moveTo>
                  <a:pt x="453844" y="49659"/>
                </a:moveTo>
                <a:lnTo>
                  <a:pt x="436545" y="46538"/>
                </a:lnTo>
                <a:cubicBezTo>
                  <a:pt x="438490" y="39481"/>
                  <a:pt x="441836" y="34258"/>
                  <a:pt x="446585" y="30867"/>
                </a:cubicBezTo>
                <a:cubicBezTo>
                  <a:pt x="451334" y="27475"/>
                  <a:pt x="458389" y="25779"/>
                  <a:pt x="467751" y="25779"/>
                </a:cubicBezTo>
                <a:cubicBezTo>
                  <a:pt x="476254" y="25779"/>
                  <a:pt x="482585" y="26785"/>
                  <a:pt x="486746" y="28798"/>
                </a:cubicBezTo>
                <a:cubicBezTo>
                  <a:pt x="490907" y="30811"/>
                  <a:pt x="493836" y="33366"/>
                  <a:pt x="495532" y="36464"/>
                </a:cubicBezTo>
                <a:cubicBezTo>
                  <a:pt x="497228" y="39562"/>
                  <a:pt x="498076" y="45249"/>
                  <a:pt x="498076" y="53526"/>
                </a:cubicBezTo>
                <a:lnTo>
                  <a:pt x="497872" y="75777"/>
                </a:lnTo>
                <a:cubicBezTo>
                  <a:pt x="497872" y="82109"/>
                  <a:pt x="498177" y="86779"/>
                  <a:pt x="498788" y="89786"/>
                </a:cubicBezTo>
                <a:cubicBezTo>
                  <a:pt x="499398" y="92794"/>
                  <a:pt x="500540" y="96016"/>
                  <a:pt x="502214" y="99453"/>
                </a:cubicBezTo>
                <a:lnTo>
                  <a:pt x="483354" y="99453"/>
                </a:lnTo>
                <a:cubicBezTo>
                  <a:pt x="482857" y="98187"/>
                  <a:pt x="482246" y="96310"/>
                  <a:pt x="481523" y="93823"/>
                </a:cubicBezTo>
                <a:cubicBezTo>
                  <a:pt x="481206" y="92692"/>
                  <a:pt x="480980" y="91946"/>
                  <a:pt x="480844" y="91584"/>
                </a:cubicBezTo>
                <a:cubicBezTo>
                  <a:pt x="477588" y="94750"/>
                  <a:pt x="474105" y="97124"/>
                  <a:pt x="470397" y="98707"/>
                </a:cubicBezTo>
                <a:cubicBezTo>
                  <a:pt x="466688" y="100290"/>
                  <a:pt x="462731" y="101082"/>
                  <a:pt x="458525" y="101082"/>
                </a:cubicBezTo>
                <a:cubicBezTo>
                  <a:pt x="451108" y="101082"/>
                  <a:pt x="445262" y="99077"/>
                  <a:pt x="440988" y="95069"/>
                </a:cubicBezTo>
                <a:cubicBezTo>
                  <a:pt x="436714" y="91061"/>
                  <a:pt x="434577" y="85994"/>
                  <a:pt x="434577" y="79869"/>
                </a:cubicBezTo>
                <a:cubicBezTo>
                  <a:pt x="434577" y="75815"/>
                  <a:pt x="435550" y="72201"/>
                  <a:pt x="437495" y="69027"/>
                </a:cubicBezTo>
                <a:cubicBezTo>
                  <a:pt x="439439" y="65851"/>
                  <a:pt x="442164" y="63419"/>
                  <a:pt x="445669" y="61730"/>
                </a:cubicBezTo>
                <a:cubicBezTo>
                  <a:pt x="449174" y="60041"/>
                  <a:pt x="454228" y="58566"/>
                  <a:pt x="460831" y="57306"/>
                </a:cubicBezTo>
                <a:cubicBezTo>
                  <a:pt x="469741" y="55639"/>
                  <a:pt x="475915" y="54085"/>
                  <a:pt x="479352" y="52644"/>
                </a:cubicBezTo>
                <a:lnTo>
                  <a:pt x="479352" y="50723"/>
                </a:lnTo>
                <a:cubicBezTo>
                  <a:pt x="479352" y="47019"/>
                  <a:pt x="478447" y="44378"/>
                  <a:pt x="476638" y="42801"/>
                </a:cubicBezTo>
                <a:cubicBezTo>
                  <a:pt x="474829" y="41222"/>
                  <a:pt x="471415" y="40433"/>
                  <a:pt x="466394" y="40433"/>
                </a:cubicBezTo>
                <a:cubicBezTo>
                  <a:pt x="463002" y="40433"/>
                  <a:pt x="460357" y="41115"/>
                  <a:pt x="458457" y="42481"/>
                </a:cubicBezTo>
                <a:cubicBezTo>
                  <a:pt x="456558" y="43844"/>
                  <a:pt x="455020" y="46237"/>
                  <a:pt x="453844" y="49659"/>
                </a:cubicBezTo>
                <a:moveTo>
                  <a:pt x="479352" y="65126"/>
                </a:moveTo>
                <a:cubicBezTo>
                  <a:pt x="476910" y="65931"/>
                  <a:pt x="473043" y="66892"/>
                  <a:pt x="467751" y="68010"/>
                </a:cubicBezTo>
                <a:cubicBezTo>
                  <a:pt x="462460" y="69126"/>
                  <a:pt x="459000" y="70221"/>
                  <a:pt x="457372" y="71293"/>
                </a:cubicBezTo>
                <a:cubicBezTo>
                  <a:pt x="454884" y="73036"/>
                  <a:pt x="453640" y="75248"/>
                  <a:pt x="453640" y="77929"/>
                </a:cubicBezTo>
                <a:cubicBezTo>
                  <a:pt x="453640" y="80566"/>
                  <a:pt x="454635" y="82846"/>
                  <a:pt x="456625" y="84768"/>
                </a:cubicBezTo>
                <a:cubicBezTo>
                  <a:pt x="458615" y="86689"/>
                  <a:pt x="461148" y="87649"/>
                  <a:pt x="464223" y="87649"/>
                </a:cubicBezTo>
                <a:cubicBezTo>
                  <a:pt x="467661" y="87649"/>
                  <a:pt x="470940" y="86532"/>
                  <a:pt x="474060" y="84297"/>
                </a:cubicBezTo>
                <a:cubicBezTo>
                  <a:pt x="476367" y="82600"/>
                  <a:pt x="477882" y="80522"/>
                  <a:pt x="478606" y="78063"/>
                </a:cubicBezTo>
                <a:cubicBezTo>
                  <a:pt x="479103" y="76454"/>
                  <a:pt x="479352" y="73394"/>
                  <a:pt x="479352" y="68881"/>
                </a:cubicBezTo>
                <a:lnTo>
                  <a:pt x="479352" y="65126"/>
                </a:lnTo>
                <a:close/>
                <a:moveTo>
                  <a:pt x="549745" y="27407"/>
                </a:moveTo>
                <a:lnTo>
                  <a:pt x="549745" y="42603"/>
                </a:lnTo>
                <a:lnTo>
                  <a:pt x="536720" y="42603"/>
                </a:lnTo>
                <a:lnTo>
                  <a:pt x="536720" y="71592"/>
                </a:lnTo>
                <a:cubicBezTo>
                  <a:pt x="536720" y="77463"/>
                  <a:pt x="536844" y="80884"/>
                  <a:pt x="537093" y="81855"/>
                </a:cubicBezTo>
                <a:cubicBezTo>
                  <a:pt x="537342" y="82825"/>
                  <a:pt x="537907" y="83626"/>
                  <a:pt x="538789" y="84259"/>
                </a:cubicBezTo>
                <a:cubicBezTo>
                  <a:pt x="539671" y="84891"/>
                  <a:pt x="540745" y="85207"/>
                  <a:pt x="542012" y="85207"/>
                </a:cubicBezTo>
                <a:cubicBezTo>
                  <a:pt x="543775" y="85207"/>
                  <a:pt x="546331" y="84596"/>
                  <a:pt x="549677" y="83375"/>
                </a:cubicBezTo>
                <a:lnTo>
                  <a:pt x="551306" y="98220"/>
                </a:lnTo>
                <a:cubicBezTo>
                  <a:pt x="546873" y="100128"/>
                  <a:pt x="541853" y="101082"/>
                  <a:pt x="536245" y="101082"/>
                </a:cubicBezTo>
                <a:cubicBezTo>
                  <a:pt x="532808" y="101082"/>
                  <a:pt x="529710" y="100505"/>
                  <a:pt x="526951" y="99352"/>
                </a:cubicBezTo>
                <a:cubicBezTo>
                  <a:pt x="524192" y="98198"/>
                  <a:pt x="522168" y="96706"/>
                  <a:pt x="520879" y="94874"/>
                </a:cubicBezTo>
                <a:cubicBezTo>
                  <a:pt x="519590" y="93042"/>
                  <a:pt x="518697" y="90566"/>
                  <a:pt x="518200" y="87446"/>
                </a:cubicBezTo>
                <a:cubicBezTo>
                  <a:pt x="517793" y="85230"/>
                  <a:pt x="517589" y="80752"/>
                  <a:pt x="517589" y="74013"/>
                </a:cubicBezTo>
                <a:lnTo>
                  <a:pt x="517589" y="42603"/>
                </a:lnTo>
                <a:lnTo>
                  <a:pt x="508838" y="42603"/>
                </a:lnTo>
                <a:lnTo>
                  <a:pt x="508838" y="27407"/>
                </a:lnTo>
                <a:lnTo>
                  <a:pt x="517589" y="27407"/>
                </a:lnTo>
                <a:lnTo>
                  <a:pt x="517589" y="13025"/>
                </a:lnTo>
                <a:lnTo>
                  <a:pt x="536720" y="1764"/>
                </a:lnTo>
                <a:lnTo>
                  <a:pt x="536720" y="27407"/>
                </a:lnTo>
                <a:lnTo>
                  <a:pt x="549745" y="27407"/>
                </a:lnTo>
                <a:close/>
                <a:moveTo>
                  <a:pt x="563251" y="17638"/>
                </a:moveTo>
                <a:lnTo>
                  <a:pt x="563251" y="0"/>
                </a:lnTo>
                <a:lnTo>
                  <a:pt x="582314" y="0"/>
                </a:lnTo>
                <a:lnTo>
                  <a:pt x="582314" y="17638"/>
                </a:lnTo>
                <a:lnTo>
                  <a:pt x="563251" y="17638"/>
                </a:lnTo>
                <a:moveTo>
                  <a:pt x="563251" y="99453"/>
                </a:moveTo>
                <a:lnTo>
                  <a:pt x="563251" y="27407"/>
                </a:lnTo>
                <a:lnTo>
                  <a:pt x="582314" y="27407"/>
                </a:lnTo>
                <a:lnTo>
                  <a:pt x="582314" y="99453"/>
                </a:lnTo>
                <a:lnTo>
                  <a:pt x="563251" y="99453"/>
                </a:lnTo>
                <a:close/>
                <a:moveTo>
                  <a:pt x="597743" y="62413"/>
                </a:moveTo>
                <a:cubicBezTo>
                  <a:pt x="597743" y="56081"/>
                  <a:pt x="599304" y="49953"/>
                  <a:pt x="602424" y="44028"/>
                </a:cubicBezTo>
                <a:cubicBezTo>
                  <a:pt x="605545" y="38103"/>
                  <a:pt x="609966" y="33581"/>
                  <a:pt x="615687" y="30460"/>
                </a:cubicBezTo>
                <a:cubicBezTo>
                  <a:pt x="621408" y="27339"/>
                  <a:pt x="627797" y="25779"/>
                  <a:pt x="634852" y="25779"/>
                </a:cubicBezTo>
                <a:cubicBezTo>
                  <a:pt x="645752" y="25779"/>
                  <a:pt x="654684" y="29318"/>
                  <a:pt x="661649" y="36396"/>
                </a:cubicBezTo>
                <a:cubicBezTo>
                  <a:pt x="668614" y="43474"/>
                  <a:pt x="672096" y="52418"/>
                  <a:pt x="672096" y="63227"/>
                </a:cubicBezTo>
                <a:cubicBezTo>
                  <a:pt x="672096" y="74126"/>
                  <a:pt x="668580" y="83160"/>
                  <a:pt x="661547" y="90329"/>
                </a:cubicBezTo>
                <a:cubicBezTo>
                  <a:pt x="654514" y="97497"/>
                  <a:pt x="645661" y="101082"/>
                  <a:pt x="634988" y="101082"/>
                </a:cubicBezTo>
                <a:cubicBezTo>
                  <a:pt x="628384" y="101082"/>
                  <a:pt x="622087" y="99589"/>
                  <a:pt x="616094" y="96604"/>
                </a:cubicBezTo>
                <a:cubicBezTo>
                  <a:pt x="610102" y="93619"/>
                  <a:pt x="605545" y="89243"/>
                  <a:pt x="602424" y="83477"/>
                </a:cubicBezTo>
                <a:cubicBezTo>
                  <a:pt x="599304" y="77711"/>
                  <a:pt x="597743" y="70689"/>
                  <a:pt x="597743" y="62413"/>
                </a:cubicBezTo>
                <a:moveTo>
                  <a:pt x="617281" y="63430"/>
                </a:moveTo>
                <a:cubicBezTo>
                  <a:pt x="617281" y="70554"/>
                  <a:pt x="618977" y="76009"/>
                  <a:pt x="622369" y="79797"/>
                </a:cubicBezTo>
                <a:cubicBezTo>
                  <a:pt x="625761" y="83584"/>
                  <a:pt x="629945" y="85478"/>
                  <a:pt x="634920" y="85478"/>
                </a:cubicBezTo>
                <a:cubicBezTo>
                  <a:pt x="639895" y="85478"/>
                  <a:pt x="644067" y="83584"/>
                  <a:pt x="647436" y="79797"/>
                </a:cubicBezTo>
                <a:cubicBezTo>
                  <a:pt x="650806" y="76009"/>
                  <a:pt x="652490" y="70508"/>
                  <a:pt x="652490" y="63295"/>
                </a:cubicBezTo>
                <a:cubicBezTo>
                  <a:pt x="652490" y="56262"/>
                  <a:pt x="650806" y="50852"/>
                  <a:pt x="647436" y="47064"/>
                </a:cubicBezTo>
                <a:cubicBezTo>
                  <a:pt x="644067" y="43276"/>
                  <a:pt x="639895" y="41382"/>
                  <a:pt x="634920" y="41382"/>
                </a:cubicBezTo>
                <a:cubicBezTo>
                  <a:pt x="629945" y="41382"/>
                  <a:pt x="625761" y="43276"/>
                  <a:pt x="622369" y="47064"/>
                </a:cubicBezTo>
                <a:cubicBezTo>
                  <a:pt x="618977" y="50852"/>
                  <a:pt x="617281" y="56307"/>
                  <a:pt x="617281" y="63430"/>
                </a:cubicBezTo>
                <a:close/>
                <a:moveTo>
                  <a:pt x="752438" y="99453"/>
                </a:moveTo>
                <a:lnTo>
                  <a:pt x="733375" y="99453"/>
                </a:lnTo>
                <a:lnTo>
                  <a:pt x="733375" y="62727"/>
                </a:lnTo>
                <a:cubicBezTo>
                  <a:pt x="733375" y="54956"/>
                  <a:pt x="732968" y="49930"/>
                  <a:pt x="732153" y="47649"/>
                </a:cubicBezTo>
                <a:cubicBezTo>
                  <a:pt x="731339" y="45368"/>
                  <a:pt x="730016" y="43595"/>
                  <a:pt x="728185" y="42330"/>
                </a:cubicBezTo>
                <a:cubicBezTo>
                  <a:pt x="726353" y="41065"/>
                  <a:pt x="724148" y="40433"/>
                  <a:pt x="721570" y="40433"/>
                </a:cubicBezTo>
                <a:cubicBezTo>
                  <a:pt x="718269" y="40433"/>
                  <a:pt x="715307" y="41336"/>
                  <a:pt x="712683" y="43144"/>
                </a:cubicBezTo>
                <a:cubicBezTo>
                  <a:pt x="710060" y="44950"/>
                  <a:pt x="708262" y="47345"/>
                  <a:pt x="707290" y="50327"/>
                </a:cubicBezTo>
                <a:cubicBezTo>
                  <a:pt x="706318" y="53307"/>
                  <a:pt x="705832" y="58819"/>
                  <a:pt x="705832" y="66861"/>
                </a:cubicBezTo>
                <a:lnTo>
                  <a:pt x="705832" y="99453"/>
                </a:lnTo>
                <a:lnTo>
                  <a:pt x="686769" y="99453"/>
                </a:lnTo>
                <a:lnTo>
                  <a:pt x="686769" y="27407"/>
                </a:lnTo>
                <a:lnTo>
                  <a:pt x="704475" y="27407"/>
                </a:lnTo>
                <a:lnTo>
                  <a:pt x="704475" y="37990"/>
                </a:lnTo>
                <a:cubicBezTo>
                  <a:pt x="710761" y="29850"/>
                  <a:pt x="718676" y="25779"/>
                  <a:pt x="728219" y="25779"/>
                </a:cubicBezTo>
                <a:cubicBezTo>
                  <a:pt x="732425" y="25779"/>
                  <a:pt x="736269" y="26537"/>
                  <a:pt x="739752" y="28052"/>
                </a:cubicBezTo>
                <a:cubicBezTo>
                  <a:pt x="743234" y="29567"/>
                  <a:pt x="745868" y="31500"/>
                  <a:pt x="747655" y="33852"/>
                </a:cubicBezTo>
                <a:cubicBezTo>
                  <a:pt x="749441" y="36204"/>
                  <a:pt x="750685" y="38872"/>
                  <a:pt x="751386" y="41857"/>
                </a:cubicBezTo>
                <a:cubicBezTo>
                  <a:pt x="752087" y="44842"/>
                  <a:pt x="752438" y="49116"/>
                  <a:pt x="752438" y="54679"/>
                </a:cubicBezTo>
                <a:lnTo>
                  <a:pt x="752438" y="994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9dd7969d24931"/>
          <a:stretch xmlns:a="http://schemas.openxmlformats.org/drawingml/2006/main"/>
        </p:blipFill>
        <p:spPr>
          <a:xfrm xmlns:a="http://schemas.openxmlformats.org/drawingml/2006/main">
            <a:off x="2531385" y="2864017"/>
            <a:ext cx="285302" cy="370893"/>
          </a:xfrm>
          <a:prstGeom xmlns:a="http://schemas.openxmlformats.org/drawingml/2006/main" prst="rect">
            <a:avLst/>
          </a:prstGeom>
        </p:spPr>
      </p:pic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6059f339646bb"/>
          <a:stretch xmlns:a="http://schemas.openxmlformats.org/drawingml/2006/main"/>
        </p:blipFill>
        <p:spPr>
          <a:xfrm xmlns:a="http://schemas.openxmlformats.org/drawingml/2006/main">
            <a:off x="2531007" y="1141906"/>
            <a:ext cx="276280" cy="342231"/>
          </a:xfrm>
          <a:prstGeom xmlns:a="http://schemas.openxmlformats.org/drawingml/2006/main" prst="rect">
            <a:avLst/>
          </a:prstGeom>
        </p:spPr>
      </p:pic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14C7A-BDDF-4EE9-9853-192FB4A0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07" y="87354"/>
            <a:ext cx="2124838" cy="3609679"/>
          </a:xfrm>
          <a:custGeom xmlns:a="http://schemas.openxmlformats.org/drawingml/2006/main">
            <a:pathLst>
              <a:path w="2124838" h="3609679" fill="none">
                <a:moveTo>
                  <a:pt x="0" y="0"/>
                </a:moveTo>
                <a:lnTo>
                  <a:pt x="2124838" y="0"/>
                </a:lnTo>
                <a:lnTo>
                  <a:pt x="2124838" y="3609679"/>
                </a:lnTo>
                <a:lnTo>
                  <a:pt x="0" y="360967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D9D9D9"/>
            </a:solidFill>
            <a:custDash>
              <a:ds d="300000" sp="100000"/>
            </a:custDash>
            <a:miter/>
          </a:ln>
        </p:spPr>
      </p:sp>
      <p:sp>
        <p:nvSpPr>
          <p:cNvPr id="7" name="Text CommitsIdentification">
            <a:extLst xmlns:a="http://schemas.openxmlformats.org/drawingml/2006/main">
              <a:ext uri="{FF2B5EF4-FFF2-40B4-BE49-F238E27FC236}">
                <a16:creationId xmlns:a16="http://schemas.microsoft.com/office/drawing/2014/main" id="{0B86B605-336E-40DA-AA74-0E9FDD25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713" y="3792995"/>
            <a:ext cx="1482601" cy="102981"/>
          </a:xfrm>
          <a:custGeom xmlns:a="http://schemas.openxmlformats.org/drawingml/2006/main">
            <a:pathLst>
              <a:path w="1482601" h="102981">
                <a:moveTo>
                  <a:pt x="67162" y="64584"/>
                </a:moveTo>
                <a:lnTo>
                  <a:pt x="86632" y="70689"/>
                </a:lnTo>
                <a:cubicBezTo>
                  <a:pt x="83647" y="81613"/>
                  <a:pt x="78683" y="89726"/>
                  <a:pt x="71741" y="95029"/>
                </a:cubicBezTo>
                <a:cubicBezTo>
                  <a:pt x="64798" y="100330"/>
                  <a:pt x="55991" y="102981"/>
                  <a:pt x="45317" y="102981"/>
                </a:cubicBezTo>
                <a:cubicBezTo>
                  <a:pt x="32111" y="102981"/>
                  <a:pt x="21257" y="98464"/>
                  <a:pt x="12754" y="89430"/>
                </a:cubicBezTo>
                <a:cubicBezTo>
                  <a:pt x="4251" y="80395"/>
                  <a:pt x="0" y="68043"/>
                  <a:pt x="0" y="52375"/>
                </a:cubicBezTo>
                <a:cubicBezTo>
                  <a:pt x="0" y="35799"/>
                  <a:pt x="4274" y="22926"/>
                  <a:pt x="12822" y="13757"/>
                </a:cubicBezTo>
                <a:cubicBezTo>
                  <a:pt x="21370" y="4586"/>
                  <a:pt x="32608" y="0"/>
                  <a:pt x="46538" y="0"/>
                </a:cubicBezTo>
                <a:cubicBezTo>
                  <a:pt x="58704" y="0"/>
                  <a:pt x="68586" y="3604"/>
                  <a:pt x="76184" y="10812"/>
                </a:cubicBezTo>
                <a:cubicBezTo>
                  <a:pt x="80707" y="15073"/>
                  <a:pt x="84099" y="21193"/>
                  <a:pt x="86360" y="29171"/>
                </a:cubicBezTo>
                <a:lnTo>
                  <a:pt x="66483" y="33920"/>
                </a:lnTo>
                <a:cubicBezTo>
                  <a:pt x="65307" y="28764"/>
                  <a:pt x="62854" y="24694"/>
                  <a:pt x="59123" y="21709"/>
                </a:cubicBezTo>
                <a:cubicBezTo>
                  <a:pt x="55391" y="18724"/>
                  <a:pt x="50857" y="17231"/>
                  <a:pt x="45521" y="17231"/>
                </a:cubicBezTo>
                <a:cubicBezTo>
                  <a:pt x="38149" y="17231"/>
                  <a:pt x="32167" y="19877"/>
                  <a:pt x="27577" y="25169"/>
                </a:cubicBezTo>
                <a:cubicBezTo>
                  <a:pt x="22986" y="30460"/>
                  <a:pt x="20691" y="39031"/>
                  <a:pt x="20691" y="50880"/>
                </a:cubicBezTo>
                <a:cubicBezTo>
                  <a:pt x="20691" y="63453"/>
                  <a:pt x="22953" y="72408"/>
                  <a:pt x="27475" y="77745"/>
                </a:cubicBezTo>
                <a:cubicBezTo>
                  <a:pt x="31998" y="83081"/>
                  <a:pt x="37877" y="85750"/>
                  <a:pt x="45114" y="85750"/>
                </a:cubicBezTo>
                <a:cubicBezTo>
                  <a:pt x="50450" y="85750"/>
                  <a:pt x="55041" y="84049"/>
                  <a:pt x="58885" y="80647"/>
                </a:cubicBezTo>
                <a:cubicBezTo>
                  <a:pt x="62729" y="77244"/>
                  <a:pt x="65488" y="71889"/>
                  <a:pt x="67162" y="64584"/>
                </a:cubicBezTo>
                <a:close/>
                <a:moveTo>
                  <a:pt x="99017" y="64177"/>
                </a:moveTo>
                <a:cubicBezTo>
                  <a:pt x="99017" y="57845"/>
                  <a:pt x="100577" y="51717"/>
                  <a:pt x="103698" y="45792"/>
                </a:cubicBezTo>
                <a:cubicBezTo>
                  <a:pt x="106818" y="39867"/>
                  <a:pt x="111239" y="35345"/>
                  <a:pt x="116960" y="32224"/>
                </a:cubicBezTo>
                <a:cubicBezTo>
                  <a:pt x="122681" y="29103"/>
                  <a:pt x="129070" y="27543"/>
                  <a:pt x="136125" y="27543"/>
                </a:cubicBezTo>
                <a:cubicBezTo>
                  <a:pt x="147025" y="27543"/>
                  <a:pt x="155957" y="31082"/>
                  <a:pt x="162922" y="38160"/>
                </a:cubicBezTo>
                <a:cubicBezTo>
                  <a:pt x="169887" y="45238"/>
                  <a:pt x="173369" y="54182"/>
                  <a:pt x="173369" y="64991"/>
                </a:cubicBezTo>
                <a:cubicBezTo>
                  <a:pt x="173369" y="75890"/>
                  <a:pt x="169853" y="84924"/>
                  <a:pt x="162820" y="92093"/>
                </a:cubicBezTo>
                <a:cubicBezTo>
                  <a:pt x="155787" y="99261"/>
                  <a:pt x="146934" y="102845"/>
                  <a:pt x="136261" y="102845"/>
                </a:cubicBezTo>
                <a:cubicBezTo>
                  <a:pt x="129658" y="102845"/>
                  <a:pt x="123360" y="101353"/>
                  <a:pt x="117367" y="98368"/>
                </a:cubicBezTo>
                <a:cubicBezTo>
                  <a:pt x="111375" y="95383"/>
                  <a:pt x="106818" y="91007"/>
                  <a:pt x="103698" y="85241"/>
                </a:cubicBezTo>
                <a:cubicBezTo>
                  <a:pt x="100577" y="79475"/>
                  <a:pt x="99017" y="72453"/>
                  <a:pt x="99017" y="64177"/>
                </a:cubicBezTo>
                <a:moveTo>
                  <a:pt x="118555" y="65194"/>
                </a:moveTo>
                <a:cubicBezTo>
                  <a:pt x="118555" y="72317"/>
                  <a:pt x="120251" y="77773"/>
                  <a:pt x="123643" y="81561"/>
                </a:cubicBezTo>
                <a:cubicBezTo>
                  <a:pt x="127035" y="85348"/>
                  <a:pt x="131218" y="87242"/>
                  <a:pt x="136193" y="87242"/>
                </a:cubicBezTo>
                <a:cubicBezTo>
                  <a:pt x="141168" y="87242"/>
                  <a:pt x="145340" y="85348"/>
                  <a:pt x="148709" y="81561"/>
                </a:cubicBezTo>
                <a:cubicBezTo>
                  <a:pt x="152079" y="77773"/>
                  <a:pt x="153763" y="72272"/>
                  <a:pt x="153763" y="65059"/>
                </a:cubicBezTo>
                <a:cubicBezTo>
                  <a:pt x="153763" y="58026"/>
                  <a:pt x="152079" y="52616"/>
                  <a:pt x="148709" y="48828"/>
                </a:cubicBezTo>
                <a:cubicBezTo>
                  <a:pt x="145340" y="45040"/>
                  <a:pt x="141168" y="43146"/>
                  <a:pt x="136193" y="43146"/>
                </a:cubicBezTo>
                <a:cubicBezTo>
                  <a:pt x="131218" y="43146"/>
                  <a:pt x="127035" y="45040"/>
                  <a:pt x="123643" y="48828"/>
                </a:cubicBezTo>
                <a:cubicBezTo>
                  <a:pt x="120251" y="52616"/>
                  <a:pt x="118555" y="58071"/>
                  <a:pt x="118555" y="65194"/>
                </a:cubicBezTo>
                <a:close/>
                <a:moveTo>
                  <a:pt x="186752" y="29171"/>
                </a:moveTo>
                <a:lnTo>
                  <a:pt x="204323" y="29171"/>
                </a:lnTo>
                <a:lnTo>
                  <a:pt x="204323" y="39008"/>
                </a:lnTo>
                <a:cubicBezTo>
                  <a:pt x="210610" y="31365"/>
                  <a:pt x="218095" y="27543"/>
                  <a:pt x="226778" y="27543"/>
                </a:cubicBezTo>
                <a:cubicBezTo>
                  <a:pt x="231391" y="27543"/>
                  <a:pt x="235394" y="28497"/>
                  <a:pt x="238786" y="30405"/>
                </a:cubicBezTo>
                <a:cubicBezTo>
                  <a:pt x="242178" y="32313"/>
                  <a:pt x="244959" y="35198"/>
                  <a:pt x="247130" y="39061"/>
                </a:cubicBezTo>
                <a:cubicBezTo>
                  <a:pt x="250296" y="35198"/>
                  <a:pt x="253710" y="32313"/>
                  <a:pt x="257374" y="30405"/>
                </a:cubicBezTo>
                <a:cubicBezTo>
                  <a:pt x="261037" y="28497"/>
                  <a:pt x="264949" y="27543"/>
                  <a:pt x="269110" y="27543"/>
                </a:cubicBezTo>
                <a:cubicBezTo>
                  <a:pt x="274402" y="27543"/>
                  <a:pt x="278879" y="28617"/>
                  <a:pt x="282542" y="30765"/>
                </a:cubicBezTo>
                <a:cubicBezTo>
                  <a:pt x="286206" y="32914"/>
                  <a:pt x="288942" y="36068"/>
                  <a:pt x="290751" y="40229"/>
                </a:cubicBezTo>
                <a:cubicBezTo>
                  <a:pt x="292063" y="43304"/>
                  <a:pt x="292718" y="48279"/>
                  <a:pt x="292718" y="55154"/>
                </a:cubicBezTo>
                <a:lnTo>
                  <a:pt x="292718" y="101217"/>
                </a:lnTo>
                <a:lnTo>
                  <a:pt x="273655" y="101217"/>
                </a:lnTo>
                <a:lnTo>
                  <a:pt x="273655" y="60085"/>
                </a:lnTo>
                <a:cubicBezTo>
                  <a:pt x="273655" y="52948"/>
                  <a:pt x="273000" y="48340"/>
                  <a:pt x="271688" y="46263"/>
                </a:cubicBezTo>
                <a:cubicBezTo>
                  <a:pt x="269924" y="43552"/>
                  <a:pt x="267211" y="42196"/>
                  <a:pt x="263547" y="42196"/>
                </a:cubicBezTo>
                <a:cubicBezTo>
                  <a:pt x="260879" y="42196"/>
                  <a:pt x="258369" y="43010"/>
                  <a:pt x="256017" y="44637"/>
                </a:cubicBezTo>
                <a:cubicBezTo>
                  <a:pt x="253665" y="46262"/>
                  <a:pt x="251969" y="48645"/>
                  <a:pt x="250929" y="51785"/>
                </a:cubicBezTo>
                <a:cubicBezTo>
                  <a:pt x="249889" y="54924"/>
                  <a:pt x="249369" y="59882"/>
                  <a:pt x="249369" y="66659"/>
                </a:cubicBezTo>
                <a:lnTo>
                  <a:pt x="249369" y="101217"/>
                </a:lnTo>
                <a:lnTo>
                  <a:pt x="230306" y="101217"/>
                </a:lnTo>
                <a:lnTo>
                  <a:pt x="230306" y="61779"/>
                </a:lnTo>
                <a:cubicBezTo>
                  <a:pt x="230306" y="54777"/>
                  <a:pt x="229967" y="50260"/>
                  <a:pt x="229288" y="48228"/>
                </a:cubicBezTo>
                <a:cubicBezTo>
                  <a:pt x="228610" y="46194"/>
                  <a:pt x="227558" y="44680"/>
                  <a:pt x="226134" y="43687"/>
                </a:cubicBezTo>
                <a:cubicBezTo>
                  <a:pt x="224709" y="42693"/>
                  <a:pt x="222775" y="42196"/>
                  <a:pt x="220333" y="42196"/>
                </a:cubicBezTo>
                <a:cubicBezTo>
                  <a:pt x="217393" y="42196"/>
                  <a:pt x="214748" y="42987"/>
                  <a:pt x="212396" y="44569"/>
                </a:cubicBezTo>
                <a:cubicBezTo>
                  <a:pt x="210044" y="46149"/>
                  <a:pt x="208359" y="48430"/>
                  <a:pt x="207342" y="51412"/>
                </a:cubicBezTo>
                <a:cubicBezTo>
                  <a:pt x="206324" y="54394"/>
                  <a:pt x="205815" y="59341"/>
                  <a:pt x="205815" y="66252"/>
                </a:cubicBezTo>
                <a:lnTo>
                  <a:pt x="205815" y="101217"/>
                </a:lnTo>
                <a:lnTo>
                  <a:pt x="186752" y="101217"/>
                </a:lnTo>
                <a:lnTo>
                  <a:pt x="186752" y="29171"/>
                </a:lnTo>
                <a:close/>
                <a:moveTo>
                  <a:pt x="310406" y="29171"/>
                </a:moveTo>
                <a:lnTo>
                  <a:pt x="327976" y="29171"/>
                </a:lnTo>
                <a:lnTo>
                  <a:pt x="327976" y="39008"/>
                </a:lnTo>
                <a:cubicBezTo>
                  <a:pt x="334263" y="31365"/>
                  <a:pt x="341748" y="27543"/>
                  <a:pt x="350431" y="27543"/>
                </a:cubicBezTo>
                <a:cubicBezTo>
                  <a:pt x="355045" y="27543"/>
                  <a:pt x="359047" y="28497"/>
                  <a:pt x="362439" y="30405"/>
                </a:cubicBezTo>
                <a:cubicBezTo>
                  <a:pt x="365831" y="32313"/>
                  <a:pt x="368613" y="35198"/>
                  <a:pt x="370783" y="39061"/>
                </a:cubicBezTo>
                <a:cubicBezTo>
                  <a:pt x="373949" y="35198"/>
                  <a:pt x="377364" y="32313"/>
                  <a:pt x="381027" y="30405"/>
                </a:cubicBezTo>
                <a:cubicBezTo>
                  <a:pt x="384691" y="28497"/>
                  <a:pt x="388603" y="27543"/>
                  <a:pt x="392764" y="27543"/>
                </a:cubicBezTo>
                <a:cubicBezTo>
                  <a:pt x="398055" y="27543"/>
                  <a:pt x="402533" y="28617"/>
                  <a:pt x="406196" y="30765"/>
                </a:cubicBezTo>
                <a:cubicBezTo>
                  <a:pt x="409859" y="32914"/>
                  <a:pt x="412595" y="36068"/>
                  <a:pt x="414405" y="40229"/>
                </a:cubicBezTo>
                <a:cubicBezTo>
                  <a:pt x="415716" y="43304"/>
                  <a:pt x="416372" y="48279"/>
                  <a:pt x="416372" y="55154"/>
                </a:cubicBezTo>
                <a:lnTo>
                  <a:pt x="416372" y="101217"/>
                </a:lnTo>
                <a:lnTo>
                  <a:pt x="397309" y="101217"/>
                </a:lnTo>
                <a:lnTo>
                  <a:pt x="397309" y="60085"/>
                </a:lnTo>
                <a:cubicBezTo>
                  <a:pt x="397309" y="52948"/>
                  <a:pt x="396653" y="48340"/>
                  <a:pt x="395342" y="46263"/>
                </a:cubicBezTo>
                <a:cubicBezTo>
                  <a:pt x="393578" y="43552"/>
                  <a:pt x="390864" y="42196"/>
                  <a:pt x="387201" y="42196"/>
                </a:cubicBezTo>
                <a:cubicBezTo>
                  <a:pt x="384532" y="42196"/>
                  <a:pt x="382022" y="43010"/>
                  <a:pt x="379671" y="44637"/>
                </a:cubicBezTo>
                <a:cubicBezTo>
                  <a:pt x="377319" y="46262"/>
                  <a:pt x="375623" y="48645"/>
                  <a:pt x="374583" y="51785"/>
                </a:cubicBezTo>
                <a:cubicBezTo>
                  <a:pt x="373542" y="54924"/>
                  <a:pt x="373022" y="59882"/>
                  <a:pt x="373022" y="66659"/>
                </a:cubicBezTo>
                <a:lnTo>
                  <a:pt x="373022" y="101217"/>
                </a:lnTo>
                <a:lnTo>
                  <a:pt x="353959" y="101217"/>
                </a:lnTo>
                <a:lnTo>
                  <a:pt x="353959" y="61779"/>
                </a:lnTo>
                <a:cubicBezTo>
                  <a:pt x="353959" y="54777"/>
                  <a:pt x="353620" y="50260"/>
                  <a:pt x="352942" y="48228"/>
                </a:cubicBezTo>
                <a:cubicBezTo>
                  <a:pt x="352263" y="46194"/>
                  <a:pt x="351212" y="44680"/>
                  <a:pt x="349787" y="43687"/>
                </a:cubicBezTo>
                <a:cubicBezTo>
                  <a:pt x="348362" y="42693"/>
                  <a:pt x="346429" y="42196"/>
                  <a:pt x="343987" y="42196"/>
                </a:cubicBezTo>
                <a:cubicBezTo>
                  <a:pt x="341047" y="42196"/>
                  <a:pt x="338401" y="42987"/>
                  <a:pt x="336049" y="44569"/>
                </a:cubicBezTo>
                <a:cubicBezTo>
                  <a:pt x="333698" y="46149"/>
                  <a:pt x="332013" y="48430"/>
                  <a:pt x="330995" y="51412"/>
                </a:cubicBezTo>
                <a:cubicBezTo>
                  <a:pt x="329978" y="54394"/>
                  <a:pt x="329469" y="59341"/>
                  <a:pt x="329469" y="66252"/>
                </a:cubicBezTo>
                <a:lnTo>
                  <a:pt x="329469" y="101217"/>
                </a:lnTo>
                <a:lnTo>
                  <a:pt x="310406" y="101217"/>
                </a:lnTo>
                <a:lnTo>
                  <a:pt x="310406" y="29171"/>
                </a:lnTo>
                <a:close/>
                <a:moveTo>
                  <a:pt x="435484" y="19402"/>
                </a:moveTo>
                <a:lnTo>
                  <a:pt x="435484" y="1764"/>
                </a:lnTo>
                <a:lnTo>
                  <a:pt x="454547" y="1764"/>
                </a:lnTo>
                <a:lnTo>
                  <a:pt x="454547" y="19402"/>
                </a:lnTo>
                <a:lnTo>
                  <a:pt x="435484" y="19402"/>
                </a:lnTo>
                <a:moveTo>
                  <a:pt x="435484" y="101217"/>
                </a:moveTo>
                <a:lnTo>
                  <a:pt x="435484" y="29171"/>
                </a:lnTo>
                <a:lnTo>
                  <a:pt x="454547" y="29171"/>
                </a:lnTo>
                <a:lnTo>
                  <a:pt x="454547" y="101217"/>
                </a:lnTo>
                <a:lnTo>
                  <a:pt x="435484" y="101217"/>
                </a:lnTo>
                <a:close/>
                <a:moveTo>
                  <a:pt x="507423" y="29171"/>
                </a:moveTo>
                <a:lnTo>
                  <a:pt x="507423" y="44367"/>
                </a:lnTo>
                <a:lnTo>
                  <a:pt x="494398" y="44367"/>
                </a:lnTo>
                <a:lnTo>
                  <a:pt x="494398" y="73356"/>
                </a:lnTo>
                <a:cubicBezTo>
                  <a:pt x="494398" y="79227"/>
                  <a:pt x="494523" y="82648"/>
                  <a:pt x="494771" y="83619"/>
                </a:cubicBezTo>
                <a:cubicBezTo>
                  <a:pt x="495020" y="84589"/>
                  <a:pt x="495585" y="85390"/>
                  <a:pt x="496467" y="86023"/>
                </a:cubicBezTo>
                <a:cubicBezTo>
                  <a:pt x="497349" y="86655"/>
                  <a:pt x="498423" y="86971"/>
                  <a:pt x="499690" y="86971"/>
                </a:cubicBezTo>
                <a:cubicBezTo>
                  <a:pt x="501454" y="86971"/>
                  <a:pt x="504009" y="86360"/>
                  <a:pt x="507356" y="85139"/>
                </a:cubicBezTo>
                <a:lnTo>
                  <a:pt x="508984" y="99983"/>
                </a:lnTo>
                <a:cubicBezTo>
                  <a:pt x="504552" y="101891"/>
                  <a:pt x="499531" y="102845"/>
                  <a:pt x="493923" y="102845"/>
                </a:cubicBezTo>
                <a:cubicBezTo>
                  <a:pt x="490486" y="102845"/>
                  <a:pt x="487388" y="102269"/>
                  <a:pt x="484629" y="101115"/>
                </a:cubicBezTo>
                <a:cubicBezTo>
                  <a:pt x="481870" y="99962"/>
                  <a:pt x="479847" y="98470"/>
                  <a:pt x="478558" y="96638"/>
                </a:cubicBezTo>
                <a:cubicBezTo>
                  <a:pt x="477269" y="94806"/>
                  <a:pt x="476375" y="92330"/>
                  <a:pt x="475878" y="89210"/>
                </a:cubicBezTo>
                <a:cubicBezTo>
                  <a:pt x="475471" y="86993"/>
                  <a:pt x="475267" y="82516"/>
                  <a:pt x="475267" y="75777"/>
                </a:cubicBezTo>
                <a:lnTo>
                  <a:pt x="475267" y="44367"/>
                </a:lnTo>
                <a:lnTo>
                  <a:pt x="466516" y="44367"/>
                </a:lnTo>
                <a:lnTo>
                  <a:pt x="466516" y="29171"/>
                </a:lnTo>
                <a:lnTo>
                  <a:pt x="475267" y="29171"/>
                </a:lnTo>
                <a:lnTo>
                  <a:pt x="475267" y="14789"/>
                </a:lnTo>
                <a:lnTo>
                  <a:pt x="494398" y="3528"/>
                </a:lnTo>
                <a:lnTo>
                  <a:pt x="494398" y="29171"/>
                </a:lnTo>
                <a:lnTo>
                  <a:pt x="507423" y="29171"/>
                </a:lnTo>
                <a:close/>
                <a:moveTo>
                  <a:pt x="514213" y="80730"/>
                </a:moveTo>
                <a:lnTo>
                  <a:pt x="533344" y="77745"/>
                </a:lnTo>
                <a:cubicBezTo>
                  <a:pt x="534158" y="81431"/>
                  <a:pt x="535809" y="84229"/>
                  <a:pt x="538297" y="86140"/>
                </a:cubicBezTo>
                <a:cubicBezTo>
                  <a:pt x="540784" y="88051"/>
                  <a:pt x="544266" y="89006"/>
                  <a:pt x="548744" y="89006"/>
                </a:cubicBezTo>
                <a:cubicBezTo>
                  <a:pt x="553674" y="89006"/>
                  <a:pt x="557382" y="88103"/>
                  <a:pt x="559870" y="86297"/>
                </a:cubicBezTo>
                <a:cubicBezTo>
                  <a:pt x="561543" y="85032"/>
                  <a:pt x="562380" y="83338"/>
                  <a:pt x="562380" y="81215"/>
                </a:cubicBezTo>
                <a:cubicBezTo>
                  <a:pt x="562380" y="79769"/>
                  <a:pt x="561927" y="78572"/>
                  <a:pt x="561023" y="77624"/>
                </a:cubicBezTo>
                <a:cubicBezTo>
                  <a:pt x="560073" y="76721"/>
                  <a:pt x="557948" y="75885"/>
                  <a:pt x="554646" y="75118"/>
                </a:cubicBezTo>
                <a:cubicBezTo>
                  <a:pt x="539269" y="71732"/>
                  <a:pt x="529523" y="68638"/>
                  <a:pt x="525407" y="65837"/>
                </a:cubicBezTo>
                <a:cubicBezTo>
                  <a:pt x="519708" y="61950"/>
                  <a:pt x="516859" y="56550"/>
                  <a:pt x="516859" y="49638"/>
                </a:cubicBezTo>
                <a:cubicBezTo>
                  <a:pt x="516859" y="43402"/>
                  <a:pt x="519324" y="38161"/>
                  <a:pt x="524254" y="33914"/>
                </a:cubicBezTo>
                <a:cubicBezTo>
                  <a:pt x="529183" y="29667"/>
                  <a:pt x="536827" y="27543"/>
                  <a:pt x="547184" y="27543"/>
                </a:cubicBezTo>
                <a:cubicBezTo>
                  <a:pt x="557043" y="27543"/>
                  <a:pt x="564370" y="29143"/>
                  <a:pt x="569164" y="32343"/>
                </a:cubicBezTo>
                <a:cubicBezTo>
                  <a:pt x="573958" y="35542"/>
                  <a:pt x="577259" y="40274"/>
                  <a:pt x="579068" y="46538"/>
                </a:cubicBezTo>
                <a:lnTo>
                  <a:pt x="561091" y="49930"/>
                </a:lnTo>
                <a:cubicBezTo>
                  <a:pt x="560322" y="47126"/>
                  <a:pt x="558863" y="44978"/>
                  <a:pt x="556715" y="43485"/>
                </a:cubicBezTo>
                <a:cubicBezTo>
                  <a:pt x="554567" y="41993"/>
                  <a:pt x="551503" y="41247"/>
                  <a:pt x="547523" y="41247"/>
                </a:cubicBezTo>
                <a:cubicBezTo>
                  <a:pt x="542503" y="41247"/>
                  <a:pt x="538907" y="41947"/>
                  <a:pt x="536736" y="43348"/>
                </a:cubicBezTo>
                <a:cubicBezTo>
                  <a:pt x="535289" y="44340"/>
                  <a:pt x="534565" y="45627"/>
                  <a:pt x="534565" y="47208"/>
                </a:cubicBezTo>
                <a:cubicBezTo>
                  <a:pt x="534565" y="48562"/>
                  <a:pt x="535199" y="49713"/>
                  <a:pt x="536465" y="50662"/>
                </a:cubicBezTo>
                <a:cubicBezTo>
                  <a:pt x="538184" y="51927"/>
                  <a:pt x="544119" y="53711"/>
                  <a:pt x="554273" y="56015"/>
                </a:cubicBezTo>
                <a:cubicBezTo>
                  <a:pt x="564426" y="58318"/>
                  <a:pt x="571516" y="61144"/>
                  <a:pt x="575541" y="64492"/>
                </a:cubicBezTo>
                <a:cubicBezTo>
                  <a:pt x="579521" y="67887"/>
                  <a:pt x="581511" y="72616"/>
                  <a:pt x="581511" y="78680"/>
                </a:cubicBezTo>
                <a:cubicBezTo>
                  <a:pt x="581511" y="85287"/>
                  <a:pt x="578752" y="90966"/>
                  <a:pt x="573234" y="95718"/>
                </a:cubicBezTo>
                <a:cubicBezTo>
                  <a:pt x="567716" y="100470"/>
                  <a:pt x="559553" y="102845"/>
                  <a:pt x="548744" y="102845"/>
                </a:cubicBezTo>
                <a:cubicBezTo>
                  <a:pt x="538930" y="102845"/>
                  <a:pt x="531162" y="100862"/>
                  <a:pt x="525441" y="96895"/>
                </a:cubicBezTo>
                <a:cubicBezTo>
                  <a:pt x="519720" y="92926"/>
                  <a:pt x="515977" y="87538"/>
                  <a:pt x="514213" y="80730"/>
                </a:cubicBezTo>
                <a:close/>
                <a:moveTo>
                  <a:pt x="635771" y="101217"/>
                </a:moveTo>
                <a:lnTo>
                  <a:pt x="635771" y="1764"/>
                </a:lnTo>
                <a:lnTo>
                  <a:pt x="655852" y="1764"/>
                </a:lnTo>
                <a:lnTo>
                  <a:pt x="655852" y="101217"/>
                </a:lnTo>
                <a:lnTo>
                  <a:pt x="635771" y="101217"/>
                </a:lnTo>
                <a:close/>
                <a:moveTo>
                  <a:pt x="741224" y="101217"/>
                </a:moveTo>
                <a:lnTo>
                  <a:pt x="723518" y="101217"/>
                </a:lnTo>
                <a:lnTo>
                  <a:pt x="723518" y="90634"/>
                </a:lnTo>
                <a:cubicBezTo>
                  <a:pt x="720578" y="94750"/>
                  <a:pt x="717107" y="97814"/>
                  <a:pt x="713104" y="99826"/>
                </a:cubicBezTo>
                <a:cubicBezTo>
                  <a:pt x="709102" y="101839"/>
                  <a:pt x="705065" y="102845"/>
                  <a:pt x="700995" y="102845"/>
                </a:cubicBezTo>
                <a:cubicBezTo>
                  <a:pt x="692719" y="102845"/>
                  <a:pt x="685629" y="99510"/>
                  <a:pt x="679727" y="92839"/>
                </a:cubicBezTo>
                <a:cubicBezTo>
                  <a:pt x="673825" y="86168"/>
                  <a:pt x="670874" y="76863"/>
                  <a:pt x="670874" y="64923"/>
                </a:cubicBezTo>
                <a:cubicBezTo>
                  <a:pt x="670874" y="52712"/>
                  <a:pt x="673746" y="43429"/>
                  <a:pt x="679490" y="37075"/>
                </a:cubicBezTo>
                <a:cubicBezTo>
                  <a:pt x="685233" y="30720"/>
                  <a:pt x="692492" y="27543"/>
                  <a:pt x="701266" y="27543"/>
                </a:cubicBezTo>
                <a:cubicBezTo>
                  <a:pt x="709317" y="27543"/>
                  <a:pt x="716282" y="30890"/>
                  <a:pt x="722161" y="37583"/>
                </a:cubicBezTo>
                <a:lnTo>
                  <a:pt x="722161" y="1764"/>
                </a:lnTo>
                <a:lnTo>
                  <a:pt x="741224" y="1764"/>
                </a:lnTo>
                <a:lnTo>
                  <a:pt x="741224" y="101217"/>
                </a:lnTo>
                <a:moveTo>
                  <a:pt x="690344" y="63670"/>
                </a:moveTo>
                <a:cubicBezTo>
                  <a:pt x="690344" y="71347"/>
                  <a:pt x="691407" y="76902"/>
                  <a:pt x="693533" y="80333"/>
                </a:cubicBezTo>
                <a:cubicBezTo>
                  <a:pt x="696608" y="85301"/>
                  <a:pt x="700905" y="87785"/>
                  <a:pt x="706422" y="87785"/>
                </a:cubicBezTo>
                <a:cubicBezTo>
                  <a:pt x="710809" y="87785"/>
                  <a:pt x="714540" y="85922"/>
                  <a:pt x="717616" y="82197"/>
                </a:cubicBezTo>
                <a:cubicBezTo>
                  <a:pt x="720691" y="78471"/>
                  <a:pt x="722229" y="72905"/>
                  <a:pt x="722229" y="65499"/>
                </a:cubicBezTo>
                <a:cubicBezTo>
                  <a:pt x="722229" y="57234"/>
                  <a:pt x="720736" y="51284"/>
                  <a:pt x="717751" y="47649"/>
                </a:cubicBezTo>
                <a:cubicBezTo>
                  <a:pt x="714766" y="44014"/>
                  <a:pt x="710945" y="42196"/>
                  <a:pt x="706286" y="42196"/>
                </a:cubicBezTo>
                <a:cubicBezTo>
                  <a:pt x="701764" y="42196"/>
                  <a:pt x="697976" y="43991"/>
                  <a:pt x="694923" y="47581"/>
                </a:cubicBezTo>
                <a:cubicBezTo>
                  <a:pt x="691871" y="51171"/>
                  <a:pt x="690344" y="56534"/>
                  <a:pt x="690344" y="63670"/>
                </a:cubicBezTo>
                <a:close/>
                <a:moveTo>
                  <a:pt x="801620" y="78287"/>
                </a:moveTo>
                <a:lnTo>
                  <a:pt x="820616" y="81544"/>
                </a:lnTo>
                <a:cubicBezTo>
                  <a:pt x="818173" y="88486"/>
                  <a:pt x="814318" y="93772"/>
                  <a:pt x="809049" y="97401"/>
                </a:cubicBezTo>
                <a:cubicBezTo>
                  <a:pt x="803780" y="101031"/>
                  <a:pt x="797188" y="102845"/>
                  <a:pt x="789274" y="102845"/>
                </a:cubicBezTo>
                <a:cubicBezTo>
                  <a:pt x="776746" y="102845"/>
                  <a:pt x="767474" y="98752"/>
                  <a:pt x="761459" y="90566"/>
                </a:cubicBezTo>
                <a:cubicBezTo>
                  <a:pt x="756710" y="84008"/>
                  <a:pt x="754336" y="75732"/>
                  <a:pt x="754336" y="65737"/>
                </a:cubicBezTo>
                <a:cubicBezTo>
                  <a:pt x="754336" y="53797"/>
                  <a:pt x="757457" y="44446"/>
                  <a:pt x="763698" y="37685"/>
                </a:cubicBezTo>
                <a:cubicBezTo>
                  <a:pt x="769939" y="30924"/>
                  <a:pt x="777831" y="27543"/>
                  <a:pt x="787374" y="27543"/>
                </a:cubicBezTo>
                <a:cubicBezTo>
                  <a:pt x="798093" y="27543"/>
                  <a:pt x="806550" y="31082"/>
                  <a:pt x="812746" y="38160"/>
                </a:cubicBezTo>
                <a:cubicBezTo>
                  <a:pt x="818942" y="45238"/>
                  <a:pt x="821905" y="56081"/>
                  <a:pt x="821633" y="70689"/>
                </a:cubicBezTo>
                <a:lnTo>
                  <a:pt x="773874" y="70689"/>
                </a:lnTo>
                <a:cubicBezTo>
                  <a:pt x="774010" y="76343"/>
                  <a:pt x="775547" y="80741"/>
                  <a:pt x="778487" y="83884"/>
                </a:cubicBezTo>
                <a:cubicBezTo>
                  <a:pt x="781427" y="87027"/>
                  <a:pt x="785090" y="88599"/>
                  <a:pt x="789477" y="88599"/>
                </a:cubicBezTo>
                <a:cubicBezTo>
                  <a:pt x="792462" y="88599"/>
                  <a:pt x="794972" y="87785"/>
                  <a:pt x="797007" y="86157"/>
                </a:cubicBezTo>
                <a:cubicBezTo>
                  <a:pt x="799042" y="84529"/>
                  <a:pt x="800580" y="81905"/>
                  <a:pt x="801620" y="78287"/>
                </a:cubicBezTo>
                <a:moveTo>
                  <a:pt x="802706" y="59021"/>
                </a:moveTo>
                <a:cubicBezTo>
                  <a:pt x="802570" y="53526"/>
                  <a:pt x="801146" y="49348"/>
                  <a:pt x="798432" y="46487"/>
                </a:cubicBezTo>
                <a:cubicBezTo>
                  <a:pt x="795718" y="43627"/>
                  <a:pt x="792417" y="42196"/>
                  <a:pt x="788527" y="42196"/>
                </a:cubicBezTo>
                <a:cubicBezTo>
                  <a:pt x="784366" y="42196"/>
                  <a:pt x="780929" y="43705"/>
                  <a:pt x="778216" y="46723"/>
                </a:cubicBezTo>
                <a:cubicBezTo>
                  <a:pt x="775502" y="49742"/>
                  <a:pt x="774168" y="53841"/>
                  <a:pt x="774213" y="59021"/>
                </a:cubicBezTo>
                <a:lnTo>
                  <a:pt x="802706" y="59021"/>
                </a:lnTo>
                <a:close/>
                <a:moveTo>
                  <a:pt x="902542" y="101217"/>
                </a:moveTo>
                <a:lnTo>
                  <a:pt x="883479" y="101217"/>
                </a:lnTo>
                <a:lnTo>
                  <a:pt x="883479" y="64490"/>
                </a:lnTo>
                <a:cubicBezTo>
                  <a:pt x="883479" y="56720"/>
                  <a:pt x="883072" y="51694"/>
                  <a:pt x="882257" y="49413"/>
                </a:cubicBezTo>
                <a:cubicBezTo>
                  <a:pt x="881443" y="47132"/>
                  <a:pt x="880120" y="45359"/>
                  <a:pt x="878289" y="44094"/>
                </a:cubicBezTo>
                <a:cubicBezTo>
                  <a:pt x="876457" y="42829"/>
                  <a:pt x="874252" y="42196"/>
                  <a:pt x="871674" y="42196"/>
                </a:cubicBezTo>
                <a:cubicBezTo>
                  <a:pt x="868373" y="42196"/>
                  <a:pt x="865411" y="43100"/>
                  <a:pt x="862787" y="44908"/>
                </a:cubicBezTo>
                <a:cubicBezTo>
                  <a:pt x="860164" y="46714"/>
                  <a:pt x="858366" y="49108"/>
                  <a:pt x="857394" y="52090"/>
                </a:cubicBezTo>
                <a:cubicBezTo>
                  <a:pt x="856422" y="55071"/>
                  <a:pt x="855936" y="60582"/>
                  <a:pt x="855936" y="68624"/>
                </a:cubicBezTo>
                <a:lnTo>
                  <a:pt x="855936" y="101217"/>
                </a:lnTo>
                <a:lnTo>
                  <a:pt x="836873" y="101217"/>
                </a:lnTo>
                <a:lnTo>
                  <a:pt x="836873" y="29171"/>
                </a:lnTo>
                <a:lnTo>
                  <a:pt x="854579" y="29171"/>
                </a:lnTo>
                <a:lnTo>
                  <a:pt x="854579" y="39754"/>
                </a:lnTo>
                <a:cubicBezTo>
                  <a:pt x="860865" y="31613"/>
                  <a:pt x="868780" y="27543"/>
                  <a:pt x="878323" y="27543"/>
                </a:cubicBezTo>
                <a:cubicBezTo>
                  <a:pt x="882529" y="27543"/>
                  <a:pt x="886373" y="28301"/>
                  <a:pt x="889856" y="29816"/>
                </a:cubicBezTo>
                <a:cubicBezTo>
                  <a:pt x="893338" y="31331"/>
                  <a:pt x="895972" y="33264"/>
                  <a:pt x="897759" y="35616"/>
                </a:cubicBezTo>
                <a:cubicBezTo>
                  <a:pt x="899545" y="37968"/>
                  <a:pt x="900789" y="40636"/>
                  <a:pt x="901490" y="43621"/>
                </a:cubicBezTo>
                <a:cubicBezTo>
                  <a:pt x="902191" y="46606"/>
                  <a:pt x="902542" y="50880"/>
                  <a:pt x="902542" y="56443"/>
                </a:cubicBezTo>
                <a:lnTo>
                  <a:pt x="902542" y="101217"/>
                </a:lnTo>
                <a:close/>
                <a:moveTo>
                  <a:pt x="954798" y="29171"/>
                </a:moveTo>
                <a:lnTo>
                  <a:pt x="954798" y="44367"/>
                </a:lnTo>
                <a:lnTo>
                  <a:pt x="941772" y="44367"/>
                </a:lnTo>
                <a:lnTo>
                  <a:pt x="941772" y="73356"/>
                </a:lnTo>
                <a:cubicBezTo>
                  <a:pt x="941772" y="79227"/>
                  <a:pt x="941897" y="82648"/>
                  <a:pt x="942146" y="83619"/>
                </a:cubicBezTo>
                <a:cubicBezTo>
                  <a:pt x="942394" y="84589"/>
                  <a:pt x="942960" y="85390"/>
                  <a:pt x="943842" y="86023"/>
                </a:cubicBezTo>
                <a:cubicBezTo>
                  <a:pt x="944723" y="86655"/>
                  <a:pt x="945798" y="86971"/>
                  <a:pt x="947064" y="86971"/>
                </a:cubicBezTo>
                <a:cubicBezTo>
                  <a:pt x="948828" y="86971"/>
                  <a:pt x="951383" y="86360"/>
                  <a:pt x="954730" y="85139"/>
                </a:cubicBezTo>
                <a:lnTo>
                  <a:pt x="956358" y="99983"/>
                </a:lnTo>
                <a:cubicBezTo>
                  <a:pt x="951926" y="101891"/>
                  <a:pt x="946906" y="102845"/>
                  <a:pt x="941298" y="102845"/>
                </a:cubicBezTo>
                <a:cubicBezTo>
                  <a:pt x="937860" y="102845"/>
                  <a:pt x="934762" y="102269"/>
                  <a:pt x="932003" y="101115"/>
                </a:cubicBezTo>
                <a:cubicBezTo>
                  <a:pt x="929245" y="99962"/>
                  <a:pt x="927221" y="98470"/>
                  <a:pt x="925932" y="96638"/>
                </a:cubicBezTo>
                <a:cubicBezTo>
                  <a:pt x="924643" y="94806"/>
                  <a:pt x="923750" y="92330"/>
                  <a:pt x="923252" y="89210"/>
                </a:cubicBezTo>
                <a:cubicBezTo>
                  <a:pt x="922845" y="86993"/>
                  <a:pt x="922642" y="82516"/>
                  <a:pt x="922642" y="75777"/>
                </a:cubicBezTo>
                <a:lnTo>
                  <a:pt x="922642" y="44367"/>
                </a:lnTo>
                <a:lnTo>
                  <a:pt x="913890" y="44367"/>
                </a:lnTo>
                <a:lnTo>
                  <a:pt x="913890" y="29171"/>
                </a:lnTo>
                <a:lnTo>
                  <a:pt x="922642" y="29171"/>
                </a:lnTo>
                <a:lnTo>
                  <a:pt x="922642" y="14789"/>
                </a:lnTo>
                <a:lnTo>
                  <a:pt x="941772" y="3528"/>
                </a:lnTo>
                <a:lnTo>
                  <a:pt x="941772" y="29171"/>
                </a:lnTo>
                <a:lnTo>
                  <a:pt x="954798" y="29171"/>
                </a:lnTo>
                <a:close/>
                <a:moveTo>
                  <a:pt x="968303" y="19402"/>
                </a:moveTo>
                <a:lnTo>
                  <a:pt x="968303" y="1764"/>
                </a:lnTo>
                <a:lnTo>
                  <a:pt x="987366" y="1764"/>
                </a:lnTo>
                <a:lnTo>
                  <a:pt x="987366" y="19402"/>
                </a:lnTo>
                <a:lnTo>
                  <a:pt x="968303" y="19402"/>
                </a:lnTo>
                <a:moveTo>
                  <a:pt x="968303" y="101217"/>
                </a:moveTo>
                <a:lnTo>
                  <a:pt x="968303" y="29171"/>
                </a:lnTo>
                <a:lnTo>
                  <a:pt x="987366" y="29171"/>
                </a:lnTo>
                <a:lnTo>
                  <a:pt x="987366" y="101217"/>
                </a:lnTo>
                <a:lnTo>
                  <a:pt x="968303" y="101217"/>
                </a:lnTo>
                <a:close/>
                <a:moveTo>
                  <a:pt x="998861" y="29171"/>
                </a:moveTo>
                <a:lnTo>
                  <a:pt x="1009444" y="29171"/>
                </a:lnTo>
                <a:lnTo>
                  <a:pt x="1009444" y="23731"/>
                </a:lnTo>
                <a:cubicBezTo>
                  <a:pt x="1009444" y="17657"/>
                  <a:pt x="1010089" y="13123"/>
                  <a:pt x="1011378" y="10131"/>
                </a:cubicBezTo>
                <a:cubicBezTo>
                  <a:pt x="1012667" y="7139"/>
                  <a:pt x="1015041" y="4703"/>
                  <a:pt x="1018501" y="2822"/>
                </a:cubicBezTo>
                <a:cubicBezTo>
                  <a:pt x="1021961" y="941"/>
                  <a:pt x="1026336" y="0"/>
                  <a:pt x="1031628" y="0"/>
                </a:cubicBezTo>
                <a:cubicBezTo>
                  <a:pt x="1037055" y="0"/>
                  <a:pt x="1042369" y="814"/>
                  <a:pt x="1047570" y="2442"/>
                </a:cubicBezTo>
                <a:lnTo>
                  <a:pt x="1044992" y="15739"/>
                </a:lnTo>
                <a:cubicBezTo>
                  <a:pt x="1041962" y="15015"/>
                  <a:pt x="1039045" y="14653"/>
                  <a:pt x="1036241" y="14653"/>
                </a:cubicBezTo>
                <a:cubicBezTo>
                  <a:pt x="1033482" y="14653"/>
                  <a:pt x="1031503" y="15301"/>
                  <a:pt x="1030305" y="16597"/>
                </a:cubicBezTo>
                <a:cubicBezTo>
                  <a:pt x="1029106" y="17892"/>
                  <a:pt x="1028507" y="20380"/>
                  <a:pt x="1028507" y="24060"/>
                </a:cubicBezTo>
                <a:lnTo>
                  <a:pt x="1028507" y="29171"/>
                </a:lnTo>
                <a:lnTo>
                  <a:pt x="1042754" y="29171"/>
                </a:lnTo>
                <a:lnTo>
                  <a:pt x="1042754" y="44232"/>
                </a:lnTo>
                <a:lnTo>
                  <a:pt x="1028507" y="44232"/>
                </a:lnTo>
                <a:lnTo>
                  <a:pt x="1028507" y="101217"/>
                </a:lnTo>
                <a:lnTo>
                  <a:pt x="1009444" y="101217"/>
                </a:lnTo>
                <a:lnTo>
                  <a:pt x="1009444" y="44232"/>
                </a:lnTo>
                <a:lnTo>
                  <a:pt x="998861" y="44232"/>
                </a:lnTo>
                <a:lnTo>
                  <a:pt x="998861" y="29171"/>
                </a:lnTo>
                <a:close/>
                <a:moveTo>
                  <a:pt x="1053749" y="19402"/>
                </a:moveTo>
                <a:lnTo>
                  <a:pt x="1053749" y="1764"/>
                </a:lnTo>
                <a:lnTo>
                  <a:pt x="1072812" y="1764"/>
                </a:lnTo>
                <a:lnTo>
                  <a:pt x="1072812" y="19402"/>
                </a:lnTo>
                <a:lnTo>
                  <a:pt x="1053749" y="19402"/>
                </a:lnTo>
                <a:moveTo>
                  <a:pt x="1053749" y="101217"/>
                </a:moveTo>
                <a:lnTo>
                  <a:pt x="1053749" y="29171"/>
                </a:lnTo>
                <a:lnTo>
                  <a:pt x="1072812" y="29171"/>
                </a:lnTo>
                <a:lnTo>
                  <a:pt x="1072812" y="101217"/>
                </a:lnTo>
                <a:lnTo>
                  <a:pt x="1053749" y="101217"/>
                </a:lnTo>
                <a:close/>
                <a:moveTo>
                  <a:pt x="1155472" y="50473"/>
                </a:moveTo>
                <a:lnTo>
                  <a:pt x="1136680" y="53865"/>
                </a:lnTo>
                <a:cubicBezTo>
                  <a:pt x="1136047" y="50134"/>
                  <a:pt x="1134611" y="47324"/>
                  <a:pt x="1132372" y="45436"/>
                </a:cubicBezTo>
                <a:cubicBezTo>
                  <a:pt x="1130133" y="43548"/>
                  <a:pt x="1127228" y="42603"/>
                  <a:pt x="1123655" y="42603"/>
                </a:cubicBezTo>
                <a:cubicBezTo>
                  <a:pt x="1118906" y="42603"/>
                  <a:pt x="1115118" y="44238"/>
                  <a:pt x="1112292" y="47507"/>
                </a:cubicBezTo>
                <a:cubicBezTo>
                  <a:pt x="1109465" y="50776"/>
                  <a:pt x="1108052" y="56243"/>
                  <a:pt x="1108052" y="63907"/>
                </a:cubicBezTo>
                <a:cubicBezTo>
                  <a:pt x="1108052" y="72430"/>
                  <a:pt x="1109487" y="78450"/>
                  <a:pt x="1112359" y="81968"/>
                </a:cubicBezTo>
                <a:cubicBezTo>
                  <a:pt x="1115231" y="85484"/>
                  <a:pt x="1119087" y="87242"/>
                  <a:pt x="1123926" y="87242"/>
                </a:cubicBezTo>
                <a:cubicBezTo>
                  <a:pt x="1127544" y="87242"/>
                  <a:pt x="1130507" y="86213"/>
                  <a:pt x="1132813" y="84155"/>
                </a:cubicBezTo>
                <a:cubicBezTo>
                  <a:pt x="1135120" y="82098"/>
                  <a:pt x="1136748" y="78559"/>
                  <a:pt x="1137698" y="73539"/>
                </a:cubicBezTo>
                <a:lnTo>
                  <a:pt x="1156421" y="76795"/>
                </a:lnTo>
                <a:cubicBezTo>
                  <a:pt x="1154477" y="85388"/>
                  <a:pt x="1150745" y="91878"/>
                  <a:pt x="1145228" y="96265"/>
                </a:cubicBezTo>
                <a:cubicBezTo>
                  <a:pt x="1139710" y="100652"/>
                  <a:pt x="1132316" y="102845"/>
                  <a:pt x="1123044" y="102845"/>
                </a:cubicBezTo>
                <a:cubicBezTo>
                  <a:pt x="1112506" y="102845"/>
                  <a:pt x="1104105" y="99521"/>
                  <a:pt x="1097842" y="92873"/>
                </a:cubicBezTo>
                <a:cubicBezTo>
                  <a:pt x="1091578" y="86225"/>
                  <a:pt x="1088446" y="77021"/>
                  <a:pt x="1088446" y="65262"/>
                </a:cubicBezTo>
                <a:cubicBezTo>
                  <a:pt x="1088446" y="53367"/>
                  <a:pt x="1091589" y="44107"/>
                  <a:pt x="1097876" y="37482"/>
                </a:cubicBezTo>
                <a:cubicBezTo>
                  <a:pt x="1104162" y="30856"/>
                  <a:pt x="1112665" y="27543"/>
                  <a:pt x="1123383" y="27543"/>
                </a:cubicBezTo>
                <a:cubicBezTo>
                  <a:pt x="1132157" y="27543"/>
                  <a:pt x="1139134" y="29431"/>
                  <a:pt x="1144312" y="33208"/>
                </a:cubicBezTo>
                <a:cubicBezTo>
                  <a:pt x="1149490" y="36984"/>
                  <a:pt x="1153210" y="42739"/>
                  <a:pt x="1155472" y="50473"/>
                </a:cubicBezTo>
                <a:close/>
                <a:moveTo>
                  <a:pt x="1184007" y="51423"/>
                </a:moveTo>
                <a:lnTo>
                  <a:pt x="1166708" y="48302"/>
                </a:lnTo>
                <a:cubicBezTo>
                  <a:pt x="1168653" y="41245"/>
                  <a:pt x="1171999" y="36022"/>
                  <a:pt x="1176748" y="32631"/>
                </a:cubicBezTo>
                <a:cubicBezTo>
                  <a:pt x="1181497" y="29239"/>
                  <a:pt x="1188552" y="27543"/>
                  <a:pt x="1197914" y="27543"/>
                </a:cubicBezTo>
                <a:cubicBezTo>
                  <a:pt x="1206417" y="27543"/>
                  <a:pt x="1212749" y="28549"/>
                  <a:pt x="1216909" y="30562"/>
                </a:cubicBezTo>
                <a:cubicBezTo>
                  <a:pt x="1221070" y="32574"/>
                  <a:pt x="1223999" y="35130"/>
                  <a:pt x="1225695" y="38228"/>
                </a:cubicBezTo>
                <a:cubicBezTo>
                  <a:pt x="1227391" y="41326"/>
                  <a:pt x="1228239" y="47013"/>
                  <a:pt x="1228239" y="55290"/>
                </a:cubicBezTo>
                <a:lnTo>
                  <a:pt x="1228035" y="77541"/>
                </a:lnTo>
                <a:cubicBezTo>
                  <a:pt x="1228035" y="83873"/>
                  <a:pt x="1228340" y="88542"/>
                  <a:pt x="1228951" y="91550"/>
                </a:cubicBezTo>
                <a:cubicBezTo>
                  <a:pt x="1229562" y="94558"/>
                  <a:pt x="1230704" y="97780"/>
                  <a:pt x="1232377" y="101217"/>
                </a:cubicBezTo>
                <a:lnTo>
                  <a:pt x="1213517" y="101217"/>
                </a:lnTo>
                <a:cubicBezTo>
                  <a:pt x="1213020" y="99951"/>
                  <a:pt x="1212409" y="98074"/>
                  <a:pt x="1211686" y="95586"/>
                </a:cubicBezTo>
                <a:cubicBezTo>
                  <a:pt x="1211369" y="94456"/>
                  <a:pt x="1211143" y="93710"/>
                  <a:pt x="1211007" y="93348"/>
                </a:cubicBezTo>
                <a:cubicBezTo>
                  <a:pt x="1207751" y="96514"/>
                  <a:pt x="1204269" y="98888"/>
                  <a:pt x="1200560" y="100471"/>
                </a:cubicBezTo>
                <a:cubicBezTo>
                  <a:pt x="1196851" y="102054"/>
                  <a:pt x="1192894" y="102845"/>
                  <a:pt x="1188688" y="102845"/>
                </a:cubicBezTo>
                <a:cubicBezTo>
                  <a:pt x="1181271" y="102845"/>
                  <a:pt x="1175425" y="100841"/>
                  <a:pt x="1171151" y="96833"/>
                </a:cubicBezTo>
                <a:cubicBezTo>
                  <a:pt x="1166877" y="92825"/>
                  <a:pt x="1164740" y="87758"/>
                  <a:pt x="1164740" y="81633"/>
                </a:cubicBezTo>
                <a:cubicBezTo>
                  <a:pt x="1164740" y="77579"/>
                  <a:pt x="1165713" y="73965"/>
                  <a:pt x="1167658" y="70791"/>
                </a:cubicBezTo>
                <a:cubicBezTo>
                  <a:pt x="1169602" y="67615"/>
                  <a:pt x="1172327" y="65183"/>
                  <a:pt x="1175832" y="63494"/>
                </a:cubicBezTo>
                <a:cubicBezTo>
                  <a:pt x="1179337" y="61805"/>
                  <a:pt x="1184391" y="60330"/>
                  <a:pt x="1190995" y="59070"/>
                </a:cubicBezTo>
                <a:cubicBezTo>
                  <a:pt x="1199904" y="57403"/>
                  <a:pt x="1206078" y="55849"/>
                  <a:pt x="1209515" y="54408"/>
                </a:cubicBezTo>
                <a:lnTo>
                  <a:pt x="1209515" y="52487"/>
                </a:lnTo>
                <a:cubicBezTo>
                  <a:pt x="1209515" y="48783"/>
                  <a:pt x="1208610" y="46142"/>
                  <a:pt x="1206801" y="44564"/>
                </a:cubicBezTo>
                <a:cubicBezTo>
                  <a:pt x="1204992" y="42986"/>
                  <a:pt x="1201578" y="42196"/>
                  <a:pt x="1196557" y="42196"/>
                </a:cubicBezTo>
                <a:cubicBezTo>
                  <a:pt x="1193165" y="42196"/>
                  <a:pt x="1190520" y="42879"/>
                  <a:pt x="1188620" y="44244"/>
                </a:cubicBezTo>
                <a:cubicBezTo>
                  <a:pt x="1186721" y="45608"/>
                  <a:pt x="1185183" y="48001"/>
                  <a:pt x="1184007" y="51423"/>
                </a:cubicBezTo>
                <a:moveTo>
                  <a:pt x="1209515" y="66890"/>
                </a:moveTo>
                <a:cubicBezTo>
                  <a:pt x="1207073" y="67694"/>
                  <a:pt x="1203206" y="68655"/>
                  <a:pt x="1197914" y="69773"/>
                </a:cubicBezTo>
                <a:cubicBezTo>
                  <a:pt x="1192623" y="70890"/>
                  <a:pt x="1189163" y="71985"/>
                  <a:pt x="1187535" y="73057"/>
                </a:cubicBezTo>
                <a:cubicBezTo>
                  <a:pt x="1185047" y="74800"/>
                  <a:pt x="1183804" y="77012"/>
                  <a:pt x="1183804" y="79693"/>
                </a:cubicBezTo>
                <a:cubicBezTo>
                  <a:pt x="1183804" y="82330"/>
                  <a:pt x="1184798" y="84610"/>
                  <a:pt x="1186788" y="86532"/>
                </a:cubicBezTo>
                <a:cubicBezTo>
                  <a:pt x="1188778" y="88453"/>
                  <a:pt x="1191311" y="89413"/>
                  <a:pt x="1194387" y="89413"/>
                </a:cubicBezTo>
                <a:cubicBezTo>
                  <a:pt x="1197824" y="89413"/>
                  <a:pt x="1201103" y="88296"/>
                  <a:pt x="1204223" y="86061"/>
                </a:cubicBezTo>
                <a:cubicBezTo>
                  <a:pt x="1206530" y="84364"/>
                  <a:pt x="1208045" y="82286"/>
                  <a:pt x="1208769" y="79826"/>
                </a:cubicBezTo>
                <a:cubicBezTo>
                  <a:pt x="1209266" y="78218"/>
                  <a:pt x="1209515" y="75157"/>
                  <a:pt x="1209515" y="70645"/>
                </a:cubicBezTo>
                <a:lnTo>
                  <a:pt x="1209515" y="66890"/>
                </a:lnTo>
                <a:close/>
                <a:moveTo>
                  <a:pt x="1279908" y="29171"/>
                </a:moveTo>
                <a:lnTo>
                  <a:pt x="1279908" y="44367"/>
                </a:lnTo>
                <a:lnTo>
                  <a:pt x="1266882" y="44367"/>
                </a:lnTo>
                <a:lnTo>
                  <a:pt x="1266882" y="73356"/>
                </a:lnTo>
                <a:cubicBezTo>
                  <a:pt x="1266882" y="79227"/>
                  <a:pt x="1267007" y="82648"/>
                  <a:pt x="1267256" y="83619"/>
                </a:cubicBezTo>
                <a:cubicBezTo>
                  <a:pt x="1267504" y="84589"/>
                  <a:pt x="1268070" y="85390"/>
                  <a:pt x="1268952" y="86023"/>
                </a:cubicBezTo>
                <a:cubicBezTo>
                  <a:pt x="1269834" y="86655"/>
                  <a:pt x="1270908" y="86971"/>
                  <a:pt x="1272174" y="86971"/>
                </a:cubicBezTo>
                <a:cubicBezTo>
                  <a:pt x="1273938" y="86971"/>
                  <a:pt x="1276493" y="86360"/>
                  <a:pt x="1279840" y="85139"/>
                </a:cubicBezTo>
                <a:lnTo>
                  <a:pt x="1281468" y="99983"/>
                </a:lnTo>
                <a:cubicBezTo>
                  <a:pt x="1277036" y="101891"/>
                  <a:pt x="1272016" y="102845"/>
                  <a:pt x="1266408" y="102845"/>
                </a:cubicBezTo>
                <a:cubicBezTo>
                  <a:pt x="1262970" y="102845"/>
                  <a:pt x="1259872" y="102269"/>
                  <a:pt x="1257114" y="101115"/>
                </a:cubicBezTo>
                <a:cubicBezTo>
                  <a:pt x="1254355" y="99962"/>
                  <a:pt x="1252331" y="98470"/>
                  <a:pt x="1251042" y="96638"/>
                </a:cubicBezTo>
                <a:cubicBezTo>
                  <a:pt x="1249753" y="94806"/>
                  <a:pt x="1248860" y="92330"/>
                  <a:pt x="1248362" y="89210"/>
                </a:cubicBezTo>
                <a:cubicBezTo>
                  <a:pt x="1247955" y="86993"/>
                  <a:pt x="1247752" y="82516"/>
                  <a:pt x="1247752" y="75777"/>
                </a:cubicBezTo>
                <a:lnTo>
                  <a:pt x="1247752" y="44367"/>
                </a:lnTo>
                <a:lnTo>
                  <a:pt x="1239000" y="44367"/>
                </a:lnTo>
                <a:lnTo>
                  <a:pt x="1239000" y="29171"/>
                </a:lnTo>
                <a:lnTo>
                  <a:pt x="1247752" y="29171"/>
                </a:lnTo>
                <a:lnTo>
                  <a:pt x="1247752" y="14789"/>
                </a:lnTo>
                <a:lnTo>
                  <a:pt x="1266882" y="3528"/>
                </a:lnTo>
                <a:lnTo>
                  <a:pt x="1266882" y="29171"/>
                </a:lnTo>
                <a:lnTo>
                  <a:pt x="1279908" y="29171"/>
                </a:lnTo>
                <a:close/>
                <a:moveTo>
                  <a:pt x="1293414" y="19402"/>
                </a:moveTo>
                <a:lnTo>
                  <a:pt x="1293414" y="1764"/>
                </a:lnTo>
                <a:lnTo>
                  <a:pt x="1312477" y="1764"/>
                </a:lnTo>
                <a:lnTo>
                  <a:pt x="1312477" y="19402"/>
                </a:lnTo>
                <a:lnTo>
                  <a:pt x="1293414" y="19402"/>
                </a:lnTo>
                <a:moveTo>
                  <a:pt x="1293414" y="101217"/>
                </a:moveTo>
                <a:lnTo>
                  <a:pt x="1293414" y="29171"/>
                </a:lnTo>
                <a:lnTo>
                  <a:pt x="1312477" y="29171"/>
                </a:lnTo>
                <a:lnTo>
                  <a:pt x="1312477" y="101217"/>
                </a:lnTo>
                <a:lnTo>
                  <a:pt x="1293414" y="101217"/>
                </a:lnTo>
                <a:close/>
                <a:moveTo>
                  <a:pt x="1327906" y="64177"/>
                </a:moveTo>
                <a:cubicBezTo>
                  <a:pt x="1327906" y="57845"/>
                  <a:pt x="1329467" y="51717"/>
                  <a:pt x="1332587" y="45792"/>
                </a:cubicBezTo>
                <a:cubicBezTo>
                  <a:pt x="1335708" y="39867"/>
                  <a:pt x="1340129" y="35345"/>
                  <a:pt x="1345850" y="32224"/>
                </a:cubicBezTo>
                <a:cubicBezTo>
                  <a:pt x="1351571" y="29103"/>
                  <a:pt x="1357959" y="27543"/>
                  <a:pt x="1365015" y="27543"/>
                </a:cubicBezTo>
                <a:cubicBezTo>
                  <a:pt x="1375914" y="27543"/>
                  <a:pt x="1384847" y="31082"/>
                  <a:pt x="1391811" y="38160"/>
                </a:cubicBezTo>
                <a:cubicBezTo>
                  <a:pt x="1398776" y="45238"/>
                  <a:pt x="1402259" y="54182"/>
                  <a:pt x="1402259" y="64991"/>
                </a:cubicBezTo>
                <a:cubicBezTo>
                  <a:pt x="1402259" y="75890"/>
                  <a:pt x="1398742" y="84924"/>
                  <a:pt x="1391710" y="92093"/>
                </a:cubicBezTo>
                <a:cubicBezTo>
                  <a:pt x="1384677" y="99261"/>
                  <a:pt x="1375824" y="102845"/>
                  <a:pt x="1365150" y="102845"/>
                </a:cubicBezTo>
                <a:cubicBezTo>
                  <a:pt x="1358547" y="102845"/>
                  <a:pt x="1352249" y="101353"/>
                  <a:pt x="1346257" y="98368"/>
                </a:cubicBezTo>
                <a:cubicBezTo>
                  <a:pt x="1340264" y="95383"/>
                  <a:pt x="1335708" y="91007"/>
                  <a:pt x="1332587" y="85241"/>
                </a:cubicBezTo>
                <a:cubicBezTo>
                  <a:pt x="1329467" y="79475"/>
                  <a:pt x="1327906" y="72453"/>
                  <a:pt x="1327906" y="64177"/>
                </a:cubicBezTo>
                <a:moveTo>
                  <a:pt x="1347444" y="65194"/>
                </a:moveTo>
                <a:cubicBezTo>
                  <a:pt x="1347444" y="72317"/>
                  <a:pt x="1349140" y="77773"/>
                  <a:pt x="1352532" y="81561"/>
                </a:cubicBezTo>
                <a:cubicBezTo>
                  <a:pt x="1355924" y="85348"/>
                  <a:pt x="1360108" y="87242"/>
                  <a:pt x="1365083" y="87242"/>
                </a:cubicBezTo>
                <a:cubicBezTo>
                  <a:pt x="1370057" y="87242"/>
                  <a:pt x="1374230" y="85348"/>
                  <a:pt x="1377599" y="81561"/>
                </a:cubicBezTo>
                <a:cubicBezTo>
                  <a:pt x="1380968" y="77773"/>
                  <a:pt x="1382653" y="72272"/>
                  <a:pt x="1382653" y="65059"/>
                </a:cubicBezTo>
                <a:cubicBezTo>
                  <a:pt x="1382653" y="58026"/>
                  <a:pt x="1380968" y="52616"/>
                  <a:pt x="1377599" y="48828"/>
                </a:cubicBezTo>
                <a:cubicBezTo>
                  <a:pt x="1374230" y="45040"/>
                  <a:pt x="1370057" y="43146"/>
                  <a:pt x="1365083" y="43146"/>
                </a:cubicBezTo>
                <a:cubicBezTo>
                  <a:pt x="1360108" y="43146"/>
                  <a:pt x="1355924" y="45040"/>
                  <a:pt x="1352532" y="48828"/>
                </a:cubicBezTo>
                <a:cubicBezTo>
                  <a:pt x="1349140" y="52616"/>
                  <a:pt x="1347444" y="58071"/>
                  <a:pt x="1347444" y="65194"/>
                </a:cubicBezTo>
                <a:close/>
                <a:moveTo>
                  <a:pt x="1482601" y="101217"/>
                </a:moveTo>
                <a:lnTo>
                  <a:pt x="1463538" y="101217"/>
                </a:lnTo>
                <a:lnTo>
                  <a:pt x="1463538" y="64490"/>
                </a:lnTo>
                <a:cubicBezTo>
                  <a:pt x="1463538" y="56720"/>
                  <a:pt x="1463131" y="51694"/>
                  <a:pt x="1462317" y="49413"/>
                </a:cubicBezTo>
                <a:cubicBezTo>
                  <a:pt x="1461503" y="47132"/>
                  <a:pt x="1460180" y="45359"/>
                  <a:pt x="1458348" y="44094"/>
                </a:cubicBezTo>
                <a:cubicBezTo>
                  <a:pt x="1456516" y="42829"/>
                  <a:pt x="1454312" y="42196"/>
                  <a:pt x="1451734" y="42196"/>
                </a:cubicBezTo>
                <a:cubicBezTo>
                  <a:pt x="1448432" y="42196"/>
                  <a:pt x="1445470" y="43100"/>
                  <a:pt x="1442847" y="44908"/>
                </a:cubicBezTo>
                <a:cubicBezTo>
                  <a:pt x="1440224" y="46714"/>
                  <a:pt x="1438426" y="49108"/>
                  <a:pt x="1437453" y="52090"/>
                </a:cubicBezTo>
                <a:cubicBezTo>
                  <a:pt x="1436481" y="55071"/>
                  <a:pt x="1435995" y="60582"/>
                  <a:pt x="1435995" y="68624"/>
                </a:cubicBezTo>
                <a:lnTo>
                  <a:pt x="1435995" y="101217"/>
                </a:lnTo>
                <a:lnTo>
                  <a:pt x="1416932" y="101217"/>
                </a:lnTo>
                <a:lnTo>
                  <a:pt x="1416932" y="29171"/>
                </a:lnTo>
                <a:lnTo>
                  <a:pt x="1434638" y="29171"/>
                </a:lnTo>
                <a:lnTo>
                  <a:pt x="1434638" y="39754"/>
                </a:lnTo>
                <a:cubicBezTo>
                  <a:pt x="1440925" y="31613"/>
                  <a:pt x="1448839" y="27543"/>
                  <a:pt x="1458382" y="27543"/>
                </a:cubicBezTo>
                <a:cubicBezTo>
                  <a:pt x="1462588" y="27543"/>
                  <a:pt x="1466432" y="28301"/>
                  <a:pt x="1469915" y="29816"/>
                </a:cubicBezTo>
                <a:cubicBezTo>
                  <a:pt x="1473397" y="31331"/>
                  <a:pt x="1476032" y="33264"/>
                  <a:pt x="1477818" y="35616"/>
                </a:cubicBezTo>
                <a:cubicBezTo>
                  <a:pt x="1479605" y="37968"/>
                  <a:pt x="1480848" y="40636"/>
                  <a:pt x="1481549" y="43621"/>
                </a:cubicBezTo>
                <a:cubicBezTo>
                  <a:pt x="1482250" y="46606"/>
                  <a:pt x="1482601" y="50880"/>
                  <a:pt x="1482601" y="56443"/>
                </a:cubicBezTo>
                <a:lnTo>
                  <a:pt x="1482601" y="1012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root">
            <a:extLst xmlns:a="http://schemas.openxmlformats.org/drawingml/2006/main">
              <a:ext uri="{FF2B5EF4-FFF2-40B4-BE49-F238E27FC236}">
                <a16:creationId xmlns:a16="http://schemas.microsoft.com/office/drawing/2014/main" id="{A081C749-A05B-4A0C-B2FD-8C85A0A4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596" y="1503341"/>
            <a:ext cx="194565" cy="69448"/>
          </a:xfrm>
          <a:custGeom xmlns:a="http://schemas.openxmlformats.org/drawingml/2006/main">
            <a:pathLst>
              <a:path w="194565" h="69448">
                <a:moveTo>
                  <a:pt x="32458" y="20279"/>
                </a:moveTo>
                <a:cubicBezTo>
                  <a:pt x="32458" y="21639"/>
                  <a:pt x="32421" y="22753"/>
                  <a:pt x="32345" y="23622"/>
                </a:cubicBezTo>
                <a:cubicBezTo>
                  <a:pt x="32270" y="24490"/>
                  <a:pt x="32156" y="25170"/>
                  <a:pt x="32005" y="25661"/>
                </a:cubicBezTo>
                <a:cubicBezTo>
                  <a:pt x="31854" y="26152"/>
                  <a:pt x="31656" y="26492"/>
                  <a:pt x="31410" y="26680"/>
                </a:cubicBezTo>
                <a:cubicBezTo>
                  <a:pt x="31165" y="26869"/>
                  <a:pt x="30853" y="26964"/>
                  <a:pt x="30476" y="26964"/>
                </a:cubicBezTo>
                <a:cubicBezTo>
                  <a:pt x="30174" y="26964"/>
                  <a:pt x="29834" y="26898"/>
                  <a:pt x="29456" y="26765"/>
                </a:cubicBezTo>
                <a:cubicBezTo>
                  <a:pt x="29078" y="26633"/>
                  <a:pt x="28654" y="26492"/>
                  <a:pt x="28182" y="26341"/>
                </a:cubicBezTo>
                <a:cubicBezTo>
                  <a:pt x="27710" y="26190"/>
                  <a:pt x="27190" y="26048"/>
                  <a:pt x="26624" y="25916"/>
                </a:cubicBezTo>
                <a:cubicBezTo>
                  <a:pt x="26057" y="25784"/>
                  <a:pt x="25434" y="25717"/>
                  <a:pt x="24754" y="25717"/>
                </a:cubicBezTo>
                <a:cubicBezTo>
                  <a:pt x="23961" y="25717"/>
                  <a:pt x="23168" y="25879"/>
                  <a:pt x="22375" y="26202"/>
                </a:cubicBezTo>
                <a:cubicBezTo>
                  <a:pt x="21582" y="26525"/>
                  <a:pt x="20761" y="27028"/>
                  <a:pt x="19911" y="27712"/>
                </a:cubicBezTo>
                <a:cubicBezTo>
                  <a:pt x="19062" y="28397"/>
                  <a:pt x="18174" y="29309"/>
                  <a:pt x="17249" y="30449"/>
                </a:cubicBezTo>
                <a:cubicBezTo>
                  <a:pt x="16324" y="31589"/>
                  <a:pt x="15332" y="32995"/>
                  <a:pt x="14275" y="34668"/>
                </a:cubicBezTo>
                <a:lnTo>
                  <a:pt x="14275" y="66163"/>
                </a:lnTo>
                <a:cubicBezTo>
                  <a:pt x="14275" y="66541"/>
                  <a:pt x="14162" y="66871"/>
                  <a:pt x="13935" y="67154"/>
                </a:cubicBezTo>
                <a:cubicBezTo>
                  <a:pt x="13708" y="67437"/>
                  <a:pt x="13321" y="67674"/>
                  <a:pt x="12774" y="67862"/>
                </a:cubicBezTo>
                <a:cubicBezTo>
                  <a:pt x="12226" y="68051"/>
                  <a:pt x="11499" y="68193"/>
                  <a:pt x="10593" y="68287"/>
                </a:cubicBezTo>
                <a:cubicBezTo>
                  <a:pt x="9687" y="68382"/>
                  <a:pt x="8535" y="68429"/>
                  <a:pt x="7137" y="68429"/>
                </a:cubicBezTo>
                <a:cubicBezTo>
                  <a:pt x="5740" y="68429"/>
                  <a:pt x="4588" y="68382"/>
                  <a:pt x="3682" y="68287"/>
                </a:cubicBezTo>
                <a:cubicBezTo>
                  <a:pt x="2776" y="68193"/>
                  <a:pt x="2049" y="68051"/>
                  <a:pt x="1501" y="67862"/>
                </a:cubicBezTo>
                <a:cubicBezTo>
                  <a:pt x="954" y="67674"/>
                  <a:pt x="566" y="67437"/>
                  <a:pt x="340" y="67154"/>
                </a:cubicBezTo>
                <a:cubicBezTo>
                  <a:pt x="113" y="66871"/>
                  <a:pt x="0" y="66541"/>
                  <a:pt x="0" y="66163"/>
                </a:cubicBezTo>
                <a:lnTo>
                  <a:pt x="0" y="15634"/>
                </a:lnTo>
                <a:cubicBezTo>
                  <a:pt x="0" y="15257"/>
                  <a:pt x="94" y="14926"/>
                  <a:pt x="283" y="14643"/>
                </a:cubicBezTo>
                <a:cubicBezTo>
                  <a:pt x="472" y="14360"/>
                  <a:pt x="812" y="14124"/>
                  <a:pt x="1303" y="13935"/>
                </a:cubicBezTo>
                <a:cubicBezTo>
                  <a:pt x="1794" y="13746"/>
                  <a:pt x="2426" y="13605"/>
                  <a:pt x="3201" y="13510"/>
                </a:cubicBezTo>
                <a:cubicBezTo>
                  <a:pt x="3975" y="13416"/>
                  <a:pt x="4947" y="13369"/>
                  <a:pt x="6118" y="13369"/>
                </a:cubicBezTo>
                <a:cubicBezTo>
                  <a:pt x="7326" y="13369"/>
                  <a:pt x="8327" y="13416"/>
                  <a:pt x="9120" y="13510"/>
                </a:cubicBezTo>
                <a:cubicBezTo>
                  <a:pt x="9913" y="13605"/>
                  <a:pt x="10527" y="13746"/>
                  <a:pt x="10961" y="13935"/>
                </a:cubicBezTo>
                <a:cubicBezTo>
                  <a:pt x="11395" y="14124"/>
                  <a:pt x="11707" y="14360"/>
                  <a:pt x="11896" y="14643"/>
                </a:cubicBezTo>
                <a:cubicBezTo>
                  <a:pt x="12085" y="14926"/>
                  <a:pt x="12179" y="15257"/>
                  <a:pt x="12179" y="15634"/>
                </a:cubicBezTo>
                <a:lnTo>
                  <a:pt x="12179" y="21922"/>
                </a:lnTo>
                <a:cubicBezTo>
                  <a:pt x="13501" y="20022"/>
                  <a:pt x="14747" y="18455"/>
                  <a:pt x="15918" y="17220"/>
                </a:cubicBezTo>
                <a:cubicBezTo>
                  <a:pt x="17088" y="15986"/>
                  <a:pt x="18202" y="15008"/>
                  <a:pt x="19260" y="14287"/>
                </a:cubicBezTo>
                <a:cubicBezTo>
                  <a:pt x="20317" y="13565"/>
                  <a:pt x="21375" y="13062"/>
                  <a:pt x="22432" y="12777"/>
                </a:cubicBezTo>
                <a:cubicBezTo>
                  <a:pt x="23489" y="12492"/>
                  <a:pt x="24547" y="12349"/>
                  <a:pt x="25604" y="12349"/>
                </a:cubicBezTo>
                <a:cubicBezTo>
                  <a:pt x="26095" y="12349"/>
                  <a:pt x="26624" y="12377"/>
                  <a:pt x="27190" y="12434"/>
                </a:cubicBezTo>
                <a:cubicBezTo>
                  <a:pt x="27757" y="12491"/>
                  <a:pt x="28342" y="12585"/>
                  <a:pt x="28946" y="12717"/>
                </a:cubicBezTo>
                <a:cubicBezTo>
                  <a:pt x="29551" y="12849"/>
                  <a:pt x="30079" y="13000"/>
                  <a:pt x="30532" y="13170"/>
                </a:cubicBezTo>
                <a:cubicBezTo>
                  <a:pt x="30986" y="13340"/>
                  <a:pt x="31316" y="13520"/>
                  <a:pt x="31524" y="13708"/>
                </a:cubicBezTo>
                <a:cubicBezTo>
                  <a:pt x="31731" y="13897"/>
                  <a:pt x="31882" y="14105"/>
                  <a:pt x="31977" y="14332"/>
                </a:cubicBezTo>
                <a:cubicBezTo>
                  <a:pt x="32071" y="14558"/>
                  <a:pt x="32156" y="14870"/>
                  <a:pt x="32232" y="15266"/>
                </a:cubicBezTo>
                <a:cubicBezTo>
                  <a:pt x="32307" y="15663"/>
                  <a:pt x="32364" y="16258"/>
                  <a:pt x="32402" y="17051"/>
                </a:cubicBezTo>
                <a:cubicBezTo>
                  <a:pt x="32439" y="17844"/>
                  <a:pt x="32458" y="18920"/>
                  <a:pt x="32458" y="20279"/>
                </a:cubicBezTo>
                <a:close/>
                <a:moveTo>
                  <a:pt x="90690" y="40387"/>
                </a:moveTo>
                <a:cubicBezTo>
                  <a:pt x="90690" y="44702"/>
                  <a:pt x="90123" y="48637"/>
                  <a:pt x="88991" y="52194"/>
                </a:cubicBezTo>
                <a:cubicBezTo>
                  <a:pt x="87858" y="55751"/>
                  <a:pt x="86139" y="58816"/>
                  <a:pt x="83836" y="61389"/>
                </a:cubicBezTo>
                <a:cubicBezTo>
                  <a:pt x="81532" y="63961"/>
                  <a:pt x="78643" y="65948"/>
                  <a:pt x="75169" y="67349"/>
                </a:cubicBezTo>
                <a:cubicBezTo>
                  <a:pt x="71694" y="68749"/>
                  <a:pt x="67635" y="69448"/>
                  <a:pt x="62990" y="69448"/>
                </a:cubicBezTo>
                <a:cubicBezTo>
                  <a:pt x="58496" y="69448"/>
                  <a:pt x="54587" y="68824"/>
                  <a:pt x="51264" y="67576"/>
                </a:cubicBezTo>
                <a:cubicBezTo>
                  <a:pt x="47941" y="66327"/>
                  <a:pt x="45184" y="64511"/>
                  <a:pt x="42994" y="62127"/>
                </a:cubicBezTo>
                <a:cubicBezTo>
                  <a:pt x="40803" y="59743"/>
                  <a:pt x="39179" y="56810"/>
                  <a:pt x="38122" y="53329"/>
                </a:cubicBezTo>
                <a:cubicBezTo>
                  <a:pt x="37065" y="49848"/>
                  <a:pt x="36536" y="45875"/>
                  <a:pt x="36536" y="41410"/>
                </a:cubicBezTo>
                <a:cubicBezTo>
                  <a:pt x="36536" y="37096"/>
                  <a:pt x="37112" y="33151"/>
                  <a:pt x="38264" y="29575"/>
                </a:cubicBezTo>
                <a:cubicBezTo>
                  <a:pt x="39416" y="25999"/>
                  <a:pt x="41143" y="22934"/>
                  <a:pt x="43447" y="20380"/>
                </a:cubicBezTo>
                <a:cubicBezTo>
                  <a:pt x="45750" y="17826"/>
                  <a:pt x="48630" y="15850"/>
                  <a:pt x="52085" y="14450"/>
                </a:cubicBezTo>
                <a:cubicBezTo>
                  <a:pt x="55541" y="13049"/>
                  <a:pt x="59591" y="12349"/>
                  <a:pt x="64236" y="12349"/>
                </a:cubicBezTo>
                <a:cubicBezTo>
                  <a:pt x="68768" y="12349"/>
                  <a:pt x="72695" y="12964"/>
                  <a:pt x="76019" y="14193"/>
                </a:cubicBezTo>
                <a:cubicBezTo>
                  <a:pt x="79342" y="15423"/>
                  <a:pt x="82089" y="17230"/>
                  <a:pt x="84261" y="19614"/>
                </a:cubicBezTo>
                <a:cubicBezTo>
                  <a:pt x="86432" y="21998"/>
                  <a:pt x="88046" y="24930"/>
                  <a:pt x="89104" y="28412"/>
                </a:cubicBezTo>
                <a:cubicBezTo>
                  <a:pt x="90161" y="31893"/>
                  <a:pt x="90690" y="35885"/>
                  <a:pt x="90690" y="40387"/>
                </a:cubicBezTo>
                <a:moveTo>
                  <a:pt x="76019" y="40955"/>
                </a:moveTo>
                <a:cubicBezTo>
                  <a:pt x="76019" y="38463"/>
                  <a:pt x="75820" y="36169"/>
                  <a:pt x="75424" y="34073"/>
                </a:cubicBezTo>
                <a:cubicBezTo>
                  <a:pt x="75027" y="31977"/>
                  <a:pt x="74357" y="30155"/>
                  <a:pt x="73413" y="28606"/>
                </a:cubicBezTo>
                <a:cubicBezTo>
                  <a:pt x="72469" y="27058"/>
                  <a:pt x="71213" y="25850"/>
                  <a:pt x="69646" y="24981"/>
                </a:cubicBezTo>
                <a:cubicBezTo>
                  <a:pt x="68079" y="24112"/>
                  <a:pt x="66105" y="23678"/>
                  <a:pt x="63726" y="23678"/>
                </a:cubicBezTo>
                <a:cubicBezTo>
                  <a:pt x="61611" y="23678"/>
                  <a:pt x="59761" y="24065"/>
                  <a:pt x="58175" y="24839"/>
                </a:cubicBezTo>
                <a:cubicBezTo>
                  <a:pt x="56589" y="25614"/>
                  <a:pt x="55286" y="26747"/>
                  <a:pt x="54266" y="28238"/>
                </a:cubicBezTo>
                <a:cubicBezTo>
                  <a:pt x="53247" y="29730"/>
                  <a:pt x="52482" y="31524"/>
                  <a:pt x="51972" y="33620"/>
                </a:cubicBezTo>
                <a:cubicBezTo>
                  <a:pt x="51462" y="35716"/>
                  <a:pt x="51207" y="38104"/>
                  <a:pt x="51207" y="40785"/>
                </a:cubicBezTo>
                <a:cubicBezTo>
                  <a:pt x="51207" y="43278"/>
                  <a:pt x="51415" y="45572"/>
                  <a:pt x="51831" y="47668"/>
                </a:cubicBezTo>
                <a:cubicBezTo>
                  <a:pt x="52246" y="49764"/>
                  <a:pt x="52916" y="51586"/>
                  <a:pt x="53841" y="53134"/>
                </a:cubicBezTo>
                <a:cubicBezTo>
                  <a:pt x="54767" y="54683"/>
                  <a:pt x="56022" y="55882"/>
                  <a:pt x="57608" y="56731"/>
                </a:cubicBezTo>
                <a:cubicBezTo>
                  <a:pt x="59195" y="57581"/>
                  <a:pt x="61158" y="58006"/>
                  <a:pt x="63500" y="58006"/>
                </a:cubicBezTo>
                <a:cubicBezTo>
                  <a:pt x="65652" y="58006"/>
                  <a:pt x="67522" y="57619"/>
                  <a:pt x="69108" y="56845"/>
                </a:cubicBezTo>
                <a:cubicBezTo>
                  <a:pt x="70694" y="56070"/>
                  <a:pt x="71997" y="54947"/>
                  <a:pt x="73016" y="53474"/>
                </a:cubicBezTo>
                <a:cubicBezTo>
                  <a:pt x="74036" y="52001"/>
                  <a:pt x="74791" y="50217"/>
                  <a:pt x="75282" y="48121"/>
                </a:cubicBezTo>
                <a:cubicBezTo>
                  <a:pt x="75773" y="46025"/>
                  <a:pt x="76019" y="43637"/>
                  <a:pt x="76019" y="40955"/>
                </a:cubicBezTo>
                <a:close/>
                <a:moveTo>
                  <a:pt x="153220" y="40387"/>
                </a:moveTo>
                <a:cubicBezTo>
                  <a:pt x="153220" y="44702"/>
                  <a:pt x="152654" y="48637"/>
                  <a:pt x="151521" y="52194"/>
                </a:cubicBezTo>
                <a:cubicBezTo>
                  <a:pt x="150388" y="55751"/>
                  <a:pt x="148670" y="58816"/>
                  <a:pt x="146366" y="61389"/>
                </a:cubicBezTo>
                <a:cubicBezTo>
                  <a:pt x="144063" y="63961"/>
                  <a:pt x="141174" y="65948"/>
                  <a:pt x="137699" y="67349"/>
                </a:cubicBezTo>
                <a:cubicBezTo>
                  <a:pt x="134225" y="68749"/>
                  <a:pt x="130165" y="69448"/>
                  <a:pt x="125520" y="69448"/>
                </a:cubicBezTo>
                <a:cubicBezTo>
                  <a:pt x="121026" y="69448"/>
                  <a:pt x="117118" y="68824"/>
                  <a:pt x="113794" y="67576"/>
                </a:cubicBezTo>
                <a:cubicBezTo>
                  <a:pt x="110471" y="66327"/>
                  <a:pt x="107714" y="64511"/>
                  <a:pt x="105524" y="62127"/>
                </a:cubicBezTo>
                <a:cubicBezTo>
                  <a:pt x="103334" y="59743"/>
                  <a:pt x="101710" y="56810"/>
                  <a:pt x="100653" y="53329"/>
                </a:cubicBezTo>
                <a:cubicBezTo>
                  <a:pt x="99595" y="49848"/>
                  <a:pt x="99066" y="45875"/>
                  <a:pt x="99066" y="41410"/>
                </a:cubicBezTo>
                <a:cubicBezTo>
                  <a:pt x="99066" y="37096"/>
                  <a:pt x="99642" y="33151"/>
                  <a:pt x="100794" y="29575"/>
                </a:cubicBezTo>
                <a:cubicBezTo>
                  <a:pt x="101946" y="25999"/>
                  <a:pt x="103674" y="22934"/>
                  <a:pt x="105977" y="20380"/>
                </a:cubicBezTo>
                <a:cubicBezTo>
                  <a:pt x="108281" y="17826"/>
                  <a:pt x="111160" y="15850"/>
                  <a:pt x="114616" y="14450"/>
                </a:cubicBezTo>
                <a:cubicBezTo>
                  <a:pt x="118071" y="13049"/>
                  <a:pt x="122122" y="12349"/>
                  <a:pt x="126767" y="12349"/>
                </a:cubicBezTo>
                <a:cubicBezTo>
                  <a:pt x="131298" y="12349"/>
                  <a:pt x="135226" y="12964"/>
                  <a:pt x="138549" y="14193"/>
                </a:cubicBezTo>
                <a:cubicBezTo>
                  <a:pt x="141872" y="15423"/>
                  <a:pt x="144620" y="17230"/>
                  <a:pt x="146791" y="19614"/>
                </a:cubicBezTo>
                <a:cubicBezTo>
                  <a:pt x="148962" y="21998"/>
                  <a:pt x="150577" y="24930"/>
                  <a:pt x="151634" y="28412"/>
                </a:cubicBezTo>
                <a:cubicBezTo>
                  <a:pt x="152692" y="31893"/>
                  <a:pt x="153220" y="35885"/>
                  <a:pt x="153220" y="40387"/>
                </a:cubicBezTo>
                <a:moveTo>
                  <a:pt x="138549" y="40955"/>
                </a:moveTo>
                <a:cubicBezTo>
                  <a:pt x="138549" y="38463"/>
                  <a:pt x="138351" y="36169"/>
                  <a:pt x="137954" y="34073"/>
                </a:cubicBezTo>
                <a:cubicBezTo>
                  <a:pt x="137558" y="31977"/>
                  <a:pt x="136887" y="30155"/>
                  <a:pt x="135943" y="28606"/>
                </a:cubicBezTo>
                <a:cubicBezTo>
                  <a:pt x="134999" y="27058"/>
                  <a:pt x="133743" y="25850"/>
                  <a:pt x="132176" y="24981"/>
                </a:cubicBezTo>
                <a:cubicBezTo>
                  <a:pt x="130609" y="24112"/>
                  <a:pt x="128636" y="23678"/>
                  <a:pt x="126257" y="23678"/>
                </a:cubicBezTo>
                <a:cubicBezTo>
                  <a:pt x="124142" y="23678"/>
                  <a:pt x="122291" y="24065"/>
                  <a:pt x="120705" y="24839"/>
                </a:cubicBezTo>
                <a:cubicBezTo>
                  <a:pt x="119119" y="25614"/>
                  <a:pt x="117816" y="26747"/>
                  <a:pt x="116797" y="28238"/>
                </a:cubicBezTo>
                <a:cubicBezTo>
                  <a:pt x="115777" y="29730"/>
                  <a:pt x="115012" y="31524"/>
                  <a:pt x="114503" y="33620"/>
                </a:cubicBezTo>
                <a:cubicBezTo>
                  <a:pt x="113993" y="35716"/>
                  <a:pt x="113738" y="38104"/>
                  <a:pt x="113738" y="40785"/>
                </a:cubicBezTo>
                <a:cubicBezTo>
                  <a:pt x="113738" y="43278"/>
                  <a:pt x="113946" y="45572"/>
                  <a:pt x="114361" y="47668"/>
                </a:cubicBezTo>
                <a:cubicBezTo>
                  <a:pt x="114776" y="49764"/>
                  <a:pt x="115447" y="51586"/>
                  <a:pt x="116372" y="53134"/>
                </a:cubicBezTo>
                <a:cubicBezTo>
                  <a:pt x="117297" y="54683"/>
                  <a:pt x="118553" y="55882"/>
                  <a:pt x="120139" y="56731"/>
                </a:cubicBezTo>
                <a:cubicBezTo>
                  <a:pt x="121725" y="57581"/>
                  <a:pt x="123689" y="58006"/>
                  <a:pt x="126030" y="58006"/>
                </a:cubicBezTo>
                <a:cubicBezTo>
                  <a:pt x="128183" y="58006"/>
                  <a:pt x="130052" y="57619"/>
                  <a:pt x="131638" y="56845"/>
                </a:cubicBezTo>
                <a:cubicBezTo>
                  <a:pt x="133224" y="56070"/>
                  <a:pt x="134527" y="54947"/>
                  <a:pt x="135547" y="53474"/>
                </a:cubicBezTo>
                <a:cubicBezTo>
                  <a:pt x="136566" y="52001"/>
                  <a:pt x="137322" y="50217"/>
                  <a:pt x="137813" y="48121"/>
                </a:cubicBezTo>
                <a:cubicBezTo>
                  <a:pt x="138303" y="46025"/>
                  <a:pt x="138549" y="43637"/>
                  <a:pt x="138549" y="40955"/>
                </a:cubicBezTo>
                <a:close/>
                <a:moveTo>
                  <a:pt x="194565" y="61139"/>
                </a:moveTo>
                <a:cubicBezTo>
                  <a:pt x="194565" y="62809"/>
                  <a:pt x="194461" y="64090"/>
                  <a:pt x="194253" y="64982"/>
                </a:cubicBezTo>
                <a:cubicBezTo>
                  <a:pt x="194046" y="65873"/>
                  <a:pt x="193772" y="66499"/>
                  <a:pt x="193432" y="66860"/>
                </a:cubicBezTo>
                <a:cubicBezTo>
                  <a:pt x="193092" y="67220"/>
                  <a:pt x="192592" y="67543"/>
                  <a:pt x="191931" y="67827"/>
                </a:cubicBezTo>
                <a:cubicBezTo>
                  <a:pt x="191270" y="68111"/>
                  <a:pt x="190496" y="68358"/>
                  <a:pt x="189608" y="68567"/>
                </a:cubicBezTo>
                <a:cubicBezTo>
                  <a:pt x="188721" y="68776"/>
                  <a:pt x="187758" y="68937"/>
                  <a:pt x="186719" y="69050"/>
                </a:cubicBezTo>
                <a:cubicBezTo>
                  <a:pt x="185681" y="69165"/>
                  <a:pt x="184633" y="69222"/>
                  <a:pt x="183576" y="69222"/>
                </a:cubicBezTo>
                <a:cubicBezTo>
                  <a:pt x="180743" y="69222"/>
                  <a:pt x="178289" y="68863"/>
                  <a:pt x="176212" y="68146"/>
                </a:cubicBezTo>
                <a:cubicBezTo>
                  <a:pt x="174135" y="67428"/>
                  <a:pt x="172416" y="66323"/>
                  <a:pt x="171057" y="64832"/>
                </a:cubicBezTo>
                <a:cubicBezTo>
                  <a:pt x="169697" y="63340"/>
                  <a:pt x="168696" y="61461"/>
                  <a:pt x="168055" y="59195"/>
                </a:cubicBezTo>
                <a:cubicBezTo>
                  <a:pt x="167413" y="56930"/>
                  <a:pt x="167092" y="54248"/>
                  <a:pt x="167092" y="51152"/>
                </a:cubicBezTo>
                <a:lnTo>
                  <a:pt x="167092" y="25264"/>
                </a:lnTo>
                <a:lnTo>
                  <a:pt x="161030" y="25264"/>
                </a:lnTo>
                <a:cubicBezTo>
                  <a:pt x="160313" y="25264"/>
                  <a:pt x="159765" y="24821"/>
                  <a:pt x="159388" y="23933"/>
                </a:cubicBezTo>
                <a:cubicBezTo>
                  <a:pt x="159010" y="23046"/>
                  <a:pt x="158821" y="21563"/>
                  <a:pt x="158821" y="19486"/>
                </a:cubicBezTo>
                <a:cubicBezTo>
                  <a:pt x="158821" y="18391"/>
                  <a:pt x="158868" y="17466"/>
                  <a:pt x="158963" y="16711"/>
                </a:cubicBezTo>
                <a:cubicBezTo>
                  <a:pt x="159057" y="15955"/>
                  <a:pt x="159199" y="15361"/>
                  <a:pt x="159388" y="14926"/>
                </a:cubicBezTo>
                <a:cubicBezTo>
                  <a:pt x="159576" y="14492"/>
                  <a:pt x="159812" y="14180"/>
                  <a:pt x="160096" y="13992"/>
                </a:cubicBezTo>
                <a:cubicBezTo>
                  <a:pt x="160379" y="13803"/>
                  <a:pt x="160709" y="13708"/>
                  <a:pt x="161087" y="13708"/>
                </a:cubicBezTo>
                <a:lnTo>
                  <a:pt x="167092" y="13708"/>
                </a:lnTo>
                <a:lnTo>
                  <a:pt x="167092" y="2390"/>
                </a:lnTo>
                <a:cubicBezTo>
                  <a:pt x="167092" y="2010"/>
                  <a:pt x="167195" y="1668"/>
                  <a:pt x="167403" y="1365"/>
                </a:cubicBezTo>
                <a:cubicBezTo>
                  <a:pt x="167611" y="1062"/>
                  <a:pt x="167988" y="806"/>
                  <a:pt x="168536" y="598"/>
                </a:cubicBezTo>
                <a:cubicBezTo>
                  <a:pt x="169084" y="389"/>
                  <a:pt x="169820" y="238"/>
                  <a:pt x="170745" y="143"/>
                </a:cubicBezTo>
                <a:cubicBezTo>
                  <a:pt x="171670" y="48"/>
                  <a:pt x="172813" y="0"/>
                  <a:pt x="174172" y="0"/>
                </a:cubicBezTo>
                <a:cubicBezTo>
                  <a:pt x="175570" y="0"/>
                  <a:pt x="176731" y="48"/>
                  <a:pt x="177656" y="143"/>
                </a:cubicBezTo>
                <a:cubicBezTo>
                  <a:pt x="178581" y="238"/>
                  <a:pt x="179308" y="389"/>
                  <a:pt x="179837" y="598"/>
                </a:cubicBezTo>
                <a:cubicBezTo>
                  <a:pt x="180366" y="806"/>
                  <a:pt x="180743" y="1062"/>
                  <a:pt x="180970" y="1365"/>
                </a:cubicBezTo>
                <a:cubicBezTo>
                  <a:pt x="181196" y="1668"/>
                  <a:pt x="181310" y="2010"/>
                  <a:pt x="181310" y="2390"/>
                </a:cubicBezTo>
                <a:lnTo>
                  <a:pt x="181310" y="13708"/>
                </a:lnTo>
                <a:lnTo>
                  <a:pt x="192299" y="13708"/>
                </a:lnTo>
                <a:cubicBezTo>
                  <a:pt x="192677" y="13708"/>
                  <a:pt x="193007" y="13803"/>
                  <a:pt x="193290" y="13992"/>
                </a:cubicBezTo>
                <a:cubicBezTo>
                  <a:pt x="193574" y="14180"/>
                  <a:pt x="193810" y="14492"/>
                  <a:pt x="193999" y="14926"/>
                </a:cubicBezTo>
                <a:cubicBezTo>
                  <a:pt x="194187" y="15361"/>
                  <a:pt x="194329" y="15955"/>
                  <a:pt x="194423" y="16711"/>
                </a:cubicBezTo>
                <a:cubicBezTo>
                  <a:pt x="194518" y="17466"/>
                  <a:pt x="194565" y="18391"/>
                  <a:pt x="194565" y="19486"/>
                </a:cubicBezTo>
                <a:cubicBezTo>
                  <a:pt x="194565" y="21563"/>
                  <a:pt x="194376" y="23046"/>
                  <a:pt x="193999" y="23933"/>
                </a:cubicBezTo>
                <a:cubicBezTo>
                  <a:pt x="193621" y="24821"/>
                  <a:pt x="193073" y="25264"/>
                  <a:pt x="192356" y="25264"/>
                </a:cubicBezTo>
                <a:lnTo>
                  <a:pt x="181310" y="25264"/>
                </a:lnTo>
                <a:lnTo>
                  <a:pt x="181310" y="48957"/>
                </a:lnTo>
                <a:cubicBezTo>
                  <a:pt x="181310" y="51709"/>
                  <a:pt x="181744" y="53773"/>
                  <a:pt x="182613" y="55149"/>
                </a:cubicBezTo>
                <a:cubicBezTo>
                  <a:pt x="183481" y="56525"/>
                  <a:pt x="185030" y="57213"/>
                  <a:pt x="187258" y="57213"/>
                </a:cubicBezTo>
                <a:cubicBezTo>
                  <a:pt x="188013" y="57213"/>
                  <a:pt x="188693" y="57147"/>
                  <a:pt x="189297" y="57015"/>
                </a:cubicBezTo>
                <a:cubicBezTo>
                  <a:pt x="189901" y="56882"/>
                  <a:pt x="190439" y="56731"/>
                  <a:pt x="190911" y="56561"/>
                </a:cubicBezTo>
                <a:cubicBezTo>
                  <a:pt x="191383" y="56391"/>
                  <a:pt x="191780" y="56240"/>
                  <a:pt x="192101" y="56108"/>
                </a:cubicBezTo>
                <a:cubicBezTo>
                  <a:pt x="192422" y="55976"/>
                  <a:pt x="192715" y="55910"/>
                  <a:pt x="192979" y="55910"/>
                </a:cubicBezTo>
                <a:cubicBezTo>
                  <a:pt x="193205" y="55910"/>
                  <a:pt x="193423" y="55976"/>
                  <a:pt x="193630" y="56108"/>
                </a:cubicBezTo>
                <a:cubicBezTo>
                  <a:pt x="193838" y="56240"/>
                  <a:pt x="193999" y="56505"/>
                  <a:pt x="194112" y="56903"/>
                </a:cubicBezTo>
                <a:cubicBezTo>
                  <a:pt x="194225" y="57300"/>
                  <a:pt x="194329" y="57839"/>
                  <a:pt x="194423" y="58523"/>
                </a:cubicBezTo>
                <a:cubicBezTo>
                  <a:pt x="194518" y="59205"/>
                  <a:pt x="194565" y="60077"/>
                  <a:pt x="194565" y="61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cause">
            <a:extLst xmlns:a="http://schemas.openxmlformats.org/drawingml/2006/main">
              <a:ext uri="{FF2B5EF4-FFF2-40B4-BE49-F238E27FC236}">
                <a16:creationId xmlns:a16="http://schemas.microsoft.com/office/drawing/2014/main" id="{FB5DA869-BE8D-4348-8BDB-D5E8E3D1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242" y="1654672"/>
            <a:ext cx="263685" cy="57100"/>
          </a:xfrm>
          <a:custGeom xmlns:a="http://schemas.openxmlformats.org/drawingml/2006/main">
            <a:pathLst>
              <a:path w="263685" h="57100">
                <a:moveTo>
                  <a:pt x="41295" y="45770"/>
                </a:moveTo>
                <a:cubicBezTo>
                  <a:pt x="41295" y="46752"/>
                  <a:pt x="41267" y="47574"/>
                  <a:pt x="41210" y="48234"/>
                </a:cubicBezTo>
                <a:cubicBezTo>
                  <a:pt x="41154" y="48895"/>
                  <a:pt x="41078" y="49452"/>
                  <a:pt x="40984" y="49905"/>
                </a:cubicBezTo>
                <a:cubicBezTo>
                  <a:pt x="40889" y="50359"/>
                  <a:pt x="40776" y="50727"/>
                  <a:pt x="40644" y="51010"/>
                </a:cubicBezTo>
                <a:cubicBezTo>
                  <a:pt x="40512" y="51293"/>
                  <a:pt x="40219" y="51652"/>
                  <a:pt x="39766" y="52086"/>
                </a:cubicBezTo>
                <a:cubicBezTo>
                  <a:pt x="39313" y="52521"/>
                  <a:pt x="38538" y="53049"/>
                  <a:pt x="37443" y="53672"/>
                </a:cubicBezTo>
                <a:cubicBezTo>
                  <a:pt x="36348" y="54296"/>
                  <a:pt x="35102" y="54853"/>
                  <a:pt x="33705" y="55343"/>
                </a:cubicBezTo>
                <a:cubicBezTo>
                  <a:pt x="32307" y="55834"/>
                  <a:pt x="30787" y="56231"/>
                  <a:pt x="29145" y="56533"/>
                </a:cubicBezTo>
                <a:cubicBezTo>
                  <a:pt x="27502" y="56835"/>
                  <a:pt x="25812" y="56986"/>
                  <a:pt x="24075" y="56986"/>
                </a:cubicBezTo>
                <a:cubicBezTo>
                  <a:pt x="20185" y="56986"/>
                  <a:pt x="16739" y="56382"/>
                  <a:pt x="13737" y="55174"/>
                </a:cubicBezTo>
                <a:cubicBezTo>
                  <a:pt x="10734" y="53965"/>
                  <a:pt x="8214" y="52181"/>
                  <a:pt x="6174" y="49820"/>
                </a:cubicBezTo>
                <a:cubicBezTo>
                  <a:pt x="4135" y="47460"/>
                  <a:pt x="2596" y="44581"/>
                  <a:pt x="1558" y="41182"/>
                </a:cubicBezTo>
                <a:cubicBezTo>
                  <a:pt x="519" y="37783"/>
                  <a:pt x="0" y="33893"/>
                  <a:pt x="0" y="29513"/>
                </a:cubicBezTo>
                <a:cubicBezTo>
                  <a:pt x="0" y="24452"/>
                  <a:pt x="633" y="20081"/>
                  <a:pt x="1898" y="16399"/>
                </a:cubicBezTo>
                <a:cubicBezTo>
                  <a:pt x="3163" y="12717"/>
                  <a:pt x="4928" y="9668"/>
                  <a:pt x="7194" y="7251"/>
                </a:cubicBezTo>
                <a:cubicBezTo>
                  <a:pt x="9460" y="4834"/>
                  <a:pt x="12141" y="3040"/>
                  <a:pt x="15238" y="1869"/>
                </a:cubicBezTo>
                <a:cubicBezTo>
                  <a:pt x="18335" y="699"/>
                  <a:pt x="21733" y="113"/>
                  <a:pt x="25434" y="113"/>
                </a:cubicBezTo>
                <a:cubicBezTo>
                  <a:pt x="26945" y="113"/>
                  <a:pt x="28427" y="245"/>
                  <a:pt x="29881" y="510"/>
                </a:cubicBezTo>
                <a:cubicBezTo>
                  <a:pt x="31335" y="774"/>
                  <a:pt x="32694" y="1133"/>
                  <a:pt x="33959" y="1586"/>
                </a:cubicBezTo>
                <a:cubicBezTo>
                  <a:pt x="35225" y="2039"/>
                  <a:pt x="36358" y="2549"/>
                  <a:pt x="37358" y="3116"/>
                </a:cubicBezTo>
                <a:cubicBezTo>
                  <a:pt x="38359" y="3682"/>
                  <a:pt x="39067" y="4173"/>
                  <a:pt x="39483" y="4588"/>
                </a:cubicBezTo>
                <a:cubicBezTo>
                  <a:pt x="39898" y="5004"/>
                  <a:pt x="40191" y="5353"/>
                  <a:pt x="40361" y="5636"/>
                </a:cubicBezTo>
                <a:cubicBezTo>
                  <a:pt x="40530" y="5920"/>
                  <a:pt x="40663" y="6288"/>
                  <a:pt x="40757" y="6741"/>
                </a:cubicBezTo>
                <a:cubicBezTo>
                  <a:pt x="40851" y="7194"/>
                  <a:pt x="40927" y="7751"/>
                  <a:pt x="40984" y="8412"/>
                </a:cubicBezTo>
                <a:cubicBezTo>
                  <a:pt x="41040" y="9073"/>
                  <a:pt x="41069" y="9875"/>
                  <a:pt x="41069" y="10819"/>
                </a:cubicBezTo>
                <a:cubicBezTo>
                  <a:pt x="41069" y="13010"/>
                  <a:pt x="40880" y="14549"/>
                  <a:pt x="40502" y="15436"/>
                </a:cubicBezTo>
                <a:cubicBezTo>
                  <a:pt x="40125" y="16324"/>
                  <a:pt x="39634" y="16767"/>
                  <a:pt x="39029" y="16767"/>
                </a:cubicBezTo>
                <a:cubicBezTo>
                  <a:pt x="38387" y="16767"/>
                  <a:pt x="37708" y="16503"/>
                  <a:pt x="36990" y="15974"/>
                </a:cubicBezTo>
                <a:cubicBezTo>
                  <a:pt x="36273" y="15446"/>
                  <a:pt x="35423" y="14860"/>
                  <a:pt x="34441" y="14218"/>
                </a:cubicBezTo>
                <a:cubicBezTo>
                  <a:pt x="33459" y="13576"/>
                  <a:pt x="32288" y="12991"/>
                  <a:pt x="30929" y="12462"/>
                </a:cubicBezTo>
                <a:cubicBezTo>
                  <a:pt x="29569" y="11934"/>
                  <a:pt x="27946" y="11669"/>
                  <a:pt x="26057" y="11669"/>
                </a:cubicBezTo>
                <a:cubicBezTo>
                  <a:pt x="22356" y="11669"/>
                  <a:pt x="19524" y="13095"/>
                  <a:pt x="17560" y="15946"/>
                </a:cubicBezTo>
                <a:cubicBezTo>
                  <a:pt x="15597" y="18797"/>
                  <a:pt x="14615" y="22980"/>
                  <a:pt x="14615" y="28493"/>
                </a:cubicBezTo>
                <a:cubicBezTo>
                  <a:pt x="14615" y="31212"/>
                  <a:pt x="14860" y="33610"/>
                  <a:pt x="15351" y="35687"/>
                </a:cubicBezTo>
                <a:cubicBezTo>
                  <a:pt x="15842" y="37764"/>
                  <a:pt x="16569" y="39501"/>
                  <a:pt x="17532" y="40899"/>
                </a:cubicBezTo>
                <a:cubicBezTo>
                  <a:pt x="18495" y="42296"/>
                  <a:pt x="19703" y="43344"/>
                  <a:pt x="21157" y="44043"/>
                </a:cubicBezTo>
                <a:cubicBezTo>
                  <a:pt x="22611" y="44741"/>
                  <a:pt x="24301" y="45091"/>
                  <a:pt x="26227" y="45091"/>
                </a:cubicBezTo>
                <a:cubicBezTo>
                  <a:pt x="28191" y="45091"/>
                  <a:pt x="29881" y="44798"/>
                  <a:pt x="31297" y="44212"/>
                </a:cubicBezTo>
                <a:cubicBezTo>
                  <a:pt x="32713" y="43627"/>
                  <a:pt x="33950" y="42976"/>
                  <a:pt x="35007" y="42258"/>
                </a:cubicBezTo>
                <a:cubicBezTo>
                  <a:pt x="36065" y="41541"/>
                  <a:pt x="36952" y="40889"/>
                  <a:pt x="37670" y="40304"/>
                </a:cubicBezTo>
                <a:cubicBezTo>
                  <a:pt x="38387" y="39719"/>
                  <a:pt x="38992" y="39426"/>
                  <a:pt x="39483" y="39426"/>
                </a:cubicBezTo>
                <a:cubicBezTo>
                  <a:pt x="39822" y="39426"/>
                  <a:pt x="40106" y="39520"/>
                  <a:pt x="40332" y="39709"/>
                </a:cubicBezTo>
                <a:cubicBezTo>
                  <a:pt x="40559" y="39898"/>
                  <a:pt x="40738" y="40247"/>
                  <a:pt x="40870" y="40757"/>
                </a:cubicBezTo>
                <a:cubicBezTo>
                  <a:pt x="41003" y="41267"/>
                  <a:pt x="41106" y="41918"/>
                  <a:pt x="41182" y="42711"/>
                </a:cubicBezTo>
                <a:cubicBezTo>
                  <a:pt x="41257" y="43504"/>
                  <a:pt x="41295" y="44524"/>
                  <a:pt x="41295" y="45770"/>
                </a:cubicBezTo>
                <a:close/>
                <a:moveTo>
                  <a:pt x="94046" y="53982"/>
                </a:moveTo>
                <a:cubicBezTo>
                  <a:pt x="94046" y="54511"/>
                  <a:pt x="93858" y="54927"/>
                  <a:pt x="93480" y="55230"/>
                </a:cubicBezTo>
                <a:cubicBezTo>
                  <a:pt x="93102" y="55532"/>
                  <a:pt x="92508" y="55749"/>
                  <a:pt x="91696" y="55882"/>
                </a:cubicBezTo>
                <a:cubicBezTo>
                  <a:pt x="90884" y="56014"/>
                  <a:pt x="89685" y="56080"/>
                  <a:pt x="88099" y="56080"/>
                </a:cubicBezTo>
                <a:cubicBezTo>
                  <a:pt x="86399" y="56080"/>
                  <a:pt x="85162" y="56014"/>
                  <a:pt x="84388" y="55882"/>
                </a:cubicBezTo>
                <a:cubicBezTo>
                  <a:pt x="83614" y="55749"/>
                  <a:pt x="83066" y="55532"/>
                  <a:pt x="82745" y="55230"/>
                </a:cubicBezTo>
                <a:cubicBezTo>
                  <a:pt x="82424" y="54928"/>
                  <a:pt x="82264" y="54513"/>
                  <a:pt x="82264" y="53984"/>
                </a:cubicBezTo>
                <a:lnTo>
                  <a:pt x="82264" y="49962"/>
                </a:lnTo>
                <a:cubicBezTo>
                  <a:pt x="80187" y="52190"/>
                  <a:pt x="77817" y="53937"/>
                  <a:pt x="75155" y="55202"/>
                </a:cubicBezTo>
                <a:cubicBezTo>
                  <a:pt x="72492" y="56467"/>
                  <a:pt x="69537" y="57100"/>
                  <a:pt x="66290" y="57100"/>
                </a:cubicBezTo>
                <a:cubicBezTo>
                  <a:pt x="63608" y="57100"/>
                  <a:pt x="61144" y="56749"/>
                  <a:pt x="58897" y="56048"/>
                </a:cubicBezTo>
                <a:cubicBezTo>
                  <a:pt x="56650" y="55347"/>
                  <a:pt x="54706" y="54305"/>
                  <a:pt x="53063" y="52922"/>
                </a:cubicBezTo>
                <a:cubicBezTo>
                  <a:pt x="51420" y="51539"/>
                  <a:pt x="50145" y="49825"/>
                  <a:pt x="49239" y="47779"/>
                </a:cubicBezTo>
                <a:cubicBezTo>
                  <a:pt x="48333" y="45733"/>
                  <a:pt x="47880" y="43346"/>
                  <a:pt x="47880" y="40617"/>
                </a:cubicBezTo>
                <a:cubicBezTo>
                  <a:pt x="47880" y="37661"/>
                  <a:pt x="48456" y="35094"/>
                  <a:pt x="49607" y="32915"/>
                </a:cubicBezTo>
                <a:cubicBezTo>
                  <a:pt x="50759" y="30737"/>
                  <a:pt x="52477" y="28937"/>
                  <a:pt x="54762" y="27516"/>
                </a:cubicBezTo>
                <a:cubicBezTo>
                  <a:pt x="57047" y="26095"/>
                  <a:pt x="59889" y="25044"/>
                  <a:pt x="63287" y="24361"/>
                </a:cubicBezTo>
                <a:cubicBezTo>
                  <a:pt x="66686" y="23679"/>
                  <a:pt x="70633" y="23338"/>
                  <a:pt x="75127" y="23338"/>
                </a:cubicBezTo>
                <a:lnTo>
                  <a:pt x="80055" y="23338"/>
                </a:lnTo>
                <a:lnTo>
                  <a:pt x="80055" y="20294"/>
                </a:lnTo>
                <a:cubicBezTo>
                  <a:pt x="80055" y="18715"/>
                  <a:pt x="79894" y="17333"/>
                  <a:pt x="79573" y="16150"/>
                </a:cubicBezTo>
                <a:cubicBezTo>
                  <a:pt x="79252" y="14965"/>
                  <a:pt x="78724" y="13977"/>
                  <a:pt x="77987" y="13188"/>
                </a:cubicBezTo>
                <a:cubicBezTo>
                  <a:pt x="77251" y="12398"/>
                  <a:pt x="76269" y="11816"/>
                  <a:pt x="75042" y="11441"/>
                </a:cubicBezTo>
                <a:cubicBezTo>
                  <a:pt x="73814" y="11064"/>
                  <a:pt x="72294" y="10876"/>
                  <a:pt x="70482" y="10876"/>
                </a:cubicBezTo>
                <a:cubicBezTo>
                  <a:pt x="68102" y="10876"/>
                  <a:pt x="65978" y="11140"/>
                  <a:pt x="64109" y="11669"/>
                </a:cubicBezTo>
                <a:cubicBezTo>
                  <a:pt x="62239" y="12198"/>
                  <a:pt x="60587" y="12783"/>
                  <a:pt x="59152" y="13425"/>
                </a:cubicBezTo>
                <a:cubicBezTo>
                  <a:pt x="57717" y="14067"/>
                  <a:pt x="56518" y="14653"/>
                  <a:pt x="55555" y="15181"/>
                </a:cubicBezTo>
                <a:cubicBezTo>
                  <a:pt x="54592" y="15710"/>
                  <a:pt x="53809" y="15974"/>
                  <a:pt x="53204" y="15974"/>
                </a:cubicBezTo>
                <a:cubicBezTo>
                  <a:pt x="52789" y="15974"/>
                  <a:pt x="52421" y="15842"/>
                  <a:pt x="52100" y="15576"/>
                </a:cubicBezTo>
                <a:cubicBezTo>
                  <a:pt x="51779" y="15310"/>
                  <a:pt x="51514" y="14931"/>
                  <a:pt x="51307" y="14438"/>
                </a:cubicBezTo>
                <a:cubicBezTo>
                  <a:pt x="51099" y="13944"/>
                  <a:pt x="50939" y="13337"/>
                  <a:pt x="50825" y="12616"/>
                </a:cubicBezTo>
                <a:cubicBezTo>
                  <a:pt x="50712" y="11894"/>
                  <a:pt x="50655" y="11097"/>
                  <a:pt x="50655" y="10225"/>
                </a:cubicBezTo>
                <a:cubicBezTo>
                  <a:pt x="50655" y="9048"/>
                  <a:pt x="50750" y="8118"/>
                  <a:pt x="50939" y="7435"/>
                </a:cubicBezTo>
                <a:cubicBezTo>
                  <a:pt x="51127" y="6752"/>
                  <a:pt x="51486" y="6135"/>
                  <a:pt x="52015" y="5585"/>
                </a:cubicBezTo>
                <a:cubicBezTo>
                  <a:pt x="52544" y="5034"/>
                  <a:pt x="53469" y="4428"/>
                  <a:pt x="54790" y="3767"/>
                </a:cubicBezTo>
                <a:cubicBezTo>
                  <a:pt x="56112" y="3106"/>
                  <a:pt x="57661" y="2492"/>
                  <a:pt x="59435" y="1926"/>
                </a:cubicBezTo>
                <a:cubicBezTo>
                  <a:pt x="61210" y="1360"/>
                  <a:pt x="63146" y="897"/>
                  <a:pt x="65242" y="538"/>
                </a:cubicBezTo>
                <a:cubicBezTo>
                  <a:pt x="67338" y="179"/>
                  <a:pt x="69500" y="0"/>
                  <a:pt x="71728" y="0"/>
                </a:cubicBezTo>
                <a:cubicBezTo>
                  <a:pt x="75693" y="0"/>
                  <a:pt x="79082" y="388"/>
                  <a:pt x="81896" y="1163"/>
                </a:cubicBezTo>
                <a:cubicBezTo>
                  <a:pt x="84709" y="1937"/>
                  <a:pt x="87022" y="3128"/>
                  <a:pt x="88835" y="4735"/>
                </a:cubicBezTo>
                <a:cubicBezTo>
                  <a:pt x="90648" y="6341"/>
                  <a:pt x="91969" y="8411"/>
                  <a:pt x="92800" y="10943"/>
                </a:cubicBezTo>
                <a:cubicBezTo>
                  <a:pt x="93631" y="13476"/>
                  <a:pt x="94046" y="16481"/>
                  <a:pt x="94046" y="19959"/>
                </a:cubicBezTo>
                <a:lnTo>
                  <a:pt x="94046" y="53982"/>
                </a:lnTo>
                <a:moveTo>
                  <a:pt x="80055" y="32288"/>
                </a:moveTo>
                <a:lnTo>
                  <a:pt x="74617" y="32288"/>
                </a:lnTo>
                <a:cubicBezTo>
                  <a:pt x="72313" y="32288"/>
                  <a:pt x="70349" y="32460"/>
                  <a:pt x="68725" y="32802"/>
                </a:cubicBezTo>
                <a:cubicBezTo>
                  <a:pt x="67102" y="33144"/>
                  <a:pt x="65780" y="33658"/>
                  <a:pt x="64760" y="34344"/>
                </a:cubicBezTo>
                <a:cubicBezTo>
                  <a:pt x="63741" y="35028"/>
                  <a:pt x="62995" y="35856"/>
                  <a:pt x="62523" y="36827"/>
                </a:cubicBezTo>
                <a:cubicBezTo>
                  <a:pt x="62051" y="37797"/>
                  <a:pt x="61815" y="38910"/>
                  <a:pt x="61815" y="40166"/>
                </a:cubicBezTo>
                <a:cubicBezTo>
                  <a:pt x="61815" y="42297"/>
                  <a:pt x="62485" y="43972"/>
                  <a:pt x="63826" y="45190"/>
                </a:cubicBezTo>
                <a:cubicBezTo>
                  <a:pt x="65166" y="46408"/>
                  <a:pt x="67026" y="47016"/>
                  <a:pt x="69405" y="47016"/>
                </a:cubicBezTo>
                <a:cubicBezTo>
                  <a:pt x="71407" y="47016"/>
                  <a:pt x="73248" y="46503"/>
                  <a:pt x="74928" y="45476"/>
                </a:cubicBezTo>
                <a:cubicBezTo>
                  <a:pt x="76609" y="44449"/>
                  <a:pt x="78318" y="42945"/>
                  <a:pt x="80055" y="40966"/>
                </a:cubicBezTo>
                <a:lnTo>
                  <a:pt x="80055" y="32288"/>
                </a:lnTo>
                <a:close/>
                <a:moveTo>
                  <a:pt x="155880" y="53814"/>
                </a:moveTo>
                <a:cubicBezTo>
                  <a:pt x="155880" y="54192"/>
                  <a:pt x="155786" y="54522"/>
                  <a:pt x="155597" y="54805"/>
                </a:cubicBezTo>
                <a:cubicBezTo>
                  <a:pt x="155408" y="55089"/>
                  <a:pt x="155077" y="55325"/>
                  <a:pt x="154605" y="55513"/>
                </a:cubicBezTo>
                <a:cubicBezTo>
                  <a:pt x="154133" y="55702"/>
                  <a:pt x="153510" y="55844"/>
                  <a:pt x="152736" y="55938"/>
                </a:cubicBezTo>
                <a:cubicBezTo>
                  <a:pt x="151962" y="56033"/>
                  <a:pt x="150989" y="56080"/>
                  <a:pt x="149819" y="56080"/>
                </a:cubicBezTo>
                <a:cubicBezTo>
                  <a:pt x="148573" y="56080"/>
                  <a:pt x="147562" y="56033"/>
                  <a:pt x="146788" y="55938"/>
                </a:cubicBezTo>
                <a:cubicBezTo>
                  <a:pt x="146014" y="55844"/>
                  <a:pt x="145400" y="55702"/>
                  <a:pt x="144947" y="55513"/>
                </a:cubicBezTo>
                <a:cubicBezTo>
                  <a:pt x="144494" y="55325"/>
                  <a:pt x="144173" y="55089"/>
                  <a:pt x="143984" y="54805"/>
                </a:cubicBezTo>
                <a:cubicBezTo>
                  <a:pt x="143795" y="54522"/>
                  <a:pt x="143701" y="54192"/>
                  <a:pt x="143701" y="53814"/>
                </a:cubicBezTo>
                <a:lnTo>
                  <a:pt x="143701" y="47979"/>
                </a:lnTo>
                <a:cubicBezTo>
                  <a:pt x="140906" y="51019"/>
                  <a:pt x="138065" y="53300"/>
                  <a:pt x="135176" y="54820"/>
                </a:cubicBezTo>
                <a:cubicBezTo>
                  <a:pt x="132287" y="56340"/>
                  <a:pt x="129294" y="57100"/>
                  <a:pt x="126197" y="57100"/>
                </a:cubicBezTo>
                <a:cubicBezTo>
                  <a:pt x="122723" y="57100"/>
                  <a:pt x="119806" y="56532"/>
                  <a:pt x="117445" y="55398"/>
                </a:cubicBezTo>
                <a:cubicBezTo>
                  <a:pt x="115085" y="54264"/>
                  <a:pt x="113178" y="52715"/>
                  <a:pt x="111724" y="50750"/>
                </a:cubicBezTo>
                <a:cubicBezTo>
                  <a:pt x="110270" y="48784"/>
                  <a:pt x="109232" y="46506"/>
                  <a:pt x="108609" y="43917"/>
                </a:cubicBezTo>
                <a:cubicBezTo>
                  <a:pt x="107985" y="41326"/>
                  <a:pt x="107674" y="38104"/>
                  <a:pt x="107674" y="34248"/>
                </a:cubicBezTo>
                <a:lnTo>
                  <a:pt x="107674" y="3287"/>
                </a:lnTo>
                <a:cubicBezTo>
                  <a:pt x="107674" y="2910"/>
                  <a:pt x="107778" y="2579"/>
                  <a:pt x="107985" y="2296"/>
                </a:cubicBezTo>
                <a:cubicBezTo>
                  <a:pt x="108193" y="2012"/>
                  <a:pt x="108571" y="1775"/>
                  <a:pt x="109118" y="1586"/>
                </a:cubicBezTo>
                <a:cubicBezTo>
                  <a:pt x="109666" y="1397"/>
                  <a:pt x="110402" y="1256"/>
                  <a:pt x="111328" y="1161"/>
                </a:cubicBezTo>
                <a:cubicBezTo>
                  <a:pt x="112253" y="1067"/>
                  <a:pt x="113395" y="1020"/>
                  <a:pt x="114755" y="1020"/>
                </a:cubicBezTo>
                <a:cubicBezTo>
                  <a:pt x="116152" y="1020"/>
                  <a:pt x="117304" y="1067"/>
                  <a:pt x="118210" y="1161"/>
                </a:cubicBezTo>
                <a:cubicBezTo>
                  <a:pt x="119116" y="1256"/>
                  <a:pt x="119843" y="1397"/>
                  <a:pt x="120391" y="1586"/>
                </a:cubicBezTo>
                <a:cubicBezTo>
                  <a:pt x="120939" y="1775"/>
                  <a:pt x="121326" y="2011"/>
                  <a:pt x="121552" y="2294"/>
                </a:cubicBezTo>
                <a:cubicBezTo>
                  <a:pt x="121779" y="2577"/>
                  <a:pt x="121892" y="2908"/>
                  <a:pt x="121892" y="3285"/>
                </a:cubicBezTo>
                <a:lnTo>
                  <a:pt x="121892" y="31835"/>
                </a:lnTo>
                <a:cubicBezTo>
                  <a:pt x="121892" y="34479"/>
                  <a:pt x="122062" y="36499"/>
                  <a:pt x="122402" y="37896"/>
                </a:cubicBezTo>
                <a:cubicBezTo>
                  <a:pt x="122742" y="39294"/>
                  <a:pt x="123261" y="40493"/>
                  <a:pt x="123960" y="41493"/>
                </a:cubicBezTo>
                <a:cubicBezTo>
                  <a:pt x="124658" y="42494"/>
                  <a:pt x="125546" y="43268"/>
                  <a:pt x="126622" y="43816"/>
                </a:cubicBezTo>
                <a:cubicBezTo>
                  <a:pt x="127698" y="44364"/>
                  <a:pt x="128954" y="44637"/>
                  <a:pt x="130389" y="44637"/>
                </a:cubicBezTo>
                <a:cubicBezTo>
                  <a:pt x="132202" y="44637"/>
                  <a:pt x="134024" y="43976"/>
                  <a:pt x="135855" y="42655"/>
                </a:cubicBezTo>
                <a:cubicBezTo>
                  <a:pt x="137687" y="41333"/>
                  <a:pt x="139641" y="39407"/>
                  <a:pt x="141718" y="36877"/>
                </a:cubicBezTo>
                <a:lnTo>
                  <a:pt x="141718" y="3285"/>
                </a:lnTo>
                <a:cubicBezTo>
                  <a:pt x="141718" y="2908"/>
                  <a:pt x="141822" y="2577"/>
                  <a:pt x="142030" y="2294"/>
                </a:cubicBezTo>
                <a:cubicBezTo>
                  <a:pt x="142238" y="2011"/>
                  <a:pt x="142615" y="1775"/>
                  <a:pt x="143163" y="1586"/>
                </a:cubicBezTo>
                <a:cubicBezTo>
                  <a:pt x="143710" y="1397"/>
                  <a:pt x="144437" y="1256"/>
                  <a:pt x="145344" y="1161"/>
                </a:cubicBezTo>
                <a:cubicBezTo>
                  <a:pt x="146250" y="1067"/>
                  <a:pt x="147402" y="1020"/>
                  <a:pt x="148799" y="1020"/>
                </a:cubicBezTo>
                <a:cubicBezTo>
                  <a:pt x="150196" y="1020"/>
                  <a:pt x="151348" y="1067"/>
                  <a:pt x="152255" y="1161"/>
                </a:cubicBezTo>
                <a:cubicBezTo>
                  <a:pt x="153161" y="1256"/>
                  <a:pt x="153878" y="1397"/>
                  <a:pt x="154407" y="1586"/>
                </a:cubicBezTo>
                <a:cubicBezTo>
                  <a:pt x="154936" y="1775"/>
                  <a:pt x="155313" y="2011"/>
                  <a:pt x="155540" y="2294"/>
                </a:cubicBezTo>
                <a:cubicBezTo>
                  <a:pt x="155767" y="2577"/>
                  <a:pt x="155880" y="2908"/>
                  <a:pt x="155880" y="3285"/>
                </a:cubicBezTo>
                <a:lnTo>
                  <a:pt x="155880" y="53814"/>
                </a:lnTo>
                <a:close/>
                <a:moveTo>
                  <a:pt x="206061" y="39560"/>
                </a:moveTo>
                <a:cubicBezTo>
                  <a:pt x="206061" y="42436"/>
                  <a:pt x="205523" y="44972"/>
                  <a:pt x="204447" y="47167"/>
                </a:cubicBezTo>
                <a:cubicBezTo>
                  <a:pt x="203371" y="49361"/>
                  <a:pt x="201851" y="51196"/>
                  <a:pt x="199887" y="52672"/>
                </a:cubicBezTo>
                <a:cubicBezTo>
                  <a:pt x="197923" y="54147"/>
                  <a:pt x="195601" y="55254"/>
                  <a:pt x="192920" y="55991"/>
                </a:cubicBezTo>
                <a:cubicBezTo>
                  <a:pt x="190238" y="56730"/>
                  <a:pt x="187330" y="57100"/>
                  <a:pt x="184196" y="57100"/>
                </a:cubicBezTo>
                <a:cubicBezTo>
                  <a:pt x="182308" y="57100"/>
                  <a:pt x="180505" y="56956"/>
                  <a:pt x="178786" y="56669"/>
                </a:cubicBezTo>
                <a:cubicBezTo>
                  <a:pt x="177068" y="56383"/>
                  <a:pt x="175529" y="56020"/>
                  <a:pt x="174170" y="55581"/>
                </a:cubicBezTo>
                <a:cubicBezTo>
                  <a:pt x="172810" y="55141"/>
                  <a:pt x="171677" y="54691"/>
                  <a:pt x="170771" y="54234"/>
                </a:cubicBezTo>
                <a:cubicBezTo>
                  <a:pt x="169864" y="53775"/>
                  <a:pt x="169204" y="53344"/>
                  <a:pt x="168788" y="52943"/>
                </a:cubicBezTo>
                <a:cubicBezTo>
                  <a:pt x="168373" y="52542"/>
                  <a:pt x="168052" y="51914"/>
                  <a:pt x="167825" y="51060"/>
                </a:cubicBezTo>
                <a:cubicBezTo>
                  <a:pt x="167599" y="50205"/>
                  <a:pt x="167485" y="48942"/>
                  <a:pt x="167485" y="47271"/>
                </a:cubicBezTo>
                <a:cubicBezTo>
                  <a:pt x="167485" y="46170"/>
                  <a:pt x="167523" y="45288"/>
                  <a:pt x="167599" y="44623"/>
                </a:cubicBezTo>
                <a:cubicBezTo>
                  <a:pt x="167674" y="43959"/>
                  <a:pt x="167787" y="43427"/>
                  <a:pt x="167938" y="43028"/>
                </a:cubicBezTo>
                <a:cubicBezTo>
                  <a:pt x="168090" y="42629"/>
                  <a:pt x="168278" y="42364"/>
                  <a:pt x="168505" y="42232"/>
                </a:cubicBezTo>
                <a:cubicBezTo>
                  <a:pt x="168732" y="42098"/>
                  <a:pt x="169015" y="42032"/>
                  <a:pt x="169355" y="42032"/>
                </a:cubicBezTo>
                <a:cubicBezTo>
                  <a:pt x="169770" y="42032"/>
                  <a:pt x="170384" y="42271"/>
                  <a:pt x="171196" y="42749"/>
                </a:cubicBezTo>
                <a:cubicBezTo>
                  <a:pt x="172008" y="43226"/>
                  <a:pt x="173018" y="43752"/>
                  <a:pt x="174226" y="44326"/>
                </a:cubicBezTo>
                <a:cubicBezTo>
                  <a:pt x="175435" y="44899"/>
                  <a:pt x="176841" y="45435"/>
                  <a:pt x="178446" y="45931"/>
                </a:cubicBezTo>
                <a:cubicBezTo>
                  <a:pt x="180051" y="46428"/>
                  <a:pt x="181873" y="46677"/>
                  <a:pt x="183913" y="46677"/>
                </a:cubicBezTo>
                <a:cubicBezTo>
                  <a:pt x="185197" y="46677"/>
                  <a:pt x="186339" y="46545"/>
                  <a:pt x="187340" y="46282"/>
                </a:cubicBezTo>
                <a:cubicBezTo>
                  <a:pt x="188341" y="46019"/>
                  <a:pt x="189209" y="45643"/>
                  <a:pt x="189946" y="45154"/>
                </a:cubicBezTo>
                <a:cubicBezTo>
                  <a:pt x="190682" y="44664"/>
                  <a:pt x="191239" y="44044"/>
                  <a:pt x="191617" y="43292"/>
                </a:cubicBezTo>
                <a:cubicBezTo>
                  <a:pt x="191994" y="42540"/>
                  <a:pt x="192183" y="41675"/>
                  <a:pt x="192183" y="40697"/>
                </a:cubicBezTo>
                <a:cubicBezTo>
                  <a:pt x="192183" y="39562"/>
                  <a:pt x="191834" y="38587"/>
                  <a:pt x="191135" y="37774"/>
                </a:cubicBezTo>
                <a:cubicBezTo>
                  <a:pt x="190437" y="36960"/>
                  <a:pt x="189511" y="36250"/>
                  <a:pt x="188359" y="35645"/>
                </a:cubicBezTo>
                <a:cubicBezTo>
                  <a:pt x="187208" y="35039"/>
                  <a:pt x="185905" y="34472"/>
                  <a:pt x="184451" y="33942"/>
                </a:cubicBezTo>
                <a:cubicBezTo>
                  <a:pt x="182997" y="33412"/>
                  <a:pt x="181505" y="32825"/>
                  <a:pt x="179976" y="32182"/>
                </a:cubicBezTo>
                <a:cubicBezTo>
                  <a:pt x="178446" y="31539"/>
                  <a:pt x="176955" y="30801"/>
                  <a:pt x="175501" y="29969"/>
                </a:cubicBezTo>
                <a:cubicBezTo>
                  <a:pt x="174047" y="29136"/>
                  <a:pt x="172744" y="28114"/>
                  <a:pt x="171592" y="26903"/>
                </a:cubicBezTo>
                <a:cubicBezTo>
                  <a:pt x="170440" y="25693"/>
                  <a:pt x="169515" y="24236"/>
                  <a:pt x="168816" y="22535"/>
                </a:cubicBezTo>
                <a:cubicBezTo>
                  <a:pt x="168118" y="20832"/>
                  <a:pt x="167769" y="18788"/>
                  <a:pt x="167769" y="16404"/>
                </a:cubicBezTo>
                <a:cubicBezTo>
                  <a:pt x="167769" y="13982"/>
                  <a:pt x="168241" y="11758"/>
                  <a:pt x="169185" y="9734"/>
                </a:cubicBezTo>
                <a:cubicBezTo>
                  <a:pt x="170129" y="7710"/>
                  <a:pt x="171488" y="5980"/>
                  <a:pt x="173263" y="4542"/>
                </a:cubicBezTo>
                <a:cubicBezTo>
                  <a:pt x="175038" y="3104"/>
                  <a:pt x="177200" y="1987"/>
                  <a:pt x="179749" y="1193"/>
                </a:cubicBezTo>
                <a:cubicBezTo>
                  <a:pt x="182298" y="398"/>
                  <a:pt x="185159" y="0"/>
                  <a:pt x="188331" y="0"/>
                </a:cubicBezTo>
                <a:cubicBezTo>
                  <a:pt x="189917" y="0"/>
                  <a:pt x="191456" y="113"/>
                  <a:pt x="192948" y="340"/>
                </a:cubicBezTo>
                <a:cubicBezTo>
                  <a:pt x="194440" y="566"/>
                  <a:pt x="195790" y="850"/>
                  <a:pt x="196998" y="1190"/>
                </a:cubicBezTo>
                <a:cubicBezTo>
                  <a:pt x="198206" y="1529"/>
                  <a:pt x="199226" y="1898"/>
                  <a:pt x="200057" y="2294"/>
                </a:cubicBezTo>
                <a:cubicBezTo>
                  <a:pt x="200888" y="2691"/>
                  <a:pt x="201483" y="3031"/>
                  <a:pt x="201841" y="3314"/>
                </a:cubicBezTo>
                <a:cubicBezTo>
                  <a:pt x="202200" y="3597"/>
                  <a:pt x="202455" y="3880"/>
                  <a:pt x="202606" y="4164"/>
                </a:cubicBezTo>
                <a:cubicBezTo>
                  <a:pt x="202757" y="4447"/>
                  <a:pt x="202870" y="4787"/>
                  <a:pt x="202946" y="5183"/>
                </a:cubicBezTo>
                <a:cubicBezTo>
                  <a:pt x="203021" y="5580"/>
                  <a:pt x="203088" y="6071"/>
                  <a:pt x="203144" y="6656"/>
                </a:cubicBezTo>
                <a:cubicBezTo>
                  <a:pt x="203201" y="7241"/>
                  <a:pt x="203229" y="7968"/>
                  <a:pt x="203229" y="8837"/>
                </a:cubicBezTo>
                <a:cubicBezTo>
                  <a:pt x="203229" y="9856"/>
                  <a:pt x="203201" y="10687"/>
                  <a:pt x="203144" y="11329"/>
                </a:cubicBezTo>
                <a:cubicBezTo>
                  <a:pt x="203088" y="11971"/>
                  <a:pt x="202993" y="12481"/>
                  <a:pt x="202861" y="12859"/>
                </a:cubicBezTo>
                <a:cubicBezTo>
                  <a:pt x="202729" y="13236"/>
                  <a:pt x="202549" y="13491"/>
                  <a:pt x="202323" y="13623"/>
                </a:cubicBezTo>
                <a:cubicBezTo>
                  <a:pt x="202096" y="13756"/>
                  <a:pt x="201832" y="13822"/>
                  <a:pt x="201530" y="13822"/>
                </a:cubicBezTo>
                <a:cubicBezTo>
                  <a:pt x="201190" y="13822"/>
                  <a:pt x="200661" y="13623"/>
                  <a:pt x="199944" y="13227"/>
                </a:cubicBezTo>
                <a:cubicBezTo>
                  <a:pt x="199226" y="12830"/>
                  <a:pt x="198329" y="12406"/>
                  <a:pt x="197253" y="11952"/>
                </a:cubicBezTo>
                <a:cubicBezTo>
                  <a:pt x="196177" y="11499"/>
                  <a:pt x="194930" y="11074"/>
                  <a:pt x="193514" y="10678"/>
                </a:cubicBezTo>
                <a:cubicBezTo>
                  <a:pt x="192098" y="10281"/>
                  <a:pt x="190484" y="10083"/>
                  <a:pt x="188671" y="10083"/>
                </a:cubicBezTo>
                <a:cubicBezTo>
                  <a:pt x="187387" y="10083"/>
                  <a:pt x="186273" y="10216"/>
                  <a:pt x="185329" y="10483"/>
                </a:cubicBezTo>
                <a:cubicBezTo>
                  <a:pt x="184385" y="10749"/>
                  <a:pt x="183611" y="11128"/>
                  <a:pt x="183006" y="11621"/>
                </a:cubicBezTo>
                <a:cubicBezTo>
                  <a:pt x="182402" y="12115"/>
                  <a:pt x="181949" y="12694"/>
                  <a:pt x="181647" y="13358"/>
                </a:cubicBezTo>
                <a:cubicBezTo>
                  <a:pt x="181345" y="14022"/>
                  <a:pt x="181194" y="14735"/>
                  <a:pt x="181194" y="15495"/>
                </a:cubicBezTo>
                <a:cubicBezTo>
                  <a:pt x="181194" y="16668"/>
                  <a:pt x="181552" y="17652"/>
                  <a:pt x="182270" y="18447"/>
                </a:cubicBezTo>
                <a:cubicBezTo>
                  <a:pt x="182988" y="19241"/>
                  <a:pt x="183932" y="19941"/>
                  <a:pt x="185102" y="20547"/>
                </a:cubicBezTo>
                <a:cubicBezTo>
                  <a:pt x="186273" y="21152"/>
                  <a:pt x="187604" y="21720"/>
                  <a:pt x="189096" y="22250"/>
                </a:cubicBezTo>
                <a:cubicBezTo>
                  <a:pt x="190588" y="22780"/>
                  <a:pt x="192098" y="23357"/>
                  <a:pt x="193628" y="23981"/>
                </a:cubicBezTo>
                <a:cubicBezTo>
                  <a:pt x="195157" y="24605"/>
                  <a:pt x="196668" y="25333"/>
                  <a:pt x="198159" y="26165"/>
                </a:cubicBezTo>
                <a:cubicBezTo>
                  <a:pt x="199651" y="26997"/>
                  <a:pt x="200982" y="28019"/>
                  <a:pt x="202153" y="29231"/>
                </a:cubicBezTo>
                <a:cubicBezTo>
                  <a:pt x="203324" y="30442"/>
                  <a:pt x="204268" y="31890"/>
                  <a:pt x="204985" y="33574"/>
                </a:cubicBezTo>
                <a:cubicBezTo>
                  <a:pt x="205703" y="35256"/>
                  <a:pt x="206061" y="37252"/>
                  <a:pt x="206061" y="39560"/>
                </a:cubicBezTo>
                <a:close/>
                <a:moveTo>
                  <a:pt x="263685" y="27068"/>
                </a:moveTo>
                <a:cubicBezTo>
                  <a:pt x="263685" y="28809"/>
                  <a:pt x="263298" y="30095"/>
                  <a:pt x="262524" y="30927"/>
                </a:cubicBezTo>
                <a:cubicBezTo>
                  <a:pt x="261749" y="31759"/>
                  <a:pt x="260683" y="32175"/>
                  <a:pt x="259323" y="32175"/>
                </a:cubicBezTo>
                <a:lnTo>
                  <a:pt x="228564" y="32175"/>
                </a:lnTo>
                <a:cubicBezTo>
                  <a:pt x="228564" y="34336"/>
                  <a:pt x="228819" y="36298"/>
                  <a:pt x="229329" y="38061"/>
                </a:cubicBezTo>
                <a:cubicBezTo>
                  <a:pt x="229839" y="39824"/>
                  <a:pt x="230651" y="41322"/>
                  <a:pt x="231765" y="42556"/>
                </a:cubicBezTo>
                <a:cubicBezTo>
                  <a:pt x="232879" y="43788"/>
                  <a:pt x="234314" y="44726"/>
                  <a:pt x="236070" y="45370"/>
                </a:cubicBezTo>
                <a:cubicBezTo>
                  <a:pt x="237826" y="46015"/>
                  <a:pt x="239931" y="46337"/>
                  <a:pt x="242386" y="46337"/>
                </a:cubicBezTo>
                <a:cubicBezTo>
                  <a:pt x="244878" y="46337"/>
                  <a:pt x="247069" y="46154"/>
                  <a:pt x="248957" y="45790"/>
                </a:cubicBezTo>
                <a:cubicBezTo>
                  <a:pt x="250845" y="45425"/>
                  <a:pt x="252478" y="45022"/>
                  <a:pt x="253857" y="44581"/>
                </a:cubicBezTo>
                <a:cubicBezTo>
                  <a:pt x="255235" y="44139"/>
                  <a:pt x="256377" y="43736"/>
                  <a:pt x="257284" y="43372"/>
                </a:cubicBezTo>
                <a:cubicBezTo>
                  <a:pt x="258190" y="43007"/>
                  <a:pt x="258927" y="42825"/>
                  <a:pt x="259493" y="42825"/>
                </a:cubicBezTo>
                <a:cubicBezTo>
                  <a:pt x="259833" y="42825"/>
                  <a:pt x="260116" y="42891"/>
                  <a:pt x="260343" y="43025"/>
                </a:cubicBezTo>
                <a:cubicBezTo>
                  <a:pt x="260569" y="43157"/>
                  <a:pt x="260758" y="43394"/>
                  <a:pt x="260909" y="43736"/>
                </a:cubicBezTo>
                <a:cubicBezTo>
                  <a:pt x="261060" y="44077"/>
                  <a:pt x="261164" y="44561"/>
                  <a:pt x="261221" y="45188"/>
                </a:cubicBezTo>
                <a:cubicBezTo>
                  <a:pt x="261277" y="45815"/>
                  <a:pt x="261306" y="46602"/>
                  <a:pt x="261306" y="47551"/>
                </a:cubicBezTo>
                <a:cubicBezTo>
                  <a:pt x="261306" y="48387"/>
                  <a:pt x="261287" y="49099"/>
                  <a:pt x="261249" y="49688"/>
                </a:cubicBezTo>
                <a:cubicBezTo>
                  <a:pt x="261211" y="50275"/>
                  <a:pt x="261155" y="50778"/>
                  <a:pt x="261079" y="51196"/>
                </a:cubicBezTo>
                <a:cubicBezTo>
                  <a:pt x="261004" y="51614"/>
                  <a:pt x="260890" y="51965"/>
                  <a:pt x="260739" y="52251"/>
                </a:cubicBezTo>
                <a:cubicBezTo>
                  <a:pt x="260588" y="52535"/>
                  <a:pt x="260390" y="52810"/>
                  <a:pt x="260144" y="53076"/>
                </a:cubicBezTo>
                <a:cubicBezTo>
                  <a:pt x="259899" y="53341"/>
                  <a:pt x="259229" y="53701"/>
                  <a:pt x="258133" y="54154"/>
                </a:cubicBezTo>
                <a:cubicBezTo>
                  <a:pt x="257038" y="54607"/>
                  <a:pt x="255641" y="55051"/>
                  <a:pt x="253942" y="55485"/>
                </a:cubicBezTo>
                <a:cubicBezTo>
                  <a:pt x="252242" y="55919"/>
                  <a:pt x="250297" y="56297"/>
                  <a:pt x="248107" y="56618"/>
                </a:cubicBezTo>
                <a:cubicBezTo>
                  <a:pt x="245917" y="56939"/>
                  <a:pt x="243575" y="57100"/>
                  <a:pt x="241083" y="57100"/>
                </a:cubicBezTo>
                <a:cubicBezTo>
                  <a:pt x="236589" y="57100"/>
                  <a:pt x="232652" y="56532"/>
                  <a:pt x="229272" y="55397"/>
                </a:cubicBezTo>
                <a:cubicBezTo>
                  <a:pt x="225892" y="54261"/>
                  <a:pt x="223069" y="52540"/>
                  <a:pt x="220804" y="50231"/>
                </a:cubicBezTo>
                <a:cubicBezTo>
                  <a:pt x="218538" y="47923"/>
                  <a:pt x="216848" y="45010"/>
                  <a:pt x="215734" y="41492"/>
                </a:cubicBezTo>
                <a:cubicBezTo>
                  <a:pt x="214620" y="37973"/>
                  <a:pt x="214063" y="33848"/>
                  <a:pt x="214063" y="29118"/>
                </a:cubicBezTo>
                <a:cubicBezTo>
                  <a:pt x="214063" y="24615"/>
                  <a:pt x="214648" y="20556"/>
                  <a:pt x="215819" y="16943"/>
                </a:cubicBezTo>
                <a:cubicBezTo>
                  <a:pt x="216989" y="13329"/>
                  <a:pt x="218689" y="10264"/>
                  <a:pt x="220917" y="7748"/>
                </a:cubicBezTo>
                <a:cubicBezTo>
                  <a:pt x="223145" y="5231"/>
                  <a:pt x="225854" y="3310"/>
                  <a:pt x="229046" y="1986"/>
                </a:cubicBezTo>
                <a:cubicBezTo>
                  <a:pt x="232237" y="662"/>
                  <a:pt x="235834" y="0"/>
                  <a:pt x="239837" y="0"/>
                </a:cubicBezTo>
                <a:cubicBezTo>
                  <a:pt x="244066" y="0"/>
                  <a:pt x="247682" y="624"/>
                  <a:pt x="250684" y="1873"/>
                </a:cubicBezTo>
                <a:cubicBezTo>
                  <a:pt x="253687" y="3121"/>
                  <a:pt x="256151" y="4852"/>
                  <a:pt x="258077" y="7065"/>
                </a:cubicBezTo>
                <a:cubicBezTo>
                  <a:pt x="260003" y="9278"/>
                  <a:pt x="261419" y="11898"/>
                  <a:pt x="262325" y="14925"/>
                </a:cubicBezTo>
                <a:cubicBezTo>
                  <a:pt x="263232" y="17950"/>
                  <a:pt x="263685" y="21242"/>
                  <a:pt x="263685" y="24799"/>
                </a:cubicBezTo>
                <a:lnTo>
                  <a:pt x="263685" y="27068"/>
                </a:lnTo>
                <a:moveTo>
                  <a:pt x="249863" y="22998"/>
                </a:moveTo>
                <a:cubicBezTo>
                  <a:pt x="249976" y="18978"/>
                  <a:pt x="249174" y="15820"/>
                  <a:pt x="247456" y="13526"/>
                </a:cubicBezTo>
                <a:cubicBezTo>
                  <a:pt x="245737" y="11231"/>
                  <a:pt x="243084" y="10083"/>
                  <a:pt x="239497" y="10083"/>
                </a:cubicBezTo>
                <a:cubicBezTo>
                  <a:pt x="237684" y="10083"/>
                  <a:pt x="236107" y="10425"/>
                  <a:pt x="234767" y="11108"/>
                </a:cubicBezTo>
                <a:cubicBezTo>
                  <a:pt x="233426" y="11790"/>
                  <a:pt x="232312" y="12710"/>
                  <a:pt x="231425" y="13868"/>
                </a:cubicBezTo>
                <a:cubicBezTo>
                  <a:pt x="230537" y="15024"/>
                  <a:pt x="229857" y="16390"/>
                  <a:pt x="229385" y="17964"/>
                </a:cubicBezTo>
                <a:cubicBezTo>
                  <a:pt x="228913" y="19537"/>
                  <a:pt x="228640" y="21215"/>
                  <a:pt x="228564" y="22998"/>
                </a:cubicBezTo>
                <a:lnTo>
                  <a:pt x="249863" y="229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related">
            <a:extLst xmlns:a="http://schemas.openxmlformats.org/drawingml/2006/main">
              <a:ext uri="{FF2B5EF4-FFF2-40B4-BE49-F238E27FC236}">
                <a16:creationId xmlns:a16="http://schemas.microsoft.com/office/drawing/2014/main" id="{DCC54987-C70B-4670-88D4-1382F27C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144" y="3290180"/>
            <a:ext cx="327186" cy="80211"/>
          </a:xfrm>
          <a:custGeom xmlns:a="http://schemas.openxmlformats.org/drawingml/2006/main">
            <a:pathLst>
              <a:path w="327186" h="80211">
                <a:moveTo>
                  <a:pt x="32458" y="31042"/>
                </a:moveTo>
                <a:cubicBezTo>
                  <a:pt x="32458" y="32402"/>
                  <a:pt x="32421" y="33516"/>
                  <a:pt x="32345" y="34384"/>
                </a:cubicBezTo>
                <a:cubicBezTo>
                  <a:pt x="32270" y="35253"/>
                  <a:pt x="32156" y="35933"/>
                  <a:pt x="32005" y="36424"/>
                </a:cubicBezTo>
                <a:cubicBezTo>
                  <a:pt x="31854" y="36915"/>
                  <a:pt x="31656" y="37254"/>
                  <a:pt x="31410" y="37443"/>
                </a:cubicBezTo>
                <a:cubicBezTo>
                  <a:pt x="31165" y="37632"/>
                  <a:pt x="30853" y="37726"/>
                  <a:pt x="30476" y="37726"/>
                </a:cubicBezTo>
                <a:cubicBezTo>
                  <a:pt x="30174" y="37726"/>
                  <a:pt x="29834" y="37660"/>
                  <a:pt x="29456" y="37528"/>
                </a:cubicBezTo>
                <a:cubicBezTo>
                  <a:pt x="29078" y="37396"/>
                  <a:pt x="28654" y="37254"/>
                  <a:pt x="28182" y="37103"/>
                </a:cubicBezTo>
                <a:cubicBezTo>
                  <a:pt x="27710" y="36952"/>
                  <a:pt x="27190" y="36811"/>
                  <a:pt x="26624" y="36679"/>
                </a:cubicBezTo>
                <a:cubicBezTo>
                  <a:pt x="26057" y="36546"/>
                  <a:pt x="25434" y="36480"/>
                  <a:pt x="24754" y="36480"/>
                </a:cubicBezTo>
                <a:cubicBezTo>
                  <a:pt x="23961" y="36480"/>
                  <a:pt x="23168" y="36642"/>
                  <a:pt x="22375" y="36965"/>
                </a:cubicBezTo>
                <a:cubicBezTo>
                  <a:pt x="21582" y="37287"/>
                  <a:pt x="20761" y="37791"/>
                  <a:pt x="19911" y="38475"/>
                </a:cubicBezTo>
                <a:cubicBezTo>
                  <a:pt x="19062" y="39160"/>
                  <a:pt x="18174" y="40072"/>
                  <a:pt x="17249" y="41212"/>
                </a:cubicBezTo>
                <a:cubicBezTo>
                  <a:pt x="16324" y="42352"/>
                  <a:pt x="15332" y="43758"/>
                  <a:pt x="14275" y="45430"/>
                </a:cubicBezTo>
                <a:lnTo>
                  <a:pt x="14275" y="76926"/>
                </a:lnTo>
                <a:cubicBezTo>
                  <a:pt x="14275" y="77303"/>
                  <a:pt x="14162" y="77634"/>
                  <a:pt x="13935" y="77917"/>
                </a:cubicBezTo>
                <a:cubicBezTo>
                  <a:pt x="13708" y="78200"/>
                  <a:pt x="13321" y="78436"/>
                  <a:pt x="12774" y="78625"/>
                </a:cubicBezTo>
                <a:cubicBezTo>
                  <a:pt x="12226" y="78814"/>
                  <a:pt x="11499" y="78956"/>
                  <a:pt x="10593" y="79050"/>
                </a:cubicBezTo>
                <a:cubicBezTo>
                  <a:pt x="9687" y="79144"/>
                  <a:pt x="8535" y="79192"/>
                  <a:pt x="7137" y="79192"/>
                </a:cubicBezTo>
                <a:cubicBezTo>
                  <a:pt x="5740" y="79192"/>
                  <a:pt x="4588" y="79144"/>
                  <a:pt x="3682" y="79050"/>
                </a:cubicBezTo>
                <a:cubicBezTo>
                  <a:pt x="2776" y="78956"/>
                  <a:pt x="2049" y="78814"/>
                  <a:pt x="1501" y="78625"/>
                </a:cubicBezTo>
                <a:cubicBezTo>
                  <a:pt x="954" y="78436"/>
                  <a:pt x="566" y="78200"/>
                  <a:pt x="340" y="77917"/>
                </a:cubicBezTo>
                <a:cubicBezTo>
                  <a:pt x="113" y="77634"/>
                  <a:pt x="0" y="77303"/>
                  <a:pt x="0" y="76926"/>
                </a:cubicBezTo>
                <a:lnTo>
                  <a:pt x="0" y="26397"/>
                </a:lnTo>
                <a:cubicBezTo>
                  <a:pt x="0" y="26020"/>
                  <a:pt x="94" y="25689"/>
                  <a:pt x="283" y="25406"/>
                </a:cubicBezTo>
                <a:cubicBezTo>
                  <a:pt x="472" y="25123"/>
                  <a:pt x="812" y="24887"/>
                  <a:pt x="1303" y="24698"/>
                </a:cubicBezTo>
                <a:cubicBezTo>
                  <a:pt x="1794" y="24509"/>
                  <a:pt x="2426" y="24367"/>
                  <a:pt x="3201" y="24273"/>
                </a:cubicBezTo>
                <a:cubicBezTo>
                  <a:pt x="3975" y="24179"/>
                  <a:pt x="4947" y="24131"/>
                  <a:pt x="6118" y="24131"/>
                </a:cubicBezTo>
                <a:cubicBezTo>
                  <a:pt x="7326" y="24131"/>
                  <a:pt x="8327" y="24179"/>
                  <a:pt x="9120" y="24273"/>
                </a:cubicBezTo>
                <a:cubicBezTo>
                  <a:pt x="9913" y="24367"/>
                  <a:pt x="10527" y="24509"/>
                  <a:pt x="10961" y="24698"/>
                </a:cubicBezTo>
                <a:cubicBezTo>
                  <a:pt x="11395" y="24887"/>
                  <a:pt x="11707" y="25123"/>
                  <a:pt x="11896" y="25406"/>
                </a:cubicBezTo>
                <a:cubicBezTo>
                  <a:pt x="12085" y="25689"/>
                  <a:pt x="12179" y="26020"/>
                  <a:pt x="12179" y="26397"/>
                </a:cubicBezTo>
                <a:lnTo>
                  <a:pt x="12179" y="32685"/>
                </a:lnTo>
                <a:cubicBezTo>
                  <a:pt x="13501" y="30785"/>
                  <a:pt x="14747" y="29218"/>
                  <a:pt x="15918" y="27983"/>
                </a:cubicBezTo>
                <a:cubicBezTo>
                  <a:pt x="17088" y="26749"/>
                  <a:pt x="18202" y="25771"/>
                  <a:pt x="19260" y="25050"/>
                </a:cubicBezTo>
                <a:cubicBezTo>
                  <a:pt x="20317" y="24328"/>
                  <a:pt x="21375" y="23825"/>
                  <a:pt x="22432" y="23540"/>
                </a:cubicBezTo>
                <a:cubicBezTo>
                  <a:pt x="23489" y="23255"/>
                  <a:pt x="24547" y="23112"/>
                  <a:pt x="25604" y="23112"/>
                </a:cubicBezTo>
                <a:cubicBezTo>
                  <a:pt x="26095" y="23112"/>
                  <a:pt x="26624" y="23140"/>
                  <a:pt x="27190" y="23197"/>
                </a:cubicBezTo>
                <a:cubicBezTo>
                  <a:pt x="27757" y="23253"/>
                  <a:pt x="28342" y="23348"/>
                  <a:pt x="28946" y="23480"/>
                </a:cubicBezTo>
                <a:cubicBezTo>
                  <a:pt x="29551" y="23612"/>
                  <a:pt x="30079" y="23763"/>
                  <a:pt x="30532" y="23933"/>
                </a:cubicBezTo>
                <a:cubicBezTo>
                  <a:pt x="30986" y="24103"/>
                  <a:pt x="31316" y="24282"/>
                  <a:pt x="31524" y="24471"/>
                </a:cubicBezTo>
                <a:cubicBezTo>
                  <a:pt x="31731" y="24660"/>
                  <a:pt x="31882" y="24868"/>
                  <a:pt x="31977" y="25094"/>
                </a:cubicBezTo>
                <a:cubicBezTo>
                  <a:pt x="32071" y="25321"/>
                  <a:pt x="32156" y="25632"/>
                  <a:pt x="32232" y="26029"/>
                </a:cubicBezTo>
                <a:cubicBezTo>
                  <a:pt x="32307" y="26426"/>
                  <a:pt x="32364" y="27020"/>
                  <a:pt x="32402" y="27813"/>
                </a:cubicBezTo>
                <a:cubicBezTo>
                  <a:pt x="32439" y="28606"/>
                  <a:pt x="32458" y="29683"/>
                  <a:pt x="32458" y="31042"/>
                </a:cubicBezTo>
                <a:close/>
                <a:moveTo>
                  <a:pt x="86271" y="50180"/>
                </a:moveTo>
                <a:cubicBezTo>
                  <a:pt x="86271" y="51921"/>
                  <a:pt x="85884" y="53207"/>
                  <a:pt x="85110" y="54039"/>
                </a:cubicBezTo>
                <a:cubicBezTo>
                  <a:pt x="84336" y="54871"/>
                  <a:pt x="83269" y="55287"/>
                  <a:pt x="81910" y="55287"/>
                </a:cubicBezTo>
                <a:lnTo>
                  <a:pt x="51151" y="55287"/>
                </a:lnTo>
                <a:cubicBezTo>
                  <a:pt x="51151" y="57448"/>
                  <a:pt x="51406" y="59410"/>
                  <a:pt x="51915" y="61173"/>
                </a:cubicBezTo>
                <a:cubicBezTo>
                  <a:pt x="52425" y="62936"/>
                  <a:pt x="53237" y="64434"/>
                  <a:pt x="54351" y="65667"/>
                </a:cubicBezTo>
                <a:cubicBezTo>
                  <a:pt x="55465" y="66899"/>
                  <a:pt x="56900" y="67838"/>
                  <a:pt x="58656" y="68482"/>
                </a:cubicBezTo>
                <a:cubicBezTo>
                  <a:pt x="60412" y="69126"/>
                  <a:pt x="62518" y="69448"/>
                  <a:pt x="64972" y="69448"/>
                </a:cubicBezTo>
                <a:cubicBezTo>
                  <a:pt x="67465" y="69448"/>
                  <a:pt x="69655" y="69266"/>
                  <a:pt x="71543" y="68901"/>
                </a:cubicBezTo>
                <a:cubicBezTo>
                  <a:pt x="73432" y="68537"/>
                  <a:pt x="75065" y="68134"/>
                  <a:pt x="76443" y="67692"/>
                </a:cubicBezTo>
                <a:cubicBezTo>
                  <a:pt x="77822" y="67251"/>
                  <a:pt x="78964" y="66848"/>
                  <a:pt x="79870" y="66483"/>
                </a:cubicBezTo>
                <a:cubicBezTo>
                  <a:pt x="80777" y="66119"/>
                  <a:pt x="81513" y="65936"/>
                  <a:pt x="82080" y="65936"/>
                </a:cubicBezTo>
                <a:cubicBezTo>
                  <a:pt x="82420" y="65936"/>
                  <a:pt x="82703" y="66003"/>
                  <a:pt x="82929" y="66136"/>
                </a:cubicBezTo>
                <a:cubicBezTo>
                  <a:pt x="83156" y="66269"/>
                  <a:pt x="83345" y="66506"/>
                  <a:pt x="83496" y="66848"/>
                </a:cubicBezTo>
                <a:cubicBezTo>
                  <a:pt x="83647" y="67189"/>
                  <a:pt x="83751" y="67673"/>
                  <a:pt x="83807" y="68300"/>
                </a:cubicBezTo>
                <a:cubicBezTo>
                  <a:pt x="83864" y="68926"/>
                  <a:pt x="83892" y="69714"/>
                  <a:pt x="83892" y="70663"/>
                </a:cubicBezTo>
                <a:cubicBezTo>
                  <a:pt x="83892" y="71498"/>
                  <a:pt x="83873" y="72211"/>
                  <a:pt x="83836" y="72799"/>
                </a:cubicBezTo>
                <a:cubicBezTo>
                  <a:pt x="83798" y="73387"/>
                  <a:pt x="83741" y="73890"/>
                  <a:pt x="83666" y="74308"/>
                </a:cubicBezTo>
                <a:cubicBezTo>
                  <a:pt x="83590" y="74725"/>
                  <a:pt x="83477" y="75077"/>
                  <a:pt x="83326" y="75363"/>
                </a:cubicBezTo>
                <a:cubicBezTo>
                  <a:pt x="83175" y="75647"/>
                  <a:pt x="82977" y="75922"/>
                  <a:pt x="82731" y="76188"/>
                </a:cubicBezTo>
                <a:cubicBezTo>
                  <a:pt x="82486" y="76453"/>
                  <a:pt x="81815" y="76812"/>
                  <a:pt x="80720" y="77266"/>
                </a:cubicBezTo>
                <a:cubicBezTo>
                  <a:pt x="79625" y="77719"/>
                  <a:pt x="78228" y="78163"/>
                  <a:pt x="76528" y="78597"/>
                </a:cubicBezTo>
                <a:cubicBezTo>
                  <a:pt x="74829" y="79031"/>
                  <a:pt x="72884" y="79409"/>
                  <a:pt x="70694" y="79730"/>
                </a:cubicBezTo>
                <a:cubicBezTo>
                  <a:pt x="68503" y="80051"/>
                  <a:pt x="66162" y="80211"/>
                  <a:pt x="63670" y="80211"/>
                </a:cubicBezTo>
                <a:cubicBezTo>
                  <a:pt x="59176" y="80211"/>
                  <a:pt x="55239" y="79644"/>
                  <a:pt x="51859" y="78508"/>
                </a:cubicBezTo>
                <a:cubicBezTo>
                  <a:pt x="48479" y="77373"/>
                  <a:pt x="45656" y="75651"/>
                  <a:pt x="43390" y="73343"/>
                </a:cubicBezTo>
                <a:cubicBezTo>
                  <a:pt x="41124" y="71035"/>
                  <a:pt x="39434" y="68121"/>
                  <a:pt x="38320" y="64603"/>
                </a:cubicBezTo>
                <a:cubicBezTo>
                  <a:pt x="37206" y="61084"/>
                  <a:pt x="36649" y="56960"/>
                  <a:pt x="36649" y="52230"/>
                </a:cubicBezTo>
                <a:cubicBezTo>
                  <a:pt x="36649" y="47726"/>
                  <a:pt x="37235" y="43668"/>
                  <a:pt x="38405" y="40054"/>
                </a:cubicBezTo>
                <a:cubicBezTo>
                  <a:pt x="39576" y="36441"/>
                  <a:pt x="41275" y="33376"/>
                  <a:pt x="43503" y="30860"/>
                </a:cubicBezTo>
                <a:cubicBezTo>
                  <a:pt x="45732" y="28343"/>
                  <a:pt x="48441" y="26422"/>
                  <a:pt x="51632" y="25098"/>
                </a:cubicBezTo>
                <a:cubicBezTo>
                  <a:pt x="54823" y="23774"/>
                  <a:pt x="58420" y="23112"/>
                  <a:pt x="62423" y="23112"/>
                </a:cubicBezTo>
                <a:cubicBezTo>
                  <a:pt x="66653" y="23112"/>
                  <a:pt x="70269" y="23736"/>
                  <a:pt x="73271" y="24985"/>
                </a:cubicBezTo>
                <a:cubicBezTo>
                  <a:pt x="76273" y="26233"/>
                  <a:pt x="78738" y="27964"/>
                  <a:pt x="80663" y="30177"/>
                </a:cubicBezTo>
                <a:cubicBezTo>
                  <a:pt x="82589" y="32389"/>
                  <a:pt x="84006" y="35009"/>
                  <a:pt x="84912" y="38036"/>
                </a:cubicBezTo>
                <a:cubicBezTo>
                  <a:pt x="85818" y="41062"/>
                  <a:pt x="86271" y="44354"/>
                  <a:pt x="86271" y="47910"/>
                </a:cubicBezTo>
                <a:lnTo>
                  <a:pt x="86271" y="50180"/>
                </a:lnTo>
                <a:moveTo>
                  <a:pt x="72450" y="46110"/>
                </a:moveTo>
                <a:cubicBezTo>
                  <a:pt x="72563" y="42089"/>
                  <a:pt x="71761" y="38932"/>
                  <a:pt x="70042" y="36638"/>
                </a:cubicBezTo>
                <a:cubicBezTo>
                  <a:pt x="68324" y="34342"/>
                  <a:pt x="65671" y="33195"/>
                  <a:pt x="62083" y="33195"/>
                </a:cubicBezTo>
                <a:cubicBezTo>
                  <a:pt x="60271" y="33195"/>
                  <a:pt x="58694" y="33536"/>
                  <a:pt x="57353" y="34220"/>
                </a:cubicBezTo>
                <a:cubicBezTo>
                  <a:pt x="56013" y="34902"/>
                  <a:pt x="54899" y="35822"/>
                  <a:pt x="54011" y="36979"/>
                </a:cubicBezTo>
                <a:cubicBezTo>
                  <a:pt x="53124" y="38136"/>
                  <a:pt x="52444" y="39501"/>
                  <a:pt x="51972" y="41076"/>
                </a:cubicBezTo>
                <a:cubicBezTo>
                  <a:pt x="51500" y="42649"/>
                  <a:pt x="51226" y="44327"/>
                  <a:pt x="51151" y="46110"/>
                </a:cubicBezTo>
                <a:lnTo>
                  <a:pt x="72450" y="46110"/>
                </a:lnTo>
                <a:close/>
                <a:moveTo>
                  <a:pt x="112223" y="76926"/>
                </a:moveTo>
                <a:cubicBezTo>
                  <a:pt x="112223" y="77303"/>
                  <a:pt x="112110" y="77634"/>
                  <a:pt x="111884" y="77917"/>
                </a:cubicBezTo>
                <a:cubicBezTo>
                  <a:pt x="111657" y="78200"/>
                  <a:pt x="111270" y="78436"/>
                  <a:pt x="110722" y="78625"/>
                </a:cubicBezTo>
                <a:cubicBezTo>
                  <a:pt x="110175" y="78814"/>
                  <a:pt x="109448" y="78956"/>
                  <a:pt x="108541" y="79050"/>
                </a:cubicBezTo>
                <a:cubicBezTo>
                  <a:pt x="107635" y="79144"/>
                  <a:pt x="106483" y="79192"/>
                  <a:pt x="105086" y="79192"/>
                </a:cubicBezTo>
                <a:cubicBezTo>
                  <a:pt x="103689" y="79192"/>
                  <a:pt x="102537" y="79144"/>
                  <a:pt x="101631" y="79050"/>
                </a:cubicBezTo>
                <a:cubicBezTo>
                  <a:pt x="100724" y="78956"/>
                  <a:pt x="99997" y="78814"/>
                  <a:pt x="99450" y="78625"/>
                </a:cubicBezTo>
                <a:cubicBezTo>
                  <a:pt x="98902" y="78436"/>
                  <a:pt x="98515" y="78200"/>
                  <a:pt x="98288" y="77917"/>
                </a:cubicBezTo>
                <a:cubicBezTo>
                  <a:pt x="98062" y="77634"/>
                  <a:pt x="97949" y="77303"/>
                  <a:pt x="97949" y="76926"/>
                </a:cubicBezTo>
                <a:lnTo>
                  <a:pt x="97949" y="2436"/>
                </a:lnTo>
                <a:cubicBezTo>
                  <a:pt x="97949" y="2058"/>
                  <a:pt x="98062" y="1718"/>
                  <a:pt x="98288" y="1416"/>
                </a:cubicBezTo>
                <a:cubicBezTo>
                  <a:pt x="98515" y="1114"/>
                  <a:pt x="98902" y="859"/>
                  <a:pt x="99450" y="651"/>
                </a:cubicBezTo>
                <a:cubicBezTo>
                  <a:pt x="99997" y="444"/>
                  <a:pt x="100724" y="283"/>
                  <a:pt x="101631" y="170"/>
                </a:cubicBezTo>
                <a:cubicBezTo>
                  <a:pt x="102537" y="57"/>
                  <a:pt x="103689" y="0"/>
                  <a:pt x="105086" y="0"/>
                </a:cubicBezTo>
                <a:cubicBezTo>
                  <a:pt x="106483" y="0"/>
                  <a:pt x="107635" y="57"/>
                  <a:pt x="108541" y="170"/>
                </a:cubicBezTo>
                <a:cubicBezTo>
                  <a:pt x="109448" y="283"/>
                  <a:pt x="110175" y="444"/>
                  <a:pt x="110722" y="651"/>
                </a:cubicBezTo>
                <a:cubicBezTo>
                  <a:pt x="111270" y="859"/>
                  <a:pt x="111657" y="1114"/>
                  <a:pt x="111884" y="1416"/>
                </a:cubicBezTo>
                <a:cubicBezTo>
                  <a:pt x="112110" y="1718"/>
                  <a:pt x="112223" y="2058"/>
                  <a:pt x="112223" y="2436"/>
                </a:cubicBezTo>
                <a:lnTo>
                  <a:pt x="112223" y="76926"/>
                </a:lnTo>
                <a:close/>
                <a:moveTo>
                  <a:pt x="169481" y="77094"/>
                </a:moveTo>
                <a:cubicBezTo>
                  <a:pt x="169481" y="77623"/>
                  <a:pt x="169292" y="78039"/>
                  <a:pt x="168915" y="78342"/>
                </a:cubicBezTo>
                <a:cubicBezTo>
                  <a:pt x="168537" y="78644"/>
                  <a:pt x="167942" y="78861"/>
                  <a:pt x="167130" y="78993"/>
                </a:cubicBezTo>
                <a:cubicBezTo>
                  <a:pt x="166318" y="79126"/>
                  <a:pt x="165119" y="79192"/>
                  <a:pt x="163533" y="79192"/>
                </a:cubicBezTo>
                <a:cubicBezTo>
                  <a:pt x="161834" y="79192"/>
                  <a:pt x="160597" y="79126"/>
                  <a:pt x="159823" y="78993"/>
                </a:cubicBezTo>
                <a:cubicBezTo>
                  <a:pt x="159049" y="78861"/>
                  <a:pt x="158501" y="78644"/>
                  <a:pt x="158180" y="78342"/>
                </a:cubicBezTo>
                <a:cubicBezTo>
                  <a:pt x="157859" y="78040"/>
                  <a:pt x="157699" y="77624"/>
                  <a:pt x="157699" y="77096"/>
                </a:cubicBezTo>
                <a:lnTo>
                  <a:pt x="157699" y="73074"/>
                </a:lnTo>
                <a:cubicBezTo>
                  <a:pt x="155622" y="75302"/>
                  <a:pt x="153252" y="77048"/>
                  <a:pt x="150589" y="78314"/>
                </a:cubicBezTo>
                <a:cubicBezTo>
                  <a:pt x="147927" y="79579"/>
                  <a:pt x="144972" y="80211"/>
                  <a:pt x="141724" y="80211"/>
                </a:cubicBezTo>
                <a:cubicBezTo>
                  <a:pt x="139043" y="80211"/>
                  <a:pt x="136579" y="79861"/>
                  <a:pt x="134332" y="79160"/>
                </a:cubicBezTo>
                <a:cubicBezTo>
                  <a:pt x="132085" y="78459"/>
                  <a:pt x="130140" y="77417"/>
                  <a:pt x="128497" y="76034"/>
                </a:cubicBezTo>
                <a:cubicBezTo>
                  <a:pt x="126855" y="74650"/>
                  <a:pt x="125580" y="72936"/>
                  <a:pt x="124674" y="70891"/>
                </a:cubicBezTo>
                <a:cubicBezTo>
                  <a:pt x="123767" y="68845"/>
                  <a:pt x="123314" y="66457"/>
                  <a:pt x="123314" y="63729"/>
                </a:cubicBezTo>
                <a:cubicBezTo>
                  <a:pt x="123314" y="60773"/>
                  <a:pt x="123890" y="58205"/>
                  <a:pt x="125042" y="56027"/>
                </a:cubicBezTo>
                <a:cubicBezTo>
                  <a:pt x="126194" y="53848"/>
                  <a:pt x="127912" y="52049"/>
                  <a:pt x="130197" y="50628"/>
                </a:cubicBezTo>
                <a:cubicBezTo>
                  <a:pt x="132481" y="49207"/>
                  <a:pt x="135323" y="48155"/>
                  <a:pt x="138722" y="47473"/>
                </a:cubicBezTo>
                <a:cubicBezTo>
                  <a:pt x="142121" y="46791"/>
                  <a:pt x="146067" y="46450"/>
                  <a:pt x="150561" y="46450"/>
                </a:cubicBezTo>
                <a:lnTo>
                  <a:pt x="155489" y="46450"/>
                </a:lnTo>
                <a:lnTo>
                  <a:pt x="155489" y="43405"/>
                </a:lnTo>
                <a:cubicBezTo>
                  <a:pt x="155489" y="41826"/>
                  <a:pt x="155329" y="40445"/>
                  <a:pt x="155008" y="39261"/>
                </a:cubicBezTo>
                <a:cubicBezTo>
                  <a:pt x="154687" y="38076"/>
                  <a:pt x="154158" y="37089"/>
                  <a:pt x="153422" y="36300"/>
                </a:cubicBezTo>
                <a:cubicBezTo>
                  <a:pt x="152685" y="35510"/>
                  <a:pt x="151703" y="34928"/>
                  <a:pt x="150476" y="34553"/>
                </a:cubicBezTo>
                <a:cubicBezTo>
                  <a:pt x="149249" y="34176"/>
                  <a:pt x="147729" y="33988"/>
                  <a:pt x="145916" y="33988"/>
                </a:cubicBezTo>
                <a:cubicBezTo>
                  <a:pt x="143537" y="33988"/>
                  <a:pt x="141413" y="34252"/>
                  <a:pt x="139543" y="34781"/>
                </a:cubicBezTo>
                <a:cubicBezTo>
                  <a:pt x="137674" y="35310"/>
                  <a:pt x="136022" y="35895"/>
                  <a:pt x="134587" y="36537"/>
                </a:cubicBezTo>
                <a:cubicBezTo>
                  <a:pt x="133152" y="37179"/>
                  <a:pt x="131953" y="37764"/>
                  <a:pt x="130990" y="38293"/>
                </a:cubicBezTo>
                <a:cubicBezTo>
                  <a:pt x="130027" y="38822"/>
                  <a:pt x="129243" y="39086"/>
                  <a:pt x="128639" y="39086"/>
                </a:cubicBezTo>
                <a:cubicBezTo>
                  <a:pt x="128224" y="39086"/>
                  <a:pt x="127855" y="38953"/>
                  <a:pt x="127534" y="38688"/>
                </a:cubicBezTo>
                <a:cubicBezTo>
                  <a:pt x="127213" y="38422"/>
                  <a:pt x="126949" y="38043"/>
                  <a:pt x="126741" y="37549"/>
                </a:cubicBezTo>
                <a:cubicBezTo>
                  <a:pt x="126534" y="37056"/>
                  <a:pt x="126373" y="36449"/>
                  <a:pt x="126260" y="35728"/>
                </a:cubicBezTo>
                <a:cubicBezTo>
                  <a:pt x="126147" y="35006"/>
                  <a:pt x="126090" y="34209"/>
                  <a:pt x="126090" y="33336"/>
                </a:cubicBezTo>
                <a:cubicBezTo>
                  <a:pt x="126090" y="32160"/>
                  <a:pt x="126184" y="31230"/>
                  <a:pt x="126373" y="30547"/>
                </a:cubicBezTo>
                <a:cubicBezTo>
                  <a:pt x="126562" y="29863"/>
                  <a:pt x="126921" y="29247"/>
                  <a:pt x="127449" y="28697"/>
                </a:cubicBezTo>
                <a:cubicBezTo>
                  <a:pt x="127978" y="28146"/>
                  <a:pt x="128903" y="27540"/>
                  <a:pt x="130225" y="26879"/>
                </a:cubicBezTo>
                <a:cubicBezTo>
                  <a:pt x="131547" y="26218"/>
                  <a:pt x="133095" y="25604"/>
                  <a:pt x="134870" y="25038"/>
                </a:cubicBezTo>
                <a:cubicBezTo>
                  <a:pt x="136645" y="24471"/>
                  <a:pt x="138580" y="24009"/>
                  <a:pt x="140676" y="23650"/>
                </a:cubicBezTo>
                <a:cubicBezTo>
                  <a:pt x="142772" y="23291"/>
                  <a:pt x="144934" y="23112"/>
                  <a:pt x="147162" y="23112"/>
                </a:cubicBezTo>
                <a:cubicBezTo>
                  <a:pt x="151128" y="23112"/>
                  <a:pt x="154517" y="23499"/>
                  <a:pt x="157330" y="24275"/>
                </a:cubicBezTo>
                <a:cubicBezTo>
                  <a:pt x="160144" y="25049"/>
                  <a:pt x="162457" y="26240"/>
                  <a:pt x="164270" y="27847"/>
                </a:cubicBezTo>
                <a:cubicBezTo>
                  <a:pt x="166082" y="29453"/>
                  <a:pt x="167404" y="31523"/>
                  <a:pt x="168235" y="34055"/>
                </a:cubicBezTo>
                <a:cubicBezTo>
                  <a:pt x="169066" y="36588"/>
                  <a:pt x="169481" y="39593"/>
                  <a:pt x="169481" y="43071"/>
                </a:cubicBezTo>
                <a:lnTo>
                  <a:pt x="169481" y="77094"/>
                </a:lnTo>
                <a:moveTo>
                  <a:pt x="155489" y="55400"/>
                </a:moveTo>
                <a:lnTo>
                  <a:pt x="150051" y="55400"/>
                </a:lnTo>
                <a:cubicBezTo>
                  <a:pt x="147748" y="55400"/>
                  <a:pt x="145784" y="55571"/>
                  <a:pt x="144160" y="55914"/>
                </a:cubicBezTo>
                <a:cubicBezTo>
                  <a:pt x="142536" y="56256"/>
                  <a:pt x="141214" y="56770"/>
                  <a:pt x="140195" y="57455"/>
                </a:cubicBezTo>
                <a:cubicBezTo>
                  <a:pt x="139175" y="58140"/>
                  <a:pt x="138429" y="58968"/>
                  <a:pt x="137957" y="59939"/>
                </a:cubicBezTo>
                <a:cubicBezTo>
                  <a:pt x="137485" y="60909"/>
                  <a:pt x="137249" y="62022"/>
                  <a:pt x="137249" y="63278"/>
                </a:cubicBezTo>
                <a:cubicBezTo>
                  <a:pt x="137249" y="65409"/>
                  <a:pt x="137920" y="67083"/>
                  <a:pt x="139260" y="68301"/>
                </a:cubicBezTo>
                <a:cubicBezTo>
                  <a:pt x="140601" y="69519"/>
                  <a:pt x="142461" y="70128"/>
                  <a:pt x="144840" y="70128"/>
                </a:cubicBezTo>
                <a:cubicBezTo>
                  <a:pt x="146841" y="70128"/>
                  <a:pt x="148682" y="69615"/>
                  <a:pt x="150363" y="68588"/>
                </a:cubicBezTo>
                <a:cubicBezTo>
                  <a:pt x="152043" y="67560"/>
                  <a:pt x="153752" y="66057"/>
                  <a:pt x="155489" y="64078"/>
                </a:cubicBezTo>
                <a:lnTo>
                  <a:pt x="155489" y="55400"/>
                </a:lnTo>
                <a:close/>
                <a:moveTo>
                  <a:pt x="211920" y="71902"/>
                </a:moveTo>
                <a:cubicBezTo>
                  <a:pt x="211920" y="73572"/>
                  <a:pt x="211816" y="74853"/>
                  <a:pt x="211609" y="75745"/>
                </a:cubicBezTo>
                <a:cubicBezTo>
                  <a:pt x="211401" y="76636"/>
                  <a:pt x="211127" y="77262"/>
                  <a:pt x="210787" y="77623"/>
                </a:cubicBezTo>
                <a:cubicBezTo>
                  <a:pt x="210447" y="77983"/>
                  <a:pt x="209947" y="78305"/>
                  <a:pt x="209286" y="78590"/>
                </a:cubicBezTo>
                <a:cubicBezTo>
                  <a:pt x="208625" y="78874"/>
                  <a:pt x="207851" y="79121"/>
                  <a:pt x="206964" y="79330"/>
                </a:cubicBezTo>
                <a:cubicBezTo>
                  <a:pt x="206076" y="79539"/>
                  <a:pt x="205113" y="79700"/>
                  <a:pt x="204075" y="79813"/>
                </a:cubicBezTo>
                <a:cubicBezTo>
                  <a:pt x="203036" y="79927"/>
                  <a:pt x="201988" y="79985"/>
                  <a:pt x="200931" y="79985"/>
                </a:cubicBezTo>
                <a:cubicBezTo>
                  <a:pt x="198099" y="79985"/>
                  <a:pt x="195644" y="79626"/>
                  <a:pt x="193567" y="78908"/>
                </a:cubicBezTo>
                <a:cubicBezTo>
                  <a:pt x="191490" y="78191"/>
                  <a:pt x="189772" y="77086"/>
                  <a:pt x="188412" y="75595"/>
                </a:cubicBezTo>
                <a:cubicBezTo>
                  <a:pt x="187052" y="74103"/>
                  <a:pt x="186052" y="72224"/>
                  <a:pt x="185410" y="69958"/>
                </a:cubicBezTo>
                <a:cubicBezTo>
                  <a:pt x="184768" y="67692"/>
                  <a:pt x="184447" y="65011"/>
                  <a:pt x="184447" y="61914"/>
                </a:cubicBezTo>
                <a:lnTo>
                  <a:pt x="184447" y="36027"/>
                </a:lnTo>
                <a:lnTo>
                  <a:pt x="178386" y="36027"/>
                </a:lnTo>
                <a:cubicBezTo>
                  <a:pt x="177668" y="36027"/>
                  <a:pt x="177120" y="35583"/>
                  <a:pt x="176743" y="34696"/>
                </a:cubicBezTo>
                <a:cubicBezTo>
                  <a:pt x="176365" y="33808"/>
                  <a:pt x="176176" y="32326"/>
                  <a:pt x="176176" y="30249"/>
                </a:cubicBezTo>
                <a:cubicBezTo>
                  <a:pt x="176176" y="29154"/>
                  <a:pt x="176224" y="28229"/>
                  <a:pt x="176318" y="27473"/>
                </a:cubicBezTo>
                <a:cubicBezTo>
                  <a:pt x="176412" y="26718"/>
                  <a:pt x="176554" y="26123"/>
                  <a:pt x="176743" y="25689"/>
                </a:cubicBezTo>
                <a:cubicBezTo>
                  <a:pt x="176932" y="25255"/>
                  <a:pt x="177168" y="24943"/>
                  <a:pt x="177451" y="24754"/>
                </a:cubicBezTo>
                <a:cubicBezTo>
                  <a:pt x="177734" y="24566"/>
                  <a:pt x="178065" y="24471"/>
                  <a:pt x="178442" y="24471"/>
                </a:cubicBezTo>
                <a:lnTo>
                  <a:pt x="184447" y="24471"/>
                </a:lnTo>
                <a:lnTo>
                  <a:pt x="184447" y="13153"/>
                </a:lnTo>
                <a:cubicBezTo>
                  <a:pt x="184447" y="12773"/>
                  <a:pt x="184551" y="12431"/>
                  <a:pt x="184758" y="12128"/>
                </a:cubicBezTo>
                <a:cubicBezTo>
                  <a:pt x="184966" y="11824"/>
                  <a:pt x="185344" y="11569"/>
                  <a:pt x="185891" y="11361"/>
                </a:cubicBezTo>
                <a:cubicBezTo>
                  <a:pt x="186439" y="11152"/>
                  <a:pt x="187175" y="11001"/>
                  <a:pt x="188100" y="10906"/>
                </a:cubicBezTo>
                <a:cubicBezTo>
                  <a:pt x="189026" y="10811"/>
                  <a:pt x="190168" y="10763"/>
                  <a:pt x="191528" y="10763"/>
                </a:cubicBezTo>
                <a:cubicBezTo>
                  <a:pt x="192925" y="10763"/>
                  <a:pt x="194086" y="10811"/>
                  <a:pt x="195011" y="10906"/>
                </a:cubicBezTo>
                <a:cubicBezTo>
                  <a:pt x="195937" y="11001"/>
                  <a:pt x="196663" y="11152"/>
                  <a:pt x="197192" y="11361"/>
                </a:cubicBezTo>
                <a:cubicBezTo>
                  <a:pt x="197721" y="11569"/>
                  <a:pt x="198099" y="11824"/>
                  <a:pt x="198325" y="12128"/>
                </a:cubicBezTo>
                <a:cubicBezTo>
                  <a:pt x="198552" y="12431"/>
                  <a:pt x="198665" y="12773"/>
                  <a:pt x="198665" y="13153"/>
                </a:cubicBezTo>
                <a:lnTo>
                  <a:pt x="198665" y="24471"/>
                </a:lnTo>
                <a:lnTo>
                  <a:pt x="209654" y="24471"/>
                </a:lnTo>
                <a:cubicBezTo>
                  <a:pt x="210032" y="24471"/>
                  <a:pt x="210362" y="24566"/>
                  <a:pt x="210646" y="24754"/>
                </a:cubicBezTo>
                <a:cubicBezTo>
                  <a:pt x="210929" y="24943"/>
                  <a:pt x="211165" y="25255"/>
                  <a:pt x="211354" y="25689"/>
                </a:cubicBezTo>
                <a:cubicBezTo>
                  <a:pt x="211543" y="26123"/>
                  <a:pt x="211684" y="26718"/>
                  <a:pt x="211779" y="27473"/>
                </a:cubicBezTo>
                <a:cubicBezTo>
                  <a:pt x="211873" y="28229"/>
                  <a:pt x="211920" y="29154"/>
                  <a:pt x="211920" y="30249"/>
                </a:cubicBezTo>
                <a:cubicBezTo>
                  <a:pt x="211920" y="32326"/>
                  <a:pt x="211731" y="33808"/>
                  <a:pt x="211354" y="34696"/>
                </a:cubicBezTo>
                <a:cubicBezTo>
                  <a:pt x="210976" y="35583"/>
                  <a:pt x="210429" y="36027"/>
                  <a:pt x="209711" y="36027"/>
                </a:cubicBezTo>
                <a:lnTo>
                  <a:pt x="198665" y="36027"/>
                </a:lnTo>
                <a:lnTo>
                  <a:pt x="198665" y="59719"/>
                </a:lnTo>
                <a:cubicBezTo>
                  <a:pt x="198665" y="62471"/>
                  <a:pt x="199099" y="64536"/>
                  <a:pt x="199968" y="65912"/>
                </a:cubicBezTo>
                <a:cubicBezTo>
                  <a:pt x="200836" y="67288"/>
                  <a:pt x="202385" y="67976"/>
                  <a:pt x="204613" y="67976"/>
                </a:cubicBezTo>
                <a:cubicBezTo>
                  <a:pt x="205368" y="67976"/>
                  <a:pt x="206048" y="67910"/>
                  <a:pt x="206652" y="67777"/>
                </a:cubicBezTo>
                <a:cubicBezTo>
                  <a:pt x="207256" y="67645"/>
                  <a:pt x="207794" y="67494"/>
                  <a:pt x="208267" y="67324"/>
                </a:cubicBezTo>
                <a:cubicBezTo>
                  <a:pt x="208739" y="67154"/>
                  <a:pt x="209135" y="67003"/>
                  <a:pt x="209456" y="66871"/>
                </a:cubicBezTo>
                <a:cubicBezTo>
                  <a:pt x="209777" y="66739"/>
                  <a:pt x="210070" y="66673"/>
                  <a:pt x="210334" y="66673"/>
                </a:cubicBezTo>
                <a:cubicBezTo>
                  <a:pt x="210561" y="66673"/>
                  <a:pt x="210778" y="66739"/>
                  <a:pt x="210986" y="66871"/>
                </a:cubicBezTo>
                <a:cubicBezTo>
                  <a:pt x="211193" y="67003"/>
                  <a:pt x="211354" y="67268"/>
                  <a:pt x="211467" y="67666"/>
                </a:cubicBezTo>
                <a:cubicBezTo>
                  <a:pt x="211580" y="68062"/>
                  <a:pt x="211684" y="68602"/>
                  <a:pt x="211779" y="69286"/>
                </a:cubicBezTo>
                <a:cubicBezTo>
                  <a:pt x="211873" y="69968"/>
                  <a:pt x="211920" y="70840"/>
                  <a:pt x="211920" y="71902"/>
                </a:cubicBezTo>
                <a:close/>
                <a:moveTo>
                  <a:pt x="267586" y="50180"/>
                </a:moveTo>
                <a:cubicBezTo>
                  <a:pt x="267586" y="51921"/>
                  <a:pt x="267199" y="53207"/>
                  <a:pt x="266425" y="54039"/>
                </a:cubicBezTo>
                <a:cubicBezTo>
                  <a:pt x="265651" y="54871"/>
                  <a:pt x="264584" y="55287"/>
                  <a:pt x="263225" y="55287"/>
                </a:cubicBezTo>
                <a:lnTo>
                  <a:pt x="232466" y="55287"/>
                </a:lnTo>
                <a:cubicBezTo>
                  <a:pt x="232466" y="57448"/>
                  <a:pt x="232721" y="59410"/>
                  <a:pt x="233230" y="61173"/>
                </a:cubicBezTo>
                <a:cubicBezTo>
                  <a:pt x="233740" y="62936"/>
                  <a:pt x="234552" y="64434"/>
                  <a:pt x="235666" y="65667"/>
                </a:cubicBezTo>
                <a:cubicBezTo>
                  <a:pt x="236780" y="66899"/>
                  <a:pt x="238215" y="67838"/>
                  <a:pt x="239971" y="68482"/>
                </a:cubicBezTo>
                <a:cubicBezTo>
                  <a:pt x="241727" y="69126"/>
                  <a:pt x="243833" y="69448"/>
                  <a:pt x="246287" y="69448"/>
                </a:cubicBezTo>
                <a:cubicBezTo>
                  <a:pt x="248780" y="69448"/>
                  <a:pt x="250970" y="69266"/>
                  <a:pt x="252858" y="68901"/>
                </a:cubicBezTo>
                <a:cubicBezTo>
                  <a:pt x="254747" y="68537"/>
                  <a:pt x="256380" y="68134"/>
                  <a:pt x="257758" y="67692"/>
                </a:cubicBezTo>
                <a:cubicBezTo>
                  <a:pt x="259137" y="67251"/>
                  <a:pt x="260279" y="66848"/>
                  <a:pt x="261185" y="66483"/>
                </a:cubicBezTo>
                <a:cubicBezTo>
                  <a:pt x="262092" y="66119"/>
                  <a:pt x="262828" y="65936"/>
                  <a:pt x="263395" y="65936"/>
                </a:cubicBezTo>
                <a:cubicBezTo>
                  <a:pt x="263734" y="65936"/>
                  <a:pt x="264018" y="66003"/>
                  <a:pt x="264244" y="66136"/>
                </a:cubicBezTo>
                <a:cubicBezTo>
                  <a:pt x="264471" y="66269"/>
                  <a:pt x="264660" y="66506"/>
                  <a:pt x="264811" y="66848"/>
                </a:cubicBezTo>
                <a:cubicBezTo>
                  <a:pt x="264962" y="67189"/>
                  <a:pt x="265066" y="67673"/>
                  <a:pt x="265122" y="68300"/>
                </a:cubicBezTo>
                <a:cubicBezTo>
                  <a:pt x="265179" y="68926"/>
                  <a:pt x="265207" y="69714"/>
                  <a:pt x="265207" y="70663"/>
                </a:cubicBezTo>
                <a:cubicBezTo>
                  <a:pt x="265207" y="71498"/>
                  <a:pt x="265188" y="72211"/>
                  <a:pt x="265151" y="72799"/>
                </a:cubicBezTo>
                <a:cubicBezTo>
                  <a:pt x="265113" y="73387"/>
                  <a:pt x="265056" y="73890"/>
                  <a:pt x="264981" y="74308"/>
                </a:cubicBezTo>
                <a:cubicBezTo>
                  <a:pt x="264905" y="74725"/>
                  <a:pt x="264792" y="75077"/>
                  <a:pt x="264641" y="75363"/>
                </a:cubicBezTo>
                <a:cubicBezTo>
                  <a:pt x="264490" y="75647"/>
                  <a:pt x="264291" y="75922"/>
                  <a:pt x="264046" y="76188"/>
                </a:cubicBezTo>
                <a:cubicBezTo>
                  <a:pt x="263801" y="76453"/>
                  <a:pt x="263130" y="76812"/>
                  <a:pt x="262035" y="77266"/>
                </a:cubicBezTo>
                <a:cubicBezTo>
                  <a:pt x="260940" y="77719"/>
                  <a:pt x="259543" y="78163"/>
                  <a:pt x="257843" y="78597"/>
                </a:cubicBezTo>
                <a:cubicBezTo>
                  <a:pt x="256144" y="79031"/>
                  <a:pt x="254199" y="79409"/>
                  <a:pt x="252009" y="79730"/>
                </a:cubicBezTo>
                <a:cubicBezTo>
                  <a:pt x="249818" y="80051"/>
                  <a:pt x="247477" y="80211"/>
                  <a:pt x="244985" y="80211"/>
                </a:cubicBezTo>
                <a:cubicBezTo>
                  <a:pt x="240491" y="80211"/>
                  <a:pt x="236554" y="79644"/>
                  <a:pt x="233174" y="78508"/>
                </a:cubicBezTo>
                <a:cubicBezTo>
                  <a:pt x="229794" y="77373"/>
                  <a:pt x="226971" y="75651"/>
                  <a:pt x="224705" y="73343"/>
                </a:cubicBezTo>
                <a:cubicBezTo>
                  <a:pt x="222439" y="71035"/>
                  <a:pt x="220749" y="68121"/>
                  <a:pt x="219635" y="64603"/>
                </a:cubicBezTo>
                <a:cubicBezTo>
                  <a:pt x="218521" y="61084"/>
                  <a:pt x="217964" y="56960"/>
                  <a:pt x="217964" y="52230"/>
                </a:cubicBezTo>
                <a:cubicBezTo>
                  <a:pt x="217964" y="47726"/>
                  <a:pt x="218550" y="43668"/>
                  <a:pt x="219720" y="40054"/>
                </a:cubicBezTo>
                <a:cubicBezTo>
                  <a:pt x="220891" y="36441"/>
                  <a:pt x="222590" y="33376"/>
                  <a:pt x="224818" y="30860"/>
                </a:cubicBezTo>
                <a:cubicBezTo>
                  <a:pt x="227046" y="28343"/>
                  <a:pt x="229756" y="26422"/>
                  <a:pt x="232947" y="25098"/>
                </a:cubicBezTo>
                <a:cubicBezTo>
                  <a:pt x="236138" y="23774"/>
                  <a:pt x="239735" y="23112"/>
                  <a:pt x="243738" y="23112"/>
                </a:cubicBezTo>
                <a:cubicBezTo>
                  <a:pt x="247968" y="23112"/>
                  <a:pt x="251584" y="23736"/>
                  <a:pt x="254586" y="24985"/>
                </a:cubicBezTo>
                <a:cubicBezTo>
                  <a:pt x="257588" y="26233"/>
                  <a:pt x="260052" y="27964"/>
                  <a:pt x="261978" y="30177"/>
                </a:cubicBezTo>
                <a:cubicBezTo>
                  <a:pt x="263904" y="32389"/>
                  <a:pt x="265321" y="35009"/>
                  <a:pt x="266227" y="38036"/>
                </a:cubicBezTo>
                <a:cubicBezTo>
                  <a:pt x="267133" y="41062"/>
                  <a:pt x="267586" y="44354"/>
                  <a:pt x="267586" y="47910"/>
                </a:cubicBezTo>
                <a:lnTo>
                  <a:pt x="267586" y="50180"/>
                </a:lnTo>
                <a:moveTo>
                  <a:pt x="253765" y="46110"/>
                </a:moveTo>
                <a:cubicBezTo>
                  <a:pt x="253878" y="42089"/>
                  <a:pt x="253076" y="38932"/>
                  <a:pt x="251357" y="36638"/>
                </a:cubicBezTo>
                <a:cubicBezTo>
                  <a:pt x="249639" y="34342"/>
                  <a:pt x="246986" y="33195"/>
                  <a:pt x="243398" y="33195"/>
                </a:cubicBezTo>
                <a:cubicBezTo>
                  <a:pt x="241586" y="33195"/>
                  <a:pt x="240009" y="33536"/>
                  <a:pt x="238668" y="34220"/>
                </a:cubicBezTo>
                <a:cubicBezTo>
                  <a:pt x="237328" y="34902"/>
                  <a:pt x="236214" y="35822"/>
                  <a:pt x="235326" y="36979"/>
                </a:cubicBezTo>
                <a:cubicBezTo>
                  <a:pt x="234439" y="38136"/>
                  <a:pt x="233759" y="39501"/>
                  <a:pt x="233287" y="41076"/>
                </a:cubicBezTo>
                <a:cubicBezTo>
                  <a:pt x="232815" y="42649"/>
                  <a:pt x="232541" y="44327"/>
                  <a:pt x="232466" y="46110"/>
                </a:cubicBezTo>
                <a:lnTo>
                  <a:pt x="253765" y="46110"/>
                </a:lnTo>
                <a:close/>
                <a:moveTo>
                  <a:pt x="327186" y="76924"/>
                </a:moveTo>
                <a:cubicBezTo>
                  <a:pt x="327186" y="77339"/>
                  <a:pt x="327092" y="77689"/>
                  <a:pt x="326903" y="77974"/>
                </a:cubicBezTo>
                <a:cubicBezTo>
                  <a:pt x="326714" y="78257"/>
                  <a:pt x="326393" y="78493"/>
                  <a:pt x="325940" y="78682"/>
                </a:cubicBezTo>
                <a:cubicBezTo>
                  <a:pt x="325487" y="78871"/>
                  <a:pt x="324873" y="79003"/>
                  <a:pt x="324099" y="79078"/>
                </a:cubicBezTo>
                <a:cubicBezTo>
                  <a:pt x="323325" y="79154"/>
                  <a:pt x="322371" y="79192"/>
                  <a:pt x="321238" y="79192"/>
                </a:cubicBezTo>
                <a:cubicBezTo>
                  <a:pt x="320030" y="79192"/>
                  <a:pt x="319048" y="79154"/>
                  <a:pt x="318293" y="79078"/>
                </a:cubicBezTo>
                <a:cubicBezTo>
                  <a:pt x="317538" y="79004"/>
                  <a:pt x="316924" y="78873"/>
                  <a:pt x="316452" y="78685"/>
                </a:cubicBezTo>
                <a:cubicBezTo>
                  <a:pt x="315980" y="78497"/>
                  <a:pt x="315640" y="78262"/>
                  <a:pt x="315432" y="77981"/>
                </a:cubicBezTo>
                <a:cubicBezTo>
                  <a:pt x="315224" y="77699"/>
                  <a:pt x="315121" y="77351"/>
                  <a:pt x="315121" y="76936"/>
                </a:cubicBezTo>
                <a:lnTo>
                  <a:pt x="315121" y="71357"/>
                </a:lnTo>
                <a:cubicBezTo>
                  <a:pt x="312515" y="74157"/>
                  <a:pt x="309786" y="76333"/>
                  <a:pt x="306935" y="77885"/>
                </a:cubicBezTo>
                <a:cubicBezTo>
                  <a:pt x="304084" y="79436"/>
                  <a:pt x="300921" y="80211"/>
                  <a:pt x="297447" y="80211"/>
                </a:cubicBezTo>
                <a:cubicBezTo>
                  <a:pt x="293595" y="80211"/>
                  <a:pt x="290338" y="79464"/>
                  <a:pt x="287675" y="77970"/>
                </a:cubicBezTo>
                <a:cubicBezTo>
                  <a:pt x="285013" y="76475"/>
                  <a:pt x="282842" y="74460"/>
                  <a:pt x="281161" y="71925"/>
                </a:cubicBezTo>
                <a:cubicBezTo>
                  <a:pt x="279481" y="69389"/>
                  <a:pt x="278263" y="66428"/>
                  <a:pt x="277507" y="63042"/>
                </a:cubicBezTo>
                <a:cubicBezTo>
                  <a:pt x="276752" y="59655"/>
                  <a:pt x="276375" y="56089"/>
                  <a:pt x="276375" y="52343"/>
                </a:cubicBezTo>
                <a:cubicBezTo>
                  <a:pt x="276375" y="47840"/>
                  <a:pt x="276856" y="43791"/>
                  <a:pt x="277819" y="40196"/>
                </a:cubicBezTo>
                <a:cubicBezTo>
                  <a:pt x="278782" y="36601"/>
                  <a:pt x="280189" y="33536"/>
                  <a:pt x="282039" y="31001"/>
                </a:cubicBezTo>
                <a:cubicBezTo>
                  <a:pt x="283890" y="28467"/>
                  <a:pt x="286193" y="26518"/>
                  <a:pt x="288950" y="25156"/>
                </a:cubicBezTo>
                <a:cubicBezTo>
                  <a:pt x="291707" y="23793"/>
                  <a:pt x="294879" y="23112"/>
                  <a:pt x="298467" y="23112"/>
                </a:cubicBezTo>
                <a:cubicBezTo>
                  <a:pt x="301299" y="23112"/>
                  <a:pt x="303867" y="23689"/>
                  <a:pt x="306170" y="24843"/>
                </a:cubicBezTo>
                <a:cubicBezTo>
                  <a:pt x="308474" y="25997"/>
                  <a:pt x="310759" y="27691"/>
                  <a:pt x="313025" y="29923"/>
                </a:cubicBezTo>
                <a:lnTo>
                  <a:pt x="313025" y="2551"/>
                </a:lnTo>
                <a:cubicBezTo>
                  <a:pt x="313025" y="2172"/>
                  <a:pt x="313129" y="1832"/>
                  <a:pt x="313336" y="1529"/>
                </a:cubicBezTo>
                <a:cubicBezTo>
                  <a:pt x="313544" y="1227"/>
                  <a:pt x="313922" y="972"/>
                  <a:pt x="314469" y="765"/>
                </a:cubicBezTo>
                <a:cubicBezTo>
                  <a:pt x="315017" y="557"/>
                  <a:pt x="315744" y="397"/>
                  <a:pt x="316650" y="283"/>
                </a:cubicBezTo>
                <a:cubicBezTo>
                  <a:pt x="317556" y="170"/>
                  <a:pt x="318708" y="113"/>
                  <a:pt x="320106" y="113"/>
                </a:cubicBezTo>
                <a:cubicBezTo>
                  <a:pt x="321503" y="113"/>
                  <a:pt x="322655" y="170"/>
                  <a:pt x="323561" y="283"/>
                </a:cubicBezTo>
                <a:cubicBezTo>
                  <a:pt x="324467" y="397"/>
                  <a:pt x="325185" y="557"/>
                  <a:pt x="325713" y="765"/>
                </a:cubicBezTo>
                <a:cubicBezTo>
                  <a:pt x="326242" y="972"/>
                  <a:pt x="326620" y="1228"/>
                  <a:pt x="326846" y="1531"/>
                </a:cubicBezTo>
                <a:cubicBezTo>
                  <a:pt x="327073" y="1833"/>
                  <a:pt x="327186" y="2173"/>
                  <a:pt x="327186" y="2551"/>
                </a:cubicBezTo>
                <a:lnTo>
                  <a:pt x="327186" y="76924"/>
                </a:lnTo>
                <a:moveTo>
                  <a:pt x="313025" y="43147"/>
                </a:moveTo>
                <a:cubicBezTo>
                  <a:pt x="310985" y="40585"/>
                  <a:pt x="309031" y="38626"/>
                  <a:pt x="307162" y="37270"/>
                </a:cubicBezTo>
                <a:cubicBezTo>
                  <a:pt x="305292" y="35913"/>
                  <a:pt x="303338" y="35234"/>
                  <a:pt x="301299" y="35234"/>
                </a:cubicBezTo>
                <a:cubicBezTo>
                  <a:pt x="299448" y="35234"/>
                  <a:pt x="297853" y="35697"/>
                  <a:pt x="296512" y="36622"/>
                </a:cubicBezTo>
                <a:cubicBezTo>
                  <a:pt x="295172" y="37547"/>
                  <a:pt x="294095" y="38784"/>
                  <a:pt x="293283" y="40332"/>
                </a:cubicBezTo>
                <a:cubicBezTo>
                  <a:pt x="292472" y="41881"/>
                  <a:pt x="291867" y="43608"/>
                  <a:pt x="291471" y="45515"/>
                </a:cubicBezTo>
                <a:cubicBezTo>
                  <a:pt x="291074" y="47422"/>
                  <a:pt x="290876" y="49377"/>
                  <a:pt x="290876" y="51378"/>
                </a:cubicBezTo>
                <a:cubicBezTo>
                  <a:pt x="290876" y="53493"/>
                  <a:pt x="291046" y="55551"/>
                  <a:pt x="291386" y="57553"/>
                </a:cubicBezTo>
                <a:cubicBezTo>
                  <a:pt x="291726" y="59554"/>
                  <a:pt x="292283" y="61339"/>
                  <a:pt x="293057" y="62906"/>
                </a:cubicBezTo>
                <a:cubicBezTo>
                  <a:pt x="293831" y="64473"/>
                  <a:pt x="294860" y="65729"/>
                  <a:pt x="296144" y="66673"/>
                </a:cubicBezTo>
                <a:cubicBezTo>
                  <a:pt x="297428" y="67617"/>
                  <a:pt x="299052" y="68089"/>
                  <a:pt x="301016" y="68089"/>
                </a:cubicBezTo>
                <a:cubicBezTo>
                  <a:pt x="301998" y="68089"/>
                  <a:pt x="302951" y="67948"/>
                  <a:pt x="303876" y="67666"/>
                </a:cubicBezTo>
                <a:cubicBezTo>
                  <a:pt x="304802" y="67383"/>
                  <a:pt x="305746" y="66921"/>
                  <a:pt x="306709" y="66280"/>
                </a:cubicBezTo>
                <a:cubicBezTo>
                  <a:pt x="307672" y="65639"/>
                  <a:pt x="308663" y="64800"/>
                  <a:pt x="309683" y="63764"/>
                </a:cubicBezTo>
                <a:cubicBezTo>
                  <a:pt x="310702" y="62727"/>
                  <a:pt x="311816" y="61455"/>
                  <a:pt x="313025" y="59948"/>
                </a:cubicBezTo>
                <a:lnTo>
                  <a:pt x="313025" y="43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files">
            <a:extLst xmlns:a="http://schemas.openxmlformats.org/drawingml/2006/main">
              <a:ext uri="{FF2B5EF4-FFF2-40B4-BE49-F238E27FC236}">
                <a16:creationId xmlns:a16="http://schemas.microsoft.com/office/drawing/2014/main" id="{E7494700-9666-4E47-A103-AD66E4D5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002" y="3428709"/>
            <a:ext cx="193433" cy="80664"/>
          </a:xfrm>
          <a:custGeom xmlns:a="http://schemas.openxmlformats.org/drawingml/2006/main">
            <a:pathLst>
              <a:path w="193433" h="80664">
                <a:moveTo>
                  <a:pt x="36197" y="7591"/>
                </a:moveTo>
                <a:cubicBezTo>
                  <a:pt x="36197" y="8686"/>
                  <a:pt x="36159" y="9564"/>
                  <a:pt x="36084" y="10225"/>
                </a:cubicBezTo>
                <a:cubicBezTo>
                  <a:pt x="36008" y="10886"/>
                  <a:pt x="35895" y="11395"/>
                  <a:pt x="35744" y="11754"/>
                </a:cubicBezTo>
                <a:cubicBezTo>
                  <a:pt x="35593" y="12113"/>
                  <a:pt x="35423" y="12358"/>
                  <a:pt x="35234" y="12491"/>
                </a:cubicBezTo>
                <a:cubicBezTo>
                  <a:pt x="35045" y="12623"/>
                  <a:pt x="34838" y="12689"/>
                  <a:pt x="34611" y="12689"/>
                </a:cubicBezTo>
                <a:cubicBezTo>
                  <a:pt x="34347" y="12689"/>
                  <a:pt x="34054" y="12623"/>
                  <a:pt x="33733" y="12491"/>
                </a:cubicBezTo>
                <a:cubicBezTo>
                  <a:pt x="33412" y="12358"/>
                  <a:pt x="33015" y="12217"/>
                  <a:pt x="32543" y="12066"/>
                </a:cubicBezTo>
                <a:cubicBezTo>
                  <a:pt x="32071" y="11915"/>
                  <a:pt x="31514" y="11773"/>
                  <a:pt x="30872" y="11641"/>
                </a:cubicBezTo>
                <a:cubicBezTo>
                  <a:pt x="30230" y="11509"/>
                  <a:pt x="29475" y="11443"/>
                  <a:pt x="28606" y="11443"/>
                </a:cubicBezTo>
                <a:cubicBezTo>
                  <a:pt x="27587" y="11443"/>
                  <a:pt x="26709" y="11603"/>
                  <a:pt x="25972" y="11924"/>
                </a:cubicBezTo>
                <a:cubicBezTo>
                  <a:pt x="25236" y="12245"/>
                  <a:pt x="24622" y="12755"/>
                  <a:pt x="24131" y="13454"/>
                </a:cubicBezTo>
                <a:cubicBezTo>
                  <a:pt x="23640" y="14152"/>
                  <a:pt x="23282" y="15058"/>
                  <a:pt x="23055" y="16173"/>
                </a:cubicBezTo>
                <a:cubicBezTo>
                  <a:pt x="22828" y="17287"/>
                  <a:pt x="22715" y="18656"/>
                  <a:pt x="22715" y="20279"/>
                </a:cubicBezTo>
                <a:lnTo>
                  <a:pt x="22715" y="24924"/>
                </a:lnTo>
                <a:lnTo>
                  <a:pt x="31949" y="24924"/>
                </a:lnTo>
                <a:cubicBezTo>
                  <a:pt x="32288" y="24924"/>
                  <a:pt x="32600" y="25019"/>
                  <a:pt x="32883" y="25208"/>
                </a:cubicBezTo>
                <a:cubicBezTo>
                  <a:pt x="33166" y="25396"/>
                  <a:pt x="33402" y="25708"/>
                  <a:pt x="33591" y="26142"/>
                </a:cubicBezTo>
                <a:cubicBezTo>
                  <a:pt x="33780" y="26577"/>
                  <a:pt x="33922" y="27171"/>
                  <a:pt x="34016" y="27927"/>
                </a:cubicBezTo>
                <a:cubicBezTo>
                  <a:pt x="34111" y="28682"/>
                  <a:pt x="34158" y="29607"/>
                  <a:pt x="34158" y="30702"/>
                </a:cubicBezTo>
                <a:cubicBezTo>
                  <a:pt x="34158" y="32779"/>
                  <a:pt x="33969" y="34262"/>
                  <a:pt x="33591" y="35149"/>
                </a:cubicBezTo>
                <a:cubicBezTo>
                  <a:pt x="33214" y="36037"/>
                  <a:pt x="32666" y="36480"/>
                  <a:pt x="31949" y="36480"/>
                </a:cubicBezTo>
                <a:lnTo>
                  <a:pt x="22715" y="36480"/>
                </a:lnTo>
                <a:lnTo>
                  <a:pt x="22715" y="77379"/>
                </a:lnTo>
                <a:cubicBezTo>
                  <a:pt x="22715" y="77757"/>
                  <a:pt x="22602" y="78087"/>
                  <a:pt x="22375" y="78370"/>
                </a:cubicBezTo>
                <a:cubicBezTo>
                  <a:pt x="22149" y="78653"/>
                  <a:pt x="21771" y="78890"/>
                  <a:pt x="21242" y="79078"/>
                </a:cubicBezTo>
                <a:cubicBezTo>
                  <a:pt x="20714" y="79267"/>
                  <a:pt x="19977" y="79409"/>
                  <a:pt x="19033" y="79503"/>
                </a:cubicBezTo>
                <a:cubicBezTo>
                  <a:pt x="18089" y="79598"/>
                  <a:pt x="16937" y="79645"/>
                  <a:pt x="15578" y="79645"/>
                </a:cubicBezTo>
                <a:cubicBezTo>
                  <a:pt x="14218" y="79645"/>
                  <a:pt x="13076" y="79598"/>
                  <a:pt x="12151" y="79503"/>
                </a:cubicBezTo>
                <a:cubicBezTo>
                  <a:pt x="11225" y="79409"/>
                  <a:pt x="10489" y="79267"/>
                  <a:pt x="9941" y="79078"/>
                </a:cubicBezTo>
                <a:cubicBezTo>
                  <a:pt x="9394" y="78890"/>
                  <a:pt x="9016" y="78653"/>
                  <a:pt x="8809" y="78370"/>
                </a:cubicBezTo>
                <a:cubicBezTo>
                  <a:pt x="8601" y="78087"/>
                  <a:pt x="8497" y="77757"/>
                  <a:pt x="8497" y="77379"/>
                </a:cubicBezTo>
                <a:lnTo>
                  <a:pt x="8497" y="36480"/>
                </a:lnTo>
                <a:lnTo>
                  <a:pt x="2153" y="36480"/>
                </a:lnTo>
                <a:cubicBezTo>
                  <a:pt x="1435" y="36480"/>
                  <a:pt x="897" y="36037"/>
                  <a:pt x="538" y="35149"/>
                </a:cubicBezTo>
                <a:cubicBezTo>
                  <a:pt x="179" y="34262"/>
                  <a:pt x="0" y="32779"/>
                  <a:pt x="0" y="30702"/>
                </a:cubicBezTo>
                <a:cubicBezTo>
                  <a:pt x="0" y="29607"/>
                  <a:pt x="47" y="28682"/>
                  <a:pt x="142" y="27927"/>
                </a:cubicBezTo>
                <a:cubicBezTo>
                  <a:pt x="236" y="27171"/>
                  <a:pt x="368" y="26577"/>
                  <a:pt x="538" y="26142"/>
                </a:cubicBezTo>
                <a:cubicBezTo>
                  <a:pt x="708" y="25708"/>
                  <a:pt x="935" y="25396"/>
                  <a:pt x="1218" y="25208"/>
                </a:cubicBezTo>
                <a:cubicBezTo>
                  <a:pt x="1501" y="25019"/>
                  <a:pt x="1832" y="24924"/>
                  <a:pt x="2209" y="24924"/>
                </a:cubicBezTo>
                <a:lnTo>
                  <a:pt x="8497" y="24924"/>
                </a:lnTo>
                <a:lnTo>
                  <a:pt x="8497" y="20676"/>
                </a:lnTo>
                <a:cubicBezTo>
                  <a:pt x="8497" y="17239"/>
                  <a:pt x="8837" y="14228"/>
                  <a:pt x="9517" y="11641"/>
                </a:cubicBezTo>
                <a:cubicBezTo>
                  <a:pt x="10196" y="9054"/>
                  <a:pt x="11263" y="6901"/>
                  <a:pt x="12717" y="5183"/>
                </a:cubicBezTo>
                <a:cubicBezTo>
                  <a:pt x="14171" y="3465"/>
                  <a:pt x="16021" y="2171"/>
                  <a:pt x="18268" y="1303"/>
                </a:cubicBezTo>
                <a:cubicBezTo>
                  <a:pt x="20515" y="434"/>
                  <a:pt x="23168" y="0"/>
                  <a:pt x="26227" y="0"/>
                </a:cubicBezTo>
                <a:cubicBezTo>
                  <a:pt x="27700" y="0"/>
                  <a:pt x="29097" y="123"/>
                  <a:pt x="30419" y="368"/>
                </a:cubicBezTo>
                <a:cubicBezTo>
                  <a:pt x="31741" y="614"/>
                  <a:pt x="32779" y="878"/>
                  <a:pt x="33535" y="1161"/>
                </a:cubicBezTo>
                <a:cubicBezTo>
                  <a:pt x="34290" y="1444"/>
                  <a:pt x="34800" y="1709"/>
                  <a:pt x="35064" y="1954"/>
                </a:cubicBezTo>
                <a:cubicBezTo>
                  <a:pt x="35328" y="2200"/>
                  <a:pt x="35546" y="2559"/>
                  <a:pt x="35716" y="3031"/>
                </a:cubicBezTo>
                <a:cubicBezTo>
                  <a:pt x="35885" y="3503"/>
                  <a:pt x="36008" y="4107"/>
                  <a:pt x="36084" y="4843"/>
                </a:cubicBezTo>
                <a:cubicBezTo>
                  <a:pt x="36159" y="5580"/>
                  <a:pt x="36197" y="6495"/>
                  <a:pt x="36197" y="7591"/>
                </a:cubicBezTo>
                <a:close/>
                <a:moveTo>
                  <a:pt x="56818" y="77379"/>
                </a:moveTo>
                <a:cubicBezTo>
                  <a:pt x="56818" y="77757"/>
                  <a:pt x="56705" y="78087"/>
                  <a:pt x="56478" y="78370"/>
                </a:cubicBezTo>
                <a:cubicBezTo>
                  <a:pt x="56252" y="78653"/>
                  <a:pt x="55865" y="78890"/>
                  <a:pt x="55317" y="79078"/>
                </a:cubicBezTo>
                <a:cubicBezTo>
                  <a:pt x="54769" y="79267"/>
                  <a:pt x="54043" y="79409"/>
                  <a:pt x="53136" y="79503"/>
                </a:cubicBezTo>
                <a:cubicBezTo>
                  <a:pt x="52230" y="79598"/>
                  <a:pt x="51078" y="79645"/>
                  <a:pt x="49681" y="79645"/>
                </a:cubicBezTo>
                <a:cubicBezTo>
                  <a:pt x="48283" y="79645"/>
                  <a:pt x="47132" y="79598"/>
                  <a:pt x="46225" y="79503"/>
                </a:cubicBezTo>
                <a:cubicBezTo>
                  <a:pt x="45319" y="79409"/>
                  <a:pt x="44592" y="79267"/>
                  <a:pt x="44044" y="79078"/>
                </a:cubicBezTo>
                <a:cubicBezTo>
                  <a:pt x="43497" y="78890"/>
                  <a:pt x="43110" y="78653"/>
                  <a:pt x="42883" y="78370"/>
                </a:cubicBezTo>
                <a:cubicBezTo>
                  <a:pt x="42657" y="78087"/>
                  <a:pt x="42543" y="77757"/>
                  <a:pt x="42543" y="77379"/>
                </a:cubicBezTo>
                <a:lnTo>
                  <a:pt x="42543" y="26964"/>
                </a:lnTo>
                <a:cubicBezTo>
                  <a:pt x="42543" y="26586"/>
                  <a:pt x="42657" y="26256"/>
                  <a:pt x="42883" y="25972"/>
                </a:cubicBezTo>
                <a:cubicBezTo>
                  <a:pt x="43110" y="25689"/>
                  <a:pt x="43497" y="25444"/>
                  <a:pt x="44044" y="25236"/>
                </a:cubicBezTo>
                <a:cubicBezTo>
                  <a:pt x="44592" y="25028"/>
                  <a:pt x="45319" y="24868"/>
                  <a:pt x="46225" y="24754"/>
                </a:cubicBezTo>
                <a:cubicBezTo>
                  <a:pt x="47132" y="24641"/>
                  <a:pt x="48283" y="24585"/>
                  <a:pt x="49681" y="24585"/>
                </a:cubicBezTo>
                <a:cubicBezTo>
                  <a:pt x="51078" y="24585"/>
                  <a:pt x="52230" y="24641"/>
                  <a:pt x="53136" y="24754"/>
                </a:cubicBezTo>
                <a:cubicBezTo>
                  <a:pt x="54043" y="24868"/>
                  <a:pt x="54769" y="25028"/>
                  <a:pt x="55317" y="25236"/>
                </a:cubicBezTo>
                <a:cubicBezTo>
                  <a:pt x="55865" y="25444"/>
                  <a:pt x="56252" y="25689"/>
                  <a:pt x="56478" y="25972"/>
                </a:cubicBezTo>
                <a:cubicBezTo>
                  <a:pt x="56705" y="26256"/>
                  <a:pt x="56818" y="26586"/>
                  <a:pt x="56818" y="26964"/>
                </a:cubicBezTo>
                <a:lnTo>
                  <a:pt x="56818" y="77379"/>
                </a:lnTo>
                <a:moveTo>
                  <a:pt x="57894" y="9743"/>
                </a:moveTo>
                <a:cubicBezTo>
                  <a:pt x="57894" y="12613"/>
                  <a:pt x="57309" y="14596"/>
                  <a:pt x="56138" y="15691"/>
                </a:cubicBezTo>
                <a:cubicBezTo>
                  <a:pt x="54968" y="16786"/>
                  <a:pt x="52796" y="17334"/>
                  <a:pt x="49624" y="17334"/>
                </a:cubicBezTo>
                <a:cubicBezTo>
                  <a:pt x="46414" y="17334"/>
                  <a:pt x="44252" y="16805"/>
                  <a:pt x="43138" y="15748"/>
                </a:cubicBezTo>
                <a:cubicBezTo>
                  <a:pt x="42024" y="14690"/>
                  <a:pt x="41467" y="12783"/>
                  <a:pt x="41467" y="10026"/>
                </a:cubicBezTo>
                <a:cubicBezTo>
                  <a:pt x="41467" y="7156"/>
                  <a:pt x="42043" y="5164"/>
                  <a:pt x="43195" y="4050"/>
                </a:cubicBezTo>
                <a:cubicBezTo>
                  <a:pt x="44347" y="2936"/>
                  <a:pt x="46527" y="2379"/>
                  <a:pt x="49737" y="2379"/>
                </a:cubicBezTo>
                <a:cubicBezTo>
                  <a:pt x="52910" y="2379"/>
                  <a:pt x="55062" y="2917"/>
                  <a:pt x="56195" y="3994"/>
                </a:cubicBezTo>
                <a:cubicBezTo>
                  <a:pt x="57328" y="5070"/>
                  <a:pt x="57894" y="6986"/>
                  <a:pt x="57894" y="9743"/>
                </a:cubicBezTo>
                <a:close/>
                <a:moveTo>
                  <a:pt x="85299" y="77379"/>
                </a:moveTo>
                <a:cubicBezTo>
                  <a:pt x="85299" y="77757"/>
                  <a:pt x="85186" y="78087"/>
                  <a:pt x="84960" y="78370"/>
                </a:cubicBezTo>
                <a:cubicBezTo>
                  <a:pt x="84733" y="78653"/>
                  <a:pt x="84346" y="78890"/>
                  <a:pt x="83798" y="79078"/>
                </a:cubicBezTo>
                <a:cubicBezTo>
                  <a:pt x="83251" y="79267"/>
                  <a:pt x="82524" y="79409"/>
                  <a:pt x="81617" y="79503"/>
                </a:cubicBezTo>
                <a:cubicBezTo>
                  <a:pt x="80711" y="79598"/>
                  <a:pt x="79559" y="79645"/>
                  <a:pt x="78162" y="79645"/>
                </a:cubicBezTo>
                <a:cubicBezTo>
                  <a:pt x="76765" y="79645"/>
                  <a:pt x="75613" y="79598"/>
                  <a:pt x="74707" y="79503"/>
                </a:cubicBezTo>
                <a:cubicBezTo>
                  <a:pt x="73800" y="79409"/>
                  <a:pt x="73073" y="79267"/>
                  <a:pt x="72526" y="79078"/>
                </a:cubicBezTo>
                <a:cubicBezTo>
                  <a:pt x="71978" y="78890"/>
                  <a:pt x="71591" y="78653"/>
                  <a:pt x="71364" y="78370"/>
                </a:cubicBezTo>
                <a:cubicBezTo>
                  <a:pt x="71138" y="78087"/>
                  <a:pt x="71025" y="77757"/>
                  <a:pt x="71025" y="77379"/>
                </a:cubicBezTo>
                <a:lnTo>
                  <a:pt x="71025" y="2889"/>
                </a:lnTo>
                <a:cubicBezTo>
                  <a:pt x="71025" y="2511"/>
                  <a:pt x="71138" y="2171"/>
                  <a:pt x="71364" y="1869"/>
                </a:cubicBezTo>
                <a:cubicBezTo>
                  <a:pt x="71591" y="1567"/>
                  <a:pt x="71978" y="1312"/>
                  <a:pt x="72526" y="1105"/>
                </a:cubicBezTo>
                <a:cubicBezTo>
                  <a:pt x="73073" y="897"/>
                  <a:pt x="73800" y="736"/>
                  <a:pt x="74707" y="623"/>
                </a:cubicBezTo>
                <a:cubicBezTo>
                  <a:pt x="75613" y="510"/>
                  <a:pt x="76765" y="453"/>
                  <a:pt x="78162" y="453"/>
                </a:cubicBezTo>
                <a:cubicBezTo>
                  <a:pt x="79559" y="453"/>
                  <a:pt x="80711" y="510"/>
                  <a:pt x="81617" y="623"/>
                </a:cubicBezTo>
                <a:cubicBezTo>
                  <a:pt x="82524" y="736"/>
                  <a:pt x="83251" y="897"/>
                  <a:pt x="83798" y="1105"/>
                </a:cubicBezTo>
                <a:cubicBezTo>
                  <a:pt x="84346" y="1312"/>
                  <a:pt x="84733" y="1567"/>
                  <a:pt x="84960" y="1869"/>
                </a:cubicBezTo>
                <a:cubicBezTo>
                  <a:pt x="85186" y="2171"/>
                  <a:pt x="85299" y="2511"/>
                  <a:pt x="85299" y="2889"/>
                </a:cubicBezTo>
                <a:lnTo>
                  <a:pt x="85299" y="77379"/>
                </a:lnTo>
                <a:close/>
                <a:moveTo>
                  <a:pt x="146182" y="50633"/>
                </a:moveTo>
                <a:cubicBezTo>
                  <a:pt x="146182" y="52374"/>
                  <a:pt x="145795" y="53660"/>
                  <a:pt x="145021" y="54492"/>
                </a:cubicBezTo>
                <a:cubicBezTo>
                  <a:pt x="144246" y="55324"/>
                  <a:pt x="143180" y="55740"/>
                  <a:pt x="141820" y="55740"/>
                </a:cubicBezTo>
                <a:lnTo>
                  <a:pt x="111061" y="55740"/>
                </a:lnTo>
                <a:cubicBezTo>
                  <a:pt x="111061" y="57901"/>
                  <a:pt x="111316" y="59863"/>
                  <a:pt x="111826" y="61626"/>
                </a:cubicBezTo>
                <a:cubicBezTo>
                  <a:pt x="112336" y="63389"/>
                  <a:pt x="113148" y="64887"/>
                  <a:pt x="114262" y="66120"/>
                </a:cubicBezTo>
                <a:cubicBezTo>
                  <a:pt x="115376" y="67353"/>
                  <a:pt x="116811" y="68291"/>
                  <a:pt x="118567" y="68935"/>
                </a:cubicBezTo>
                <a:cubicBezTo>
                  <a:pt x="120323" y="69579"/>
                  <a:pt x="122428" y="69902"/>
                  <a:pt x="124883" y="69902"/>
                </a:cubicBezTo>
                <a:cubicBezTo>
                  <a:pt x="127375" y="69902"/>
                  <a:pt x="129566" y="69719"/>
                  <a:pt x="131454" y="69355"/>
                </a:cubicBezTo>
                <a:cubicBezTo>
                  <a:pt x="133342" y="68990"/>
                  <a:pt x="134975" y="68587"/>
                  <a:pt x="136354" y="68146"/>
                </a:cubicBezTo>
                <a:cubicBezTo>
                  <a:pt x="137732" y="67704"/>
                  <a:pt x="138875" y="67301"/>
                  <a:pt x="139781" y="66937"/>
                </a:cubicBezTo>
                <a:cubicBezTo>
                  <a:pt x="140687" y="66572"/>
                  <a:pt x="141424" y="66390"/>
                  <a:pt x="141990" y="66390"/>
                </a:cubicBezTo>
                <a:cubicBezTo>
                  <a:pt x="142330" y="66390"/>
                  <a:pt x="142613" y="66456"/>
                  <a:pt x="142840" y="66590"/>
                </a:cubicBezTo>
                <a:cubicBezTo>
                  <a:pt x="143066" y="66722"/>
                  <a:pt x="143255" y="66959"/>
                  <a:pt x="143406" y="67301"/>
                </a:cubicBezTo>
                <a:cubicBezTo>
                  <a:pt x="143557" y="67642"/>
                  <a:pt x="143661" y="68126"/>
                  <a:pt x="143718" y="68753"/>
                </a:cubicBezTo>
                <a:cubicBezTo>
                  <a:pt x="143774" y="69379"/>
                  <a:pt x="143803" y="70167"/>
                  <a:pt x="143803" y="71116"/>
                </a:cubicBezTo>
                <a:cubicBezTo>
                  <a:pt x="143803" y="71952"/>
                  <a:pt x="143784" y="72664"/>
                  <a:pt x="143746" y="73253"/>
                </a:cubicBezTo>
                <a:cubicBezTo>
                  <a:pt x="143708" y="73840"/>
                  <a:pt x="143652" y="74343"/>
                  <a:pt x="143576" y="74761"/>
                </a:cubicBezTo>
                <a:cubicBezTo>
                  <a:pt x="143501" y="75179"/>
                  <a:pt x="143387" y="75530"/>
                  <a:pt x="143236" y="75816"/>
                </a:cubicBezTo>
                <a:cubicBezTo>
                  <a:pt x="143085" y="76100"/>
                  <a:pt x="142887" y="76375"/>
                  <a:pt x="142641" y="76641"/>
                </a:cubicBezTo>
                <a:cubicBezTo>
                  <a:pt x="142396" y="76906"/>
                  <a:pt x="141726" y="77266"/>
                  <a:pt x="140631" y="77719"/>
                </a:cubicBezTo>
                <a:cubicBezTo>
                  <a:pt x="139535" y="78172"/>
                  <a:pt x="138138" y="78616"/>
                  <a:pt x="136439" y="79050"/>
                </a:cubicBezTo>
                <a:cubicBezTo>
                  <a:pt x="134739" y="79484"/>
                  <a:pt x="132794" y="79862"/>
                  <a:pt x="130604" y="80183"/>
                </a:cubicBezTo>
                <a:cubicBezTo>
                  <a:pt x="128414" y="80504"/>
                  <a:pt x="126072" y="80664"/>
                  <a:pt x="123580" y="80664"/>
                </a:cubicBezTo>
                <a:cubicBezTo>
                  <a:pt x="119086" y="80664"/>
                  <a:pt x="115149" y="80097"/>
                  <a:pt x="111769" y="78961"/>
                </a:cubicBezTo>
                <a:cubicBezTo>
                  <a:pt x="108389" y="77826"/>
                  <a:pt x="105566" y="76104"/>
                  <a:pt x="103301" y="73796"/>
                </a:cubicBezTo>
                <a:cubicBezTo>
                  <a:pt x="101035" y="71488"/>
                  <a:pt x="99345" y="68575"/>
                  <a:pt x="98231" y="65057"/>
                </a:cubicBezTo>
                <a:cubicBezTo>
                  <a:pt x="97117" y="61537"/>
                  <a:pt x="96560" y="57413"/>
                  <a:pt x="96560" y="52683"/>
                </a:cubicBezTo>
                <a:cubicBezTo>
                  <a:pt x="96560" y="48180"/>
                  <a:pt x="97145" y="44121"/>
                  <a:pt x="98316" y="40507"/>
                </a:cubicBezTo>
                <a:cubicBezTo>
                  <a:pt x="99486" y="36894"/>
                  <a:pt x="101186" y="33829"/>
                  <a:pt x="103414" y="31313"/>
                </a:cubicBezTo>
                <a:cubicBezTo>
                  <a:pt x="105642" y="28796"/>
                  <a:pt x="108352" y="26875"/>
                  <a:pt x="111543" y="25551"/>
                </a:cubicBezTo>
                <a:cubicBezTo>
                  <a:pt x="114734" y="24227"/>
                  <a:pt x="118331" y="23565"/>
                  <a:pt x="122334" y="23565"/>
                </a:cubicBezTo>
                <a:cubicBezTo>
                  <a:pt x="126563" y="23565"/>
                  <a:pt x="130179" y="24189"/>
                  <a:pt x="133182" y="25438"/>
                </a:cubicBezTo>
                <a:cubicBezTo>
                  <a:pt x="136184" y="26686"/>
                  <a:pt x="138648" y="28417"/>
                  <a:pt x="140574" y="30630"/>
                </a:cubicBezTo>
                <a:cubicBezTo>
                  <a:pt x="142500" y="32842"/>
                  <a:pt x="143916" y="35462"/>
                  <a:pt x="144822" y="38489"/>
                </a:cubicBezTo>
                <a:cubicBezTo>
                  <a:pt x="145729" y="41515"/>
                  <a:pt x="146182" y="44807"/>
                  <a:pt x="146182" y="48364"/>
                </a:cubicBezTo>
                <a:lnTo>
                  <a:pt x="146182" y="50633"/>
                </a:lnTo>
                <a:moveTo>
                  <a:pt x="132360" y="46563"/>
                </a:moveTo>
                <a:cubicBezTo>
                  <a:pt x="132473" y="42543"/>
                  <a:pt x="131671" y="39385"/>
                  <a:pt x="129953" y="37091"/>
                </a:cubicBezTo>
                <a:cubicBezTo>
                  <a:pt x="128234" y="34796"/>
                  <a:pt x="125581" y="33648"/>
                  <a:pt x="121994" y="33648"/>
                </a:cubicBezTo>
                <a:cubicBezTo>
                  <a:pt x="120181" y="33648"/>
                  <a:pt x="118605" y="33990"/>
                  <a:pt x="117264" y="34673"/>
                </a:cubicBezTo>
                <a:cubicBezTo>
                  <a:pt x="115923" y="35355"/>
                  <a:pt x="114809" y="36275"/>
                  <a:pt x="113922" y="37433"/>
                </a:cubicBezTo>
                <a:cubicBezTo>
                  <a:pt x="113034" y="38589"/>
                  <a:pt x="112355" y="39955"/>
                  <a:pt x="111883" y="41529"/>
                </a:cubicBezTo>
                <a:cubicBezTo>
                  <a:pt x="111410" y="43102"/>
                  <a:pt x="111137" y="44780"/>
                  <a:pt x="111061" y="46563"/>
                </a:cubicBezTo>
                <a:lnTo>
                  <a:pt x="132360" y="46563"/>
                </a:lnTo>
                <a:close/>
                <a:moveTo>
                  <a:pt x="193433" y="63125"/>
                </a:moveTo>
                <a:cubicBezTo>
                  <a:pt x="193433" y="66001"/>
                  <a:pt x="192895" y="68537"/>
                  <a:pt x="191819" y="70732"/>
                </a:cubicBezTo>
                <a:cubicBezTo>
                  <a:pt x="190742" y="72926"/>
                  <a:pt x="189222" y="74761"/>
                  <a:pt x="187259" y="76237"/>
                </a:cubicBezTo>
                <a:cubicBezTo>
                  <a:pt x="185295" y="77712"/>
                  <a:pt x="182972" y="78819"/>
                  <a:pt x="180291" y="79556"/>
                </a:cubicBezTo>
                <a:cubicBezTo>
                  <a:pt x="177610" y="80295"/>
                  <a:pt x="174702" y="80664"/>
                  <a:pt x="171568" y="80664"/>
                </a:cubicBezTo>
                <a:cubicBezTo>
                  <a:pt x="169679" y="80664"/>
                  <a:pt x="167876" y="80521"/>
                  <a:pt x="166158" y="80234"/>
                </a:cubicBezTo>
                <a:cubicBezTo>
                  <a:pt x="164440" y="79947"/>
                  <a:pt x="162901" y="79585"/>
                  <a:pt x="161541" y="79146"/>
                </a:cubicBezTo>
                <a:cubicBezTo>
                  <a:pt x="160182" y="78705"/>
                  <a:pt x="159049" y="78256"/>
                  <a:pt x="158142" y="77798"/>
                </a:cubicBezTo>
                <a:cubicBezTo>
                  <a:pt x="157236" y="77339"/>
                  <a:pt x="156575" y="76909"/>
                  <a:pt x="156160" y="76508"/>
                </a:cubicBezTo>
                <a:cubicBezTo>
                  <a:pt x="155744" y="76107"/>
                  <a:pt x="155423" y="75479"/>
                  <a:pt x="155197" y="74625"/>
                </a:cubicBezTo>
                <a:cubicBezTo>
                  <a:pt x="154970" y="73770"/>
                  <a:pt x="154857" y="72507"/>
                  <a:pt x="154857" y="70836"/>
                </a:cubicBezTo>
                <a:cubicBezTo>
                  <a:pt x="154857" y="69735"/>
                  <a:pt x="154895" y="68852"/>
                  <a:pt x="154970" y="68188"/>
                </a:cubicBezTo>
                <a:cubicBezTo>
                  <a:pt x="155046" y="67524"/>
                  <a:pt x="155159" y="66992"/>
                  <a:pt x="155310" y="66593"/>
                </a:cubicBezTo>
                <a:cubicBezTo>
                  <a:pt x="155461" y="66194"/>
                  <a:pt x="155650" y="65929"/>
                  <a:pt x="155877" y="65797"/>
                </a:cubicBezTo>
                <a:cubicBezTo>
                  <a:pt x="156103" y="65663"/>
                  <a:pt x="156386" y="65596"/>
                  <a:pt x="156726" y="65596"/>
                </a:cubicBezTo>
                <a:cubicBezTo>
                  <a:pt x="157142" y="65596"/>
                  <a:pt x="157755" y="65835"/>
                  <a:pt x="158567" y="66313"/>
                </a:cubicBezTo>
                <a:cubicBezTo>
                  <a:pt x="159379" y="66791"/>
                  <a:pt x="160389" y="67317"/>
                  <a:pt x="161598" y="67891"/>
                </a:cubicBezTo>
                <a:cubicBezTo>
                  <a:pt x="162806" y="68464"/>
                  <a:pt x="164213" y="68999"/>
                  <a:pt x="165818" y="69496"/>
                </a:cubicBezTo>
                <a:cubicBezTo>
                  <a:pt x="167423" y="69993"/>
                  <a:pt x="169245" y="70241"/>
                  <a:pt x="171284" y="70241"/>
                </a:cubicBezTo>
                <a:cubicBezTo>
                  <a:pt x="172568" y="70241"/>
                  <a:pt x="173711" y="70110"/>
                  <a:pt x="174711" y="69847"/>
                </a:cubicBezTo>
                <a:cubicBezTo>
                  <a:pt x="175712" y="69584"/>
                  <a:pt x="176581" y="69208"/>
                  <a:pt x="177317" y="68719"/>
                </a:cubicBezTo>
                <a:cubicBezTo>
                  <a:pt x="178054" y="68229"/>
                  <a:pt x="178611" y="67609"/>
                  <a:pt x="178988" y="66857"/>
                </a:cubicBezTo>
                <a:cubicBezTo>
                  <a:pt x="179366" y="66105"/>
                  <a:pt x="179555" y="65240"/>
                  <a:pt x="179555" y="64262"/>
                </a:cubicBezTo>
                <a:cubicBezTo>
                  <a:pt x="179555" y="63126"/>
                  <a:pt x="179205" y="62152"/>
                  <a:pt x="178507" y="61339"/>
                </a:cubicBezTo>
                <a:cubicBezTo>
                  <a:pt x="177808" y="60525"/>
                  <a:pt x="176883" y="59815"/>
                  <a:pt x="175731" y="59210"/>
                </a:cubicBezTo>
                <a:cubicBezTo>
                  <a:pt x="174579" y="58604"/>
                  <a:pt x="173276" y="58037"/>
                  <a:pt x="171822" y="57507"/>
                </a:cubicBezTo>
                <a:cubicBezTo>
                  <a:pt x="170369" y="56977"/>
                  <a:pt x="168877" y="56390"/>
                  <a:pt x="167347" y="55747"/>
                </a:cubicBezTo>
                <a:cubicBezTo>
                  <a:pt x="165818" y="55104"/>
                  <a:pt x="164326" y="54366"/>
                  <a:pt x="162872" y="53534"/>
                </a:cubicBezTo>
                <a:cubicBezTo>
                  <a:pt x="161418" y="52701"/>
                  <a:pt x="160116" y="51679"/>
                  <a:pt x="158964" y="50468"/>
                </a:cubicBezTo>
                <a:cubicBezTo>
                  <a:pt x="157812" y="49258"/>
                  <a:pt x="156887" y="47801"/>
                  <a:pt x="156188" y="46100"/>
                </a:cubicBezTo>
                <a:cubicBezTo>
                  <a:pt x="155489" y="44397"/>
                  <a:pt x="155140" y="42353"/>
                  <a:pt x="155140" y="39969"/>
                </a:cubicBezTo>
                <a:cubicBezTo>
                  <a:pt x="155140" y="37547"/>
                  <a:pt x="155612" y="35323"/>
                  <a:pt x="156556" y="33299"/>
                </a:cubicBezTo>
                <a:cubicBezTo>
                  <a:pt x="157500" y="31275"/>
                  <a:pt x="158860" y="29545"/>
                  <a:pt x="160635" y="28107"/>
                </a:cubicBezTo>
                <a:cubicBezTo>
                  <a:pt x="162410" y="26669"/>
                  <a:pt x="164572" y="25552"/>
                  <a:pt x="167121" y="24758"/>
                </a:cubicBezTo>
                <a:cubicBezTo>
                  <a:pt x="169670" y="23963"/>
                  <a:pt x="172531" y="23565"/>
                  <a:pt x="175703" y="23565"/>
                </a:cubicBezTo>
                <a:cubicBezTo>
                  <a:pt x="177289" y="23565"/>
                  <a:pt x="178828" y="23678"/>
                  <a:pt x="180319" y="23905"/>
                </a:cubicBezTo>
                <a:cubicBezTo>
                  <a:pt x="181811" y="24131"/>
                  <a:pt x="183161" y="24415"/>
                  <a:pt x="184370" y="24754"/>
                </a:cubicBezTo>
                <a:cubicBezTo>
                  <a:pt x="185578" y="25094"/>
                  <a:pt x="186598" y="25463"/>
                  <a:pt x="187429" y="25859"/>
                </a:cubicBezTo>
                <a:cubicBezTo>
                  <a:pt x="188259" y="26256"/>
                  <a:pt x="188854" y="26595"/>
                  <a:pt x="189213" y="26879"/>
                </a:cubicBezTo>
                <a:cubicBezTo>
                  <a:pt x="189572" y="27162"/>
                  <a:pt x="189827" y="27445"/>
                  <a:pt x="189978" y="27728"/>
                </a:cubicBezTo>
                <a:cubicBezTo>
                  <a:pt x="190129" y="28012"/>
                  <a:pt x="190242" y="28352"/>
                  <a:pt x="190318" y="28748"/>
                </a:cubicBezTo>
                <a:cubicBezTo>
                  <a:pt x="190393" y="29145"/>
                  <a:pt x="190459" y="29635"/>
                  <a:pt x="190516" y="30221"/>
                </a:cubicBezTo>
                <a:cubicBezTo>
                  <a:pt x="190572" y="30806"/>
                  <a:pt x="190601" y="31533"/>
                  <a:pt x="190601" y="32402"/>
                </a:cubicBezTo>
                <a:cubicBezTo>
                  <a:pt x="190601" y="33421"/>
                  <a:pt x="190572" y="34252"/>
                  <a:pt x="190516" y="34894"/>
                </a:cubicBezTo>
                <a:cubicBezTo>
                  <a:pt x="190459" y="35536"/>
                  <a:pt x="190365" y="36046"/>
                  <a:pt x="190233" y="36424"/>
                </a:cubicBezTo>
                <a:cubicBezTo>
                  <a:pt x="190100" y="36801"/>
                  <a:pt x="189921" y="37056"/>
                  <a:pt x="189694" y="37188"/>
                </a:cubicBezTo>
                <a:cubicBezTo>
                  <a:pt x="189468" y="37321"/>
                  <a:pt x="189203" y="37387"/>
                  <a:pt x="188901" y="37387"/>
                </a:cubicBezTo>
                <a:cubicBezTo>
                  <a:pt x="188561" y="37387"/>
                  <a:pt x="188033" y="37188"/>
                  <a:pt x="187315" y="36792"/>
                </a:cubicBezTo>
                <a:cubicBezTo>
                  <a:pt x="186598" y="36395"/>
                  <a:pt x="185701" y="35970"/>
                  <a:pt x="184625" y="35517"/>
                </a:cubicBezTo>
                <a:cubicBezTo>
                  <a:pt x="183548" y="35064"/>
                  <a:pt x="182302" y="34639"/>
                  <a:pt x="180886" y="34243"/>
                </a:cubicBezTo>
                <a:cubicBezTo>
                  <a:pt x="179470" y="33846"/>
                  <a:pt x="177855" y="33648"/>
                  <a:pt x="176043" y="33648"/>
                </a:cubicBezTo>
                <a:cubicBezTo>
                  <a:pt x="174759" y="33648"/>
                  <a:pt x="173645" y="33781"/>
                  <a:pt x="172701" y="34048"/>
                </a:cubicBezTo>
                <a:cubicBezTo>
                  <a:pt x="171756" y="34314"/>
                  <a:pt x="170982" y="34693"/>
                  <a:pt x="170378" y="35186"/>
                </a:cubicBezTo>
                <a:cubicBezTo>
                  <a:pt x="169774" y="35680"/>
                  <a:pt x="169321" y="36258"/>
                  <a:pt x="169018" y="36923"/>
                </a:cubicBezTo>
                <a:cubicBezTo>
                  <a:pt x="168716" y="37587"/>
                  <a:pt x="168565" y="38299"/>
                  <a:pt x="168565" y="39059"/>
                </a:cubicBezTo>
                <a:cubicBezTo>
                  <a:pt x="168565" y="40232"/>
                  <a:pt x="168924" y="41217"/>
                  <a:pt x="169642" y="42012"/>
                </a:cubicBezTo>
                <a:cubicBezTo>
                  <a:pt x="170359" y="42806"/>
                  <a:pt x="171303" y="43506"/>
                  <a:pt x="172474" y="44112"/>
                </a:cubicBezTo>
                <a:cubicBezTo>
                  <a:pt x="173645" y="44717"/>
                  <a:pt x="174976" y="45285"/>
                  <a:pt x="176467" y="45815"/>
                </a:cubicBezTo>
                <a:cubicBezTo>
                  <a:pt x="177959" y="46344"/>
                  <a:pt x="179470" y="46921"/>
                  <a:pt x="180999" y="47546"/>
                </a:cubicBezTo>
                <a:cubicBezTo>
                  <a:pt x="182529" y="48170"/>
                  <a:pt x="184039" y="48898"/>
                  <a:pt x="185531" y="49730"/>
                </a:cubicBezTo>
                <a:cubicBezTo>
                  <a:pt x="187023" y="50562"/>
                  <a:pt x="188354" y="51584"/>
                  <a:pt x="189524" y="52796"/>
                </a:cubicBezTo>
                <a:cubicBezTo>
                  <a:pt x="190695" y="54007"/>
                  <a:pt x="191639" y="55454"/>
                  <a:pt x="192357" y="57138"/>
                </a:cubicBezTo>
                <a:cubicBezTo>
                  <a:pt x="193074" y="58821"/>
                  <a:pt x="193433" y="60817"/>
                  <a:pt x="193433" y="631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ed9c5743f4063"/>
          <a:stretch xmlns:a="http://schemas.openxmlformats.org/drawingml/2006/main"/>
        </p:blipFill>
        <p:spPr>
          <a:xfrm xmlns:a="http://schemas.openxmlformats.org/drawingml/2006/main">
            <a:off x="3442201" y="2767202"/>
            <a:ext cx="2478824" cy="643274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c7254e7104060"/>
          <a:stretch xmlns:a="http://schemas.openxmlformats.org/drawingml/2006/main"/>
        </p:blipFill>
        <p:spPr>
          <a:xfrm xmlns:a="http://schemas.openxmlformats.org/drawingml/2006/main">
            <a:off x="3448901" y="2780401"/>
            <a:ext cx="2459171" cy="694681"/>
          </a:xfrm>
          <a:prstGeom xmlns:a="http://schemas.openxmlformats.org/drawingml/2006/main" prst="rect">
            <a:avLst/>
          </a:prstGeom>
        </p:spPr>
      </p:pic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D4562-82B5-4CAE-AF1C-0FB2ECC1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05" y="2785721"/>
            <a:ext cx="2417675" cy="581969"/>
          </a:xfrm>
          <a:custGeom xmlns:a="http://schemas.openxmlformats.org/drawingml/2006/main">
            <a:pathLst>
              <a:path w="2417675" h="581969">
                <a:moveTo>
                  <a:pt x="0" y="0"/>
                </a:moveTo>
                <a:lnTo>
                  <a:pt x="2417675" y="0"/>
                </a:lnTo>
                <a:lnTo>
                  <a:pt x="2417675" y="581969"/>
                </a:lnTo>
                <a:lnTo>
                  <a:pt x="0" y="5819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EAB7A-C0E2-4CB1-8C1D-EE21C2E8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05" y="2785721"/>
            <a:ext cx="2417675" cy="581969"/>
          </a:xfrm>
          <a:custGeom xmlns:a="http://schemas.openxmlformats.org/drawingml/2006/main">
            <a:pathLst>
              <a:path w="2417675" h="581969" fill="none">
                <a:moveTo>
                  <a:pt x="0" y="0"/>
                </a:moveTo>
                <a:lnTo>
                  <a:pt x="2417675" y="0"/>
                </a:lnTo>
                <a:lnTo>
                  <a:pt x="2417675" y="581969"/>
                </a:lnTo>
                <a:lnTo>
                  <a:pt x="0" y="58196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7F7F7F"/>
            </a:solidFill>
            <a:miter/>
          </a:ln>
        </p:spPr>
      </p:sp>
      <p:sp>
        <p:nvSpPr>
          <p:cNvPr id="16" name="Text …">
            <a:extLst xmlns:a="http://schemas.openxmlformats.org/drawingml/2006/main">
              <a:ext uri="{FF2B5EF4-FFF2-40B4-BE49-F238E27FC236}">
                <a16:creationId xmlns:a16="http://schemas.microsoft.com/office/drawing/2014/main" id="{929253E3-66CA-4AE5-8F0A-A58F9763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103" y="2872018"/>
            <a:ext cx="55866" cy="9565"/>
          </a:xfrm>
          <a:custGeom xmlns:a="http://schemas.openxmlformats.org/drawingml/2006/main">
            <a:pathLst>
              <a:path w="55866" h="9565">
                <a:moveTo>
                  <a:pt x="46301" y="9565"/>
                </a:moveTo>
                <a:lnTo>
                  <a:pt x="46301" y="0"/>
                </a:lnTo>
                <a:lnTo>
                  <a:pt x="55866" y="0"/>
                </a:lnTo>
                <a:lnTo>
                  <a:pt x="55866" y="9565"/>
                </a:lnTo>
                <a:lnTo>
                  <a:pt x="46301" y="9565"/>
                </a:lnTo>
                <a:moveTo>
                  <a:pt x="23167" y="9565"/>
                </a:moveTo>
                <a:lnTo>
                  <a:pt x="23167" y="0"/>
                </a:lnTo>
                <a:lnTo>
                  <a:pt x="32699" y="0"/>
                </a:lnTo>
                <a:lnTo>
                  <a:pt x="32699" y="9565"/>
                </a:lnTo>
                <a:lnTo>
                  <a:pt x="23167" y="9565"/>
                </a:lnTo>
                <a:moveTo>
                  <a:pt x="0" y="9565"/>
                </a:moveTo>
                <a:lnTo>
                  <a:pt x="0" y="0"/>
                </a:lnTo>
                <a:lnTo>
                  <a:pt x="9532" y="0"/>
                </a:lnTo>
                <a:lnTo>
                  <a:pt x="9532" y="9565"/>
                </a:lnTo>
                <a:lnTo>
                  <a:pt x="0" y="95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flush_work(&amp;deferred_probe_work);">
            <a:extLst xmlns:a="http://schemas.openxmlformats.org/drawingml/2006/main">
              <a:ext uri="{FF2B5EF4-FFF2-40B4-BE49-F238E27FC236}">
                <a16:creationId xmlns:a16="http://schemas.microsoft.com/office/drawing/2014/main" id="{767C2D82-378D-4032-B562-D4252BD2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099" y="2931009"/>
            <a:ext cx="1189276" cy="65262"/>
          </a:xfrm>
          <a:custGeom xmlns:a="http://schemas.openxmlformats.org/drawingml/2006/main">
            <a:pathLst>
              <a:path w="1189276" h="65262">
                <a:moveTo>
                  <a:pt x="0" y="14586"/>
                </a:moveTo>
                <a:lnTo>
                  <a:pt x="5292" y="14586"/>
                </a:lnTo>
                <a:lnTo>
                  <a:pt x="5292" y="11866"/>
                </a:lnTo>
                <a:cubicBezTo>
                  <a:pt x="5292" y="8828"/>
                  <a:pt x="5614" y="6562"/>
                  <a:pt x="6258" y="5066"/>
                </a:cubicBezTo>
                <a:cubicBezTo>
                  <a:pt x="6903" y="3570"/>
                  <a:pt x="8090" y="2351"/>
                  <a:pt x="9820" y="1411"/>
                </a:cubicBezTo>
                <a:cubicBezTo>
                  <a:pt x="11550" y="470"/>
                  <a:pt x="13738" y="0"/>
                  <a:pt x="16383" y="0"/>
                </a:cubicBezTo>
                <a:cubicBezTo>
                  <a:pt x="19097" y="0"/>
                  <a:pt x="21754" y="407"/>
                  <a:pt x="24355" y="1221"/>
                </a:cubicBezTo>
                <a:lnTo>
                  <a:pt x="23066" y="7869"/>
                </a:lnTo>
                <a:cubicBezTo>
                  <a:pt x="21550" y="7508"/>
                  <a:pt x="20092" y="7327"/>
                  <a:pt x="18690" y="7327"/>
                </a:cubicBezTo>
                <a:cubicBezTo>
                  <a:pt x="17310" y="7327"/>
                  <a:pt x="16321" y="7651"/>
                  <a:pt x="15722" y="8299"/>
                </a:cubicBezTo>
                <a:cubicBezTo>
                  <a:pt x="15123" y="8946"/>
                  <a:pt x="14823" y="10190"/>
                  <a:pt x="14823" y="12030"/>
                </a:cubicBezTo>
                <a:lnTo>
                  <a:pt x="14823" y="14586"/>
                </a:lnTo>
                <a:lnTo>
                  <a:pt x="21946" y="14586"/>
                </a:lnTo>
                <a:lnTo>
                  <a:pt x="21946" y="22116"/>
                </a:lnTo>
                <a:lnTo>
                  <a:pt x="14823" y="22116"/>
                </a:lnTo>
                <a:lnTo>
                  <a:pt x="14823" y="50609"/>
                </a:lnTo>
                <a:lnTo>
                  <a:pt x="5292" y="50609"/>
                </a:lnTo>
                <a:lnTo>
                  <a:pt x="5292" y="22116"/>
                </a:lnTo>
                <a:lnTo>
                  <a:pt x="0" y="22116"/>
                </a:lnTo>
                <a:lnTo>
                  <a:pt x="0" y="14586"/>
                </a:lnTo>
                <a:close/>
                <a:moveTo>
                  <a:pt x="27097" y="50609"/>
                </a:moveTo>
                <a:lnTo>
                  <a:pt x="27097" y="882"/>
                </a:lnTo>
                <a:lnTo>
                  <a:pt x="36628" y="882"/>
                </a:lnTo>
                <a:lnTo>
                  <a:pt x="36628" y="50609"/>
                </a:lnTo>
                <a:lnTo>
                  <a:pt x="27097" y="50609"/>
                </a:lnTo>
                <a:close/>
                <a:moveTo>
                  <a:pt x="70258" y="50609"/>
                </a:moveTo>
                <a:lnTo>
                  <a:pt x="70258" y="45215"/>
                </a:lnTo>
                <a:cubicBezTo>
                  <a:pt x="68946" y="47137"/>
                  <a:pt x="67222" y="48653"/>
                  <a:pt x="65085" y="49761"/>
                </a:cubicBezTo>
                <a:cubicBezTo>
                  <a:pt x="62948" y="50869"/>
                  <a:pt x="60692" y="51423"/>
                  <a:pt x="58318" y="51423"/>
                </a:cubicBezTo>
                <a:cubicBezTo>
                  <a:pt x="55898" y="51423"/>
                  <a:pt x="53727" y="50891"/>
                  <a:pt x="51805" y="49828"/>
                </a:cubicBezTo>
                <a:cubicBezTo>
                  <a:pt x="49883" y="48766"/>
                  <a:pt x="48492" y="47273"/>
                  <a:pt x="47633" y="45351"/>
                </a:cubicBezTo>
                <a:cubicBezTo>
                  <a:pt x="46774" y="43429"/>
                  <a:pt x="46344" y="40772"/>
                  <a:pt x="46344" y="37380"/>
                </a:cubicBezTo>
                <a:lnTo>
                  <a:pt x="46344" y="14586"/>
                </a:lnTo>
                <a:lnTo>
                  <a:pt x="55876" y="14586"/>
                </a:lnTo>
                <a:lnTo>
                  <a:pt x="55876" y="31100"/>
                </a:lnTo>
                <a:cubicBezTo>
                  <a:pt x="55876" y="36154"/>
                  <a:pt x="56051" y="39251"/>
                  <a:pt x="56401" y="40390"/>
                </a:cubicBezTo>
                <a:cubicBezTo>
                  <a:pt x="56752" y="41529"/>
                  <a:pt x="57391" y="42432"/>
                  <a:pt x="58318" y="43097"/>
                </a:cubicBezTo>
                <a:cubicBezTo>
                  <a:pt x="59245" y="43763"/>
                  <a:pt x="60421" y="44096"/>
                  <a:pt x="61846" y="44096"/>
                </a:cubicBezTo>
                <a:cubicBezTo>
                  <a:pt x="63474" y="44096"/>
                  <a:pt x="64932" y="43650"/>
                  <a:pt x="66221" y="42759"/>
                </a:cubicBezTo>
                <a:cubicBezTo>
                  <a:pt x="67510" y="41868"/>
                  <a:pt x="68392" y="40763"/>
                  <a:pt x="68867" y="39443"/>
                </a:cubicBezTo>
                <a:cubicBezTo>
                  <a:pt x="69342" y="38123"/>
                  <a:pt x="69579" y="34891"/>
                  <a:pt x="69579" y="29747"/>
                </a:cubicBezTo>
                <a:lnTo>
                  <a:pt x="69579" y="14586"/>
                </a:lnTo>
                <a:lnTo>
                  <a:pt x="79111" y="14586"/>
                </a:lnTo>
                <a:lnTo>
                  <a:pt x="79111" y="50609"/>
                </a:lnTo>
                <a:lnTo>
                  <a:pt x="70258" y="50609"/>
                </a:lnTo>
                <a:close/>
                <a:moveTo>
                  <a:pt x="85566" y="40365"/>
                </a:moveTo>
                <a:lnTo>
                  <a:pt x="95131" y="38872"/>
                </a:lnTo>
                <a:cubicBezTo>
                  <a:pt x="95538" y="40715"/>
                  <a:pt x="96363" y="42114"/>
                  <a:pt x="97607" y="43070"/>
                </a:cubicBezTo>
                <a:cubicBezTo>
                  <a:pt x="98851" y="44025"/>
                  <a:pt x="100592" y="44503"/>
                  <a:pt x="102831" y="44503"/>
                </a:cubicBezTo>
                <a:cubicBezTo>
                  <a:pt x="105296" y="44503"/>
                  <a:pt x="107150" y="44051"/>
                  <a:pt x="108394" y="43148"/>
                </a:cubicBezTo>
                <a:cubicBezTo>
                  <a:pt x="109230" y="42516"/>
                  <a:pt x="109649" y="41669"/>
                  <a:pt x="109649" y="40608"/>
                </a:cubicBezTo>
                <a:cubicBezTo>
                  <a:pt x="109649" y="39885"/>
                  <a:pt x="109423" y="39286"/>
                  <a:pt x="108970" y="38812"/>
                </a:cubicBezTo>
                <a:cubicBezTo>
                  <a:pt x="108495" y="38360"/>
                  <a:pt x="107433" y="37943"/>
                  <a:pt x="105782" y="37559"/>
                </a:cubicBezTo>
                <a:cubicBezTo>
                  <a:pt x="98093" y="35866"/>
                  <a:pt x="93220" y="34319"/>
                  <a:pt x="91162" y="32918"/>
                </a:cubicBezTo>
                <a:cubicBezTo>
                  <a:pt x="88313" y="30975"/>
                  <a:pt x="86888" y="28275"/>
                  <a:pt x="86888" y="24819"/>
                </a:cubicBezTo>
                <a:cubicBezTo>
                  <a:pt x="86888" y="21701"/>
                  <a:pt x="88121" y="19080"/>
                  <a:pt x="90586" y="16957"/>
                </a:cubicBezTo>
                <a:cubicBezTo>
                  <a:pt x="93051" y="14833"/>
                  <a:pt x="96872" y="13772"/>
                  <a:pt x="102051" y="13772"/>
                </a:cubicBezTo>
                <a:cubicBezTo>
                  <a:pt x="106980" y="13772"/>
                  <a:pt x="110644" y="14571"/>
                  <a:pt x="113041" y="16171"/>
                </a:cubicBezTo>
                <a:cubicBezTo>
                  <a:pt x="115438" y="17771"/>
                  <a:pt x="117088" y="20137"/>
                  <a:pt x="117993" y="23269"/>
                </a:cubicBezTo>
                <a:lnTo>
                  <a:pt x="109004" y="24965"/>
                </a:lnTo>
                <a:cubicBezTo>
                  <a:pt x="108620" y="23563"/>
                  <a:pt x="107891" y="22489"/>
                  <a:pt x="106816" y="21743"/>
                </a:cubicBezTo>
                <a:cubicBezTo>
                  <a:pt x="105742" y="20996"/>
                  <a:pt x="104210" y="20623"/>
                  <a:pt x="102220" y="20623"/>
                </a:cubicBezTo>
                <a:cubicBezTo>
                  <a:pt x="99710" y="20623"/>
                  <a:pt x="97912" y="20973"/>
                  <a:pt x="96827" y="21674"/>
                </a:cubicBezTo>
                <a:cubicBezTo>
                  <a:pt x="96103" y="22170"/>
                  <a:pt x="95742" y="22813"/>
                  <a:pt x="95742" y="23604"/>
                </a:cubicBezTo>
                <a:cubicBezTo>
                  <a:pt x="95742" y="24281"/>
                  <a:pt x="96058" y="24857"/>
                  <a:pt x="96691" y="25331"/>
                </a:cubicBezTo>
                <a:cubicBezTo>
                  <a:pt x="97551" y="25963"/>
                  <a:pt x="100519" y="26855"/>
                  <a:pt x="105595" y="28007"/>
                </a:cubicBezTo>
                <a:cubicBezTo>
                  <a:pt x="110672" y="29159"/>
                  <a:pt x="114217" y="30572"/>
                  <a:pt x="116229" y="32246"/>
                </a:cubicBezTo>
                <a:cubicBezTo>
                  <a:pt x="118219" y="33944"/>
                  <a:pt x="119214" y="36308"/>
                  <a:pt x="119214" y="39340"/>
                </a:cubicBezTo>
                <a:cubicBezTo>
                  <a:pt x="119214" y="42643"/>
                  <a:pt x="117835" y="45483"/>
                  <a:pt x="115076" y="47859"/>
                </a:cubicBezTo>
                <a:cubicBezTo>
                  <a:pt x="112317" y="50235"/>
                  <a:pt x="108235" y="51423"/>
                  <a:pt x="102831" y="51423"/>
                </a:cubicBezTo>
                <a:cubicBezTo>
                  <a:pt x="97924" y="51423"/>
                  <a:pt x="94040" y="50431"/>
                  <a:pt x="91179" y="48447"/>
                </a:cubicBezTo>
                <a:cubicBezTo>
                  <a:pt x="88319" y="46463"/>
                  <a:pt x="86447" y="43769"/>
                  <a:pt x="85566" y="40365"/>
                </a:cubicBezTo>
                <a:close/>
                <a:moveTo>
                  <a:pt x="137323" y="882"/>
                </a:moveTo>
                <a:lnTo>
                  <a:pt x="137323" y="19190"/>
                </a:lnTo>
                <a:cubicBezTo>
                  <a:pt x="140399" y="15578"/>
                  <a:pt x="144073" y="13772"/>
                  <a:pt x="148347" y="13772"/>
                </a:cubicBezTo>
                <a:cubicBezTo>
                  <a:pt x="150541" y="13772"/>
                  <a:pt x="152519" y="14179"/>
                  <a:pt x="154283" y="14993"/>
                </a:cubicBezTo>
                <a:cubicBezTo>
                  <a:pt x="156047" y="15807"/>
                  <a:pt x="157376" y="16847"/>
                  <a:pt x="158269" y="18113"/>
                </a:cubicBezTo>
                <a:cubicBezTo>
                  <a:pt x="159162" y="19380"/>
                  <a:pt x="159773" y="20782"/>
                  <a:pt x="160100" y="22319"/>
                </a:cubicBezTo>
                <a:cubicBezTo>
                  <a:pt x="160428" y="23857"/>
                  <a:pt x="160592" y="26243"/>
                  <a:pt x="160592" y="29476"/>
                </a:cubicBezTo>
                <a:lnTo>
                  <a:pt x="160592" y="50609"/>
                </a:lnTo>
                <a:lnTo>
                  <a:pt x="151061" y="50609"/>
                </a:lnTo>
                <a:lnTo>
                  <a:pt x="151061" y="31602"/>
                </a:lnTo>
                <a:cubicBezTo>
                  <a:pt x="151061" y="27830"/>
                  <a:pt x="150880" y="25435"/>
                  <a:pt x="150518" y="24419"/>
                </a:cubicBezTo>
                <a:cubicBezTo>
                  <a:pt x="150156" y="23402"/>
                  <a:pt x="149517" y="22595"/>
                  <a:pt x="148602" y="21996"/>
                </a:cubicBezTo>
                <a:cubicBezTo>
                  <a:pt x="147686" y="21397"/>
                  <a:pt x="146538" y="21098"/>
                  <a:pt x="145159" y="21098"/>
                </a:cubicBezTo>
                <a:cubicBezTo>
                  <a:pt x="143576" y="21098"/>
                  <a:pt x="142162" y="21482"/>
                  <a:pt x="140919" y="22250"/>
                </a:cubicBezTo>
                <a:cubicBezTo>
                  <a:pt x="139675" y="23019"/>
                  <a:pt x="138765" y="24176"/>
                  <a:pt x="138188" y="25723"/>
                </a:cubicBezTo>
                <a:cubicBezTo>
                  <a:pt x="137612" y="27270"/>
                  <a:pt x="137323" y="29557"/>
                  <a:pt x="137323" y="32584"/>
                </a:cubicBezTo>
                <a:lnTo>
                  <a:pt x="137323" y="50609"/>
                </a:lnTo>
                <a:lnTo>
                  <a:pt x="127792" y="50609"/>
                </a:lnTo>
                <a:lnTo>
                  <a:pt x="127792" y="882"/>
                </a:lnTo>
                <a:lnTo>
                  <a:pt x="137323" y="882"/>
                </a:lnTo>
                <a:close/>
                <a:moveTo>
                  <a:pt x="164570" y="64380"/>
                </a:moveTo>
                <a:lnTo>
                  <a:pt x="164570" y="58139"/>
                </a:lnTo>
                <a:lnTo>
                  <a:pt x="204189" y="58139"/>
                </a:lnTo>
                <a:lnTo>
                  <a:pt x="204189" y="64380"/>
                </a:lnTo>
                <a:lnTo>
                  <a:pt x="164570" y="64380"/>
                </a:lnTo>
                <a:close/>
                <a:moveTo>
                  <a:pt x="215819" y="50609"/>
                </a:moveTo>
                <a:lnTo>
                  <a:pt x="204422" y="14586"/>
                </a:lnTo>
                <a:lnTo>
                  <a:pt x="213682" y="14586"/>
                </a:lnTo>
                <a:lnTo>
                  <a:pt x="220432" y="38194"/>
                </a:lnTo>
                <a:lnTo>
                  <a:pt x="226640" y="14586"/>
                </a:lnTo>
                <a:lnTo>
                  <a:pt x="235832" y="14586"/>
                </a:lnTo>
                <a:lnTo>
                  <a:pt x="241836" y="38194"/>
                </a:lnTo>
                <a:lnTo>
                  <a:pt x="248721" y="14586"/>
                </a:lnTo>
                <a:lnTo>
                  <a:pt x="258117" y="14586"/>
                </a:lnTo>
                <a:lnTo>
                  <a:pt x="246551" y="50609"/>
                </a:lnTo>
                <a:lnTo>
                  <a:pt x="237392" y="50609"/>
                </a:lnTo>
                <a:lnTo>
                  <a:pt x="231185" y="27441"/>
                </a:lnTo>
                <a:lnTo>
                  <a:pt x="225079" y="50609"/>
                </a:lnTo>
                <a:lnTo>
                  <a:pt x="215819" y="50609"/>
                </a:lnTo>
                <a:close/>
                <a:moveTo>
                  <a:pt x="262473" y="32088"/>
                </a:moveTo>
                <a:cubicBezTo>
                  <a:pt x="262473" y="28922"/>
                  <a:pt x="263253" y="25858"/>
                  <a:pt x="264813" y="22896"/>
                </a:cubicBezTo>
                <a:cubicBezTo>
                  <a:pt x="266374" y="19934"/>
                  <a:pt x="268584" y="17672"/>
                  <a:pt x="271445" y="16112"/>
                </a:cubicBezTo>
                <a:cubicBezTo>
                  <a:pt x="274305" y="14552"/>
                  <a:pt x="277499" y="13772"/>
                  <a:pt x="281027" y="13772"/>
                </a:cubicBezTo>
                <a:cubicBezTo>
                  <a:pt x="286477" y="13772"/>
                  <a:pt x="290943" y="15541"/>
                  <a:pt x="294425" y="19080"/>
                </a:cubicBezTo>
                <a:cubicBezTo>
                  <a:pt x="297908" y="22619"/>
                  <a:pt x="299649" y="27091"/>
                  <a:pt x="299649" y="32495"/>
                </a:cubicBezTo>
                <a:cubicBezTo>
                  <a:pt x="299649" y="37945"/>
                  <a:pt x="297891" y="42462"/>
                  <a:pt x="294375" y="46046"/>
                </a:cubicBezTo>
                <a:cubicBezTo>
                  <a:pt x="290858" y="49631"/>
                  <a:pt x="286432" y="51423"/>
                  <a:pt x="281095" y="51423"/>
                </a:cubicBezTo>
                <a:cubicBezTo>
                  <a:pt x="277793" y="51423"/>
                  <a:pt x="274644" y="50676"/>
                  <a:pt x="271648" y="49184"/>
                </a:cubicBezTo>
                <a:cubicBezTo>
                  <a:pt x="268652" y="47691"/>
                  <a:pt x="266374" y="45504"/>
                  <a:pt x="264813" y="42620"/>
                </a:cubicBezTo>
                <a:cubicBezTo>
                  <a:pt x="263253" y="39737"/>
                  <a:pt x="262473" y="36227"/>
                  <a:pt x="262473" y="32088"/>
                </a:cubicBezTo>
                <a:moveTo>
                  <a:pt x="272242" y="32597"/>
                </a:moveTo>
                <a:cubicBezTo>
                  <a:pt x="272242" y="36159"/>
                  <a:pt x="273090" y="38886"/>
                  <a:pt x="274786" y="40780"/>
                </a:cubicBezTo>
                <a:cubicBezTo>
                  <a:pt x="276482" y="42674"/>
                  <a:pt x="278573" y="43621"/>
                  <a:pt x="281061" y="43621"/>
                </a:cubicBezTo>
                <a:cubicBezTo>
                  <a:pt x="283548" y="43621"/>
                  <a:pt x="285634" y="42674"/>
                  <a:pt x="287319" y="40780"/>
                </a:cubicBezTo>
                <a:cubicBezTo>
                  <a:pt x="289004" y="38886"/>
                  <a:pt x="289846" y="36136"/>
                  <a:pt x="289846" y="32529"/>
                </a:cubicBezTo>
                <a:cubicBezTo>
                  <a:pt x="289846" y="29013"/>
                  <a:pt x="289004" y="26308"/>
                  <a:pt x="287319" y="24414"/>
                </a:cubicBezTo>
                <a:cubicBezTo>
                  <a:pt x="285634" y="22520"/>
                  <a:pt x="283548" y="21573"/>
                  <a:pt x="281061" y="21573"/>
                </a:cubicBezTo>
                <a:cubicBezTo>
                  <a:pt x="278573" y="21573"/>
                  <a:pt x="276482" y="22520"/>
                  <a:pt x="274786" y="24414"/>
                </a:cubicBezTo>
                <a:cubicBezTo>
                  <a:pt x="273090" y="26308"/>
                  <a:pt x="272242" y="29035"/>
                  <a:pt x="272242" y="32597"/>
                </a:cubicBezTo>
                <a:close/>
                <a:moveTo>
                  <a:pt x="316177" y="50609"/>
                </a:moveTo>
                <a:lnTo>
                  <a:pt x="306646" y="50609"/>
                </a:lnTo>
                <a:lnTo>
                  <a:pt x="306646" y="14586"/>
                </a:lnTo>
                <a:lnTo>
                  <a:pt x="315499" y="14586"/>
                </a:lnTo>
                <a:lnTo>
                  <a:pt x="315499" y="19708"/>
                </a:lnTo>
                <a:cubicBezTo>
                  <a:pt x="317014" y="17288"/>
                  <a:pt x="318376" y="15694"/>
                  <a:pt x="319586" y="14925"/>
                </a:cubicBezTo>
                <a:cubicBezTo>
                  <a:pt x="320796" y="14156"/>
                  <a:pt x="322170" y="13772"/>
                  <a:pt x="323708" y="13772"/>
                </a:cubicBezTo>
                <a:cubicBezTo>
                  <a:pt x="325878" y="13772"/>
                  <a:pt x="327970" y="14371"/>
                  <a:pt x="329983" y="15569"/>
                </a:cubicBezTo>
                <a:lnTo>
                  <a:pt x="327032" y="23880"/>
                </a:lnTo>
                <a:cubicBezTo>
                  <a:pt x="325426" y="22839"/>
                  <a:pt x="323934" y="22319"/>
                  <a:pt x="322554" y="22319"/>
                </a:cubicBezTo>
                <a:cubicBezTo>
                  <a:pt x="321220" y="22319"/>
                  <a:pt x="320089" y="22687"/>
                  <a:pt x="319162" y="23422"/>
                </a:cubicBezTo>
                <a:cubicBezTo>
                  <a:pt x="318235" y="24157"/>
                  <a:pt x="317506" y="25485"/>
                  <a:pt x="316974" y="27407"/>
                </a:cubicBezTo>
                <a:cubicBezTo>
                  <a:pt x="316443" y="29329"/>
                  <a:pt x="316177" y="33355"/>
                  <a:pt x="316177" y="39483"/>
                </a:cubicBezTo>
                <a:lnTo>
                  <a:pt x="316177" y="50609"/>
                </a:lnTo>
                <a:close/>
                <a:moveTo>
                  <a:pt x="333806" y="50609"/>
                </a:moveTo>
                <a:lnTo>
                  <a:pt x="333806" y="882"/>
                </a:lnTo>
                <a:lnTo>
                  <a:pt x="343338" y="882"/>
                </a:lnTo>
                <a:lnTo>
                  <a:pt x="343338" y="27272"/>
                </a:lnTo>
                <a:lnTo>
                  <a:pt x="354497" y="14586"/>
                </a:lnTo>
                <a:lnTo>
                  <a:pt x="366234" y="14586"/>
                </a:lnTo>
                <a:lnTo>
                  <a:pt x="353921" y="27752"/>
                </a:lnTo>
                <a:lnTo>
                  <a:pt x="367116" y="50609"/>
                </a:lnTo>
                <a:lnTo>
                  <a:pt x="356838" y="50609"/>
                </a:lnTo>
                <a:lnTo>
                  <a:pt x="347781" y="34425"/>
                </a:lnTo>
                <a:lnTo>
                  <a:pt x="343338" y="39076"/>
                </a:lnTo>
                <a:lnTo>
                  <a:pt x="343338" y="50609"/>
                </a:lnTo>
                <a:lnTo>
                  <a:pt x="333806" y="50609"/>
                </a:lnTo>
                <a:close/>
                <a:moveTo>
                  <a:pt x="388855" y="65262"/>
                </a:moveTo>
                <a:lnTo>
                  <a:pt x="382308" y="65262"/>
                </a:lnTo>
                <a:cubicBezTo>
                  <a:pt x="378848" y="60033"/>
                  <a:pt x="376214" y="54600"/>
                  <a:pt x="374405" y="48963"/>
                </a:cubicBezTo>
                <a:cubicBezTo>
                  <a:pt x="372596" y="43327"/>
                  <a:pt x="371691" y="37872"/>
                  <a:pt x="371691" y="32597"/>
                </a:cubicBezTo>
                <a:cubicBezTo>
                  <a:pt x="371691" y="26055"/>
                  <a:pt x="372811" y="19864"/>
                  <a:pt x="375049" y="14024"/>
                </a:cubicBezTo>
                <a:cubicBezTo>
                  <a:pt x="376994" y="8953"/>
                  <a:pt x="379459" y="4278"/>
                  <a:pt x="382444" y="0"/>
                </a:cubicBezTo>
                <a:lnTo>
                  <a:pt x="388956" y="0"/>
                </a:lnTo>
                <a:cubicBezTo>
                  <a:pt x="385858" y="6859"/>
                  <a:pt x="383727" y="12693"/>
                  <a:pt x="382563" y="17504"/>
                </a:cubicBezTo>
                <a:cubicBezTo>
                  <a:pt x="381398" y="22314"/>
                  <a:pt x="380816" y="27413"/>
                  <a:pt x="380816" y="32801"/>
                </a:cubicBezTo>
                <a:cubicBezTo>
                  <a:pt x="380816" y="36513"/>
                  <a:pt x="381161" y="40317"/>
                  <a:pt x="381850" y="44210"/>
                </a:cubicBezTo>
                <a:cubicBezTo>
                  <a:pt x="382540" y="48103"/>
                  <a:pt x="383484" y="51804"/>
                  <a:pt x="384683" y="55313"/>
                </a:cubicBezTo>
                <a:cubicBezTo>
                  <a:pt x="385474" y="57622"/>
                  <a:pt x="386865" y="60939"/>
                  <a:pt x="388855" y="65262"/>
                </a:cubicBezTo>
                <a:close/>
                <a:moveTo>
                  <a:pt x="440035" y="44605"/>
                </a:moveTo>
                <a:lnTo>
                  <a:pt x="434268" y="51898"/>
                </a:lnTo>
                <a:cubicBezTo>
                  <a:pt x="431442" y="50534"/>
                  <a:pt x="428728" y="48657"/>
                  <a:pt x="426128" y="46267"/>
                </a:cubicBezTo>
                <a:cubicBezTo>
                  <a:pt x="424115" y="48076"/>
                  <a:pt x="421978" y="49410"/>
                  <a:pt x="419717" y="50269"/>
                </a:cubicBezTo>
                <a:cubicBezTo>
                  <a:pt x="417455" y="51129"/>
                  <a:pt x="414765" y="51558"/>
                  <a:pt x="411644" y="51558"/>
                </a:cubicBezTo>
                <a:cubicBezTo>
                  <a:pt x="405448" y="51558"/>
                  <a:pt x="400789" y="49814"/>
                  <a:pt x="397669" y="46324"/>
                </a:cubicBezTo>
                <a:cubicBezTo>
                  <a:pt x="395249" y="43627"/>
                  <a:pt x="394039" y="40523"/>
                  <a:pt x="394039" y="37011"/>
                </a:cubicBezTo>
                <a:cubicBezTo>
                  <a:pt x="394039" y="33816"/>
                  <a:pt x="394989" y="30944"/>
                  <a:pt x="396889" y="28395"/>
                </a:cubicBezTo>
                <a:cubicBezTo>
                  <a:pt x="398788" y="25846"/>
                  <a:pt x="401626" y="23631"/>
                  <a:pt x="405403" y="21750"/>
                </a:cubicBezTo>
                <a:cubicBezTo>
                  <a:pt x="403707" y="19734"/>
                  <a:pt x="402429" y="17814"/>
                  <a:pt x="401570" y="15990"/>
                </a:cubicBezTo>
                <a:cubicBezTo>
                  <a:pt x="400710" y="14166"/>
                  <a:pt x="400281" y="12438"/>
                  <a:pt x="400281" y="10807"/>
                </a:cubicBezTo>
                <a:cubicBezTo>
                  <a:pt x="400281" y="7793"/>
                  <a:pt x="401485" y="5239"/>
                  <a:pt x="403893" y="3144"/>
                </a:cubicBezTo>
                <a:cubicBezTo>
                  <a:pt x="406301" y="1048"/>
                  <a:pt x="409733" y="0"/>
                  <a:pt x="414188" y="0"/>
                </a:cubicBezTo>
                <a:cubicBezTo>
                  <a:pt x="418484" y="0"/>
                  <a:pt x="421842" y="1097"/>
                  <a:pt x="424262" y="3291"/>
                </a:cubicBezTo>
                <a:cubicBezTo>
                  <a:pt x="426682" y="5485"/>
                  <a:pt x="427892" y="8164"/>
                  <a:pt x="427892" y="11330"/>
                </a:cubicBezTo>
                <a:cubicBezTo>
                  <a:pt x="427892" y="13344"/>
                  <a:pt x="427292" y="15255"/>
                  <a:pt x="426094" y="17065"/>
                </a:cubicBezTo>
                <a:cubicBezTo>
                  <a:pt x="424895" y="18874"/>
                  <a:pt x="422476" y="20920"/>
                  <a:pt x="418835" y="23204"/>
                </a:cubicBezTo>
                <a:lnTo>
                  <a:pt x="425755" y="32397"/>
                </a:lnTo>
                <a:cubicBezTo>
                  <a:pt x="426569" y="30957"/>
                  <a:pt x="427270" y="29079"/>
                  <a:pt x="427858" y="26762"/>
                </a:cubicBezTo>
                <a:lnTo>
                  <a:pt x="436473" y="28689"/>
                </a:lnTo>
                <a:cubicBezTo>
                  <a:pt x="435614" y="31750"/>
                  <a:pt x="434868" y="33990"/>
                  <a:pt x="434235" y="35407"/>
                </a:cubicBezTo>
                <a:cubicBezTo>
                  <a:pt x="433601" y="36824"/>
                  <a:pt x="432923" y="38009"/>
                  <a:pt x="432199" y="38961"/>
                </a:cubicBezTo>
                <a:cubicBezTo>
                  <a:pt x="433262" y="39958"/>
                  <a:pt x="434636" y="41052"/>
                  <a:pt x="436321" y="42242"/>
                </a:cubicBezTo>
                <a:cubicBezTo>
                  <a:pt x="438005" y="43432"/>
                  <a:pt x="439243" y="44220"/>
                  <a:pt x="440035" y="44605"/>
                </a:cubicBezTo>
                <a:moveTo>
                  <a:pt x="414086" y="17498"/>
                </a:moveTo>
                <a:lnTo>
                  <a:pt x="416664" y="15526"/>
                </a:lnTo>
                <a:cubicBezTo>
                  <a:pt x="418564" y="14052"/>
                  <a:pt x="419513" y="12589"/>
                  <a:pt x="419513" y="11137"/>
                </a:cubicBezTo>
                <a:cubicBezTo>
                  <a:pt x="419513" y="9913"/>
                  <a:pt x="419055" y="8871"/>
                  <a:pt x="418140" y="8009"/>
                </a:cubicBezTo>
                <a:cubicBezTo>
                  <a:pt x="417224" y="7147"/>
                  <a:pt x="415986" y="6716"/>
                  <a:pt x="414425" y="6716"/>
                </a:cubicBezTo>
                <a:cubicBezTo>
                  <a:pt x="412910" y="6716"/>
                  <a:pt x="411723" y="7096"/>
                  <a:pt x="410864" y="7856"/>
                </a:cubicBezTo>
                <a:cubicBezTo>
                  <a:pt x="410004" y="8615"/>
                  <a:pt x="409575" y="9494"/>
                  <a:pt x="409575" y="10492"/>
                </a:cubicBezTo>
                <a:cubicBezTo>
                  <a:pt x="409575" y="11671"/>
                  <a:pt x="410298" y="13099"/>
                  <a:pt x="411746" y="14777"/>
                </a:cubicBezTo>
                <a:lnTo>
                  <a:pt x="414086" y="17498"/>
                </a:lnTo>
                <a:moveTo>
                  <a:pt x="410355" y="27874"/>
                </a:moveTo>
                <a:cubicBezTo>
                  <a:pt x="408161" y="28985"/>
                  <a:pt x="406522" y="30322"/>
                  <a:pt x="405437" y="31887"/>
                </a:cubicBezTo>
                <a:cubicBezTo>
                  <a:pt x="404351" y="33451"/>
                  <a:pt x="403808" y="35050"/>
                  <a:pt x="403808" y="36682"/>
                </a:cubicBezTo>
                <a:cubicBezTo>
                  <a:pt x="403808" y="38746"/>
                  <a:pt x="404481" y="40429"/>
                  <a:pt x="405827" y="41733"/>
                </a:cubicBezTo>
                <a:cubicBezTo>
                  <a:pt x="407172" y="43037"/>
                  <a:pt x="408975" y="43689"/>
                  <a:pt x="411237" y="43689"/>
                </a:cubicBezTo>
                <a:cubicBezTo>
                  <a:pt x="412729" y="43689"/>
                  <a:pt x="414165" y="43394"/>
                  <a:pt x="415545" y="42805"/>
                </a:cubicBezTo>
                <a:cubicBezTo>
                  <a:pt x="416924" y="42215"/>
                  <a:pt x="418428" y="41240"/>
                  <a:pt x="420056" y="39879"/>
                </a:cubicBezTo>
                <a:lnTo>
                  <a:pt x="410355" y="27874"/>
                </a:lnTo>
                <a:close/>
                <a:moveTo>
                  <a:pt x="479027" y="50609"/>
                </a:moveTo>
                <a:lnTo>
                  <a:pt x="470174" y="50609"/>
                </a:lnTo>
                <a:lnTo>
                  <a:pt x="470174" y="45317"/>
                </a:lnTo>
                <a:cubicBezTo>
                  <a:pt x="468704" y="47375"/>
                  <a:pt x="466969" y="48907"/>
                  <a:pt x="464968" y="49913"/>
                </a:cubicBezTo>
                <a:cubicBezTo>
                  <a:pt x="462966" y="50920"/>
                  <a:pt x="460948" y="51423"/>
                  <a:pt x="458913" y="51423"/>
                </a:cubicBezTo>
                <a:cubicBezTo>
                  <a:pt x="454775" y="51423"/>
                  <a:pt x="451230" y="49755"/>
                  <a:pt x="448279" y="46419"/>
                </a:cubicBezTo>
                <a:cubicBezTo>
                  <a:pt x="445328" y="43084"/>
                  <a:pt x="443852" y="38431"/>
                  <a:pt x="443852" y="32461"/>
                </a:cubicBezTo>
                <a:cubicBezTo>
                  <a:pt x="443852" y="26356"/>
                  <a:pt x="445288" y="21714"/>
                  <a:pt x="448160" y="18537"/>
                </a:cubicBezTo>
                <a:cubicBezTo>
                  <a:pt x="451032" y="15360"/>
                  <a:pt x="454662" y="13772"/>
                  <a:pt x="459049" y="13772"/>
                </a:cubicBezTo>
                <a:cubicBezTo>
                  <a:pt x="463074" y="13772"/>
                  <a:pt x="466556" y="15445"/>
                  <a:pt x="469496" y="18792"/>
                </a:cubicBezTo>
                <a:lnTo>
                  <a:pt x="469496" y="882"/>
                </a:lnTo>
                <a:lnTo>
                  <a:pt x="479027" y="882"/>
                </a:lnTo>
                <a:lnTo>
                  <a:pt x="479027" y="50609"/>
                </a:lnTo>
                <a:moveTo>
                  <a:pt x="453587" y="31835"/>
                </a:moveTo>
                <a:cubicBezTo>
                  <a:pt x="453587" y="35674"/>
                  <a:pt x="454119" y="38451"/>
                  <a:pt x="455182" y="40167"/>
                </a:cubicBezTo>
                <a:cubicBezTo>
                  <a:pt x="456719" y="42650"/>
                  <a:pt x="458868" y="43892"/>
                  <a:pt x="461626" y="43892"/>
                </a:cubicBezTo>
                <a:cubicBezTo>
                  <a:pt x="463820" y="43892"/>
                  <a:pt x="465686" y="42961"/>
                  <a:pt x="467223" y="41098"/>
                </a:cubicBezTo>
                <a:cubicBezTo>
                  <a:pt x="468761" y="39236"/>
                  <a:pt x="469530" y="36453"/>
                  <a:pt x="469530" y="32750"/>
                </a:cubicBezTo>
                <a:cubicBezTo>
                  <a:pt x="469530" y="28617"/>
                  <a:pt x="468784" y="25642"/>
                  <a:pt x="467291" y="23825"/>
                </a:cubicBezTo>
                <a:cubicBezTo>
                  <a:pt x="465799" y="22007"/>
                  <a:pt x="463888" y="21098"/>
                  <a:pt x="461559" y="21098"/>
                </a:cubicBezTo>
                <a:cubicBezTo>
                  <a:pt x="459297" y="21098"/>
                  <a:pt x="457403" y="21996"/>
                  <a:pt x="455877" y="23791"/>
                </a:cubicBezTo>
                <a:cubicBezTo>
                  <a:pt x="454351" y="25586"/>
                  <a:pt x="453587" y="28267"/>
                  <a:pt x="453587" y="31835"/>
                </a:cubicBezTo>
                <a:close/>
                <a:moveTo>
                  <a:pt x="509226" y="39144"/>
                </a:moveTo>
                <a:lnTo>
                  <a:pt x="518724" y="40772"/>
                </a:lnTo>
                <a:cubicBezTo>
                  <a:pt x="517503" y="44243"/>
                  <a:pt x="515575" y="46886"/>
                  <a:pt x="512940" y="48701"/>
                </a:cubicBezTo>
                <a:cubicBezTo>
                  <a:pt x="510306" y="50515"/>
                  <a:pt x="507010" y="51423"/>
                  <a:pt x="503053" y="51423"/>
                </a:cubicBezTo>
                <a:cubicBezTo>
                  <a:pt x="496789" y="51423"/>
                  <a:pt x="492153" y="49376"/>
                  <a:pt x="489145" y="45283"/>
                </a:cubicBezTo>
                <a:cubicBezTo>
                  <a:pt x="486771" y="42004"/>
                  <a:pt x="485584" y="37866"/>
                  <a:pt x="485584" y="32868"/>
                </a:cubicBezTo>
                <a:cubicBezTo>
                  <a:pt x="485584" y="26899"/>
                  <a:pt x="487144" y="22223"/>
                  <a:pt x="490265" y="18843"/>
                </a:cubicBezTo>
                <a:cubicBezTo>
                  <a:pt x="493385" y="15462"/>
                  <a:pt x="497331" y="13772"/>
                  <a:pt x="502103" y="13772"/>
                </a:cubicBezTo>
                <a:cubicBezTo>
                  <a:pt x="507462" y="13772"/>
                  <a:pt x="511691" y="15541"/>
                  <a:pt x="514789" y="19080"/>
                </a:cubicBezTo>
                <a:cubicBezTo>
                  <a:pt x="517887" y="22619"/>
                  <a:pt x="519368" y="28041"/>
                  <a:pt x="519232" y="35345"/>
                </a:cubicBezTo>
                <a:lnTo>
                  <a:pt x="495353" y="35345"/>
                </a:lnTo>
                <a:cubicBezTo>
                  <a:pt x="495421" y="38171"/>
                  <a:pt x="496189" y="40370"/>
                  <a:pt x="497659" y="41942"/>
                </a:cubicBezTo>
                <a:cubicBezTo>
                  <a:pt x="499129" y="43514"/>
                  <a:pt x="500961" y="44299"/>
                  <a:pt x="503154" y="44299"/>
                </a:cubicBezTo>
                <a:cubicBezTo>
                  <a:pt x="504647" y="44299"/>
                  <a:pt x="505902" y="43892"/>
                  <a:pt x="506919" y="43078"/>
                </a:cubicBezTo>
                <a:cubicBezTo>
                  <a:pt x="507937" y="42264"/>
                  <a:pt x="508706" y="40953"/>
                  <a:pt x="509226" y="39144"/>
                </a:cubicBezTo>
                <a:moveTo>
                  <a:pt x="509769" y="29510"/>
                </a:moveTo>
                <a:cubicBezTo>
                  <a:pt x="509701" y="26763"/>
                  <a:pt x="508989" y="24674"/>
                  <a:pt x="507632" y="23244"/>
                </a:cubicBezTo>
                <a:cubicBezTo>
                  <a:pt x="506275" y="21813"/>
                  <a:pt x="504624" y="21098"/>
                  <a:pt x="502679" y="21098"/>
                </a:cubicBezTo>
                <a:cubicBezTo>
                  <a:pt x="500599" y="21098"/>
                  <a:pt x="498880" y="21853"/>
                  <a:pt x="497524" y="23361"/>
                </a:cubicBezTo>
                <a:cubicBezTo>
                  <a:pt x="496167" y="24871"/>
                  <a:pt x="495500" y="26920"/>
                  <a:pt x="495522" y="29510"/>
                </a:cubicBezTo>
                <a:lnTo>
                  <a:pt x="509769" y="29510"/>
                </a:lnTo>
                <a:close/>
                <a:moveTo>
                  <a:pt x="523095" y="14586"/>
                </a:moveTo>
                <a:lnTo>
                  <a:pt x="528386" y="14586"/>
                </a:lnTo>
                <a:lnTo>
                  <a:pt x="528386" y="11866"/>
                </a:lnTo>
                <a:cubicBezTo>
                  <a:pt x="528386" y="8828"/>
                  <a:pt x="528709" y="6562"/>
                  <a:pt x="529353" y="5066"/>
                </a:cubicBezTo>
                <a:cubicBezTo>
                  <a:pt x="529998" y="3570"/>
                  <a:pt x="531185" y="2351"/>
                  <a:pt x="532915" y="1411"/>
                </a:cubicBezTo>
                <a:cubicBezTo>
                  <a:pt x="534645" y="470"/>
                  <a:pt x="536832" y="0"/>
                  <a:pt x="539478" y="0"/>
                </a:cubicBezTo>
                <a:cubicBezTo>
                  <a:pt x="542192" y="0"/>
                  <a:pt x="544849" y="407"/>
                  <a:pt x="547449" y="1221"/>
                </a:cubicBezTo>
                <a:lnTo>
                  <a:pt x="546160" y="7869"/>
                </a:lnTo>
                <a:cubicBezTo>
                  <a:pt x="544645" y="7508"/>
                  <a:pt x="543187" y="7327"/>
                  <a:pt x="541785" y="7327"/>
                </a:cubicBezTo>
                <a:cubicBezTo>
                  <a:pt x="540405" y="7327"/>
                  <a:pt x="539416" y="7651"/>
                  <a:pt x="538817" y="8299"/>
                </a:cubicBezTo>
                <a:cubicBezTo>
                  <a:pt x="538217" y="8946"/>
                  <a:pt x="537918" y="10190"/>
                  <a:pt x="537918" y="12030"/>
                </a:cubicBezTo>
                <a:lnTo>
                  <a:pt x="537918" y="14586"/>
                </a:lnTo>
                <a:lnTo>
                  <a:pt x="545041" y="14586"/>
                </a:lnTo>
                <a:lnTo>
                  <a:pt x="545041" y="22116"/>
                </a:lnTo>
                <a:lnTo>
                  <a:pt x="537918" y="22116"/>
                </a:lnTo>
                <a:lnTo>
                  <a:pt x="537918" y="50609"/>
                </a:lnTo>
                <a:lnTo>
                  <a:pt x="528386" y="50609"/>
                </a:lnTo>
                <a:lnTo>
                  <a:pt x="528386" y="22116"/>
                </a:lnTo>
                <a:lnTo>
                  <a:pt x="523095" y="22116"/>
                </a:lnTo>
                <a:lnTo>
                  <a:pt x="523095" y="14586"/>
                </a:lnTo>
                <a:close/>
                <a:moveTo>
                  <a:pt x="571052" y="39144"/>
                </a:moveTo>
                <a:lnTo>
                  <a:pt x="580550" y="40772"/>
                </a:lnTo>
                <a:cubicBezTo>
                  <a:pt x="579329" y="44243"/>
                  <a:pt x="577401" y="46886"/>
                  <a:pt x="574767" y="48701"/>
                </a:cubicBezTo>
                <a:cubicBezTo>
                  <a:pt x="572132" y="50515"/>
                  <a:pt x="568836" y="51423"/>
                  <a:pt x="564879" y="51423"/>
                </a:cubicBezTo>
                <a:cubicBezTo>
                  <a:pt x="558615" y="51423"/>
                  <a:pt x="553979" y="49376"/>
                  <a:pt x="550972" y="45283"/>
                </a:cubicBezTo>
                <a:cubicBezTo>
                  <a:pt x="548597" y="42004"/>
                  <a:pt x="547410" y="37866"/>
                  <a:pt x="547410" y="32868"/>
                </a:cubicBezTo>
                <a:cubicBezTo>
                  <a:pt x="547410" y="26899"/>
                  <a:pt x="548970" y="22223"/>
                  <a:pt x="552091" y="18843"/>
                </a:cubicBezTo>
                <a:cubicBezTo>
                  <a:pt x="555212" y="15462"/>
                  <a:pt x="559158" y="13772"/>
                  <a:pt x="563929" y="13772"/>
                </a:cubicBezTo>
                <a:cubicBezTo>
                  <a:pt x="569288" y="13772"/>
                  <a:pt x="573517" y="15541"/>
                  <a:pt x="576615" y="19080"/>
                </a:cubicBezTo>
                <a:cubicBezTo>
                  <a:pt x="579713" y="22619"/>
                  <a:pt x="581194" y="28041"/>
                  <a:pt x="581059" y="35345"/>
                </a:cubicBezTo>
                <a:lnTo>
                  <a:pt x="557179" y="35345"/>
                </a:lnTo>
                <a:cubicBezTo>
                  <a:pt x="557247" y="38171"/>
                  <a:pt x="558016" y="40370"/>
                  <a:pt x="559486" y="41942"/>
                </a:cubicBezTo>
                <a:cubicBezTo>
                  <a:pt x="560955" y="43514"/>
                  <a:pt x="562787" y="44299"/>
                  <a:pt x="564981" y="44299"/>
                </a:cubicBezTo>
                <a:cubicBezTo>
                  <a:pt x="566473" y="44299"/>
                  <a:pt x="567728" y="43892"/>
                  <a:pt x="568746" y="43078"/>
                </a:cubicBezTo>
                <a:cubicBezTo>
                  <a:pt x="569763" y="42264"/>
                  <a:pt x="570532" y="40953"/>
                  <a:pt x="571052" y="39144"/>
                </a:cubicBezTo>
                <a:moveTo>
                  <a:pt x="571595" y="29510"/>
                </a:moveTo>
                <a:cubicBezTo>
                  <a:pt x="571527" y="26763"/>
                  <a:pt x="570815" y="24674"/>
                  <a:pt x="569458" y="23244"/>
                </a:cubicBezTo>
                <a:cubicBezTo>
                  <a:pt x="568101" y="21813"/>
                  <a:pt x="566451" y="21098"/>
                  <a:pt x="564506" y="21098"/>
                </a:cubicBezTo>
                <a:cubicBezTo>
                  <a:pt x="562425" y="21098"/>
                  <a:pt x="560707" y="21853"/>
                  <a:pt x="559350" y="23361"/>
                </a:cubicBezTo>
                <a:cubicBezTo>
                  <a:pt x="557993" y="24871"/>
                  <a:pt x="557326" y="26920"/>
                  <a:pt x="557349" y="29510"/>
                </a:cubicBezTo>
                <a:lnTo>
                  <a:pt x="571595" y="29510"/>
                </a:lnTo>
                <a:close/>
                <a:moveTo>
                  <a:pt x="598218" y="50609"/>
                </a:moveTo>
                <a:lnTo>
                  <a:pt x="588687" y="50609"/>
                </a:lnTo>
                <a:lnTo>
                  <a:pt x="588687" y="14586"/>
                </a:lnTo>
                <a:lnTo>
                  <a:pt x="597540" y="14586"/>
                </a:lnTo>
                <a:lnTo>
                  <a:pt x="597540" y="19708"/>
                </a:lnTo>
                <a:cubicBezTo>
                  <a:pt x="599055" y="17288"/>
                  <a:pt x="600417" y="15694"/>
                  <a:pt x="601627" y="14925"/>
                </a:cubicBezTo>
                <a:cubicBezTo>
                  <a:pt x="602837" y="14156"/>
                  <a:pt x="604211" y="13772"/>
                  <a:pt x="605749" y="13772"/>
                </a:cubicBezTo>
                <a:cubicBezTo>
                  <a:pt x="607919" y="13772"/>
                  <a:pt x="610011" y="14371"/>
                  <a:pt x="612024" y="15569"/>
                </a:cubicBezTo>
                <a:lnTo>
                  <a:pt x="609073" y="23880"/>
                </a:lnTo>
                <a:cubicBezTo>
                  <a:pt x="607467" y="22839"/>
                  <a:pt x="605975" y="22319"/>
                  <a:pt x="604595" y="22319"/>
                </a:cubicBezTo>
                <a:cubicBezTo>
                  <a:pt x="603261" y="22319"/>
                  <a:pt x="602130" y="22687"/>
                  <a:pt x="601203" y="23422"/>
                </a:cubicBezTo>
                <a:cubicBezTo>
                  <a:pt x="600276" y="24157"/>
                  <a:pt x="599547" y="25485"/>
                  <a:pt x="599015" y="27407"/>
                </a:cubicBezTo>
                <a:cubicBezTo>
                  <a:pt x="598484" y="29329"/>
                  <a:pt x="598218" y="33355"/>
                  <a:pt x="598218" y="39483"/>
                </a:cubicBezTo>
                <a:lnTo>
                  <a:pt x="598218" y="50609"/>
                </a:lnTo>
                <a:close/>
                <a:moveTo>
                  <a:pt x="624616" y="50609"/>
                </a:moveTo>
                <a:lnTo>
                  <a:pt x="615085" y="50609"/>
                </a:lnTo>
                <a:lnTo>
                  <a:pt x="615085" y="14586"/>
                </a:lnTo>
                <a:lnTo>
                  <a:pt x="623938" y="14586"/>
                </a:lnTo>
                <a:lnTo>
                  <a:pt x="623938" y="19708"/>
                </a:lnTo>
                <a:cubicBezTo>
                  <a:pt x="625453" y="17288"/>
                  <a:pt x="626815" y="15694"/>
                  <a:pt x="628025" y="14925"/>
                </a:cubicBezTo>
                <a:cubicBezTo>
                  <a:pt x="629235" y="14156"/>
                  <a:pt x="630609" y="13772"/>
                  <a:pt x="632146" y="13772"/>
                </a:cubicBezTo>
                <a:cubicBezTo>
                  <a:pt x="634317" y="13772"/>
                  <a:pt x="636409" y="14371"/>
                  <a:pt x="638422" y="15569"/>
                </a:cubicBezTo>
                <a:lnTo>
                  <a:pt x="635471" y="23880"/>
                </a:lnTo>
                <a:cubicBezTo>
                  <a:pt x="633865" y="22839"/>
                  <a:pt x="632373" y="22319"/>
                  <a:pt x="630993" y="22319"/>
                </a:cubicBezTo>
                <a:cubicBezTo>
                  <a:pt x="629659" y="22319"/>
                  <a:pt x="628528" y="22687"/>
                  <a:pt x="627601" y="23422"/>
                </a:cubicBezTo>
                <a:cubicBezTo>
                  <a:pt x="626674" y="24157"/>
                  <a:pt x="625945" y="25485"/>
                  <a:pt x="625413" y="27407"/>
                </a:cubicBezTo>
                <a:cubicBezTo>
                  <a:pt x="624882" y="29329"/>
                  <a:pt x="624616" y="33355"/>
                  <a:pt x="624616" y="39483"/>
                </a:cubicBezTo>
                <a:lnTo>
                  <a:pt x="624616" y="50609"/>
                </a:lnTo>
                <a:close/>
                <a:moveTo>
                  <a:pt x="663445" y="39144"/>
                </a:moveTo>
                <a:lnTo>
                  <a:pt x="672943" y="40772"/>
                </a:lnTo>
                <a:cubicBezTo>
                  <a:pt x="671721" y="44243"/>
                  <a:pt x="669794" y="46886"/>
                  <a:pt x="667159" y="48701"/>
                </a:cubicBezTo>
                <a:cubicBezTo>
                  <a:pt x="664525" y="50515"/>
                  <a:pt x="661229" y="51423"/>
                  <a:pt x="657272" y="51423"/>
                </a:cubicBezTo>
                <a:cubicBezTo>
                  <a:pt x="651008" y="51423"/>
                  <a:pt x="646372" y="49376"/>
                  <a:pt x="643364" y="45283"/>
                </a:cubicBezTo>
                <a:cubicBezTo>
                  <a:pt x="640990" y="42004"/>
                  <a:pt x="639803" y="37866"/>
                  <a:pt x="639803" y="32868"/>
                </a:cubicBezTo>
                <a:cubicBezTo>
                  <a:pt x="639803" y="26899"/>
                  <a:pt x="641363" y="22223"/>
                  <a:pt x="644484" y="18843"/>
                </a:cubicBezTo>
                <a:cubicBezTo>
                  <a:pt x="647604" y="15462"/>
                  <a:pt x="651550" y="13772"/>
                  <a:pt x="656322" y="13772"/>
                </a:cubicBezTo>
                <a:cubicBezTo>
                  <a:pt x="661681" y="13772"/>
                  <a:pt x="665910" y="15541"/>
                  <a:pt x="669008" y="19080"/>
                </a:cubicBezTo>
                <a:cubicBezTo>
                  <a:pt x="672106" y="22619"/>
                  <a:pt x="673587" y="28041"/>
                  <a:pt x="673451" y="35345"/>
                </a:cubicBezTo>
                <a:lnTo>
                  <a:pt x="649572" y="35345"/>
                </a:lnTo>
                <a:cubicBezTo>
                  <a:pt x="649640" y="38171"/>
                  <a:pt x="650408" y="40370"/>
                  <a:pt x="651878" y="41942"/>
                </a:cubicBezTo>
                <a:cubicBezTo>
                  <a:pt x="653348" y="43514"/>
                  <a:pt x="655180" y="44299"/>
                  <a:pt x="657373" y="44299"/>
                </a:cubicBezTo>
                <a:cubicBezTo>
                  <a:pt x="658866" y="44299"/>
                  <a:pt x="660121" y="43892"/>
                  <a:pt x="661138" y="43078"/>
                </a:cubicBezTo>
                <a:cubicBezTo>
                  <a:pt x="662156" y="42264"/>
                  <a:pt x="662925" y="40953"/>
                  <a:pt x="663445" y="39144"/>
                </a:cubicBezTo>
                <a:moveTo>
                  <a:pt x="663988" y="29510"/>
                </a:moveTo>
                <a:cubicBezTo>
                  <a:pt x="663920" y="26763"/>
                  <a:pt x="663208" y="24674"/>
                  <a:pt x="661851" y="23244"/>
                </a:cubicBezTo>
                <a:cubicBezTo>
                  <a:pt x="660494" y="21813"/>
                  <a:pt x="658843" y="21098"/>
                  <a:pt x="656898" y="21098"/>
                </a:cubicBezTo>
                <a:cubicBezTo>
                  <a:pt x="654818" y="21098"/>
                  <a:pt x="653099" y="21853"/>
                  <a:pt x="651743" y="23361"/>
                </a:cubicBezTo>
                <a:cubicBezTo>
                  <a:pt x="650386" y="24871"/>
                  <a:pt x="649719" y="26920"/>
                  <a:pt x="649741" y="29510"/>
                </a:cubicBezTo>
                <a:lnTo>
                  <a:pt x="663988" y="29510"/>
                </a:lnTo>
                <a:close/>
                <a:moveTo>
                  <a:pt x="713829" y="50609"/>
                </a:moveTo>
                <a:lnTo>
                  <a:pt x="704976" y="50609"/>
                </a:lnTo>
                <a:lnTo>
                  <a:pt x="704976" y="45317"/>
                </a:lnTo>
                <a:cubicBezTo>
                  <a:pt x="703506" y="47375"/>
                  <a:pt x="701771" y="48907"/>
                  <a:pt x="699770" y="49913"/>
                </a:cubicBezTo>
                <a:cubicBezTo>
                  <a:pt x="697768" y="50920"/>
                  <a:pt x="695750" y="51423"/>
                  <a:pt x="693715" y="51423"/>
                </a:cubicBezTo>
                <a:cubicBezTo>
                  <a:pt x="689577" y="51423"/>
                  <a:pt x="686032" y="49755"/>
                  <a:pt x="683081" y="46419"/>
                </a:cubicBezTo>
                <a:cubicBezTo>
                  <a:pt x="680130" y="43084"/>
                  <a:pt x="678654" y="38431"/>
                  <a:pt x="678654" y="32461"/>
                </a:cubicBezTo>
                <a:cubicBezTo>
                  <a:pt x="678654" y="26356"/>
                  <a:pt x="680090" y="21714"/>
                  <a:pt x="682962" y="18537"/>
                </a:cubicBezTo>
                <a:cubicBezTo>
                  <a:pt x="685834" y="15360"/>
                  <a:pt x="689464" y="13772"/>
                  <a:pt x="693850" y="13772"/>
                </a:cubicBezTo>
                <a:cubicBezTo>
                  <a:pt x="697876" y="13772"/>
                  <a:pt x="701358" y="15445"/>
                  <a:pt x="704298" y="18792"/>
                </a:cubicBezTo>
                <a:lnTo>
                  <a:pt x="704298" y="882"/>
                </a:lnTo>
                <a:lnTo>
                  <a:pt x="713829" y="882"/>
                </a:lnTo>
                <a:lnTo>
                  <a:pt x="713829" y="50609"/>
                </a:lnTo>
                <a:moveTo>
                  <a:pt x="688389" y="31835"/>
                </a:moveTo>
                <a:cubicBezTo>
                  <a:pt x="688389" y="35674"/>
                  <a:pt x="688921" y="38451"/>
                  <a:pt x="689984" y="40167"/>
                </a:cubicBezTo>
                <a:cubicBezTo>
                  <a:pt x="691521" y="42650"/>
                  <a:pt x="693670" y="43892"/>
                  <a:pt x="696428" y="43892"/>
                </a:cubicBezTo>
                <a:cubicBezTo>
                  <a:pt x="698622" y="43892"/>
                  <a:pt x="700487" y="42961"/>
                  <a:pt x="702025" y="41098"/>
                </a:cubicBezTo>
                <a:cubicBezTo>
                  <a:pt x="703563" y="39236"/>
                  <a:pt x="704332" y="36453"/>
                  <a:pt x="704332" y="32750"/>
                </a:cubicBezTo>
                <a:cubicBezTo>
                  <a:pt x="704332" y="28617"/>
                  <a:pt x="703586" y="25642"/>
                  <a:pt x="702093" y="23825"/>
                </a:cubicBezTo>
                <a:cubicBezTo>
                  <a:pt x="700601" y="22007"/>
                  <a:pt x="698690" y="21098"/>
                  <a:pt x="696361" y="21098"/>
                </a:cubicBezTo>
                <a:cubicBezTo>
                  <a:pt x="694099" y="21098"/>
                  <a:pt x="692205" y="21996"/>
                  <a:pt x="690679" y="23791"/>
                </a:cubicBezTo>
                <a:cubicBezTo>
                  <a:pt x="689153" y="25586"/>
                  <a:pt x="688389" y="28267"/>
                  <a:pt x="688389" y="31835"/>
                </a:cubicBezTo>
                <a:close/>
                <a:moveTo>
                  <a:pt x="717536" y="64380"/>
                </a:moveTo>
                <a:lnTo>
                  <a:pt x="717536" y="58139"/>
                </a:lnTo>
                <a:lnTo>
                  <a:pt x="757155" y="58139"/>
                </a:lnTo>
                <a:lnTo>
                  <a:pt x="757155" y="64380"/>
                </a:lnTo>
                <a:lnTo>
                  <a:pt x="717536" y="64380"/>
                </a:lnTo>
                <a:close/>
                <a:moveTo>
                  <a:pt x="761798" y="14586"/>
                </a:moveTo>
                <a:lnTo>
                  <a:pt x="770685" y="14586"/>
                </a:lnTo>
                <a:lnTo>
                  <a:pt x="770685" y="19877"/>
                </a:lnTo>
                <a:cubicBezTo>
                  <a:pt x="771838" y="18068"/>
                  <a:pt x="773398" y="16598"/>
                  <a:pt x="775366" y="15468"/>
                </a:cubicBezTo>
                <a:cubicBezTo>
                  <a:pt x="777333" y="14337"/>
                  <a:pt x="779515" y="13772"/>
                  <a:pt x="781912" y="13772"/>
                </a:cubicBezTo>
                <a:cubicBezTo>
                  <a:pt x="786096" y="13772"/>
                  <a:pt x="789646" y="15411"/>
                  <a:pt x="792563" y="18690"/>
                </a:cubicBezTo>
                <a:cubicBezTo>
                  <a:pt x="795480" y="21969"/>
                  <a:pt x="796939" y="26537"/>
                  <a:pt x="796939" y="32394"/>
                </a:cubicBezTo>
                <a:cubicBezTo>
                  <a:pt x="796939" y="38409"/>
                  <a:pt x="795469" y="43084"/>
                  <a:pt x="792529" y="46419"/>
                </a:cubicBezTo>
                <a:cubicBezTo>
                  <a:pt x="789589" y="49755"/>
                  <a:pt x="786028" y="51423"/>
                  <a:pt x="781844" y="51423"/>
                </a:cubicBezTo>
                <a:cubicBezTo>
                  <a:pt x="779854" y="51423"/>
                  <a:pt x="778051" y="51027"/>
                  <a:pt x="776434" y="50235"/>
                </a:cubicBezTo>
                <a:cubicBezTo>
                  <a:pt x="774817" y="49444"/>
                  <a:pt x="773115" y="48087"/>
                  <a:pt x="771329" y="46165"/>
                </a:cubicBezTo>
                <a:lnTo>
                  <a:pt x="771329" y="64312"/>
                </a:lnTo>
                <a:lnTo>
                  <a:pt x="761798" y="64312"/>
                </a:lnTo>
                <a:lnTo>
                  <a:pt x="761798" y="14586"/>
                </a:lnTo>
                <a:moveTo>
                  <a:pt x="771227" y="31971"/>
                </a:moveTo>
                <a:cubicBezTo>
                  <a:pt x="771227" y="36012"/>
                  <a:pt x="772030" y="38998"/>
                  <a:pt x="773636" y="40929"/>
                </a:cubicBezTo>
                <a:cubicBezTo>
                  <a:pt x="775241" y="42859"/>
                  <a:pt x="777197" y="43825"/>
                  <a:pt x="779504" y="43825"/>
                </a:cubicBezTo>
                <a:cubicBezTo>
                  <a:pt x="781720" y="43825"/>
                  <a:pt x="783563" y="42938"/>
                  <a:pt x="785033" y="41166"/>
                </a:cubicBezTo>
                <a:cubicBezTo>
                  <a:pt x="786503" y="39394"/>
                  <a:pt x="787238" y="36487"/>
                  <a:pt x="787238" y="32444"/>
                </a:cubicBezTo>
                <a:cubicBezTo>
                  <a:pt x="787238" y="28674"/>
                  <a:pt x="786480" y="25874"/>
                  <a:pt x="784965" y="24045"/>
                </a:cubicBezTo>
                <a:cubicBezTo>
                  <a:pt x="783450" y="22216"/>
                  <a:pt x="781573" y="21302"/>
                  <a:pt x="779334" y="21302"/>
                </a:cubicBezTo>
                <a:cubicBezTo>
                  <a:pt x="777005" y="21302"/>
                  <a:pt x="775072" y="22199"/>
                  <a:pt x="773534" y="23994"/>
                </a:cubicBezTo>
                <a:cubicBezTo>
                  <a:pt x="771996" y="25789"/>
                  <a:pt x="771227" y="28448"/>
                  <a:pt x="771227" y="31971"/>
                </a:cubicBezTo>
                <a:close/>
                <a:moveTo>
                  <a:pt x="813569" y="50609"/>
                </a:moveTo>
                <a:lnTo>
                  <a:pt x="804037" y="50609"/>
                </a:lnTo>
                <a:lnTo>
                  <a:pt x="804037" y="14586"/>
                </a:lnTo>
                <a:lnTo>
                  <a:pt x="812891" y="14586"/>
                </a:lnTo>
                <a:lnTo>
                  <a:pt x="812891" y="19708"/>
                </a:lnTo>
                <a:cubicBezTo>
                  <a:pt x="814406" y="17288"/>
                  <a:pt x="815768" y="15694"/>
                  <a:pt x="816978" y="14925"/>
                </a:cubicBezTo>
                <a:cubicBezTo>
                  <a:pt x="818188" y="14156"/>
                  <a:pt x="819561" y="13772"/>
                  <a:pt x="821099" y="13772"/>
                </a:cubicBezTo>
                <a:cubicBezTo>
                  <a:pt x="823270" y="13772"/>
                  <a:pt x="825362" y="14371"/>
                  <a:pt x="827374" y="15569"/>
                </a:cubicBezTo>
                <a:lnTo>
                  <a:pt x="824423" y="23880"/>
                </a:lnTo>
                <a:cubicBezTo>
                  <a:pt x="822818" y="22839"/>
                  <a:pt x="821325" y="22319"/>
                  <a:pt x="819946" y="22319"/>
                </a:cubicBezTo>
                <a:cubicBezTo>
                  <a:pt x="818612" y="22319"/>
                  <a:pt x="817481" y="22687"/>
                  <a:pt x="816554" y="23422"/>
                </a:cubicBezTo>
                <a:cubicBezTo>
                  <a:pt x="815627" y="24157"/>
                  <a:pt x="814897" y="25485"/>
                  <a:pt x="814366" y="27407"/>
                </a:cubicBezTo>
                <a:cubicBezTo>
                  <a:pt x="813835" y="29329"/>
                  <a:pt x="813569" y="33355"/>
                  <a:pt x="813569" y="39483"/>
                </a:cubicBezTo>
                <a:lnTo>
                  <a:pt x="813569" y="50609"/>
                </a:lnTo>
                <a:close/>
                <a:moveTo>
                  <a:pt x="829332" y="32088"/>
                </a:moveTo>
                <a:cubicBezTo>
                  <a:pt x="829332" y="28922"/>
                  <a:pt x="830112" y="25858"/>
                  <a:pt x="831673" y="22896"/>
                </a:cubicBezTo>
                <a:cubicBezTo>
                  <a:pt x="833233" y="19934"/>
                  <a:pt x="835443" y="17672"/>
                  <a:pt x="838304" y="16112"/>
                </a:cubicBezTo>
                <a:cubicBezTo>
                  <a:pt x="841165" y="14552"/>
                  <a:pt x="844359" y="13772"/>
                  <a:pt x="847886" y="13772"/>
                </a:cubicBezTo>
                <a:cubicBezTo>
                  <a:pt x="853336" y="13772"/>
                  <a:pt x="857802" y="15541"/>
                  <a:pt x="861285" y="19080"/>
                </a:cubicBezTo>
                <a:cubicBezTo>
                  <a:pt x="864767" y="22619"/>
                  <a:pt x="866508" y="27091"/>
                  <a:pt x="866508" y="32495"/>
                </a:cubicBezTo>
                <a:cubicBezTo>
                  <a:pt x="866508" y="37945"/>
                  <a:pt x="864750" y="42462"/>
                  <a:pt x="861234" y="46046"/>
                </a:cubicBezTo>
                <a:cubicBezTo>
                  <a:pt x="857718" y="49631"/>
                  <a:pt x="853291" y="51423"/>
                  <a:pt x="847954" y="51423"/>
                </a:cubicBezTo>
                <a:cubicBezTo>
                  <a:pt x="844653" y="51423"/>
                  <a:pt x="841504" y="50676"/>
                  <a:pt x="838508" y="49184"/>
                </a:cubicBezTo>
                <a:cubicBezTo>
                  <a:pt x="835511" y="47691"/>
                  <a:pt x="833233" y="45504"/>
                  <a:pt x="831673" y="42620"/>
                </a:cubicBezTo>
                <a:cubicBezTo>
                  <a:pt x="830112" y="39737"/>
                  <a:pt x="829332" y="36227"/>
                  <a:pt x="829332" y="32088"/>
                </a:cubicBezTo>
                <a:moveTo>
                  <a:pt x="839101" y="32597"/>
                </a:moveTo>
                <a:cubicBezTo>
                  <a:pt x="839101" y="36159"/>
                  <a:pt x="839949" y="38886"/>
                  <a:pt x="841645" y="40780"/>
                </a:cubicBezTo>
                <a:cubicBezTo>
                  <a:pt x="843341" y="42674"/>
                  <a:pt x="845433" y="43621"/>
                  <a:pt x="847920" y="43621"/>
                </a:cubicBezTo>
                <a:cubicBezTo>
                  <a:pt x="850408" y="43621"/>
                  <a:pt x="852494" y="42674"/>
                  <a:pt x="854179" y="40780"/>
                </a:cubicBezTo>
                <a:cubicBezTo>
                  <a:pt x="855863" y="38886"/>
                  <a:pt x="856706" y="36136"/>
                  <a:pt x="856706" y="32529"/>
                </a:cubicBezTo>
                <a:cubicBezTo>
                  <a:pt x="856706" y="29013"/>
                  <a:pt x="855863" y="26308"/>
                  <a:pt x="854179" y="24414"/>
                </a:cubicBezTo>
                <a:cubicBezTo>
                  <a:pt x="852494" y="22520"/>
                  <a:pt x="850408" y="21573"/>
                  <a:pt x="847920" y="21573"/>
                </a:cubicBezTo>
                <a:cubicBezTo>
                  <a:pt x="845433" y="21573"/>
                  <a:pt x="843341" y="22520"/>
                  <a:pt x="841645" y="24414"/>
                </a:cubicBezTo>
                <a:cubicBezTo>
                  <a:pt x="839949" y="26308"/>
                  <a:pt x="839101" y="29035"/>
                  <a:pt x="839101" y="32597"/>
                </a:cubicBezTo>
                <a:close/>
                <a:moveTo>
                  <a:pt x="873506" y="50609"/>
                </a:moveTo>
                <a:lnTo>
                  <a:pt x="873506" y="882"/>
                </a:lnTo>
                <a:lnTo>
                  <a:pt x="883037" y="882"/>
                </a:lnTo>
                <a:lnTo>
                  <a:pt x="883037" y="18792"/>
                </a:lnTo>
                <a:cubicBezTo>
                  <a:pt x="885977" y="15445"/>
                  <a:pt x="889460" y="13772"/>
                  <a:pt x="893485" y="13772"/>
                </a:cubicBezTo>
                <a:cubicBezTo>
                  <a:pt x="897872" y="13772"/>
                  <a:pt x="901501" y="15360"/>
                  <a:pt x="904373" y="18537"/>
                </a:cubicBezTo>
                <a:cubicBezTo>
                  <a:pt x="907245" y="21714"/>
                  <a:pt x="908681" y="26277"/>
                  <a:pt x="908681" y="32224"/>
                </a:cubicBezTo>
                <a:cubicBezTo>
                  <a:pt x="908681" y="38375"/>
                  <a:pt x="907217" y="43112"/>
                  <a:pt x="904288" y="46436"/>
                </a:cubicBezTo>
                <a:cubicBezTo>
                  <a:pt x="901360" y="49761"/>
                  <a:pt x="897804" y="51423"/>
                  <a:pt x="893620" y="51423"/>
                </a:cubicBezTo>
                <a:cubicBezTo>
                  <a:pt x="891563" y="51423"/>
                  <a:pt x="889533" y="50908"/>
                  <a:pt x="887532" y="49879"/>
                </a:cubicBezTo>
                <a:cubicBezTo>
                  <a:pt x="885530" y="48850"/>
                  <a:pt x="883806" y="47330"/>
                  <a:pt x="882359" y="45317"/>
                </a:cubicBezTo>
                <a:lnTo>
                  <a:pt x="882359" y="50609"/>
                </a:lnTo>
                <a:lnTo>
                  <a:pt x="873506" y="50609"/>
                </a:lnTo>
                <a:moveTo>
                  <a:pt x="882969" y="31835"/>
                </a:moveTo>
                <a:cubicBezTo>
                  <a:pt x="882969" y="35561"/>
                  <a:pt x="883557" y="38315"/>
                  <a:pt x="884733" y="40099"/>
                </a:cubicBezTo>
                <a:cubicBezTo>
                  <a:pt x="886384" y="42628"/>
                  <a:pt x="888578" y="43892"/>
                  <a:pt x="891314" y="43892"/>
                </a:cubicBezTo>
                <a:cubicBezTo>
                  <a:pt x="893417" y="43892"/>
                  <a:pt x="895209" y="42995"/>
                  <a:pt x="896690" y="41200"/>
                </a:cubicBezTo>
                <a:cubicBezTo>
                  <a:pt x="898171" y="39405"/>
                  <a:pt x="898912" y="36577"/>
                  <a:pt x="898912" y="32716"/>
                </a:cubicBezTo>
                <a:cubicBezTo>
                  <a:pt x="898912" y="28606"/>
                  <a:pt x="898166" y="25642"/>
                  <a:pt x="896673" y="23825"/>
                </a:cubicBezTo>
                <a:cubicBezTo>
                  <a:pt x="895181" y="22007"/>
                  <a:pt x="893270" y="21098"/>
                  <a:pt x="890941" y="21098"/>
                </a:cubicBezTo>
                <a:cubicBezTo>
                  <a:pt x="888657" y="21098"/>
                  <a:pt x="886757" y="21985"/>
                  <a:pt x="885242" y="23758"/>
                </a:cubicBezTo>
                <a:cubicBezTo>
                  <a:pt x="883727" y="25530"/>
                  <a:pt x="882969" y="28222"/>
                  <a:pt x="882969" y="31835"/>
                </a:cubicBezTo>
                <a:close/>
                <a:moveTo>
                  <a:pt x="937149" y="39144"/>
                </a:moveTo>
                <a:lnTo>
                  <a:pt x="946647" y="40772"/>
                </a:lnTo>
                <a:cubicBezTo>
                  <a:pt x="945426" y="44243"/>
                  <a:pt x="943498" y="46886"/>
                  <a:pt x="940863" y="48701"/>
                </a:cubicBezTo>
                <a:cubicBezTo>
                  <a:pt x="938229" y="50515"/>
                  <a:pt x="934933" y="51423"/>
                  <a:pt x="930976" y="51423"/>
                </a:cubicBezTo>
                <a:cubicBezTo>
                  <a:pt x="924712" y="51423"/>
                  <a:pt x="920076" y="49376"/>
                  <a:pt x="917069" y="45283"/>
                </a:cubicBezTo>
                <a:cubicBezTo>
                  <a:pt x="914694" y="42004"/>
                  <a:pt x="913507" y="37866"/>
                  <a:pt x="913507" y="32868"/>
                </a:cubicBezTo>
                <a:cubicBezTo>
                  <a:pt x="913507" y="26899"/>
                  <a:pt x="915067" y="22223"/>
                  <a:pt x="918188" y="18843"/>
                </a:cubicBezTo>
                <a:cubicBezTo>
                  <a:pt x="921309" y="15462"/>
                  <a:pt x="925255" y="13772"/>
                  <a:pt x="930026" y="13772"/>
                </a:cubicBezTo>
                <a:cubicBezTo>
                  <a:pt x="935385" y="13772"/>
                  <a:pt x="939614" y="15541"/>
                  <a:pt x="942712" y="19080"/>
                </a:cubicBezTo>
                <a:cubicBezTo>
                  <a:pt x="945810" y="22619"/>
                  <a:pt x="947291" y="28041"/>
                  <a:pt x="947156" y="35345"/>
                </a:cubicBezTo>
                <a:lnTo>
                  <a:pt x="923276" y="35345"/>
                </a:lnTo>
                <a:cubicBezTo>
                  <a:pt x="923344" y="38171"/>
                  <a:pt x="924113" y="40370"/>
                  <a:pt x="925583" y="41942"/>
                </a:cubicBezTo>
                <a:cubicBezTo>
                  <a:pt x="927052" y="43514"/>
                  <a:pt x="928884" y="44299"/>
                  <a:pt x="931078" y="44299"/>
                </a:cubicBezTo>
                <a:cubicBezTo>
                  <a:pt x="932570" y="44299"/>
                  <a:pt x="933825" y="43892"/>
                  <a:pt x="934843" y="43078"/>
                </a:cubicBezTo>
                <a:cubicBezTo>
                  <a:pt x="935860" y="42264"/>
                  <a:pt x="936629" y="40953"/>
                  <a:pt x="937149" y="39144"/>
                </a:cubicBezTo>
                <a:moveTo>
                  <a:pt x="937692" y="29510"/>
                </a:moveTo>
                <a:cubicBezTo>
                  <a:pt x="937624" y="26763"/>
                  <a:pt x="936912" y="24674"/>
                  <a:pt x="935555" y="23244"/>
                </a:cubicBezTo>
                <a:cubicBezTo>
                  <a:pt x="934198" y="21813"/>
                  <a:pt x="932547" y="21098"/>
                  <a:pt x="930603" y="21098"/>
                </a:cubicBezTo>
                <a:cubicBezTo>
                  <a:pt x="928522" y="21098"/>
                  <a:pt x="926804" y="21853"/>
                  <a:pt x="925447" y="23361"/>
                </a:cubicBezTo>
                <a:cubicBezTo>
                  <a:pt x="924090" y="24871"/>
                  <a:pt x="923423" y="26920"/>
                  <a:pt x="923446" y="29510"/>
                </a:cubicBezTo>
                <a:lnTo>
                  <a:pt x="937692" y="29510"/>
                </a:lnTo>
                <a:close/>
                <a:moveTo>
                  <a:pt x="949559" y="64380"/>
                </a:moveTo>
                <a:lnTo>
                  <a:pt x="949559" y="58139"/>
                </a:lnTo>
                <a:lnTo>
                  <a:pt x="989178" y="58139"/>
                </a:lnTo>
                <a:lnTo>
                  <a:pt x="989178" y="64380"/>
                </a:lnTo>
                <a:lnTo>
                  <a:pt x="949559" y="64380"/>
                </a:lnTo>
                <a:close/>
                <a:moveTo>
                  <a:pt x="1000114" y="50609"/>
                </a:moveTo>
                <a:lnTo>
                  <a:pt x="988717" y="14586"/>
                </a:lnTo>
                <a:lnTo>
                  <a:pt x="997977" y="14586"/>
                </a:lnTo>
                <a:lnTo>
                  <a:pt x="1004727" y="38194"/>
                </a:lnTo>
                <a:lnTo>
                  <a:pt x="1010934" y="14586"/>
                </a:lnTo>
                <a:lnTo>
                  <a:pt x="1020126" y="14586"/>
                </a:lnTo>
                <a:lnTo>
                  <a:pt x="1026130" y="38194"/>
                </a:lnTo>
                <a:lnTo>
                  <a:pt x="1033016" y="14586"/>
                </a:lnTo>
                <a:lnTo>
                  <a:pt x="1042412" y="14586"/>
                </a:lnTo>
                <a:lnTo>
                  <a:pt x="1030845" y="50609"/>
                </a:lnTo>
                <a:lnTo>
                  <a:pt x="1021687" y="50609"/>
                </a:lnTo>
                <a:lnTo>
                  <a:pt x="1015479" y="27441"/>
                </a:lnTo>
                <a:lnTo>
                  <a:pt x="1009374" y="50609"/>
                </a:lnTo>
                <a:lnTo>
                  <a:pt x="1000114" y="50609"/>
                </a:lnTo>
                <a:close/>
                <a:moveTo>
                  <a:pt x="1045378" y="32088"/>
                </a:moveTo>
                <a:cubicBezTo>
                  <a:pt x="1045378" y="28922"/>
                  <a:pt x="1046158" y="25858"/>
                  <a:pt x="1047718" y="22896"/>
                </a:cubicBezTo>
                <a:cubicBezTo>
                  <a:pt x="1049279" y="19934"/>
                  <a:pt x="1051489" y="17672"/>
                  <a:pt x="1054350" y="16112"/>
                </a:cubicBezTo>
                <a:cubicBezTo>
                  <a:pt x="1057210" y="14552"/>
                  <a:pt x="1060404" y="13772"/>
                  <a:pt x="1063932" y="13772"/>
                </a:cubicBezTo>
                <a:cubicBezTo>
                  <a:pt x="1069382" y="13772"/>
                  <a:pt x="1073848" y="15541"/>
                  <a:pt x="1077330" y="19080"/>
                </a:cubicBezTo>
                <a:cubicBezTo>
                  <a:pt x="1080813" y="22619"/>
                  <a:pt x="1082554" y="27091"/>
                  <a:pt x="1082554" y="32495"/>
                </a:cubicBezTo>
                <a:cubicBezTo>
                  <a:pt x="1082554" y="37945"/>
                  <a:pt x="1080796" y="42462"/>
                  <a:pt x="1077280" y="46046"/>
                </a:cubicBezTo>
                <a:cubicBezTo>
                  <a:pt x="1073763" y="49631"/>
                  <a:pt x="1069337" y="51423"/>
                  <a:pt x="1064000" y="51423"/>
                </a:cubicBezTo>
                <a:cubicBezTo>
                  <a:pt x="1060698" y="51423"/>
                  <a:pt x="1057549" y="50676"/>
                  <a:pt x="1054553" y="49184"/>
                </a:cubicBezTo>
                <a:cubicBezTo>
                  <a:pt x="1051557" y="47691"/>
                  <a:pt x="1049279" y="45504"/>
                  <a:pt x="1047718" y="42620"/>
                </a:cubicBezTo>
                <a:cubicBezTo>
                  <a:pt x="1046158" y="39737"/>
                  <a:pt x="1045378" y="36227"/>
                  <a:pt x="1045378" y="32088"/>
                </a:cubicBezTo>
                <a:moveTo>
                  <a:pt x="1055147" y="32597"/>
                </a:moveTo>
                <a:cubicBezTo>
                  <a:pt x="1055147" y="36159"/>
                  <a:pt x="1055995" y="38886"/>
                  <a:pt x="1057691" y="40780"/>
                </a:cubicBezTo>
                <a:cubicBezTo>
                  <a:pt x="1059387" y="42674"/>
                  <a:pt x="1061478" y="43621"/>
                  <a:pt x="1063966" y="43621"/>
                </a:cubicBezTo>
                <a:cubicBezTo>
                  <a:pt x="1066453" y="43621"/>
                  <a:pt x="1068539" y="42674"/>
                  <a:pt x="1070224" y="40780"/>
                </a:cubicBezTo>
                <a:cubicBezTo>
                  <a:pt x="1071909" y="38886"/>
                  <a:pt x="1072751" y="36136"/>
                  <a:pt x="1072751" y="32529"/>
                </a:cubicBezTo>
                <a:cubicBezTo>
                  <a:pt x="1072751" y="29013"/>
                  <a:pt x="1071909" y="26308"/>
                  <a:pt x="1070224" y="24414"/>
                </a:cubicBezTo>
                <a:cubicBezTo>
                  <a:pt x="1068539" y="22520"/>
                  <a:pt x="1066453" y="21573"/>
                  <a:pt x="1063966" y="21573"/>
                </a:cubicBezTo>
                <a:cubicBezTo>
                  <a:pt x="1061478" y="21573"/>
                  <a:pt x="1059387" y="22520"/>
                  <a:pt x="1057691" y="24414"/>
                </a:cubicBezTo>
                <a:cubicBezTo>
                  <a:pt x="1055995" y="26308"/>
                  <a:pt x="1055147" y="29035"/>
                  <a:pt x="1055147" y="32597"/>
                </a:cubicBezTo>
                <a:close/>
                <a:moveTo>
                  <a:pt x="1099083" y="50609"/>
                </a:moveTo>
                <a:lnTo>
                  <a:pt x="1089551" y="50609"/>
                </a:lnTo>
                <a:lnTo>
                  <a:pt x="1089551" y="14586"/>
                </a:lnTo>
                <a:lnTo>
                  <a:pt x="1098404" y="14586"/>
                </a:lnTo>
                <a:lnTo>
                  <a:pt x="1098404" y="19708"/>
                </a:lnTo>
                <a:cubicBezTo>
                  <a:pt x="1099919" y="17288"/>
                  <a:pt x="1101282" y="15694"/>
                  <a:pt x="1102492" y="14925"/>
                </a:cubicBezTo>
                <a:cubicBezTo>
                  <a:pt x="1103701" y="14156"/>
                  <a:pt x="1105075" y="13772"/>
                  <a:pt x="1106613" y="13772"/>
                </a:cubicBezTo>
                <a:cubicBezTo>
                  <a:pt x="1108784" y="13772"/>
                  <a:pt x="1110875" y="14371"/>
                  <a:pt x="1112888" y="15569"/>
                </a:cubicBezTo>
                <a:lnTo>
                  <a:pt x="1109937" y="23880"/>
                </a:lnTo>
                <a:cubicBezTo>
                  <a:pt x="1108331" y="22839"/>
                  <a:pt x="1106839" y="22319"/>
                  <a:pt x="1105460" y="22319"/>
                </a:cubicBezTo>
                <a:cubicBezTo>
                  <a:pt x="1104125" y="22319"/>
                  <a:pt x="1102995" y="22687"/>
                  <a:pt x="1102068" y="23422"/>
                </a:cubicBezTo>
                <a:cubicBezTo>
                  <a:pt x="1101140" y="24157"/>
                  <a:pt x="1100411" y="25485"/>
                  <a:pt x="1099880" y="27407"/>
                </a:cubicBezTo>
                <a:cubicBezTo>
                  <a:pt x="1099348" y="29329"/>
                  <a:pt x="1099083" y="33355"/>
                  <a:pt x="1099083" y="39483"/>
                </a:cubicBezTo>
                <a:lnTo>
                  <a:pt x="1099083" y="50609"/>
                </a:lnTo>
                <a:close/>
                <a:moveTo>
                  <a:pt x="1116711" y="50609"/>
                </a:moveTo>
                <a:lnTo>
                  <a:pt x="1116711" y="882"/>
                </a:lnTo>
                <a:lnTo>
                  <a:pt x="1126243" y="882"/>
                </a:lnTo>
                <a:lnTo>
                  <a:pt x="1126243" y="27272"/>
                </a:lnTo>
                <a:lnTo>
                  <a:pt x="1137403" y="14586"/>
                </a:lnTo>
                <a:lnTo>
                  <a:pt x="1149139" y="14586"/>
                </a:lnTo>
                <a:lnTo>
                  <a:pt x="1136826" y="27752"/>
                </a:lnTo>
                <a:lnTo>
                  <a:pt x="1150021" y="50609"/>
                </a:lnTo>
                <a:lnTo>
                  <a:pt x="1139743" y="50609"/>
                </a:lnTo>
                <a:lnTo>
                  <a:pt x="1130687" y="34425"/>
                </a:lnTo>
                <a:lnTo>
                  <a:pt x="1126243" y="39076"/>
                </a:lnTo>
                <a:lnTo>
                  <a:pt x="1126243" y="50609"/>
                </a:lnTo>
                <a:lnTo>
                  <a:pt x="1116711" y="50609"/>
                </a:lnTo>
                <a:close/>
                <a:moveTo>
                  <a:pt x="1152613" y="65262"/>
                </a:moveTo>
                <a:cubicBezTo>
                  <a:pt x="1154490" y="61233"/>
                  <a:pt x="1155813" y="58143"/>
                  <a:pt x="1156582" y="55992"/>
                </a:cubicBezTo>
                <a:cubicBezTo>
                  <a:pt x="1157351" y="53842"/>
                  <a:pt x="1158063" y="51363"/>
                  <a:pt x="1158719" y="48556"/>
                </a:cubicBezTo>
                <a:cubicBezTo>
                  <a:pt x="1159375" y="45749"/>
                  <a:pt x="1159861" y="43083"/>
                  <a:pt x="1160178" y="40560"/>
                </a:cubicBezTo>
                <a:cubicBezTo>
                  <a:pt x="1160494" y="38036"/>
                  <a:pt x="1160652" y="35449"/>
                  <a:pt x="1160652" y="32801"/>
                </a:cubicBezTo>
                <a:cubicBezTo>
                  <a:pt x="1160652" y="27413"/>
                  <a:pt x="1160076" y="22314"/>
                  <a:pt x="1158923" y="17504"/>
                </a:cubicBezTo>
                <a:cubicBezTo>
                  <a:pt x="1157769" y="12693"/>
                  <a:pt x="1155644" y="6859"/>
                  <a:pt x="1152546" y="0"/>
                </a:cubicBezTo>
                <a:lnTo>
                  <a:pt x="1159024" y="0"/>
                </a:lnTo>
                <a:cubicBezTo>
                  <a:pt x="1162439" y="4867"/>
                  <a:pt x="1165090" y="10028"/>
                  <a:pt x="1166979" y="15483"/>
                </a:cubicBezTo>
                <a:cubicBezTo>
                  <a:pt x="1168867" y="20939"/>
                  <a:pt x="1169811" y="26473"/>
                  <a:pt x="1169811" y="32087"/>
                </a:cubicBezTo>
                <a:cubicBezTo>
                  <a:pt x="1169811" y="36818"/>
                  <a:pt x="1169065" y="41889"/>
                  <a:pt x="1167572" y="47299"/>
                </a:cubicBezTo>
                <a:cubicBezTo>
                  <a:pt x="1165876" y="53366"/>
                  <a:pt x="1163083" y="59354"/>
                  <a:pt x="1159194" y="65262"/>
                </a:cubicBezTo>
                <a:lnTo>
                  <a:pt x="1152613" y="65262"/>
                </a:lnTo>
                <a:close/>
                <a:moveTo>
                  <a:pt x="1179744" y="24151"/>
                </a:moveTo>
                <a:lnTo>
                  <a:pt x="1179744" y="14586"/>
                </a:lnTo>
                <a:lnTo>
                  <a:pt x="1189276" y="14586"/>
                </a:lnTo>
                <a:lnTo>
                  <a:pt x="1189276" y="24151"/>
                </a:lnTo>
                <a:lnTo>
                  <a:pt x="1179744" y="24151"/>
                </a:lnTo>
                <a:moveTo>
                  <a:pt x="1179744" y="41043"/>
                </a:moveTo>
                <a:lnTo>
                  <a:pt x="1189276" y="41043"/>
                </a:lnTo>
                <a:lnTo>
                  <a:pt x="1189276" y="47883"/>
                </a:lnTo>
                <a:cubicBezTo>
                  <a:pt x="1189276" y="50651"/>
                  <a:pt x="1189038" y="52835"/>
                  <a:pt x="1188563" y="54434"/>
                </a:cubicBezTo>
                <a:cubicBezTo>
                  <a:pt x="1188088" y="56034"/>
                  <a:pt x="1187190" y="57469"/>
                  <a:pt x="1185867" y="58740"/>
                </a:cubicBezTo>
                <a:cubicBezTo>
                  <a:pt x="1184544" y="60010"/>
                  <a:pt x="1182865" y="61009"/>
                  <a:pt x="1180830" y="61734"/>
                </a:cubicBezTo>
                <a:lnTo>
                  <a:pt x="1178964" y="57800"/>
                </a:lnTo>
                <a:cubicBezTo>
                  <a:pt x="1180886" y="57164"/>
                  <a:pt x="1182254" y="56277"/>
                  <a:pt x="1183068" y="55141"/>
                </a:cubicBezTo>
                <a:cubicBezTo>
                  <a:pt x="1183882" y="54006"/>
                  <a:pt x="1184312" y="52495"/>
                  <a:pt x="1184357" y="50609"/>
                </a:cubicBezTo>
                <a:lnTo>
                  <a:pt x="1179744" y="50609"/>
                </a:lnTo>
                <a:lnTo>
                  <a:pt x="1179744" y="410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list_for_each_entry_safe(private,p,&amp;deferred_probe_pending_list,">
            <a:extLst xmlns:a="http://schemas.openxmlformats.org/drawingml/2006/main">
              <a:ext uri="{FF2B5EF4-FFF2-40B4-BE49-F238E27FC236}">
                <a16:creationId xmlns:a16="http://schemas.microsoft.com/office/drawing/2014/main" id="{6DDEA43E-15E9-4B3D-9BB1-249FAD15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271" y="3031043"/>
            <a:ext cx="2201013" cy="65262"/>
          </a:xfrm>
          <a:custGeom xmlns:a="http://schemas.openxmlformats.org/drawingml/2006/main">
            <a:pathLst>
              <a:path w="2201013" h="65262">
                <a:moveTo>
                  <a:pt x="0" y="50609"/>
                </a:moveTo>
                <a:lnTo>
                  <a:pt x="0" y="882"/>
                </a:lnTo>
                <a:lnTo>
                  <a:pt x="9532" y="882"/>
                </a:lnTo>
                <a:lnTo>
                  <a:pt x="9532" y="50609"/>
                </a:lnTo>
                <a:lnTo>
                  <a:pt x="0" y="50609"/>
                </a:lnTo>
                <a:close/>
                <a:moveTo>
                  <a:pt x="19451" y="9701"/>
                </a:moveTo>
                <a:lnTo>
                  <a:pt x="19451" y="882"/>
                </a:lnTo>
                <a:lnTo>
                  <a:pt x="28983" y="882"/>
                </a:lnTo>
                <a:lnTo>
                  <a:pt x="28983" y="9701"/>
                </a:lnTo>
                <a:lnTo>
                  <a:pt x="19451" y="9701"/>
                </a:lnTo>
                <a:moveTo>
                  <a:pt x="19451" y="50609"/>
                </a:moveTo>
                <a:lnTo>
                  <a:pt x="19451" y="14586"/>
                </a:lnTo>
                <a:lnTo>
                  <a:pt x="28983" y="14586"/>
                </a:lnTo>
                <a:lnTo>
                  <a:pt x="28983" y="50609"/>
                </a:lnTo>
                <a:lnTo>
                  <a:pt x="19451" y="50609"/>
                </a:lnTo>
                <a:close/>
                <a:moveTo>
                  <a:pt x="35544" y="40365"/>
                </a:moveTo>
                <a:lnTo>
                  <a:pt x="45109" y="38872"/>
                </a:lnTo>
                <a:cubicBezTo>
                  <a:pt x="45516" y="40715"/>
                  <a:pt x="46342" y="42114"/>
                  <a:pt x="47586" y="43070"/>
                </a:cubicBezTo>
                <a:cubicBezTo>
                  <a:pt x="48829" y="44025"/>
                  <a:pt x="50570" y="44503"/>
                  <a:pt x="52809" y="44503"/>
                </a:cubicBezTo>
                <a:cubicBezTo>
                  <a:pt x="55274" y="44503"/>
                  <a:pt x="57128" y="44051"/>
                  <a:pt x="58372" y="43148"/>
                </a:cubicBezTo>
                <a:cubicBezTo>
                  <a:pt x="59209" y="42516"/>
                  <a:pt x="59627" y="41669"/>
                  <a:pt x="59627" y="40608"/>
                </a:cubicBezTo>
                <a:cubicBezTo>
                  <a:pt x="59627" y="39885"/>
                  <a:pt x="59401" y="39286"/>
                  <a:pt x="58949" y="38812"/>
                </a:cubicBezTo>
                <a:cubicBezTo>
                  <a:pt x="58474" y="38360"/>
                  <a:pt x="57411" y="37943"/>
                  <a:pt x="55760" y="37559"/>
                </a:cubicBezTo>
                <a:cubicBezTo>
                  <a:pt x="48072" y="35866"/>
                  <a:pt x="43199" y="34319"/>
                  <a:pt x="41141" y="32918"/>
                </a:cubicBezTo>
                <a:cubicBezTo>
                  <a:pt x="38291" y="30975"/>
                  <a:pt x="36867" y="28275"/>
                  <a:pt x="36867" y="24819"/>
                </a:cubicBezTo>
                <a:cubicBezTo>
                  <a:pt x="36867" y="21701"/>
                  <a:pt x="38099" y="19080"/>
                  <a:pt x="40564" y="16957"/>
                </a:cubicBezTo>
                <a:cubicBezTo>
                  <a:pt x="43029" y="14833"/>
                  <a:pt x="46851" y="13772"/>
                  <a:pt x="52029" y="13772"/>
                </a:cubicBezTo>
                <a:cubicBezTo>
                  <a:pt x="56959" y="13772"/>
                  <a:pt x="60622" y="14571"/>
                  <a:pt x="63019" y="16171"/>
                </a:cubicBezTo>
                <a:cubicBezTo>
                  <a:pt x="65416" y="17771"/>
                  <a:pt x="67067" y="20137"/>
                  <a:pt x="67971" y="23269"/>
                </a:cubicBezTo>
                <a:lnTo>
                  <a:pt x="58983" y="24965"/>
                </a:lnTo>
                <a:cubicBezTo>
                  <a:pt x="58598" y="23563"/>
                  <a:pt x="57869" y="22489"/>
                  <a:pt x="56795" y="21743"/>
                </a:cubicBezTo>
                <a:cubicBezTo>
                  <a:pt x="55721" y="20996"/>
                  <a:pt x="54189" y="20623"/>
                  <a:pt x="52199" y="20623"/>
                </a:cubicBezTo>
                <a:cubicBezTo>
                  <a:pt x="49689" y="20623"/>
                  <a:pt x="47891" y="20973"/>
                  <a:pt x="46805" y="21674"/>
                </a:cubicBezTo>
                <a:cubicBezTo>
                  <a:pt x="46082" y="22170"/>
                  <a:pt x="45720" y="22813"/>
                  <a:pt x="45720" y="23604"/>
                </a:cubicBezTo>
                <a:cubicBezTo>
                  <a:pt x="45720" y="24281"/>
                  <a:pt x="46037" y="24857"/>
                  <a:pt x="46670" y="25331"/>
                </a:cubicBezTo>
                <a:cubicBezTo>
                  <a:pt x="47529" y="25963"/>
                  <a:pt x="50497" y="26855"/>
                  <a:pt x="55574" y="28007"/>
                </a:cubicBezTo>
                <a:cubicBezTo>
                  <a:pt x="60650" y="29159"/>
                  <a:pt x="64195" y="30572"/>
                  <a:pt x="66208" y="32246"/>
                </a:cubicBezTo>
                <a:cubicBezTo>
                  <a:pt x="68198" y="33944"/>
                  <a:pt x="69193" y="36308"/>
                  <a:pt x="69193" y="39340"/>
                </a:cubicBezTo>
                <a:cubicBezTo>
                  <a:pt x="69193" y="42643"/>
                  <a:pt x="67813" y="45483"/>
                  <a:pt x="65054" y="47859"/>
                </a:cubicBezTo>
                <a:cubicBezTo>
                  <a:pt x="62295" y="50235"/>
                  <a:pt x="58214" y="51423"/>
                  <a:pt x="52809" y="51423"/>
                </a:cubicBezTo>
                <a:cubicBezTo>
                  <a:pt x="47902" y="51423"/>
                  <a:pt x="44018" y="50431"/>
                  <a:pt x="41158" y="48447"/>
                </a:cubicBezTo>
                <a:cubicBezTo>
                  <a:pt x="38297" y="46463"/>
                  <a:pt x="36426" y="43769"/>
                  <a:pt x="35544" y="40365"/>
                </a:cubicBezTo>
                <a:close/>
                <a:moveTo>
                  <a:pt x="94323" y="14586"/>
                </a:moveTo>
                <a:lnTo>
                  <a:pt x="94323" y="22184"/>
                </a:lnTo>
                <a:lnTo>
                  <a:pt x="87810" y="22184"/>
                </a:lnTo>
                <a:lnTo>
                  <a:pt x="87810" y="36678"/>
                </a:lnTo>
                <a:cubicBezTo>
                  <a:pt x="87810" y="39614"/>
                  <a:pt x="87873" y="41324"/>
                  <a:pt x="87997" y="41810"/>
                </a:cubicBezTo>
                <a:cubicBezTo>
                  <a:pt x="88121" y="42294"/>
                  <a:pt x="88404" y="42695"/>
                  <a:pt x="88845" y="43012"/>
                </a:cubicBezTo>
                <a:cubicBezTo>
                  <a:pt x="89286" y="43327"/>
                  <a:pt x="89823" y="43485"/>
                  <a:pt x="90456" y="43485"/>
                </a:cubicBezTo>
                <a:cubicBezTo>
                  <a:pt x="91338" y="43485"/>
                  <a:pt x="92616" y="43180"/>
                  <a:pt x="94289" y="42570"/>
                </a:cubicBezTo>
                <a:lnTo>
                  <a:pt x="95103" y="49992"/>
                </a:lnTo>
                <a:cubicBezTo>
                  <a:pt x="92887" y="50946"/>
                  <a:pt x="90377" y="51423"/>
                  <a:pt x="87573" y="51423"/>
                </a:cubicBezTo>
                <a:cubicBezTo>
                  <a:pt x="85854" y="51423"/>
                  <a:pt x="84305" y="51134"/>
                  <a:pt x="82926" y="50558"/>
                </a:cubicBezTo>
                <a:cubicBezTo>
                  <a:pt x="81547" y="49981"/>
                  <a:pt x="80535" y="49235"/>
                  <a:pt x="79890" y="48319"/>
                </a:cubicBezTo>
                <a:cubicBezTo>
                  <a:pt x="79246" y="47403"/>
                  <a:pt x="78799" y="46165"/>
                  <a:pt x="78550" y="44605"/>
                </a:cubicBezTo>
                <a:cubicBezTo>
                  <a:pt x="78347" y="43497"/>
                  <a:pt x="78245" y="41258"/>
                  <a:pt x="78245" y="37889"/>
                </a:cubicBezTo>
                <a:lnTo>
                  <a:pt x="78245" y="22184"/>
                </a:lnTo>
                <a:lnTo>
                  <a:pt x="73869" y="22184"/>
                </a:lnTo>
                <a:lnTo>
                  <a:pt x="73869" y="14586"/>
                </a:lnTo>
                <a:lnTo>
                  <a:pt x="78245" y="14586"/>
                </a:lnTo>
                <a:lnTo>
                  <a:pt x="78245" y="7395"/>
                </a:lnTo>
                <a:lnTo>
                  <a:pt x="87810" y="1764"/>
                </a:lnTo>
                <a:lnTo>
                  <a:pt x="87810" y="14586"/>
                </a:lnTo>
                <a:lnTo>
                  <a:pt x="94323" y="14586"/>
                </a:lnTo>
                <a:close/>
                <a:moveTo>
                  <a:pt x="95098" y="64380"/>
                </a:moveTo>
                <a:lnTo>
                  <a:pt x="95098" y="58139"/>
                </a:lnTo>
                <a:lnTo>
                  <a:pt x="134716" y="58139"/>
                </a:lnTo>
                <a:lnTo>
                  <a:pt x="134716" y="64380"/>
                </a:lnTo>
                <a:lnTo>
                  <a:pt x="95098" y="64380"/>
                </a:lnTo>
                <a:close/>
                <a:moveTo>
                  <a:pt x="135458" y="14586"/>
                </a:moveTo>
                <a:lnTo>
                  <a:pt x="140750" y="14586"/>
                </a:lnTo>
                <a:lnTo>
                  <a:pt x="140750" y="11866"/>
                </a:lnTo>
                <a:cubicBezTo>
                  <a:pt x="140750" y="8828"/>
                  <a:pt x="141072" y="6562"/>
                  <a:pt x="141717" y="5066"/>
                </a:cubicBezTo>
                <a:cubicBezTo>
                  <a:pt x="142361" y="3570"/>
                  <a:pt x="143548" y="2351"/>
                  <a:pt x="145278" y="1411"/>
                </a:cubicBezTo>
                <a:cubicBezTo>
                  <a:pt x="147008" y="470"/>
                  <a:pt x="149196" y="0"/>
                  <a:pt x="151842" y="0"/>
                </a:cubicBezTo>
                <a:cubicBezTo>
                  <a:pt x="154555" y="0"/>
                  <a:pt x="157212" y="407"/>
                  <a:pt x="159813" y="1221"/>
                </a:cubicBezTo>
                <a:lnTo>
                  <a:pt x="158524" y="7869"/>
                </a:lnTo>
                <a:cubicBezTo>
                  <a:pt x="157009" y="7508"/>
                  <a:pt x="155550" y="7327"/>
                  <a:pt x="154148" y="7327"/>
                </a:cubicBezTo>
                <a:cubicBezTo>
                  <a:pt x="152769" y="7327"/>
                  <a:pt x="151780" y="7651"/>
                  <a:pt x="151180" y="8299"/>
                </a:cubicBezTo>
                <a:cubicBezTo>
                  <a:pt x="150581" y="8946"/>
                  <a:pt x="150281" y="10190"/>
                  <a:pt x="150281" y="12030"/>
                </a:cubicBezTo>
                <a:lnTo>
                  <a:pt x="150281" y="14586"/>
                </a:lnTo>
                <a:lnTo>
                  <a:pt x="157405" y="14586"/>
                </a:lnTo>
                <a:lnTo>
                  <a:pt x="157405" y="22116"/>
                </a:lnTo>
                <a:lnTo>
                  <a:pt x="150281" y="22116"/>
                </a:lnTo>
                <a:lnTo>
                  <a:pt x="150281" y="50609"/>
                </a:lnTo>
                <a:lnTo>
                  <a:pt x="140750" y="50609"/>
                </a:lnTo>
                <a:lnTo>
                  <a:pt x="140750" y="22116"/>
                </a:lnTo>
                <a:lnTo>
                  <a:pt x="135458" y="22116"/>
                </a:lnTo>
                <a:lnTo>
                  <a:pt x="135458" y="14586"/>
                </a:lnTo>
                <a:close/>
                <a:moveTo>
                  <a:pt x="160350" y="32088"/>
                </a:moveTo>
                <a:cubicBezTo>
                  <a:pt x="160350" y="28922"/>
                  <a:pt x="161131" y="25858"/>
                  <a:pt x="162691" y="22896"/>
                </a:cubicBezTo>
                <a:cubicBezTo>
                  <a:pt x="164251" y="19934"/>
                  <a:pt x="166462" y="17672"/>
                  <a:pt x="169322" y="16112"/>
                </a:cubicBezTo>
                <a:cubicBezTo>
                  <a:pt x="172183" y="14552"/>
                  <a:pt x="175377" y="13772"/>
                  <a:pt x="178905" y="13772"/>
                </a:cubicBezTo>
                <a:cubicBezTo>
                  <a:pt x="184354" y="13772"/>
                  <a:pt x="188821" y="15541"/>
                  <a:pt x="192303" y="19080"/>
                </a:cubicBezTo>
                <a:cubicBezTo>
                  <a:pt x="195785" y="22619"/>
                  <a:pt x="197527" y="27091"/>
                  <a:pt x="197527" y="32495"/>
                </a:cubicBezTo>
                <a:cubicBezTo>
                  <a:pt x="197527" y="37945"/>
                  <a:pt x="195768" y="42462"/>
                  <a:pt x="192252" y="46046"/>
                </a:cubicBezTo>
                <a:cubicBezTo>
                  <a:pt x="188736" y="49631"/>
                  <a:pt x="184309" y="51423"/>
                  <a:pt x="178972" y="51423"/>
                </a:cubicBezTo>
                <a:cubicBezTo>
                  <a:pt x="175671" y="51423"/>
                  <a:pt x="172522" y="50676"/>
                  <a:pt x="169526" y="49184"/>
                </a:cubicBezTo>
                <a:cubicBezTo>
                  <a:pt x="166529" y="47691"/>
                  <a:pt x="164251" y="45504"/>
                  <a:pt x="162691" y="42620"/>
                </a:cubicBezTo>
                <a:cubicBezTo>
                  <a:pt x="161131" y="39737"/>
                  <a:pt x="160350" y="36227"/>
                  <a:pt x="160350" y="32088"/>
                </a:cubicBezTo>
                <a:moveTo>
                  <a:pt x="170119" y="32597"/>
                </a:moveTo>
                <a:cubicBezTo>
                  <a:pt x="170119" y="36159"/>
                  <a:pt x="170967" y="38886"/>
                  <a:pt x="172663" y="40780"/>
                </a:cubicBezTo>
                <a:cubicBezTo>
                  <a:pt x="174359" y="42674"/>
                  <a:pt x="176451" y="43621"/>
                  <a:pt x="178939" y="43621"/>
                </a:cubicBezTo>
                <a:cubicBezTo>
                  <a:pt x="181426" y="43621"/>
                  <a:pt x="183512" y="42674"/>
                  <a:pt x="185197" y="40780"/>
                </a:cubicBezTo>
                <a:cubicBezTo>
                  <a:pt x="186881" y="38886"/>
                  <a:pt x="187724" y="36136"/>
                  <a:pt x="187724" y="32529"/>
                </a:cubicBezTo>
                <a:cubicBezTo>
                  <a:pt x="187724" y="29013"/>
                  <a:pt x="186881" y="26308"/>
                  <a:pt x="185197" y="24414"/>
                </a:cubicBezTo>
                <a:cubicBezTo>
                  <a:pt x="183512" y="22520"/>
                  <a:pt x="181426" y="21573"/>
                  <a:pt x="178939" y="21573"/>
                </a:cubicBezTo>
                <a:cubicBezTo>
                  <a:pt x="176451" y="21573"/>
                  <a:pt x="174359" y="22520"/>
                  <a:pt x="172663" y="24414"/>
                </a:cubicBezTo>
                <a:cubicBezTo>
                  <a:pt x="170967" y="26308"/>
                  <a:pt x="170119" y="29035"/>
                  <a:pt x="170119" y="32597"/>
                </a:cubicBezTo>
                <a:close/>
                <a:moveTo>
                  <a:pt x="214055" y="50609"/>
                </a:moveTo>
                <a:lnTo>
                  <a:pt x="204524" y="50609"/>
                </a:lnTo>
                <a:lnTo>
                  <a:pt x="204524" y="14586"/>
                </a:lnTo>
                <a:lnTo>
                  <a:pt x="213377" y="14586"/>
                </a:lnTo>
                <a:lnTo>
                  <a:pt x="213377" y="19708"/>
                </a:lnTo>
                <a:cubicBezTo>
                  <a:pt x="214892" y="17288"/>
                  <a:pt x="216254" y="15694"/>
                  <a:pt x="217464" y="14925"/>
                </a:cubicBezTo>
                <a:cubicBezTo>
                  <a:pt x="218674" y="14156"/>
                  <a:pt x="220048" y="13772"/>
                  <a:pt x="221585" y="13772"/>
                </a:cubicBezTo>
                <a:cubicBezTo>
                  <a:pt x="223756" y="13772"/>
                  <a:pt x="225848" y="14371"/>
                  <a:pt x="227861" y="15569"/>
                </a:cubicBezTo>
                <a:lnTo>
                  <a:pt x="224910" y="23880"/>
                </a:lnTo>
                <a:cubicBezTo>
                  <a:pt x="223304" y="22839"/>
                  <a:pt x="221812" y="22319"/>
                  <a:pt x="220432" y="22319"/>
                </a:cubicBezTo>
                <a:cubicBezTo>
                  <a:pt x="219098" y="22319"/>
                  <a:pt x="217967" y="22687"/>
                  <a:pt x="217040" y="23422"/>
                </a:cubicBezTo>
                <a:cubicBezTo>
                  <a:pt x="216113" y="24157"/>
                  <a:pt x="215384" y="25485"/>
                  <a:pt x="214852" y="27407"/>
                </a:cubicBezTo>
                <a:cubicBezTo>
                  <a:pt x="214321" y="29329"/>
                  <a:pt x="214055" y="33355"/>
                  <a:pt x="214055" y="39483"/>
                </a:cubicBezTo>
                <a:lnTo>
                  <a:pt x="214055" y="50609"/>
                </a:lnTo>
                <a:close/>
                <a:moveTo>
                  <a:pt x="226393" y="64380"/>
                </a:moveTo>
                <a:lnTo>
                  <a:pt x="226393" y="58139"/>
                </a:lnTo>
                <a:lnTo>
                  <a:pt x="266011" y="58139"/>
                </a:lnTo>
                <a:lnTo>
                  <a:pt x="266011" y="64380"/>
                </a:lnTo>
                <a:lnTo>
                  <a:pt x="226393" y="64380"/>
                </a:lnTo>
                <a:close/>
                <a:moveTo>
                  <a:pt x="291786" y="39144"/>
                </a:moveTo>
                <a:lnTo>
                  <a:pt x="301284" y="40772"/>
                </a:lnTo>
                <a:cubicBezTo>
                  <a:pt x="300063" y="44243"/>
                  <a:pt x="298135" y="46886"/>
                  <a:pt x="295500" y="48701"/>
                </a:cubicBezTo>
                <a:cubicBezTo>
                  <a:pt x="292866" y="50515"/>
                  <a:pt x="289570" y="51423"/>
                  <a:pt x="285613" y="51423"/>
                </a:cubicBezTo>
                <a:cubicBezTo>
                  <a:pt x="279349" y="51423"/>
                  <a:pt x="274713" y="49376"/>
                  <a:pt x="271705" y="45283"/>
                </a:cubicBezTo>
                <a:cubicBezTo>
                  <a:pt x="269331" y="42004"/>
                  <a:pt x="268144" y="37866"/>
                  <a:pt x="268144" y="32868"/>
                </a:cubicBezTo>
                <a:cubicBezTo>
                  <a:pt x="268144" y="26899"/>
                  <a:pt x="269704" y="22223"/>
                  <a:pt x="272825" y="18843"/>
                </a:cubicBezTo>
                <a:cubicBezTo>
                  <a:pt x="275945" y="15462"/>
                  <a:pt x="279891" y="13772"/>
                  <a:pt x="284663" y="13772"/>
                </a:cubicBezTo>
                <a:cubicBezTo>
                  <a:pt x="290022" y="13772"/>
                  <a:pt x="294251" y="15541"/>
                  <a:pt x="297349" y="19080"/>
                </a:cubicBezTo>
                <a:cubicBezTo>
                  <a:pt x="300447" y="22619"/>
                  <a:pt x="301928" y="28041"/>
                  <a:pt x="301792" y="35345"/>
                </a:cubicBezTo>
                <a:lnTo>
                  <a:pt x="277913" y="35345"/>
                </a:lnTo>
                <a:cubicBezTo>
                  <a:pt x="277981" y="38171"/>
                  <a:pt x="278749" y="40370"/>
                  <a:pt x="280219" y="41942"/>
                </a:cubicBezTo>
                <a:cubicBezTo>
                  <a:pt x="281689" y="43514"/>
                  <a:pt x="283521" y="44299"/>
                  <a:pt x="285714" y="44299"/>
                </a:cubicBezTo>
                <a:cubicBezTo>
                  <a:pt x="287207" y="44299"/>
                  <a:pt x="288462" y="43892"/>
                  <a:pt x="289480" y="43078"/>
                </a:cubicBezTo>
                <a:cubicBezTo>
                  <a:pt x="290497" y="42264"/>
                  <a:pt x="291266" y="40953"/>
                  <a:pt x="291786" y="39144"/>
                </a:cubicBezTo>
                <a:moveTo>
                  <a:pt x="292329" y="29510"/>
                </a:moveTo>
                <a:cubicBezTo>
                  <a:pt x="292261" y="26763"/>
                  <a:pt x="291549" y="24674"/>
                  <a:pt x="290192" y="23244"/>
                </a:cubicBezTo>
                <a:cubicBezTo>
                  <a:pt x="288835" y="21813"/>
                  <a:pt x="287184" y="21098"/>
                  <a:pt x="285240" y="21098"/>
                </a:cubicBezTo>
                <a:cubicBezTo>
                  <a:pt x="283159" y="21098"/>
                  <a:pt x="281440" y="21853"/>
                  <a:pt x="280084" y="23361"/>
                </a:cubicBezTo>
                <a:cubicBezTo>
                  <a:pt x="278727" y="24871"/>
                  <a:pt x="278060" y="26920"/>
                  <a:pt x="278082" y="29510"/>
                </a:cubicBezTo>
                <a:lnTo>
                  <a:pt x="292329" y="29510"/>
                </a:lnTo>
                <a:close/>
                <a:moveTo>
                  <a:pt x="316951" y="25711"/>
                </a:moveTo>
                <a:lnTo>
                  <a:pt x="308301" y="24151"/>
                </a:lnTo>
                <a:cubicBezTo>
                  <a:pt x="309274" y="20623"/>
                  <a:pt x="310947" y="18011"/>
                  <a:pt x="313321" y="16316"/>
                </a:cubicBezTo>
                <a:cubicBezTo>
                  <a:pt x="315696" y="14620"/>
                  <a:pt x="319223" y="13772"/>
                  <a:pt x="323904" y="13772"/>
                </a:cubicBezTo>
                <a:cubicBezTo>
                  <a:pt x="328156" y="13772"/>
                  <a:pt x="331322" y="14275"/>
                  <a:pt x="333402" y="15281"/>
                </a:cubicBezTo>
                <a:cubicBezTo>
                  <a:pt x="335482" y="16287"/>
                  <a:pt x="336947" y="17565"/>
                  <a:pt x="337795" y="19114"/>
                </a:cubicBezTo>
                <a:cubicBezTo>
                  <a:pt x="338643" y="20663"/>
                  <a:pt x="339067" y="23507"/>
                  <a:pt x="339067" y="27645"/>
                </a:cubicBezTo>
                <a:lnTo>
                  <a:pt x="338965" y="38771"/>
                </a:lnTo>
                <a:cubicBezTo>
                  <a:pt x="338965" y="41936"/>
                  <a:pt x="339117" y="44271"/>
                  <a:pt x="339423" y="45775"/>
                </a:cubicBezTo>
                <a:cubicBezTo>
                  <a:pt x="339728" y="47279"/>
                  <a:pt x="340299" y="48890"/>
                  <a:pt x="341136" y="50609"/>
                </a:cubicBezTo>
                <a:lnTo>
                  <a:pt x="331706" y="50609"/>
                </a:lnTo>
                <a:cubicBezTo>
                  <a:pt x="331457" y="49975"/>
                  <a:pt x="331152" y="49037"/>
                  <a:pt x="330790" y="47793"/>
                </a:cubicBezTo>
                <a:cubicBezTo>
                  <a:pt x="330632" y="47228"/>
                  <a:pt x="330519" y="46855"/>
                  <a:pt x="330451" y="46674"/>
                </a:cubicBezTo>
                <a:cubicBezTo>
                  <a:pt x="328823" y="48257"/>
                  <a:pt x="327082" y="49444"/>
                  <a:pt x="325227" y="50235"/>
                </a:cubicBezTo>
                <a:cubicBezTo>
                  <a:pt x="323373" y="51027"/>
                  <a:pt x="321394" y="51423"/>
                  <a:pt x="319291" y="51423"/>
                </a:cubicBezTo>
                <a:cubicBezTo>
                  <a:pt x="315583" y="51423"/>
                  <a:pt x="312660" y="50421"/>
                  <a:pt x="310523" y="48417"/>
                </a:cubicBezTo>
                <a:cubicBezTo>
                  <a:pt x="308386" y="46412"/>
                  <a:pt x="307318" y="43879"/>
                  <a:pt x="307318" y="40816"/>
                </a:cubicBezTo>
                <a:cubicBezTo>
                  <a:pt x="307318" y="38790"/>
                  <a:pt x="307804" y="36983"/>
                  <a:pt x="308776" y="35395"/>
                </a:cubicBezTo>
                <a:cubicBezTo>
                  <a:pt x="309748" y="33808"/>
                  <a:pt x="311111" y="32591"/>
                  <a:pt x="312863" y="31747"/>
                </a:cubicBezTo>
                <a:cubicBezTo>
                  <a:pt x="314616" y="30903"/>
                  <a:pt x="317143" y="30165"/>
                  <a:pt x="320445" y="29535"/>
                </a:cubicBezTo>
                <a:cubicBezTo>
                  <a:pt x="324899" y="28702"/>
                  <a:pt x="327986" y="27925"/>
                  <a:pt x="329705" y="27204"/>
                </a:cubicBezTo>
                <a:lnTo>
                  <a:pt x="329705" y="26243"/>
                </a:lnTo>
                <a:cubicBezTo>
                  <a:pt x="329705" y="24391"/>
                  <a:pt x="329252" y="23071"/>
                  <a:pt x="328348" y="22282"/>
                </a:cubicBezTo>
                <a:cubicBezTo>
                  <a:pt x="327443" y="21493"/>
                  <a:pt x="325736" y="21098"/>
                  <a:pt x="323226" y="21098"/>
                </a:cubicBezTo>
                <a:cubicBezTo>
                  <a:pt x="321530" y="21098"/>
                  <a:pt x="320207" y="21440"/>
                  <a:pt x="319257" y="22122"/>
                </a:cubicBezTo>
                <a:cubicBezTo>
                  <a:pt x="318308" y="22804"/>
                  <a:pt x="317539" y="24001"/>
                  <a:pt x="316951" y="25711"/>
                </a:cubicBezTo>
                <a:moveTo>
                  <a:pt x="329705" y="33445"/>
                </a:moveTo>
                <a:cubicBezTo>
                  <a:pt x="328484" y="33847"/>
                  <a:pt x="326550" y="34328"/>
                  <a:pt x="323904" y="34887"/>
                </a:cubicBezTo>
                <a:cubicBezTo>
                  <a:pt x="321259" y="35445"/>
                  <a:pt x="319529" y="35992"/>
                  <a:pt x="318715" y="36529"/>
                </a:cubicBezTo>
                <a:cubicBezTo>
                  <a:pt x="317471" y="37400"/>
                  <a:pt x="316849" y="38506"/>
                  <a:pt x="316849" y="39846"/>
                </a:cubicBezTo>
                <a:cubicBezTo>
                  <a:pt x="316849" y="41165"/>
                  <a:pt x="317347" y="42305"/>
                  <a:pt x="318341" y="43266"/>
                </a:cubicBezTo>
                <a:cubicBezTo>
                  <a:pt x="319336" y="44226"/>
                  <a:pt x="320603" y="44707"/>
                  <a:pt x="322141" y="44707"/>
                </a:cubicBezTo>
                <a:cubicBezTo>
                  <a:pt x="323859" y="44707"/>
                  <a:pt x="325499" y="44148"/>
                  <a:pt x="327059" y="43031"/>
                </a:cubicBezTo>
                <a:cubicBezTo>
                  <a:pt x="328212" y="42182"/>
                  <a:pt x="328970" y="41143"/>
                  <a:pt x="329332" y="39913"/>
                </a:cubicBezTo>
                <a:cubicBezTo>
                  <a:pt x="329580" y="39109"/>
                  <a:pt x="329705" y="37579"/>
                  <a:pt x="329705" y="35322"/>
                </a:cubicBezTo>
                <a:lnTo>
                  <a:pt x="329705" y="33445"/>
                </a:lnTo>
                <a:close/>
                <a:moveTo>
                  <a:pt x="380139" y="25236"/>
                </a:moveTo>
                <a:lnTo>
                  <a:pt x="370743" y="26932"/>
                </a:lnTo>
                <a:cubicBezTo>
                  <a:pt x="370427" y="25067"/>
                  <a:pt x="369709" y="23662"/>
                  <a:pt x="368589" y="22718"/>
                </a:cubicBezTo>
                <a:cubicBezTo>
                  <a:pt x="367470" y="21774"/>
                  <a:pt x="366017" y="21302"/>
                  <a:pt x="364231" y="21302"/>
                </a:cubicBezTo>
                <a:cubicBezTo>
                  <a:pt x="361856" y="21302"/>
                  <a:pt x="359962" y="22119"/>
                  <a:pt x="358549" y="23754"/>
                </a:cubicBezTo>
                <a:cubicBezTo>
                  <a:pt x="357136" y="25388"/>
                  <a:pt x="356429" y="28121"/>
                  <a:pt x="356429" y="31954"/>
                </a:cubicBezTo>
                <a:cubicBezTo>
                  <a:pt x="356429" y="36215"/>
                  <a:pt x="357147" y="39225"/>
                  <a:pt x="358583" y="40984"/>
                </a:cubicBezTo>
                <a:cubicBezTo>
                  <a:pt x="360019" y="42742"/>
                  <a:pt x="361947" y="43621"/>
                  <a:pt x="364366" y="43621"/>
                </a:cubicBezTo>
                <a:cubicBezTo>
                  <a:pt x="366175" y="43621"/>
                  <a:pt x="367657" y="43107"/>
                  <a:pt x="368810" y="42078"/>
                </a:cubicBezTo>
                <a:cubicBezTo>
                  <a:pt x="369963" y="41049"/>
                  <a:pt x="370777" y="39279"/>
                  <a:pt x="371252" y="36769"/>
                </a:cubicBezTo>
                <a:lnTo>
                  <a:pt x="380614" y="38397"/>
                </a:lnTo>
                <a:cubicBezTo>
                  <a:pt x="379642" y="42694"/>
                  <a:pt x="377776" y="45939"/>
                  <a:pt x="375017" y="48132"/>
                </a:cubicBezTo>
                <a:cubicBezTo>
                  <a:pt x="372258" y="50326"/>
                  <a:pt x="368561" y="51423"/>
                  <a:pt x="363925" y="51423"/>
                </a:cubicBezTo>
                <a:cubicBezTo>
                  <a:pt x="358657" y="51423"/>
                  <a:pt x="354456" y="49761"/>
                  <a:pt x="351324" y="46436"/>
                </a:cubicBezTo>
                <a:cubicBezTo>
                  <a:pt x="348192" y="43112"/>
                  <a:pt x="346626" y="38510"/>
                  <a:pt x="346626" y="32631"/>
                </a:cubicBezTo>
                <a:cubicBezTo>
                  <a:pt x="346626" y="26684"/>
                  <a:pt x="348198" y="22054"/>
                  <a:pt x="351341" y="18741"/>
                </a:cubicBezTo>
                <a:cubicBezTo>
                  <a:pt x="354484" y="15428"/>
                  <a:pt x="358736" y="13772"/>
                  <a:pt x="364095" y="13772"/>
                </a:cubicBezTo>
                <a:cubicBezTo>
                  <a:pt x="368482" y="13772"/>
                  <a:pt x="371970" y="14716"/>
                  <a:pt x="374559" y="16604"/>
                </a:cubicBezTo>
                <a:cubicBezTo>
                  <a:pt x="377149" y="18492"/>
                  <a:pt x="379009" y="21370"/>
                  <a:pt x="380139" y="25236"/>
                </a:cubicBezTo>
                <a:close/>
                <a:moveTo>
                  <a:pt x="396434" y="882"/>
                </a:moveTo>
                <a:lnTo>
                  <a:pt x="396434" y="19190"/>
                </a:lnTo>
                <a:cubicBezTo>
                  <a:pt x="399510" y="15578"/>
                  <a:pt x="403184" y="13772"/>
                  <a:pt x="407458" y="13772"/>
                </a:cubicBezTo>
                <a:cubicBezTo>
                  <a:pt x="409652" y="13772"/>
                  <a:pt x="411630" y="14179"/>
                  <a:pt x="413394" y="14993"/>
                </a:cubicBezTo>
                <a:cubicBezTo>
                  <a:pt x="415158" y="15807"/>
                  <a:pt x="416487" y="16847"/>
                  <a:pt x="417380" y="18113"/>
                </a:cubicBezTo>
                <a:cubicBezTo>
                  <a:pt x="418273" y="19380"/>
                  <a:pt x="418884" y="20782"/>
                  <a:pt x="419212" y="22319"/>
                </a:cubicBezTo>
                <a:cubicBezTo>
                  <a:pt x="419539" y="23857"/>
                  <a:pt x="419703" y="26243"/>
                  <a:pt x="419703" y="29476"/>
                </a:cubicBezTo>
                <a:lnTo>
                  <a:pt x="419703" y="50609"/>
                </a:lnTo>
                <a:lnTo>
                  <a:pt x="410172" y="50609"/>
                </a:lnTo>
                <a:lnTo>
                  <a:pt x="410172" y="31602"/>
                </a:lnTo>
                <a:cubicBezTo>
                  <a:pt x="410172" y="27830"/>
                  <a:pt x="409991" y="25435"/>
                  <a:pt x="409629" y="24419"/>
                </a:cubicBezTo>
                <a:cubicBezTo>
                  <a:pt x="409267" y="23402"/>
                  <a:pt x="408628" y="22595"/>
                  <a:pt x="407713" y="21996"/>
                </a:cubicBezTo>
                <a:cubicBezTo>
                  <a:pt x="406797" y="21397"/>
                  <a:pt x="405649" y="21098"/>
                  <a:pt x="404270" y="21098"/>
                </a:cubicBezTo>
                <a:cubicBezTo>
                  <a:pt x="402687" y="21098"/>
                  <a:pt x="401273" y="21482"/>
                  <a:pt x="400030" y="22250"/>
                </a:cubicBezTo>
                <a:cubicBezTo>
                  <a:pt x="398786" y="23019"/>
                  <a:pt x="397876" y="24176"/>
                  <a:pt x="397299" y="25723"/>
                </a:cubicBezTo>
                <a:cubicBezTo>
                  <a:pt x="396723" y="27270"/>
                  <a:pt x="396434" y="29557"/>
                  <a:pt x="396434" y="32584"/>
                </a:cubicBezTo>
                <a:lnTo>
                  <a:pt x="396434" y="50609"/>
                </a:lnTo>
                <a:lnTo>
                  <a:pt x="386903" y="50609"/>
                </a:lnTo>
                <a:lnTo>
                  <a:pt x="386903" y="882"/>
                </a:lnTo>
                <a:lnTo>
                  <a:pt x="396434" y="882"/>
                </a:lnTo>
                <a:close/>
                <a:moveTo>
                  <a:pt x="423682" y="64380"/>
                </a:moveTo>
                <a:lnTo>
                  <a:pt x="423682" y="58139"/>
                </a:lnTo>
                <a:lnTo>
                  <a:pt x="463300" y="58139"/>
                </a:lnTo>
                <a:lnTo>
                  <a:pt x="463300" y="64380"/>
                </a:lnTo>
                <a:lnTo>
                  <a:pt x="423682" y="64380"/>
                </a:lnTo>
                <a:close/>
                <a:moveTo>
                  <a:pt x="489075" y="39144"/>
                </a:moveTo>
                <a:lnTo>
                  <a:pt x="498573" y="40772"/>
                </a:lnTo>
                <a:cubicBezTo>
                  <a:pt x="497351" y="44243"/>
                  <a:pt x="495424" y="46886"/>
                  <a:pt x="492789" y="48701"/>
                </a:cubicBezTo>
                <a:cubicBezTo>
                  <a:pt x="490155" y="50515"/>
                  <a:pt x="486859" y="51423"/>
                  <a:pt x="482902" y="51423"/>
                </a:cubicBezTo>
                <a:cubicBezTo>
                  <a:pt x="476638" y="51423"/>
                  <a:pt x="472002" y="49376"/>
                  <a:pt x="468994" y="45283"/>
                </a:cubicBezTo>
                <a:cubicBezTo>
                  <a:pt x="466620" y="42004"/>
                  <a:pt x="465433" y="37866"/>
                  <a:pt x="465433" y="32868"/>
                </a:cubicBezTo>
                <a:cubicBezTo>
                  <a:pt x="465433" y="26899"/>
                  <a:pt x="466993" y="22223"/>
                  <a:pt x="470114" y="18843"/>
                </a:cubicBezTo>
                <a:cubicBezTo>
                  <a:pt x="473234" y="15462"/>
                  <a:pt x="477180" y="13772"/>
                  <a:pt x="481952" y="13772"/>
                </a:cubicBezTo>
                <a:cubicBezTo>
                  <a:pt x="487311" y="13772"/>
                  <a:pt x="491540" y="15541"/>
                  <a:pt x="494638" y="19080"/>
                </a:cubicBezTo>
                <a:cubicBezTo>
                  <a:pt x="497736" y="22619"/>
                  <a:pt x="499217" y="28041"/>
                  <a:pt x="499081" y="35345"/>
                </a:cubicBezTo>
                <a:lnTo>
                  <a:pt x="475202" y="35345"/>
                </a:lnTo>
                <a:cubicBezTo>
                  <a:pt x="475270" y="38171"/>
                  <a:pt x="476038" y="40370"/>
                  <a:pt x="477508" y="41942"/>
                </a:cubicBezTo>
                <a:cubicBezTo>
                  <a:pt x="478978" y="43514"/>
                  <a:pt x="480810" y="44299"/>
                  <a:pt x="483003" y="44299"/>
                </a:cubicBezTo>
                <a:cubicBezTo>
                  <a:pt x="484496" y="44299"/>
                  <a:pt x="485751" y="43892"/>
                  <a:pt x="486768" y="43078"/>
                </a:cubicBezTo>
                <a:cubicBezTo>
                  <a:pt x="487786" y="42264"/>
                  <a:pt x="488555" y="40953"/>
                  <a:pt x="489075" y="39144"/>
                </a:cubicBezTo>
                <a:moveTo>
                  <a:pt x="489618" y="29510"/>
                </a:moveTo>
                <a:cubicBezTo>
                  <a:pt x="489550" y="26763"/>
                  <a:pt x="488838" y="24674"/>
                  <a:pt x="487481" y="23244"/>
                </a:cubicBezTo>
                <a:cubicBezTo>
                  <a:pt x="486124" y="21813"/>
                  <a:pt x="484473" y="21098"/>
                  <a:pt x="482528" y="21098"/>
                </a:cubicBezTo>
                <a:cubicBezTo>
                  <a:pt x="480448" y="21098"/>
                  <a:pt x="478729" y="21853"/>
                  <a:pt x="477373" y="23361"/>
                </a:cubicBezTo>
                <a:cubicBezTo>
                  <a:pt x="476016" y="24871"/>
                  <a:pt x="475349" y="26920"/>
                  <a:pt x="475371" y="29510"/>
                </a:cubicBezTo>
                <a:lnTo>
                  <a:pt x="489618" y="29510"/>
                </a:lnTo>
                <a:close/>
                <a:moveTo>
                  <a:pt x="539188" y="50609"/>
                </a:moveTo>
                <a:lnTo>
                  <a:pt x="529657" y="50609"/>
                </a:lnTo>
                <a:lnTo>
                  <a:pt x="529657" y="32245"/>
                </a:lnTo>
                <a:cubicBezTo>
                  <a:pt x="529657" y="28360"/>
                  <a:pt x="529453" y="25847"/>
                  <a:pt x="529046" y="24706"/>
                </a:cubicBezTo>
                <a:cubicBezTo>
                  <a:pt x="528639" y="23566"/>
                  <a:pt x="527978" y="22679"/>
                  <a:pt x="527062" y="22047"/>
                </a:cubicBezTo>
                <a:cubicBezTo>
                  <a:pt x="526146" y="21414"/>
                  <a:pt x="525044" y="21098"/>
                  <a:pt x="523755" y="21098"/>
                </a:cubicBezTo>
                <a:cubicBezTo>
                  <a:pt x="522104" y="21098"/>
                  <a:pt x="520623" y="21550"/>
                  <a:pt x="519311" y="22454"/>
                </a:cubicBezTo>
                <a:cubicBezTo>
                  <a:pt x="518000" y="23357"/>
                  <a:pt x="517101" y="24554"/>
                  <a:pt x="516615" y="26045"/>
                </a:cubicBezTo>
                <a:cubicBezTo>
                  <a:pt x="516128" y="27536"/>
                  <a:pt x="515885" y="30291"/>
                  <a:pt x="515885" y="34312"/>
                </a:cubicBezTo>
                <a:lnTo>
                  <a:pt x="515885" y="50609"/>
                </a:lnTo>
                <a:lnTo>
                  <a:pt x="506354" y="50609"/>
                </a:lnTo>
                <a:lnTo>
                  <a:pt x="506354" y="14586"/>
                </a:lnTo>
                <a:lnTo>
                  <a:pt x="515207" y="14586"/>
                </a:lnTo>
                <a:lnTo>
                  <a:pt x="515207" y="19877"/>
                </a:lnTo>
                <a:cubicBezTo>
                  <a:pt x="518350" y="15807"/>
                  <a:pt x="522307" y="13772"/>
                  <a:pt x="527079" y="13772"/>
                </a:cubicBezTo>
                <a:cubicBezTo>
                  <a:pt x="529182" y="13772"/>
                  <a:pt x="531104" y="14150"/>
                  <a:pt x="532845" y="14908"/>
                </a:cubicBezTo>
                <a:cubicBezTo>
                  <a:pt x="534586" y="15665"/>
                  <a:pt x="535904" y="16632"/>
                  <a:pt x="536797" y="17808"/>
                </a:cubicBezTo>
                <a:cubicBezTo>
                  <a:pt x="537690" y="18984"/>
                  <a:pt x="538312" y="20318"/>
                  <a:pt x="538663" y="21811"/>
                </a:cubicBezTo>
                <a:cubicBezTo>
                  <a:pt x="539013" y="23303"/>
                  <a:pt x="539188" y="25440"/>
                  <a:pt x="539188" y="28221"/>
                </a:cubicBezTo>
                <a:lnTo>
                  <a:pt x="539188" y="50609"/>
                </a:lnTo>
                <a:close/>
                <a:moveTo>
                  <a:pt x="565316" y="14586"/>
                </a:moveTo>
                <a:lnTo>
                  <a:pt x="565316" y="22184"/>
                </a:lnTo>
                <a:lnTo>
                  <a:pt x="558803" y="22184"/>
                </a:lnTo>
                <a:lnTo>
                  <a:pt x="558803" y="36678"/>
                </a:lnTo>
                <a:cubicBezTo>
                  <a:pt x="558803" y="39614"/>
                  <a:pt x="558865" y="41324"/>
                  <a:pt x="558990" y="41810"/>
                </a:cubicBezTo>
                <a:cubicBezTo>
                  <a:pt x="559114" y="42294"/>
                  <a:pt x="559397" y="42695"/>
                  <a:pt x="559838" y="43012"/>
                </a:cubicBezTo>
                <a:cubicBezTo>
                  <a:pt x="560279" y="43327"/>
                  <a:pt x="560816" y="43485"/>
                  <a:pt x="561449" y="43485"/>
                </a:cubicBezTo>
                <a:cubicBezTo>
                  <a:pt x="562331" y="43485"/>
                  <a:pt x="563609" y="43180"/>
                  <a:pt x="565282" y="42570"/>
                </a:cubicBezTo>
                <a:lnTo>
                  <a:pt x="566096" y="49992"/>
                </a:lnTo>
                <a:cubicBezTo>
                  <a:pt x="563880" y="50946"/>
                  <a:pt x="561370" y="51423"/>
                  <a:pt x="558566" y="51423"/>
                </a:cubicBezTo>
                <a:cubicBezTo>
                  <a:pt x="556847" y="51423"/>
                  <a:pt x="555298" y="51134"/>
                  <a:pt x="553919" y="50558"/>
                </a:cubicBezTo>
                <a:cubicBezTo>
                  <a:pt x="552539" y="49981"/>
                  <a:pt x="551527" y="49235"/>
                  <a:pt x="550883" y="48319"/>
                </a:cubicBezTo>
                <a:cubicBezTo>
                  <a:pt x="550238" y="47403"/>
                  <a:pt x="549792" y="46165"/>
                  <a:pt x="549543" y="44605"/>
                </a:cubicBezTo>
                <a:cubicBezTo>
                  <a:pt x="549340" y="43497"/>
                  <a:pt x="549238" y="41258"/>
                  <a:pt x="549238" y="37889"/>
                </a:cubicBezTo>
                <a:lnTo>
                  <a:pt x="549238" y="22184"/>
                </a:lnTo>
                <a:lnTo>
                  <a:pt x="544862" y="22184"/>
                </a:lnTo>
                <a:lnTo>
                  <a:pt x="544862" y="14586"/>
                </a:lnTo>
                <a:lnTo>
                  <a:pt x="549238" y="14586"/>
                </a:lnTo>
                <a:lnTo>
                  <a:pt x="549238" y="7395"/>
                </a:lnTo>
                <a:lnTo>
                  <a:pt x="558803" y="1764"/>
                </a:lnTo>
                <a:lnTo>
                  <a:pt x="558803" y="14586"/>
                </a:lnTo>
                <a:lnTo>
                  <a:pt x="565316" y="14586"/>
                </a:lnTo>
                <a:close/>
                <a:moveTo>
                  <a:pt x="580846" y="50609"/>
                </a:moveTo>
                <a:lnTo>
                  <a:pt x="571314" y="50609"/>
                </a:lnTo>
                <a:lnTo>
                  <a:pt x="571314" y="14586"/>
                </a:lnTo>
                <a:lnTo>
                  <a:pt x="580168" y="14586"/>
                </a:lnTo>
                <a:lnTo>
                  <a:pt x="580168" y="19708"/>
                </a:lnTo>
                <a:cubicBezTo>
                  <a:pt x="581683" y="17288"/>
                  <a:pt x="583045" y="15694"/>
                  <a:pt x="584255" y="14925"/>
                </a:cubicBezTo>
                <a:cubicBezTo>
                  <a:pt x="585465" y="14156"/>
                  <a:pt x="586838" y="13772"/>
                  <a:pt x="588376" y="13772"/>
                </a:cubicBezTo>
                <a:cubicBezTo>
                  <a:pt x="590547" y="13772"/>
                  <a:pt x="592639" y="14371"/>
                  <a:pt x="594651" y="15569"/>
                </a:cubicBezTo>
                <a:lnTo>
                  <a:pt x="591700" y="23880"/>
                </a:lnTo>
                <a:cubicBezTo>
                  <a:pt x="590095" y="22839"/>
                  <a:pt x="588602" y="22319"/>
                  <a:pt x="587223" y="22319"/>
                </a:cubicBezTo>
                <a:cubicBezTo>
                  <a:pt x="585889" y="22319"/>
                  <a:pt x="584758" y="22687"/>
                  <a:pt x="583831" y="23422"/>
                </a:cubicBezTo>
                <a:cubicBezTo>
                  <a:pt x="582904" y="24157"/>
                  <a:pt x="582174" y="25485"/>
                  <a:pt x="581643" y="27407"/>
                </a:cubicBezTo>
                <a:cubicBezTo>
                  <a:pt x="581112" y="29329"/>
                  <a:pt x="580846" y="33355"/>
                  <a:pt x="580846" y="39483"/>
                </a:cubicBezTo>
                <a:lnTo>
                  <a:pt x="580846" y="50609"/>
                </a:lnTo>
                <a:close/>
                <a:moveTo>
                  <a:pt x="594303" y="14586"/>
                </a:moveTo>
                <a:lnTo>
                  <a:pt x="604445" y="14586"/>
                </a:lnTo>
                <a:lnTo>
                  <a:pt x="613060" y="40186"/>
                </a:lnTo>
                <a:lnTo>
                  <a:pt x="621473" y="14586"/>
                </a:lnTo>
                <a:lnTo>
                  <a:pt x="631343" y="14586"/>
                </a:lnTo>
                <a:lnTo>
                  <a:pt x="618623" y="49263"/>
                </a:lnTo>
                <a:lnTo>
                  <a:pt x="616351" y="55561"/>
                </a:lnTo>
                <a:cubicBezTo>
                  <a:pt x="615514" y="57664"/>
                  <a:pt x="614717" y="59270"/>
                  <a:pt x="613959" y="60378"/>
                </a:cubicBezTo>
                <a:cubicBezTo>
                  <a:pt x="613202" y="61486"/>
                  <a:pt x="612331" y="62384"/>
                  <a:pt x="611347" y="63074"/>
                </a:cubicBezTo>
                <a:cubicBezTo>
                  <a:pt x="610364" y="63764"/>
                  <a:pt x="609154" y="64301"/>
                  <a:pt x="607718" y="64685"/>
                </a:cubicBezTo>
                <a:cubicBezTo>
                  <a:pt x="606282" y="65070"/>
                  <a:pt x="604660" y="65262"/>
                  <a:pt x="602850" y="65262"/>
                </a:cubicBezTo>
                <a:cubicBezTo>
                  <a:pt x="601019" y="65262"/>
                  <a:pt x="599221" y="65070"/>
                  <a:pt x="597457" y="64685"/>
                </a:cubicBezTo>
                <a:lnTo>
                  <a:pt x="596609" y="57223"/>
                </a:lnTo>
                <a:cubicBezTo>
                  <a:pt x="598102" y="57517"/>
                  <a:pt x="599447" y="57664"/>
                  <a:pt x="600646" y="57664"/>
                </a:cubicBezTo>
                <a:cubicBezTo>
                  <a:pt x="602862" y="57664"/>
                  <a:pt x="604501" y="57014"/>
                  <a:pt x="605564" y="55714"/>
                </a:cubicBezTo>
                <a:cubicBezTo>
                  <a:pt x="606627" y="54413"/>
                  <a:pt x="607441" y="52757"/>
                  <a:pt x="608006" y="50744"/>
                </a:cubicBezTo>
                <a:lnTo>
                  <a:pt x="594303" y="14586"/>
                </a:lnTo>
                <a:close/>
                <a:moveTo>
                  <a:pt x="630001" y="64380"/>
                </a:moveTo>
                <a:lnTo>
                  <a:pt x="630001" y="58139"/>
                </a:lnTo>
                <a:lnTo>
                  <a:pt x="669620" y="58139"/>
                </a:lnTo>
                <a:lnTo>
                  <a:pt x="669620" y="64380"/>
                </a:lnTo>
                <a:lnTo>
                  <a:pt x="630001" y="64380"/>
                </a:lnTo>
                <a:close/>
                <a:moveTo>
                  <a:pt x="671176" y="40365"/>
                </a:moveTo>
                <a:lnTo>
                  <a:pt x="680742" y="38872"/>
                </a:lnTo>
                <a:cubicBezTo>
                  <a:pt x="681149" y="40715"/>
                  <a:pt x="681974" y="42114"/>
                  <a:pt x="683218" y="43070"/>
                </a:cubicBezTo>
                <a:cubicBezTo>
                  <a:pt x="684462" y="44025"/>
                  <a:pt x="686203" y="44503"/>
                  <a:pt x="688441" y="44503"/>
                </a:cubicBezTo>
                <a:cubicBezTo>
                  <a:pt x="690906" y="44503"/>
                  <a:pt x="692761" y="44051"/>
                  <a:pt x="694004" y="43148"/>
                </a:cubicBezTo>
                <a:cubicBezTo>
                  <a:pt x="694841" y="42516"/>
                  <a:pt x="695259" y="41669"/>
                  <a:pt x="695259" y="40608"/>
                </a:cubicBezTo>
                <a:cubicBezTo>
                  <a:pt x="695259" y="39885"/>
                  <a:pt x="695033" y="39286"/>
                  <a:pt x="694581" y="38812"/>
                </a:cubicBezTo>
                <a:cubicBezTo>
                  <a:pt x="694106" y="38360"/>
                  <a:pt x="693043" y="37943"/>
                  <a:pt x="691393" y="37559"/>
                </a:cubicBezTo>
                <a:cubicBezTo>
                  <a:pt x="683704" y="35866"/>
                  <a:pt x="678831" y="34319"/>
                  <a:pt x="676773" y="32918"/>
                </a:cubicBezTo>
                <a:cubicBezTo>
                  <a:pt x="673924" y="30975"/>
                  <a:pt x="672499" y="28275"/>
                  <a:pt x="672499" y="24819"/>
                </a:cubicBezTo>
                <a:cubicBezTo>
                  <a:pt x="672499" y="21701"/>
                  <a:pt x="673732" y="19080"/>
                  <a:pt x="676196" y="16957"/>
                </a:cubicBezTo>
                <a:cubicBezTo>
                  <a:pt x="678661" y="14833"/>
                  <a:pt x="682483" y="13772"/>
                  <a:pt x="687661" y="13772"/>
                </a:cubicBezTo>
                <a:cubicBezTo>
                  <a:pt x="692591" y="13772"/>
                  <a:pt x="696254" y="14571"/>
                  <a:pt x="698651" y="16171"/>
                </a:cubicBezTo>
                <a:cubicBezTo>
                  <a:pt x="701048" y="17771"/>
                  <a:pt x="702699" y="20137"/>
                  <a:pt x="703604" y="23269"/>
                </a:cubicBezTo>
                <a:lnTo>
                  <a:pt x="694615" y="24965"/>
                </a:lnTo>
                <a:cubicBezTo>
                  <a:pt x="694231" y="23563"/>
                  <a:pt x="693501" y="22489"/>
                  <a:pt x="692427" y="21743"/>
                </a:cubicBezTo>
                <a:cubicBezTo>
                  <a:pt x="691353" y="20996"/>
                  <a:pt x="689821" y="20623"/>
                  <a:pt x="687831" y="20623"/>
                </a:cubicBezTo>
                <a:cubicBezTo>
                  <a:pt x="685321" y="20623"/>
                  <a:pt x="683523" y="20973"/>
                  <a:pt x="682438" y="21674"/>
                </a:cubicBezTo>
                <a:cubicBezTo>
                  <a:pt x="681714" y="22170"/>
                  <a:pt x="681352" y="22813"/>
                  <a:pt x="681352" y="23604"/>
                </a:cubicBezTo>
                <a:cubicBezTo>
                  <a:pt x="681352" y="24281"/>
                  <a:pt x="681669" y="24857"/>
                  <a:pt x="682302" y="25331"/>
                </a:cubicBezTo>
                <a:cubicBezTo>
                  <a:pt x="683161" y="25963"/>
                  <a:pt x="686129" y="26855"/>
                  <a:pt x="691206" y="28007"/>
                </a:cubicBezTo>
                <a:cubicBezTo>
                  <a:pt x="696283" y="29159"/>
                  <a:pt x="699827" y="30572"/>
                  <a:pt x="701840" y="32246"/>
                </a:cubicBezTo>
                <a:cubicBezTo>
                  <a:pt x="703830" y="33944"/>
                  <a:pt x="704825" y="36308"/>
                  <a:pt x="704825" y="39340"/>
                </a:cubicBezTo>
                <a:cubicBezTo>
                  <a:pt x="704825" y="42643"/>
                  <a:pt x="703445" y="45483"/>
                  <a:pt x="700687" y="47859"/>
                </a:cubicBezTo>
                <a:cubicBezTo>
                  <a:pt x="697928" y="50235"/>
                  <a:pt x="693846" y="51423"/>
                  <a:pt x="688441" y="51423"/>
                </a:cubicBezTo>
                <a:cubicBezTo>
                  <a:pt x="683534" y="51423"/>
                  <a:pt x="679651" y="50431"/>
                  <a:pt x="676790" y="48447"/>
                </a:cubicBezTo>
                <a:cubicBezTo>
                  <a:pt x="673929" y="46463"/>
                  <a:pt x="672058" y="43769"/>
                  <a:pt x="671176" y="40365"/>
                </a:cubicBezTo>
                <a:close/>
                <a:moveTo>
                  <a:pt x="720560" y="25711"/>
                </a:moveTo>
                <a:lnTo>
                  <a:pt x="711910" y="24151"/>
                </a:lnTo>
                <a:cubicBezTo>
                  <a:pt x="712882" y="20623"/>
                  <a:pt x="714556" y="18011"/>
                  <a:pt x="716930" y="16316"/>
                </a:cubicBezTo>
                <a:cubicBezTo>
                  <a:pt x="719304" y="14620"/>
                  <a:pt x="722832" y="13772"/>
                  <a:pt x="727513" y="13772"/>
                </a:cubicBezTo>
                <a:cubicBezTo>
                  <a:pt x="731764" y="13772"/>
                  <a:pt x="734930" y="14275"/>
                  <a:pt x="737011" y="15281"/>
                </a:cubicBezTo>
                <a:cubicBezTo>
                  <a:pt x="739091" y="16287"/>
                  <a:pt x="740555" y="17565"/>
                  <a:pt x="741403" y="19114"/>
                </a:cubicBezTo>
                <a:cubicBezTo>
                  <a:pt x="742251" y="20663"/>
                  <a:pt x="742675" y="23507"/>
                  <a:pt x="742675" y="27645"/>
                </a:cubicBezTo>
                <a:lnTo>
                  <a:pt x="742574" y="38771"/>
                </a:lnTo>
                <a:cubicBezTo>
                  <a:pt x="742574" y="41936"/>
                  <a:pt x="742726" y="44271"/>
                  <a:pt x="743031" y="45775"/>
                </a:cubicBezTo>
                <a:cubicBezTo>
                  <a:pt x="743337" y="47279"/>
                  <a:pt x="743908" y="48890"/>
                  <a:pt x="744744" y="50609"/>
                </a:cubicBezTo>
                <a:lnTo>
                  <a:pt x="735315" y="50609"/>
                </a:lnTo>
                <a:cubicBezTo>
                  <a:pt x="735066" y="49975"/>
                  <a:pt x="734761" y="49037"/>
                  <a:pt x="734399" y="47793"/>
                </a:cubicBezTo>
                <a:cubicBezTo>
                  <a:pt x="734241" y="47228"/>
                  <a:pt x="734127" y="46855"/>
                  <a:pt x="734060" y="46674"/>
                </a:cubicBezTo>
                <a:cubicBezTo>
                  <a:pt x="732431" y="48257"/>
                  <a:pt x="730690" y="49444"/>
                  <a:pt x="728836" y="50235"/>
                </a:cubicBezTo>
                <a:cubicBezTo>
                  <a:pt x="726982" y="51027"/>
                  <a:pt x="725003" y="51423"/>
                  <a:pt x="722900" y="51423"/>
                </a:cubicBezTo>
                <a:cubicBezTo>
                  <a:pt x="719191" y="51423"/>
                  <a:pt x="716269" y="50421"/>
                  <a:pt x="714132" y="48417"/>
                </a:cubicBezTo>
                <a:cubicBezTo>
                  <a:pt x="711995" y="46412"/>
                  <a:pt x="710926" y="43879"/>
                  <a:pt x="710926" y="40816"/>
                </a:cubicBezTo>
                <a:cubicBezTo>
                  <a:pt x="710926" y="38790"/>
                  <a:pt x="711412" y="36983"/>
                  <a:pt x="712385" y="35395"/>
                </a:cubicBezTo>
                <a:cubicBezTo>
                  <a:pt x="713357" y="33808"/>
                  <a:pt x="714720" y="32591"/>
                  <a:pt x="716472" y="31747"/>
                </a:cubicBezTo>
                <a:cubicBezTo>
                  <a:pt x="718225" y="30903"/>
                  <a:pt x="720752" y="30165"/>
                  <a:pt x="724053" y="29535"/>
                </a:cubicBezTo>
                <a:cubicBezTo>
                  <a:pt x="728508" y="28702"/>
                  <a:pt x="731595" y="27925"/>
                  <a:pt x="733313" y="27204"/>
                </a:cubicBezTo>
                <a:lnTo>
                  <a:pt x="733313" y="26243"/>
                </a:lnTo>
                <a:cubicBezTo>
                  <a:pt x="733313" y="24391"/>
                  <a:pt x="732861" y="23071"/>
                  <a:pt x="731957" y="22282"/>
                </a:cubicBezTo>
                <a:cubicBezTo>
                  <a:pt x="731052" y="21493"/>
                  <a:pt x="729345" y="21098"/>
                  <a:pt x="726835" y="21098"/>
                </a:cubicBezTo>
                <a:cubicBezTo>
                  <a:pt x="725139" y="21098"/>
                  <a:pt x="723816" y="21440"/>
                  <a:pt x="722866" y="22122"/>
                </a:cubicBezTo>
                <a:cubicBezTo>
                  <a:pt x="721916" y="22804"/>
                  <a:pt x="721147" y="24001"/>
                  <a:pt x="720560" y="25711"/>
                </a:cubicBezTo>
                <a:moveTo>
                  <a:pt x="733313" y="33445"/>
                </a:moveTo>
                <a:cubicBezTo>
                  <a:pt x="732092" y="33847"/>
                  <a:pt x="730159" y="34328"/>
                  <a:pt x="727513" y="34887"/>
                </a:cubicBezTo>
                <a:cubicBezTo>
                  <a:pt x="724867" y="35445"/>
                  <a:pt x="723137" y="35992"/>
                  <a:pt x="722323" y="36529"/>
                </a:cubicBezTo>
                <a:cubicBezTo>
                  <a:pt x="721080" y="37400"/>
                  <a:pt x="720458" y="38506"/>
                  <a:pt x="720458" y="39846"/>
                </a:cubicBezTo>
                <a:cubicBezTo>
                  <a:pt x="720458" y="41165"/>
                  <a:pt x="720955" y="42305"/>
                  <a:pt x="721950" y="43266"/>
                </a:cubicBezTo>
                <a:cubicBezTo>
                  <a:pt x="722945" y="44226"/>
                  <a:pt x="724212" y="44707"/>
                  <a:pt x="725749" y="44707"/>
                </a:cubicBezTo>
                <a:cubicBezTo>
                  <a:pt x="727468" y="44707"/>
                  <a:pt x="729107" y="44148"/>
                  <a:pt x="730668" y="43031"/>
                </a:cubicBezTo>
                <a:cubicBezTo>
                  <a:pt x="731821" y="42182"/>
                  <a:pt x="732578" y="41143"/>
                  <a:pt x="732940" y="39913"/>
                </a:cubicBezTo>
                <a:cubicBezTo>
                  <a:pt x="733189" y="39109"/>
                  <a:pt x="733313" y="37579"/>
                  <a:pt x="733313" y="35322"/>
                </a:cubicBezTo>
                <a:lnTo>
                  <a:pt x="733313" y="33445"/>
                </a:lnTo>
                <a:close/>
                <a:moveTo>
                  <a:pt x="748166" y="14586"/>
                </a:moveTo>
                <a:lnTo>
                  <a:pt x="753457" y="14586"/>
                </a:lnTo>
                <a:lnTo>
                  <a:pt x="753457" y="11866"/>
                </a:lnTo>
                <a:cubicBezTo>
                  <a:pt x="753457" y="8828"/>
                  <a:pt x="753780" y="6562"/>
                  <a:pt x="754424" y="5066"/>
                </a:cubicBezTo>
                <a:cubicBezTo>
                  <a:pt x="755069" y="3570"/>
                  <a:pt x="756256" y="2351"/>
                  <a:pt x="757986" y="1411"/>
                </a:cubicBezTo>
                <a:cubicBezTo>
                  <a:pt x="759716" y="470"/>
                  <a:pt x="761903" y="0"/>
                  <a:pt x="764549" y="0"/>
                </a:cubicBezTo>
                <a:cubicBezTo>
                  <a:pt x="767263" y="0"/>
                  <a:pt x="769920" y="407"/>
                  <a:pt x="772520" y="1221"/>
                </a:cubicBezTo>
                <a:lnTo>
                  <a:pt x="771231" y="7869"/>
                </a:lnTo>
                <a:cubicBezTo>
                  <a:pt x="769716" y="7508"/>
                  <a:pt x="768258" y="7327"/>
                  <a:pt x="766856" y="7327"/>
                </a:cubicBezTo>
                <a:cubicBezTo>
                  <a:pt x="765476" y="7327"/>
                  <a:pt x="764487" y="7651"/>
                  <a:pt x="763888" y="8299"/>
                </a:cubicBezTo>
                <a:cubicBezTo>
                  <a:pt x="763289" y="8946"/>
                  <a:pt x="762989" y="10190"/>
                  <a:pt x="762989" y="12030"/>
                </a:cubicBezTo>
                <a:lnTo>
                  <a:pt x="762989" y="14586"/>
                </a:lnTo>
                <a:lnTo>
                  <a:pt x="770112" y="14586"/>
                </a:lnTo>
                <a:lnTo>
                  <a:pt x="770112" y="22116"/>
                </a:lnTo>
                <a:lnTo>
                  <a:pt x="762989" y="22116"/>
                </a:lnTo>
                <a:lnTo>
                  <a:pt x="762989" y="50609"/>
                </a:lnTo>
                <a:lnTo>
                  <a:pt x="753457" y="50609"/>
                </a:lnTo>
                <a:lnTo>
                  <a:pt x="753457" y="22116"/>
                </a:lnTo>
                <a:lnTo>
                  <a:pt x="748166" y="22116"/>
                </a:lnTo>
                <a:lnTo>
                  <a:pt x="748166" y="14586"/>
                </a:lnTo>
                <a:close/>
                <a:moveTo>
                  <a:pt x="796130" y="39144"/>
                </a:moveTo>
                <a:lnTo>
                  <a:pt x="805628" y="40772"/>
                </a:lnTo>
                <a:cubicBezTo>
                  <a:pt x="804407" y="44243"/>
                  <a:pt x="802479" y="46886"/>
                  <a:pt x="799844" y="48701"/>
                </a:cubicBezTo>
                <a:cubicBezTo>
                  <a:pt x="797210" y="50515"/>
                  <a:pt x="793914" y="51423"/>
                  <a:pt x="789957" y="51423"/>
                </a:cubicBezTo>
                <a:cubicBezTo>
                  <a:pt x="783693" y="51423"/>
                  <a:pt x="779057" y="49376"/>
                  <a:pt x="776050" y="45283"/>
                </a:cubicBezTo>
                <a:cubicBezTo>
                  <a:pt x="773675" y="42004"/>
                  <a:pt x="772488" y="37866"/>
                  <a:pt x="772488" y="32868"/>
                </a:cubicBezTo>
                <a:cubicBezTo>
                  <a:pt x="772488" y="26899"/>
                  <a:pt x="774048" y="22223"/>
                  <a:pt x="777169" y="18843"/>
                </a:cubicBezTo>
                <a:cubicBezTo>
                  <a:pt x="780290" y="15462"/>
                  <a:pt x="784236" y="13772"/>
                  <a:pt x="789007" y="13772"/>
                </a:cubicBezTo>
                <a:cubicBezTo>
                  <a:pt x="794366" y="13772"/>
                  <a:pt x="798595" y="15541"/>
                  <a:pt x="801693" y="19080"/>
                </a:cubicBezTo>
                <a:cubicBezTo>
                  <a:pt x="804791" y="22619"/>
                  <a:pt x="806272" y="28041"/>
                  <a:pt x="806137" y="35345"/>
                </a:cubicBezTo>
                <a:lnTo>
                  <a:pt x="782257" y="35345"/>
                </a:lnTo>
                <a:cubicBezTo>
                  <a:pt x="782325" y="38171"/>
                  <a:pt x="783094" y="40370"/>
                  <a:pt x="784564" y="41942"/>
                </a:cubicBezTo>
                <a:cubicBezTo>
                  <a:pt x="786033" y="43514"/>
                  <a:pt x="787865" y="44299"/>
                  <a:pt x="790059" y="44299"/>
                </a:cubicBezTo>
                <a:cubicBezTo>
                  <a:pt x="791551" y="44299"/>
                  <a:pt x="792806" y="43892"/>
                  <a:pt x="793824" y="43078"/>
                </a:cubicBezTo>
                <a:cubicBezTo>
                  <a:pt x="794841" y="42264"/>
                  <a:pt x="795610" y="40953"/>
                  <a:pt x="796130" y="39144"/>
                </a:cubicBezTo>
                <a:moveTo>
                  <a:pt x="796673" y="29510"/>
                </a:moveTo>
                <a:cubicBezTo>
                  <a:pt x="796605" y="26763"/>
                  <a:pt x="795893" y="24674"/>
                  <a:pt x="794536" y="23244"/>
                </a:cubicBezTo>
                <a:cubicBezTo>
                  <a:pt x="793179" y="21813"/>
                  <a:pt x="791528" y="21098"/>
                  <a:pt x="789584" y="21098"/>
                </a:cubicBezTo>
                <a:cubicBezTo>
                  <a:pt x="787503" y="21098"/>
                  <a:pt x="785785" y="21853"/>
                  <a:pt x="784428" y="23361"/>
                </a:cubicBezTo>
                <a:cubicBezTo>
                  <a:pt x="783071" y="24871"/>
                  <a:pt x="782404" y="26920"/>
                  <a:pt x="782427" y="29510"/>
                </a:cubicBezTo>
                <a:lnTo>
                  <a:pt x="796673" y="29510"/>
                </a:lnTo>
                <a:close/>
                <a:moveTo>
                  <a:pt x="829978" y="65262"/>
                </a:moveTo>
                <a:lnTo>
                  <a:pt x="823431" y="65262"/>
                </a:lnTo>
                <a:cubicBezTo>
                  <a:pt x="819972" y="60033"/>
                  <a:pt x="817337" y="54600"/>
                  <a:pt x="815528" y="48963"/>
                </a:cubicBezTo>
                <a:cubicBezTo>
                  <a:pt x="813719" y="43327"/>
                  <a:pt x="812814" y="37872"/>
                  <a:pt x="812814" y="32597"/>
                </a:cubicBezTo>
                <a:cubicBezTo>
                  <a:pt x="812814" y="26055"/>
                  <a:pt x="813934" y="19864"/>
                  <a:pt x="816172" y="14024"/>
                </a:cubicBezTo>
                <a:cubicBezTo>
                  <a:pt x="818117" y="8953"/>
                  <a:pt x="820582" y="4278"/>
                  <a:pt x="823567" y="0"/>
                </a:cubicBezTo>
                <a:lnTo>
                  <a:pt x="830080" y="0"/>
                </a:lnTo>
                <a:cubicBezTo>
                  <a:pt x="826982" y="6859"/>
                  <a:pt x="824850" y="12693"/>
                  <a:pt x="823686" y="17504"/>
                </a:cubicBezTo>
                <a:cubicBezTo>
                  <a:pt x="822521" y="22314"/>
                  <a:pt x="821939" y="27413"/>
                  <a:pt x="821939" y="32801"/>
                </a:cubicBezTo>
                <a:cubicBezTo>
                  <a:pt x="821939" y="36513"/>
                  <a:pt x="822284" y="40317"/>
                  <a:pt x="822973" y="44210"/>
                </a:cubicBezTo>
                <a:cubicBezTo>
                  <a:pt x="823663" y="48103"/>
                  <a:pt x="824607" y="51804"/>
                  <a:pt x="825806" y="55313"/>
                </a:cubicBezTo>
                <a:cubicBezTo>
                  <a:pt x="826597" y="57622"/>
                  <a:pt x="827988" y="60939"/>
                  <a:pt x="829978" y="65262"/>
                </a:cubicBezTo>
                <a:close/>
                <a:moveTo>
                  <a:pt x="836824" y="14586"/>
                </a:moveTo>
                <a:lnTo>
                  <a:pt x="845711" y="14586"/>
                </a:lnTo>
                <a:lnTo>
                  <a:pt x="845711" y="19877"/>
                </a:lnTo>
                <a:cubicBezTo>
                  <a:pt x="846865" y="18068"/>
                  <a:pt x="848425" y="16598"/>
                  <a:pt x="850392" y="15468"/>
                </a:cubicBezTo>
                <a:cubicBezTo>
                  <a:pt x="852360" y="14337"/>
                  <a:pt x="854542" y="13772"/>
                  <a:pt x="856939" y="13772"/>
                </a:cubicBezTo>
                <a:cubicBezTo>
                  <a:pt x="861122" y="13772"/>
                  <a:pt x="864673" y="15411"/>
                  <a:pt x="867590" y="18690"/>
                </a:cubicBezTo>
                <a:cubicBezTo>
                  <a:pt x="870507" y="21969"/>
                  <a:pt x="871966" y="26537"/>
                  <a:pt x="871966" y="32394"/>
                </a:cubicBezTo>
                <a:cubicBezTo>
                  <a:pt x="871966" y="38409"/>
                  <a:pt x="870496" y="43084"/>
                  <a:pt x="867556" y="46419"/>
                </a:cubicBezTo>
                <a:cubicBezTo>
                  <a:pt x="864616" y="49755"/>
                  <a:pt x="861055" y="51423"/>
                  <a:pt x="856871" y="51423"/>
                </a:cubicBezTo>
                <a:cubicBezTo>
                  <a:pt x="854881" y="51423"/>
                  <a:pt x="853078" y="51027"/>
                  <a:pt x="851461" y="50235"/>
                </a:cubicBezTo>
                <a:cubicBezTo>
                  <a:pt x="849844" y="49444"/>
                  <a:pt x="848142" y="48087"/>
                  <a:pt x="846356" y="46165"/>
                </a:cubicBezTo>
                <a:lnTo>
                  <a:pt x="846356" y="64312"/>
                </a:lnTo>
                <a:lnTo>
                  <a:pt x="836824" y="64312"/>
                </a:lnTo>
                <a:lnTo>
                  <a:pt x="836824" y="14586"/>
                </a:lnTo>
                <a:moveTo>
                  <a:pt x="846254" y="31971"/>
                </a:moveTo>
                <a:cubicBezTo>
                  <a:pt x="846254" y="36012"/>
                  <a:pt x="847057" y="38998"/>
                  <a:pt x="848662" y="40929"/>
                </a:cubicBezTo>
                <a:cubicBezTo>
                  <a:pt x="850268" y="42859"/>
                  <a:pt x="852224" y="43825"/>
                  <a:pt x="854531" y="43825"/>
                </a:cubicBezTo>
                <a:cubicBezTo>
                  <a:pt x="856747" y="43825"/>
                  <a:pt x="858590" y="42938"/>
                  <a:pt x="860060" y="41166"/>
                </a:cubicBezTo>
                <a:cubicBezTo>
                  <a:pt x="861529" y="39394"/>
                  <a:pt x="862264" y="36487"/>
                  <a:pt x="862264" y="32444"/>
                </a:cubicBezTo>
                <a:cubicBezTo>
                  <a:pt x="862264" y="28674"/>
                  <a:pt x="861507" y="25874"/>
                  <a:pt x="859992" y="24045"/>
                </a:cubicBezTo>
                <a:cubicBezTo>
                  <a:pt x="858477" y="22216"/>
                  <a:pt x="856600" y="21302"/>
                  <a:pt x="854361" y="21302"/>
                </a:cubicBezTo>
                <a:cubicBezTo>
                  <a:pt x="852032" y="21302"/>
                  <a:pt x="850098" y="22199"/>
                  <a:pt x="848561" y="23994"/>
                </a:cubicBezTo>
                <a:cubicBezTo>
                  <a:pt x="847023" y="25789"/>
                  <a:pt x="846254" y="28448"/>
                  <a:pt x="846254" y="31971"/>
                </a:cubicBezTo>
                <a:close/>
                <a:moveTo>
                  <a:pt x="888596" y="50609"/>
                </a:moveTo>
                <a:lnTo>
                  <a:pt x="879065" y="50609"/>
                </a:lnTo>
                <a:lnTo>
                  <a:pt x="879065" y="14586"/>
                </a:lnTo>
                <a:lnTo>
                  <a:pt x="887918" y="14586"/>
                </a:lnTo>
                <a:lnTo>
                  <a:pt x="887918" y="19708"/>
                </a:lnTo>
                <a:cubicBezTo>
                  <a:pt x="889433" y="17288"/>
                  <a:pt x="890796" y="15694"/>
                  <a:pt x="892005" y="14925"/>
                </a:cubicBezTo>
                <a:cubicBezTo>
                  <a:pt x="893215" y="14156"/>
                  <a:pt x="894589" y="13772"/>
                  <a:pt x="896127" y="13772"/>
                </a:cubicBezTo>
                <a:cubicBezTo>
                  <a:pt x="898298" y="13772"/>
                  <a:pt x="900389" y="14371"/>
                  <a:pt x="902402" y="15569"/>
                </a:cubicBezTo>
                <a:lnTo>
                  <a:pt x="899451" y="23880"/>
                </a:lnTo>
                <a:cubicBezTo>
                  <a:pt x="897845" y="22839"/>
                  <a:pt x="896353" y="22319"/>
                  <a:pt x="894973" y="22319"/>
                </a:cubicBezTo>
                <a:cubicBezTo>
                  <a:pt x="893639" y="22319"/>
                  <a:pt x="892508" y="22687"/>
                  <a:pt x="891581" y="23422"/>
                </a:cubicBezTo>
                <a:cubicBezTo>
                  <a:pt x="890654" y="24157"/>
                  <a:pt x="889925" y="25485"/>
                  <a:pt x="889394" y="27407"/>
                </a:cubicBezTo>
                <a:cubicBezTo>
                  <a:pt x="888862" y="29329"/>
                  <a:pt x="888596" y="33355"/>
                  <a:pt x="888596" y="39483"/>
                </a:cubicBezTo>
                <a:lnTo>
                  <a:pt x="888596" y="50609"/>
                </a:lnTo>
                <a:close/>
                <a:moveTo>
                  <a:pt x="906564" y="9701"/>
                </a:moveTo>
                <a:lnTo>
                  <a:pt x="906564" y="882"/>
                </a:lnTo>
                <a:lnTo>
                  <a:pt x="916096" y="882"/>
                </a:lnTo>
                <a:lnTo>
                  <a:pt x="916096" y="9701"/>
                </a:lnTo>
                <a:lnTo>
                  <a:pt x="906564" y="9701"/>
                </a:lnTo>
                <a:moveTo>
                  <a:pt x="906564" y="50609"/>
                </a:moveTo>
                <a:lnTo>
                  <a:pt x="906564" y="14586"/>
                </a:lnTo>
                <a:lnTo>
                  <a:pt x="916096" y="14586"/>
                </a:lnTo>
                <a:lnTo>
                  <a:pt x="916096" y="50609"/>
                </a:lnTo>
                <a:lnTo>
                  <a:pt x="906564" y="50609"/>
                </a:lnTo>
                <a:close/>
                <a:moveTo>
                  <a:pt x="935920" y="50609"/>
                </a:moveTo>
                <a:lnTo>
                  <a:pt x="921402" y="14586"/>
                </a:lnTo>
                <a:lnTo>
                  <a:pt x="931408" y="14586"/>
                </a:lnTo>
                <a:lnTo>
                  <a:pt x="938192" y="32970"/>
                </a:lnTo>
                <a:lnTo>
                  <a:pt x="940160" y="39110"/>
                </a:lnTo>
                <a:cubicBezTo>
                  <a:pt x="940680" y="37549"/>
                  <a:pt x="941008" y="36521"/>
                  <a:pt x="941143" y="36023"/>
                </a:cubicBezTo>
                <a:cubicBezTo>
                  <a:pt x="941460" y="35005"/>
                  <a:pt x="941799" y="33988"/>
                  <a:pt x="942161" y="32970"/>
                </a:cubicBezTo>
                <a:lnTo>
                  <a:pt x="949013" y="14586"/>
                </a:lnTo>
                <a:lnTo>
                  <a:pt x="958816" y="14586"/>
                </a:lnTo>
                <a:lnTo>
                  <a:pt x="944502" y="50609"/>
                </a:lnTo>
                <a:lnTo>
                  <a:pt x="935920" y="50609"/>
                </a:lnTo>
                <a:close/>
                <a:moveTo>
                  <a:pt x="970651" y="25711"/>
                </a:moveTo>
                <a:lnTo>
                  <a:pt x="962001" y="24151"/>
                </a:lnTo>
                <a:cubicBezTo>
                  <a:pt x="962974" y="20623"/>
                  <a:pt x="964647" y="18011"/>
                  <a:pt x="967022" y="16316"/>
                </a:cubicBezTo>
                <a:cubicBezTo>
                  <a:pt x="969396" y="14620"/>
                  <a:pt x="972924" y="13772"/>
                  <a:pt x="977605" y="13772"/>
                </a:cubicBezTo>
                <a:cubicBezTo>
                  <a:pt x="981856" y="13772"/>
                  <a:pt x="985022" y="14275"/>
                  <a:pt x="987102" y="15281"/>
                </a:cubicBezTo>
                <a:cubicBezTo>
                  <a:pt x="989183" y="16287"/>
                  <a:pt x="990647" y="17565"/>
                  <a:pt x="991495" y="19114"/>
                </a:cubicBezTo>
                <a:cubicBezTo>
                  <a:pt x="992343" y="20663"/>
                  <a:pt x="992767" y="23507"/>
                  <a:pt x="992767" y="27645"/>
                </a:cubicBezTo>
                <a:lnTo>
                  <a:pt x="992665" y="38771"/>
                </a:lnTo>
                <a:cubicBezTo>
                  <a:pt x="992665" y="41936"/>
                  <a:pt x="992818" y="44271"/>
                  <a:pt x="993123" y="45775"/>
                </a:cubicBezTo>
                <a:cubicBezTo>
                  <a:pt x="993428" y="47279"/>
                  <a:pt x="993999" y="48890"/>
                  <a:pt x="994836" y="50609"/>
                </a:cubicBezTo>
                <a:lnTo>
                  <a:pt x="985406" y="50609"/>
                </a:lnTo>
                <a:cubicBezTo>
                  <a:pt x="985157" y="49975"/>
                  <a:pt x="984852" y="49037"/>
                  <a:pt x="984490" y="47793"/>
                </a:cubicBezTo>
                <a:cubicBezTo>
                  <a:pt x="984332" y="47228"/>
                  <a:pt x="984219" y="46855"/>
                  <a:pt x="984151" y="46674"/>
                </a:cubicBezTo>
                <a:cubicBezTo>
                  <a:pt x="982523" y="48257"/>
                  <a:pt x="980782" y="49444"/>
                  <a:pt x="978928" y="50235"/>
                </a:cubicBezTo>
                <a:cubicBezTo>
                  <a:pt x="977073" y="51027"/>
                  <a:pt x="975095" y="51423"/>
                  <a:pt x="972992" y="51423"/>
                </a:cubicBezTo>
                <a:cubicBezTo>
                  <a:pt x="969283" y="51423"/>
                  <a:pt x="966360" y="50421"/>
                  <a:pt x="964223" y="48417"/>
                </a:cubicBezTo>
                <a:cubicBezTo>
                  <a:pt x="962086" y="46412"/>
                  <a:pt x="961018" y="43879"/>
                  <a:pt x="961018" y="40816"/>
                </a:cubicBezTo>
                <a:cubicBezTo>
                  <a:pt x="961018" y="38790"/>
                  <a:pt x="961504" y="36983"/>
                  <a:pt x="962476" y="35395"/>
                </a:cubicBezTo>
                <a:cubicBezTo>
                  <a:pt x="963449" y="33808"/>
                  <a:pt x="964811" y="32591"/>
                  <a:pt x="966564" y="31747"/>
                </a:cubicBezTo>
                <a:cubicBezTo>
                  <a:pt x="968316" y="30903"/>
                  <a:pt x="970843" y="30165"/>
                  <a:pt x="974145" y="29535"/>
                </a:cubicBezTo>
                <a:cubicBezTo>
                  <a:pt x="978600" y="28702"/>
                  <a:pt x="981686" y="27925"/>
                  <a:pt x="983405" y="27204"/>
                </a:cubicBezTo>
                <a:lnTo>
                  <a:pt x="983405" y="26243"/>
                </a:lnTo>
                <a:cubicBezTo>
                  <a:pt x="983405" y="24391"/>
                  <a:pt x="982953" y="23071"/>
                  <a:pt x="982048" y="22282"/>
                </a:cubicBezTo>
                <a:cubicBezTo>
                  <a:pt x="981144" y="21493"/>
                  <a:pt x="979436" y="21098"/>
                  <a:pt x="976926" y="21098"/>
                </a:cubicBezTo>
                <a:cubicBezTo>
                  <a:pt x="975230" y="21098"/>
                  <a:pt x="973907" y="21440"/>
                  <a:pt x="972958" y="22122"/>
                </a:cubicBezTo>
                <a:cubicBezTo>
                  <a:pt x="972008" y="22804"/>
                  <a:pt x="971239" y="24001"/>
                  <a:pt x="970651" y="25711"/>
                </a:cubicBezTo>
                <a:moveTo>
                  <a:pt x="983405" y="33445"/>
                </a:moveTo>
                <a:cubicBezTo>
                  <a:pt x="982184" y="33847"/>
                  <a:pt x="980250" y="34328"/>
                  <a:pt x="977605" y="34887"/>
                </a:cubicBezTo>
                <a:cubicBezTo>
                  <a:pt x="974959" y="35445"/>
                  <a:pt x="973229" y="35992"/>
                  <a:pt x="972415" y="36529"/>
                </a:cubicBezTo>
                <a:cubicBezTo>
                  <a:pt x="971171" y="37400"/>
                  <a:pt x="970549" y="38506"/>
                  <a:pt x="970549" y="39846"/>
                </a:cubicBezTo>
                <a:cubicBezTo>
                  <a:pt x="970549" y="41165"/>
                  <a:pt x="971047" y="42305"/>
                  <a:pt x="972042" y="43266"/>
                </a:cubicBezTo>
                <a:cubicBezTo>
                  <a:pt x="973037" y="44226"/>
                  <a:pt x="974303" y="44707"/>
                  <a:pt x="975841" y="44707"/>
                </a:cubicBezTo>
                <a:cubicBezTo>
                  <a:pt x="977559" y="44707"/>
                  <a:pt x="979199" y="44148"/>
                  <a:pt x="980759" y="43031"/>
                </a:cubicBezTo>
                <a:cubicBezTo>
                  <a:pt x="981912" y="42182"/>
                  <a:pt x="982670" y="41143"/>
                  <a:pt x="983032" y="39913"/>
                </a:cubicBezTo>
                <a:cubicBezTo>
                  <a:pt x="983281" y="39109"/>
                  <a:pt x="983405" y="37579"/>
                  <a:pt x="983405" y="35322"/>
                </a:cubicBezTo>
                <a:lnTo>
                  <a:pt x="983405" y="33445"/>
                </a:lnTo>
                <a:close/>
                <a:moveTo>
                  <a:pt x="1018949" y="14586"/>
                </a:moveTo>
                <a:lnTo>
                  <a:pt x="1018949" y="22184"/>
                </a:lnTo>
                <a:lnTo>
                  <a:pt x="1012436" y="22184"/>
                </a:lnTo>
                <a:lnTo>
                  <a:pt x="1012436" y="36678"/>
                </a:lnTo>
                <a:cubicBezTo>
                  <a:pt x="1012436" y="39614"/>
                  <a:pt x="1012498" y="41324"/>
                  <a:pt x="1012623" y="41810"/>
                </a:cubicBezTo>
                <a:cubicBezTo>
                  <a:pt x="1012747" y="42294"/>
                  <a:pt x="1013030" y="42695"/>
                  <a:pt x="1013471" y="43012"/>
                </a:cubicBezTo>
                <a:cubicBezTo>
                  <a:pt x="1013912" y="43327"/>
                  <a:pt x="1014449" y="43485"/>
                  <a:pt x="1015082" y="43485"/>
                </a:cubicBezTo>
                <a:cubicBezTo>
                  <a:pt x="1015964" y="43485"/>
                  <a:pt x="1017242" y="43180"/>
                  <a:pt x="1018915" y="42570"/>
                </a:cubicBezTo>
                <a:lnTo>
                  <a:pt x="1019729" y="49992"/>
                </a:lnTo>
                <a:cubicBezTo>
                  <a:pt x="1017513" y="50946"/>
                  <a:pt x="1015003" y="51423"/>
                  <a:pt x="1012199" y="51423"/>
                </a:cubicBezTo>
                <a:cubicBezTo>
                  <a:pt x="1010480" y="51423"/>
                  <a:pt x="1008931" y="51134"/>
                  <a:pt x="1007552" y="50558"/>
                </a:cubicBezTo>
                <a:cubicBezTo>
                  <a:pt x="1006172" y="49981"/>
                  <a:pt x="1005160" y="49235"/>
                  <a:pt x="1004516" y="48319"/>
                </a:cubicBezTo>
                <a:cubicBezTo>
                  <a:pt x="1003871" y="47403"/>
                  <a:pt x="1003425" y="46165"/>
                  <a:pt x="1003176" y="44605"/>
                </a:cubicBezTo>
                <a:cubicBezTo>
                  <a:pt x="1002973" y="43497"/>
                  <a:pt x="1002871" y="41258"/>
                  <a:pt x="1002871" y="37889"/>
                </a:cubicBezTo>
                <a:lnTo>
                  <a:pt x="1002871" y="22184"/>
                </a:lnTo>
                <a:lnTo>
                  <a:pt x="998495" y="22184"/>
                </a:lnTo>
                <a:lnTo>
                  <a:pt x="998495" y="14586"/>
                </a:lnTo>
                <a:lnTo>
                  <a:pt x="1002871" y="14586"/>
                </a:lnTo>
                <a:lnTo>
                  <a:pt x="1002871" y="7395"/>
                </a:lnTo>
                <a:lnTo>
                  <a:pt x="1012436" y="1764"/>
                </a:lnTo>
                <a:lnTo>
                  <a:pt x="1012436" y="14586"/>
                </a:lnTo>
                <a:lnTo>
                  <a:pt x="1018949" y="14586"/>
                </a:lnTo>
                <a:close/>
                <a:moveTo>
                  <a:pt x="1046215" y="39144"/>
                </a:moveTo>
                <a:lnTo>
                  <a:pt x="1055713" y="40772"/>
                </a:lnTo>
                <a:cubicBezTo>
                  <a:pt x="1054492" y="44243"/>
                  <a:pt x="1052564" y="46886"/>
                  <a:pt x="1049929" y="48701"/>
                </a:cubicBezTo>
                <a:cubicBezTo>
                  <a:pt x="1047295" y="50515"/>
                  <a:pt x="1043999" y="51423"/>
                  <a:pt x="1040042" y="51423"/>
                </a:cubicBezTo>
                <a:cubicBezTo>
                  <a:pt x="1033778" y="51423"/>
                  <a:pt x="1029142" y="49376"/>
                  <a:pt x="1026135" y="45283"/>
                </a:cubicBezTo>
                <a:cubicBezTo>
                  <a:pt x="1023760" y="42004"/>
                  <a:pt x="1022573" y="37866"/>
                  <a:pt x="1022573" y="32868"/>
                </a:cubicBezTo>
                <a:cubicBezTo>
                  <a:pt x="1022573" y="26899"/>
                  <a:pt x="1024133" y="22223"/>
                  <a:pt x="1027254" y="18843"/>
                </a:cubicBezTo>
                <a:cubicBezTo>
                  <a:pt x="1030375" y="15462"/>
                  <a:pt x="1034321" y="13772"/>
                  <a:pt x="1039092" y="13772"/>
                </a:cubicBezTo>
                <a:cubicBezTo>
                  <a:pt x="1044451" y="13772"/>
                  <a:pt x="1048680" y="15541"/>
                  <a:pt x="1051778" y="19080"/>
                </a:cubicBezTo>
                <a:cubicBezTo>
                  <a:pt x="1054876" y="22619"/>
                  <a:pt x="1056357" y="28041"/>
                  <a:pt x="1056222" y="35345"/>
                </a:cubicBezTo>
                <a:lnTo>
                  <a:pt x="1032342" y="35345"/>
                </a:lnTo>
                <a:cubicBezTo>
                  <a:pt x="1032410" y="38171"/>
                  <a:pt x="1033179" y="40370"/>
                  <a:pt x="1034649" y="41942"/>
                </a:cubicBezTo>
                <a:cubicBezTo>
                  <a:pt x="1036118" y="43514"/>
                  <a:pt x="1037950" y="44299"/>
                  <a:pt x="1040144" y="44299"/>
                </a:cubicBezTo>
                <a:cubicBezTo>
                  <a:pt x="1041636" y="44299"/>
                  <a:pt x="1042891" y="43892"/>
                  <a:pt x="1043909" y="43078"/>
                </a:cubicBezTo>
                <a:cubicBezTo>
                  <a:pt x="1044926" y="42264"/>
                  <a:pt x="1045695" y="40953"/>
                  <a:pt x="1046215" y="39144"/>
                </a:cubicBezTo>
                <a:moveTo>
                  <a:pt x="1046758" y="29510"/>
                </a:moveTo>
                <a:cubicBezTo>
                  <a:pt x="1046690" y="26763"/>
                  <a:pt x="1045978" y="24674"/>
                  <a:pt x="1044621" y="23244"/>
                </a:cubicBezTo>
                <a:cubicBezTo>
                  <a:pt x="1043264" y="21813"/>
                  <a:pt x="1041613" y="21098"/>
                  <a:pt x="1039669" y="21098"/>
                </a:cubicBezTo>
                <a:cubicBezTo>
                  <a:pt x="1037588" y="21098"/>
                  <a:pt x="1035870" y="21853"/>
                  <a:pt x="1034513" y="23361"/>
                </a:cubicBezTo>
                <a:cubicBezTo>
                  <a:pt x="1033156" y="24871"/>
                  <a:pt x="1032489" y="26920"/>
                  <a:pt x="1032512" y="29510"/>
                </a:cubicBezTo>
                <a:lnTo>
                  <a:pt x="1046758" y="29510"/>
                </a:lnTo>
                <a:close/>
                <a:moveTo>
                  <a:pt x="1064019" y="41043"/>
                </a:moveTo>
                <a:lnTo>
                  <a:pt x="1073550" y="41043"/>
                </a:lnTo>
                <a:lnTo>
                  <a:pt x="1073550" y="47883"/>
                </a:lnTo>
                <a:cubicBezTo>
                  <a:pt x="1073550" y="50651"/>
                  <a:pt x="1073313" y="52835"/>
                  <a:pt x="1072838" y="54434"/>
                </a:cubicBezTo>
                <a:cubicBezTo>
                  <a:pt x="1072363" y="56034"/>
                  <a:pt x="1071464" y="57469"/>
                  <a:pt x="1070141" y="58740"/>
                </a:cubicBezTo>
                <a:cubicBezTo>
                  <a:pt x="1068818" y="60010"/>
                  <a:pt x="1067139" y="61009"/>
                  <a:pt x="1065104" y="61734"/>
                </a:cubicBezTo>
                <a:lnTo>
                  <a:pt x="1063239" y="57800"/>
                </a:lnTo>
                <a:cubicBezTo>
                  <a:pt x="1065161" y="57164"/>
                  <a:pt x="1066529" y="56289"/>
                  <a:pt x="1067343" y="55175"/>
                </a:cubicBezTo>
                <a:cubicBezTo>
                  <a:pt x="1068157" y="54062"/>
                  <a:pt x="1068587" y="52540"/>
                  <a:pt x="1068632" y="50609"/>
                </a:cubicBezTo>
                <a:lnTo>
                  <a:pt x="1064019" y="50609"/>
                </a:lnTo>
                <a:lnTo>
                  <a:pt x="1064019" y="41043"/>
                </a:lnTo>
                <a:close/>
                <a:moveTo>
                  <a:pt x="1101498" y="14586"/>
                </a:moveTo>
                <a:lnTo>
                  <a:pt x="1110385" y="14586"/>
                </a:lnTo>
                <a:lnTo>
                  <a:pt x="1110385" y="19877"/>
                </a:lnTo>
                <a:cubicBezTo>
                  <a:pt x="1111538" y="18068"/>
                  <a:pt x="1113098" y="16598"/>
                  <a:pt x="1115066" y="15468"/>
                </a:cubicBezTo>
                <a:cubicBezTo>
                  <a:pt x="1117033" y="14337"/>
                  <a:pt x="1119215" y="13772"/>
                  <a:pt x="1121612" y="13772"/>
                </a:cubicBezTo>
                <a:cubicBezTo>
                  <a:pt x="1125796" y="13772"/>
                  <a:pt x="1129346" y="15411"/>
                  <a:pt x="1132263" y="18690"/>
                </a:cubicBezTo>
                <a:cubicBezTo>
                  <a:pt x="1135180" y="21969"/>
                  <a:pt x="1136639" y="26537"/>
                  <a:pt x="1136639" y="32394"/>
                </a:cubicBezTo>
                <a:cubicBezTo>
                  <a:pt x="1136639" y="38409"/>
                  <a:pt x="1135169" y="43084"/>
                  <a:pt x="1132229" y="46419"/>
                </a:cubicBezTo>
                <a:cubicBezTo>
                  <a:pt x="1129290" y="49755"/>
                  <a:pt x="1125728" y="51423"/>
                  <a:pt x="1121544" y="51423"/>
                </a:cubicBezTo>
                <a:cubicBezTo>
                  <a:pt x="1119555" y="51423"/>
                  <a:pt x="1117751" y="51027"/>
                  <a:pt x="1116134" y="50235"/>
                </a:cubicBezTo>
                <a:cubicBezTo>
                  <a:pt x="1114517" y="49444"/>
                  <a:pt x="1112816" y="48087"/>
                  <a:pt x="1111029" y="46165"/>
                </a:cubicBezTo>
                <a:lnTo>
                  <a:pt x="1111029" y="64312"/>
                </a:lnTo>
                <a:lnTo>
                  <a:pt x="1101498" y="64312"/>
                </a:lnTo>
                <a:lnTo>
                  <a:pt x="1101498" y="14586"/>
                </a:lnTo>
                <a:moveTo>
                  <a:pt x="1110928" y="31971"/>
                </a:moveTo>
                <a:cubicBezTo>
                  <a:pt x="1110928" y="36012"/>
                  <a:pt x="1111730" y="38998"/>
                  <a:pt x="1113336" y="40929"/>
                </a:cubicBezTo>
                <a:cubicBezTo>
                  <a:pt x="1114941" y="42859"/>
                  <a:pt x="1116897" y="43825"/>
                  <a:pt x="1119204" y="43825"/>
                </a:cubicBezTo>
                <a:cubicBezTo>
                  <a:pt x="1121420" y="43825"/>
                  <a:pt x="1123263" y="42938"/>
                  <a:pt x="1124733" y="41166"/>
                </a:cubicBezTo>
                <a:cubicBezTo>
                  <a:pt x="1126203" y="39394"/>
                  <a:pt x="1126938" y="36487"/>
                  <a:pt x="1126938" y="32444"/>
                </a:cubicBezTo>
                <a:cubicBezTo>
                  <a:pt x="1126938" y="28674"/>
                  <a:pt x="1126180" y="25874"/>
                  <a:pt x="1124665" y="24045"/>
                </a:cubicBezTo>
                <a:cubicBezTo>
                  <a:pt x="1123150" y="22216"/>
                  <a:pt x="1121273" y="21302"/>
                  <a:pt x="1119034" y="21302"/>
                </a:cubicBezTo>
                <a:cubicBezTo>
                  <a:pt x="1116705" y="21302"/>
                  <a:pt x="1114772" y="22199"/>
                  <a:pt x="1113234" y="23994"/>
                </a:cubicBezTo>
                <a:cubicBezTo>
                  <a:pt x="1111696" y="25789"/>
                  <a:pt x="1110928" y="28448"/>
                  <a:pt x="1110928" y="31971"/>
                </a:cubicBezTo>
                <a:close/>
                <a:moveTo>
                  <a:pt x="1143907" y="41043"/>
                </a:moveTo>
                <a:lnTo>
                  <a:pt x="1153439" y="41043"/>
                </a:lnTo>
                <a:lnTo>
                  <a:pt x="1153439" y="47883"/>
                </a:lnTo>
                <a:cubicBezTo>
                  <a:pt x="1153439" y="50651"/>
                  <a:pt x="1153201" y="52835"/>
                  <a:pt x="1152726" y="54434"/>
                </a:cubicBezTo>
                <a:cubicBezTo>
                  <a:pt x="1152252" y="56034"/>
                  <a:pt x="1151353" y="57469"/>
                  <a:pt x="1150030" y="58740"/>
                </a:cubicBezTo>
                <a:cubicBezTo>
                  <a:pt x="1148707" y="60010"/>
                  <a:pt x="1147028" y="61009"/>
                  <a:pt x="1144993" y="61734"/>
                </a:cubicBezTo>
                <a:lnTo>
                  <a:pt x="1143127" y="57800"/>
                </a:lnTo>
                <a:cubicBezTo>
                  <a:pt x="1145049" y="57164"/>
                  <a:pt x="1146417" y="56289"/>
                  <a:pt x="1147231" y="55175"/>
                </a:cubicBezTo>
                <a:cubicBezTo>
                  <a:pt x="1148046" y="54062"/>
                  <a:pt x="1148475" y="52540"/>
                  <a:pt x="1148520" y="50609"/>
                </a:cubicBezTo>
                <a:lnTo>
                  <a:pt x="1143907" y="50609"/>
                </a:lnTo>
                <a:lnTo>
                  <a:pt x="1143907" y="41043"/>
                </a:lnTo>
                <a:close/>
                <a:moveTo>
                  <a:pt x="1227109" y="44605"/>
                </a:moveTo>
                <a:lnTo>
                  <a:pt x="1221342" y="51898"/>
                </a:lnTo>
                <a:cubicBezTo>
                  <a:pt x="1218516" y="50534"/>
                  <a:pt x="1215802" y="48657"/>
                  <a:pt x="1213202" y="46267"/>
                </a:cubicBezTo>
                <a:cubicBezTo>
                  <a:pt x="1211189" y="48076"/>
                  <a:pt x="1209052" y="49410"/>
                  <a:pt x="1206791" y="50269"/>
                </a:cubicBezTo>
                <a:cubicBezTo>
                  <a:pt x="1204529" y="51129"/>
                  <a:pt x="1201838" y="51558"/>
                  <a:pt x="1198718" y="51558"/>
                </a:cubicBezTo>
                <a:cubicBezTo>
                  <a:pt x="1192522" y="51558"/>
                  <a:pt x="1187863" y="49814"/>
                  <a:pt x="1184743" y="46324"/>
                </a:cubicBezTo>
                <a:cubicBezTo>
                  <a:pt x="1182323" y="43627"/>
                  <a:pt x="1181113" y="40523"/>
                  <a:pt x="1181113" y="37011"/>
                </a:cubicBezTo>
                <a:cubicBezTo>
                  <a:pt x="1181113" y="33816"/>
                  <a:pt x="1182063" y="30944"/>
                  <a:pt x="1183963" y="28395"/>
                </a:cubicBezTo>
                <a:cubicBezTo>
                  <a:pt x="1185862" y="25846"/>
                  <a:pt x="1188700" y="23631"/>
                  <a:pt x="1192476" y="21750"/>
                </a:cubicBezTo>
                <a:cubicBezTo>
                  <a:pt x="1190780" y="19734"/>
                  <a:pt x="1189503" y="17814"/>
                  <a:pt x="1188644" y="15990"/>
                </a:cubicBezTo>
                <a:cubicBezTo>
                  <a:pt x="1187784" y="14166"/>
                  <a:pt x="1187355" y="12438"/>
                  <a:pt x="1187355" y="10807"/>
                </a:cubicBezTo>
                <a:cubicBezTo>
                  <a:pt x="1187355" y="7793"/>
                  <a:pt x="1188559" y="5239"/>
                  <a:pt x="1190967" y="3144"/>
                </a:cubicBezTo>
                <a:cubicBezTo>
                  <a:pt x="1193375" y="1048"/>
                  <a:pt x="1196807" y="0"/>
                  <a:pt x="1201262" y="0"/>
                </a:cubicBezTo>
                <a:cubicBezTo>
                  <a:pt x="1205558" y="0"/>
                  <a:pt x="1208916" y="1097"/>
                  <a:pt x="1211336" y="3291"/>
                </a:cubicBezTo>
                <a:cubicBezTo>
                  <a:pt x="1213756" y="5485"/>
                  <a:pt x="1214965" y="8164"/>
                  <a:pt x="1214965" y="11330"/>
                </a:cubicBezTo>
                <a:cubicBezTo>
                  <a:pt x="1214965" y="13344"/>
                  <a:pt x="1214366" y="15255"/>
                  <a:pt x="1213168" y="17065"/>
                </a:cubicBezTo>
                <a:cubicBezTo>
                  <a:pt x="1211969" y="18874"/>
                  <a:pt x="1209550" y="20920"/>
                  <a:pt x="1205909" y="23204"/>
                </a:cubicBezTo>
                <a:lnTo>
                  <a:pt x="1212828" y="32397"/>
                </a:lnTo>
                <a:cubicBezTo>
                  <a:pt x="1213643" y="30957"/>
                  <a:pt x="1214344" y="29079"/>
                  <a:pt x="1214931" y="26762"/>
                </a:cubicBezTo>
                <a:lnTo>
                  <a:pt x="1223547" y="28689"/>
                </a:lnTo>
                <a:cubicBezTo>
                  <a:pt x="1222688" y="31750"/>
                  <a:pt x="1221942" y="33990"/>
                  <a:pt x="1221308" y="35407"/>
                </a:cubicBezTo>
                <a:cubicBezTo>
                  <a:pt x="1220675" y="36824"/>
                  <a:pt x="1219997" y="38009"/>
                  <a:pt x="1219273" y="38961"/>
                </a:cubicBezTo>
                <a:cubicBezTo>
                  <a:pt x="1220336" y="39958"/>
                  <a:pt x="1221710" y="41052"/>
                  <a:pt x="1223395" y="42242"/>
                </a:cubicBezTo>
                <a:cubicBezTo>
                  <a:pt x="1225079" y="43432"/>
                  <a:pt x="1226317" y="44220"/>
                  <a:pt x="1227109" y="44605"/>
                </a:cubicBezTo>
                <a:moveTo>
                  <a:pt x="1201160" y="17498"/>
                </a:moveTo>
                <a:lnTo>
                  <a:pt x="1203738" y="15526"/>
                </a:lnTo>
                <a:cubicBezTo>
                  <a:pt x="1205637" y="14052"/>
                  <a:pt x="1206587" y="12589"/>
                  <a:pt x="1206587" y="11137"/>
                </a:cubicBezTo>
                <a:cubicBezTo>
                  <a:pt x="1206587" y="9913"/>
                  <a:pt x="1206129" y="8871"/>
                  <a:pt x="1205213" y="8009"/>
                </a:cubicBezTo>
                <a:cubicBezTo>
                  <a:pt x="1204298" y="7147"/>
                  <a:pt x="1203060" y="6716"/>
                  <a:pt x="1201499" y="6716"/>
                </a:cubicBezTo>
                <a:cubicBezTo>
                  <a:pt x="1199984" y="6716"/>
                  <a:pt x="1198797" y="7096"/>
                  <a:pt x="1197938" y="7856"/>
                </a:cubicBezTo>
                <a:cubicBezTo>
                  <a:pt x="1197078" y="8615"/>
                  <a:pt x="1196649" y="9494"/>
                  <a:pt x="1196649" y="10492"/>
                </a:cubicBezTo>
                <a:cubicBezTo>
                  <a:pt x="1196649" y="11671"/>
                  <a:pt x="1197372" y="13099"/>
                  <a:pt x="1198820" y="14777"/>
                </a:cubicBezTo>
                <a:lnTo>
                  <a:pt x="1201160" y="17498"/>
                </a:lnTo>
                <a:moveTo>
                  <a:pt x="1197429" y="27874"/>
                </a:moveTo>
                <a:cubicBezTo>
                  <a:pt x="1195235" y="28985"/>
                  <a:pt x="1193596" y="30322"/>
                  <a:pt x="1192510" y="31887"/>
                </a:cubicBezTo>
                <a:cubicBezTo>
                  <a:pt x="1191425" y="33451"/>
                  <a:pt x="1190882" y="35050"/>
                  <a:pt x="1190882" y="36682"/>
                </a:cubicBezTo>
                <a:cubicBezTo>
                  <a:pt x="1190882" y="38746"/>
                  <a:pt x="1191555" y="40429"/>
                  <a:pt x="1192900" y="41733"/>
                </a:cubicBezTo>
                <a:cubicBezTo>
                  <a:pt x="1194246" y="43037"/>
                  <a:pt x="1196049" y="43689"/>
                  <a:pt x="1198311" y="43689"/>
                </a:cubicBezTo>
                <a:cubicBezTo>
                  <a:pt x="1199803" y="43689"/>
                  <a:pt x="1201239" y="43394"/>
                  <a:pt x="1202619" y="42805"/>
                </a:cubicBezTo>
                <a:cubicBezTo>
                  <a:pt x="1203998" y="42215"/>
                  <a:pt x="1205502" y="41240"/>
                  <a:pt x="1207130" y="39879"/>
                </a:cubicBezTo>
                <a:lnTo>
                  <a:pt x="1197429" y="27874"/>
                </a:lnTo>
                <a:close/>
                <a:moveTo>
                  <a:pt x="1266098" y="50609"/>
                </a:moveTo>
                <a:lnTo>
                  <a:pt x="1257244" y="50609"/>
                </a:lnTo>
                <a:lnTo>
                  <a:pt x="1257244" y="45317"/>
                </a:lnTo>
                <a:cubicBezTo>
                  <a:pt x="1255775" y="47375"/>
                  <a:pt x="1254039" y="48907"/>
                  <a:pt x="1252038" y="49913"/>
                </a:cubicBezTo>
                <a:cubicBezTo>
                  <a:pt x="1250036" y="50920"/>
                  <a:pt x="1248018" y="51423"/>
                  <a:pt x="1245983" y="51423"/>
                </a:cubicBezTo>
                <a:cubicBezTo>
                  <a:pt x="1241845" y="51423"/>
                  <a:pt x="1238300" y="49755"/>
                  <a:pt x="1235349" y="46419"/>
                </a:cubicBezTo>
                <a:cubicBezTo>
                  <a:pt x="1232398" y="43084"/>
                  <a:pt x="1230923" y="38431"/>
                  <a:pt x="1230923" y="32461"/>
                </a:cubicBezTo>
                <a:cubicBezTo>
                  <a:pt x="1230923" y="26356"/>
                  <a:pt x="1232359" y="21714"/>
                  <a:pt x="1235230" y="18537"/>
                </a:cubicBezTo>
                <a:cubicBezTo>
                  <a:pt x="1238102" y="15360"/>
                  <a:pt x="1241732" y="13772"/>
                  <a:pt x="1246119" y="13772"/>
                </a:cubicBezTo>
                <a:cubicBezTo>
                  <a:pt x="1250144" y="13772"/>
                  <a:pt x="1253626" y="15445"/>
                  <a:pt x="1256566" y="18792"/>
                </a:cubicBezTo>
                <a:lnTo>
                  <a:pt x="1256566" y="882"/>
                </a:lnTo>
                <a:lnTo>
                  <a:pt x="1266098" y="882"/>
                </a:lnTo>
                <a:lnTo>
                  <a:pt x="1266098" y="50609"/>
                </a:lnTo>
                <a:moveTo>
                  <a:pt x="1240658" y="31835"/>
                </a:moveTo>
                <a:cubicBezTo>
                  <a:pt x="1240658" y="35674"/>
                  <a:pt x="1241189" y="38451"/>
                  <a:pt x="1242252" y="40167"/>
                </a:cubicBezTo>
                <a:cubicBezTo>
                  <a:pt x="1243790" y="42650"/>
                  <a:pt x="1245938" y="43892"/>
                  <a:pt x="1248697" y="43892"/>
                </a:cubicBezTo>
                <a:cubicBezTo>
                  <a:pt x="1250890" y="43892"/>
                  <a:pt x="1252756" y="42961"/>
                  <a:pt x="1254293" y="41098"/>
                </a:cubicBezTo>
                <a:cubicBezTo>
                  <a:pt x="1255831" y="39236"/>
                  <a:pt x="1256600" y="36453"/>
                  <a:pt x="1256600" y="32750"/>
                </a:cubicBezTo>
                <a:cubicBezTo>
                  <a:pt x="1256600" y="28617"/>
                  <a:pt x="1255854" y="25642"/>
                  <a:pt x="1254361" y="23825"/>
                </a:cubicBezTo>
                <a:cubicBezTo>
                  <a:pt x="1252869" y="22007"/>
                  <a:pt x="1250958" y="21098"/>
                  <a:pt x="1248629" y="21098"/>
                </a:cubicBezTo>
                <a:cubicBezTo>
                  <a:pt x="1246367" y="21098"/>
                  <a:pt x="1244474" y="21996"/>
                  <a:pt x="1242947" y="23791"/>
                </a:cubicBezTo>
                <a:cubicBezTo>
                  <a:pt x="1241421" y="25586"/>
                  <a:pt x="1240658" y="28267"/>
                  <a:pt x="1240658" y="31835"/>
                </a:cubicBezTo>
                <a:close/>
                <a:moveTo>
                  <a:pt x="1296296" y="39144"/>
                </a:moveTo>
                <a:lnTo>
                  <a:pt x="1305794" y="40772"/>
                </a:lnTo>
                <a:cubicBezTo>
                  <a:pt x="1304572" y="44243"/>
                  <a:pt x="1302645" y="46886"/>
                  <a:pt x="1300010" y="48701"/>
                </a:cubicBezTo>
                <a:cubicBezTo>
                  <a:pt x="1297376" y="50515"/>
                  <a:pt x="1294080" y="51423"/>
                  <a:pt x="1290122" y="51423"/>
                </a:cubicBezTo>
                <a:cubicBezTo>
                  <a:pt x="1283859" y="51423"/>
                  <a:pt x="1279223" y="49376"/>
                  <a:pt x="1276215" y="45283"/>
                </a:cubicBezTo>
                <a:cubicBezTo>
                  <a:pt x="1273841" y="42004"/>
                  <a:pt x="1272654" y="37866"/>
                  <a:pt x="1272654" y="32868"/>
                </a:cubicBezTo>
                <a:cubicBezTo>
                  <a:pt x="1272654" y="26899"/>
                  <a:pt x="1274214" y="22223"/>
                  <a:pt x="1277335" y="18843"/>
                </a:cubicBezTo>
                <a:cubicBezTo>
                  <a:pt x="1280455" y="15462"/>
                  <a:pt x="1284401" y="13772"/>
                  <a:pt x="1289173" y="13772"/>
                </a:cubicBezTo>
                <a:cubicBezTo>
                  <a:pt x="1294532" y="13772"/>
                  <a:pt x="1298761" y="15541"/>
                  <a:pt x="1301859" y="19080"/>
                </a:cubicBezTo>
                <a:cubicBezTo>
                  <a:pt x="1304957" y="22619"/>
                  <a:pt x="1306438" y="28041"/>
                  <a:pt x="1306302" y="35345"/>
                </a:cubicBezTo>
                <a:lnTo>
                  <a:pt x="1282423" y="35345"/>
                </a:lnTo>
                <a:cubicBezTo>
                  <a:pt x="1282490" y="38171"/>
                  <a:pt x="1283259" y="40370"/>
                  <a:pt x="1284729" y="41942"/>
                </a:cubicBezTo>
                <a:cubicBezTo>
                  <a:pt x="1286199" y="43514"/>
                  <a:pt x="1288031" y="44299"/>
                  <a:pt x="1290224" y="44299"/>
                </a:cubicBezTo>
                <a:cubicBezTo>
                  <a:pt x="1291717" y="44299"/>
                  <a:pt x="1292972" y="43892"/>
                  <a:pt x="1293989" y="43078"/>
                </a:cubicBezTo>
                <a:cubicBezTo>
                  <a:pt x="1295007" y="42264"/>
                  <a:pt x="1295776" y="40953"/>
                  <a:pt x="1296296" y="39144"/>
                </a:cubicBezTo>
                <a:moveTo>
                  <a:pt x="1296839" y="29510"/>
                </a:moveTo>
                <a:cubicBezTo>
                  <a:pt x="1296771" y="26763"/>
                  <a:pt x="1296058" y="24674"/>
                  <a:pt x="1294702" y="23244"/>
                </a:cubicBezTo>
                <a:cubicBezTo>
                  <a:pt x="1293345" y="21813"/>
                  <a:pt x="1291694" y="21098"/>
                  <a:pt x="1289749" y="21098"/>
                </a:cubicBezTo>
                <a:cubicBezTo>
                  <a:pt x="1287669" y="21098"/>
                  <a:pt x="1285950" y="21853"/>
                  <a:pt x="1284594" y="23361"/>
                </a:cubicBezTo>
                <a:cubicBezTo>
                  <a:pt x="1283237" y="24871"/>
                  <a:pt x="1282570" y="26920"/>
                  <a:pt x="1282592" y="29510"/>
                </a:cubicBezTo>
                <a:lnTo>
                  <a:pt x="1296839" y="29510"/>
                </a:lnTo>
                <a:close/>
                <a:moveTo>
                  <a:pt x="1310165" y="14586"/>
                </a:moveTo>
                <a:lnTo>
                  <a:pt x="1315456" y="14586"/>
                </a:lnTo>
                <a:lnTo>
                  <a:pt x="1315456" y="11866"/>
                </a:lnTo>
                <a:cubicBezTo>
                  <a:pt x="1315456" y="8828"/>
                  <a:pt x="1315779" y="6562"/>
                  <a:pt x="1316423" y="5066"/>
                </a:cubicBezTo>
                <a:cubicBezTo>
                  <a:pt x="1317068" y="3570"/>
                  <a:pt x="1318255" y="2351"/>
                  <a:pt x="1319985" y="1411"/>
                </a:cubicBezTo>
                <a:cubicBezTo>
                  <a:pt x="1321715" y="470"/>
                  <a:pt x="1323903" y="0"/>
                  <a:pt x="1326548" y="0"/>
                </a:cubicBezTo>
                <a:cubicBezTo>
                  <a:pt x="1329262" y="0"/>
                  <a:pt x="1331919" y="407"/>
                  <a:pt x="1334520" y="1221"/>
                </a:cubicBezTo>
                <a:lnTo>
                  <a:pt x="1333231" y="7869"/>
                </a:lnTo>
                <a:cubicBezTo>
                  <a:pt x="1331715" y="7508"/>
                  <a:pt x="1330257" y="7327"/>
                  <a:pt x="1328855" y="7327"/>
                </a:cubicBezTo>
                <a:cubicBezTo>
                  <a:pt x="1327475" y="7327"/>
                  <a:pt x="1326486" y="7651"/>
                  <a:pt x="1325887" y="8299"/>
                </a:cubicBezTo>
                <a:cubicBezTo>
                  <a:pt x="1325288" y="8946"/>
                  <a:pt x="1324988" y="10190"/>
                  <a:pt x="1324988" y="12030"/>
                </a:cubicBezTo>
                <a:lnTo>
                  <a:pt x="1324988" y="14586"/>
                </a:lnTo>
                <a:lnTo>
                  <a:pt x="1332111" y="14586"/>
                </a:lnTo>
                <a:lnTo>
                  <a:pt x="1332111" y="22116"/>
                </a:lnTo>
                <a:lnTo>
                  <a:pt x="1324988" y="22116"/>
                </a:lnTo>
                <a:lnTo>
                  <a:pt x="1324988" y="50609"/>
                </a:lnTo>
                <a:lnTo>
                  <a:pt x="1315456" y="50609"/>
                </a:lnTo>
                <a:lnTo>
                  <a:pt x="1315456" y="22116"/>
                </a:lnTo>
                <a:lnTo>
                  <a:pt x="1310165" y="22116"/>
                </a:lnTo>
                <a:lnTo>
                  <a:pt x="1310165" y="14586"/>
                </a:lnTo>
                <a:close/>
                <a:moveTo>
                  <a:pt x="1358122" y="39144"/>
                </a:moveTo>
                <a:lnTo>
                  <a:pt x="1367620" y="40772"/>
                </a:lnTo>
                <a:cubicBezTo>
                  <a:pt x="1366399" y="44243"/>
                  <a:pt x="1364471" y="46886"/>
                  <a:pt x="1361837" y="48701"/>
                </a:cubicBezTo>
                <a:cubicBezTo>
                  <a:pt x="1359202" y="50515"/>
                  <a:pt x="1355906" y="51423"/>
                  <a:pt x="1351949" y="51423"/>
                </a:cubicBezTo>
                <a:cubicBezTo>
                  <a:pt x="1345685" y="51423"/>
                  <a:pt x="1341049" y="49376"/>
                  <a:pt x="1338042" y="45283"/>
                </a:cubicBezTo>
                <a:cubicBezTo>
                  <a:pt x="1335667" y="42004"/>
                  <a:pt x="1334480" y="37866"/>
                  <a:pt x="1334480" y="32868"/>
                </a:cubicBezTo>
                <a:cubicBezTo>
                  <a:pt x="1334480" y="26899"/>
                  <a:pt x="1336041" y="22223"/>
                  <a:pt x="1339161" y="18843"/>
                </a:cubicBezTo>
                <a:cubicBezTo>
                  <a:pt x="1342282" y="15462"/>
                  <a:pt x="1346228" y="13772"/>
                  <a:pt x="1350999" y="13772"/>
                </a:cubicBezTo>
                <a:cubicBezTo>
                  <a:pt x="1356359" y="13772"/>
                  <a:pt x="1360587" y="15541"/>
                  <a:pt x="1363685" y="19080"/>
                </a:cubicBezTo>
                <a:cubicBezTo>
                  <a:pt x="1366783" y="22619"/>
                  <a:pt x="1368265" y="28041"/>
                  <a:pt x="1368129" y="35345"/>
                </a:cubicBezTo>
                <a:lnTo>
                  <a:pt x="1344249" y="35345"/>
                </a:lnTo>
                <a:cubicBezTo>
                  <a:pt x="1344317" y="38171"/>
                  <a:pt x="1345086" y="40370"/>
                  <a:pt x="1346556" y="41942"/>
                </a:cubicBezTo>
                <a:cubicBezTo>
                  <a:pt x="1348026" y="43514"/>
                  <a:pt x="1349857" y="44299"/>
                  <a:pt x="1352051" y="44299"/>
                </a:cubicBezTo>
                <a:cubicBezTo>
                  <a:pt x="1353543" y="44299"/>
                  <a:pt x="1354798" y="43892"/>
                  <a:pt x="1355816" y="43078"/>
                </a:cubicBezTo>
                <a:cubicBezTo>
                  <a:pt x="1356834" y="42264"/>
                  <a:pt x="1357602" y="40953"/>
                  <a:pt x="1358122" y="39144"/>
                </a:cubicBezTo>
                <a:moveTo>
                  <a:pt x="1358665" y="29510"/>
                </a:moveTo>
                <a:cubicBezTo>
                  <a:pt x="1358597" y="26763"/>
                  <a:pt x="1357885" y="24674"/>
                  <a:pt x="1356528" y="23244"/>
                </a:cubicBezTo>
                <a:cubicBezTo>
                  <a:pt x="1355171" y="21813"/>
                  <a:pt x="1353521" y="21098"/>
                  <a:pt x="1351576" y="21098"/>
                </a:cubicBezTo>
                <a:cubicBezTo>
                  <a:pt x="1349496" y="21098"/>
                  <a:pt x="1347777" y="21853"/>
                  <a:pt x="1346420" y="23361"/>
                </a:cubicBezTo>
                <a:cubicBezTo>
                  <a:pt x="1345063" y="24871"/>
                  <a:pt x="1344396" y="26920"/>
                  <a:pt x="1344419" y="29510"/>
                </a:cubicBezTo>
                <a:lnTo>
                  <a:pt x="1358665" y="29510"/>
                </a:lnTo>
                <a:close/>
                <a:moveTo>
                  <a:pt x="1385288" y="50609"/>
                </a:moveTo>
                <a:lnTo>
                  <a:pt x="1375756" y="50609"/>
                </a:lnTo>
                <a:lnTo>
                  <a:pt x="1375756" y="14586"/>
                </a:lnTo>
                <a:lnTo>
                  <a:pt x="1384610" y="14586"/>
                </a:lnTo>
                <a:lnTo>
                  <a:pt x="1384610" y="19708"/>
                </a:lnTo>
                <a:cubicBezTo>
                  <a:pt x="1386125" y="17288"/>
                  <a:pt x="1387487" y="15694"/>
                  <a:pt x="1388697" y="14925"/>
                </a:cubicBezTo>
                <a:cubicBezTo>
                  <a:pt x="1389907" y="14156"/>
                  <a:pt x="1391280" y="13772"/>
                  <a:pt x="1392818" y="13772"/>
                </a:cubicBezTo>
                <a:cubicBezTo>
                  <a:pt x="1394989" y="13772"/>
                  <a:pt x="1397081" y="14371"/>
                  <a:pt x="1399093" y="15569"/>
                </a:cubicBezTo>
                <a:lnTo>
                  <a:pt x="1396142" y="23880"/>
                </a:lnTo>
                <a:cubicBezTo>
                  <a:pt x="1394537" y="22839"/>
                  <a:pt x="1393044" y="22319"/>
                  <a:pt x="1391665" y="22319"/>
                </a:cubicBezTo>
                <a:cubicBezTo>
                  <a:pt x="1390331" y="22319"/>
                  <a:pt x="1389200" y="22687"/>
                  <a:pt x="1388273" y="23422"/>
                </a:cubicBezTo>
                <a:cubicBezTo>
                  <a:pt x="1387346" y="24157"/>
                  <a:pt x="1386616" y="25485"/>
                  <a:pt x="1386085" y="27407"/>
                </a:cubicBezTo>
                <a:cubicBezTo>
                  <a:pt x="1385554" y="29329"/>
                  <a:pt x="1385288" y="33355"/>
                  <a:pt x="1385288" y="39483"/>
                </a:cubicBezTo>
                <a:lnTo>
                  <a:pt x="1385288" y="50609"/>
                </a:lnTo>
                <a:close/>
                <a:moveTo>
                  <a:pt x="1412380" y="50609"/>
                </a:moveTo>
                <a:lnTo>
                  <a:pt x="1402849" y="50609"/>
                </a:lnTo>
                <a:lnTo>
                  <a:pt x="1402849" y="14586"/>
                </a:lnTo>
                <a:lnTo>
                  <a:pt x="1411702" y="14586"/>
                </a:lnTo>
                <a:lnTo>
                  <a:pt x="1411702" y="19708"/>
                </a:lnTo>
                <a:cubicBezTo>
                  <a:pt x="1413217" y="17288"/>
                  <a:pt x="1414580" y="15694"/>
                  <a:pt x="1415789" y="14925"/>
                </a:cubicBezTo>
                <a:cubicBezTo>
                  <a:pt x="1416999" y="14156"/>
                  <a:pt x="1418373" y="13772"/>
                  <a:pt x="1419911" y="13772"/>
                </a:cubicBezTo>
                <a:cubicBezTo>
                  <a:pt x="1422082" y="13772"/>
                  <a:pt x="1424173" y="14371"/>
                  <a:pt x="1426186" y="15569"/>
                </a:cubicBezTo>
                <a:lnTo>
                  <a:pt x="1423235" y="23880"/>
                </a:lnTo>
                <a:cubicBezTo>
                  <a:pt x="1421629" y="22839"/>
                  <a:pt x="1420137" y="22319"/>
                  <a:pt x="1418757" y="22319"/>
                </a:cubicBezTo>
                <a:cubicBezTo>
                  <a:pt x="1417423" y="22319"/>
                  <a:pt x="1416293" y="22687"/>
                  <a:pt x="1415365" y="23422"/>
                </a:cubicBezTo>
                <a:cubicBezTo>
                  <a:pt x="1414438" y="24157"/>
                  <a:pt x="1413709" y="25485"/>
                  <a:pt x="1413178" y="27407"/>
                </a:cubicBezTo>
                <a:cubicBezTo>
                  <a:pt x="1412646" y="29329"/>
                  <a:pt x="1412380" y="33355"/>
                  <a:pt x="1412380" y="39483"/>
                </a:cubicBezTo>
                <a:lnTo>
                  <a:pt x="1412380" y="50609"/>
                </a:lnTo>
                <a:close/>
                <a:moveTo>
                  <a:pt x="1451209" y="39144"/>
                </a:moveTo>
                <a:lnTo>
                  <a:pt x="1460707" y="40772"/>
                </a:lnTo>
                <a:cubicBezTo>
                  <a:pt x="1459486" y="44243"/>
                  <a:pt x="1457558" y="46886"/>
                  <a:pt x="1454924" y="48701"/>
                </a:cubicBezTo>
                <a:cubicBezTo>
                  <a:pt x="1452289" y="50515"/>
                  <a:pt x="1448993" y="51423"/>
                  <a:pt x="1445036" y="51423"/>
                </a:cubicBezTo>
                <a:cubicBezTo>
                  <a:pt x="1438772" y="51423"/>
                  <a:pt x="1434136" y="49376"/>
                  <a:pt x="1431129" y="45283"/>
                </a:cubicBezTo>
                <a:cubicBezTo>
                  <a:pt x="1428754" y="42004"/>
                  <a:pt x="1427567" y="37866"/>
                  <a:pt x="1427567" y="32868"/>
                </a:cubicBezTo>
                <a:cubicBezTo>
                  <a:pt x="1427567" y="26899"/>
                  <a:pt x="1429127" y="22223"/>
                  <a:pt x="1432248" y="18843"/>
                </a:cubicBezTo>
                <a:cubicBezTo>
                  <a:pt x="1435369" y="15462"/>
                  <a:pt x="1439315" y="13772"/>
                  <a:pt x="1444086" y="13772"/>
                </a:cubicBezTo>
                <a:cubicBezTo>
                  <a:pt x="1449445" y="13772"/>
                  <a:pt x="1453674" y="15541"/>
                  <a:pt x="1456772" y="19080"/>
                </a:cubicBezTo>
                <a:cubicBezTo>
                  <a:pt x="1459870" y="22619"/>
                  <a:pt x="1461351" y="28041"/>
                  <a:pt x="1461216" y="35345"/>
                </a:cubicBezTo>
                <a:lnTo>
                  <a:pt x="1437336" y="35345"/>
                </a:lnTo>
                <a:cubicBezTo>
                  <a:pt x="1437404" y="38171"/>
                  <a:pt x="1438173" y="40370"/>
                  <a:pt x="1439643" y="41942"/>
                </a:cubicBezTo>
                <a:cubicBezTo>
                  <a:pt x="1441112" y="43514"/>
                  <a:pt x="1442944" y="44299"/>
                  <a:pt x="1445138" y="44299"/>
                </a:cubicBezTo>
                <a:cubicBezTo>
                  <a:pt x="1446630" y="44299"/>
                  <a:pt x="1447885" y="43892"/>
                  <a:pt x="1448903" y="43078"/>
                </a:cubicBezTo>
                <a:cubicBezTo>
                  <a:pt x="1449920" y="42264"/>
                  <a:pt x="1450689" y="40953"/>
                  <a:pt x="1451209" y="39144"/>
                </a:cubicBezTo>
                <a:moveTo>
                  <a:pt x="1451752" y="29510"/>
                </a:moveTo>
                <a:cubicBezTo>
                  <a:pt x="1451684" y="26763"/>
                  <a:pt x="1450972" y="24674"/>
                  <a:pt x="1449615" y="23244"/>
                </a:cubicBezTo>
                <a:cubicBezTo>
                  <a:pt x="1448258" y="21813"/>
                  <a:pt x="1446607" y="21098"/>
                  <a:pt x="1444663" y="21098"/>
                </a:cubicBezTo>
                <a:cubicBezTo>
                  <a:pt x="1442582" y="21098"/>
                  <a:pt x="1440864" y="21853"/>
                  <a:pt x="1439507" y="23361"/>
                </a:cubicBezTo>
                <a:cubicBezTo>
                  <a:pt x="1438150" y="24871"/>
                  <a:pt x="1437483" y="26920"/>
                  <a:pt x="1437506" y="29510"/>
                </a:cubicBezTo>
                <a:lnTo>
                  <a:pt x="1451752" y="29510"/>
                </a:lnTo>
                <a:close/>
                <a:moveTo>
                  <a:pt x="1502289" y="50609"/>
                </a:moveTo>
                <a:lnTo>
                  <a:pt x="1493435" y="50609"/>
                </a:lnTo>
                <a:lnTo>
                  <a:pt x="1493435" y="45317"/>
                </a:lnTo>
                <a:cubicBezTo>
                  <a:pt x="1491966" y="47375"/>
                  <a:pt x="1490230" y="48907"/>
                  <a:pt x="1488229" y="49913"/>
                </a:cubicBezTo>
                <a:cubicBezTo>
                  <a:pt x="1486227" y="50920"/>
                  <a:pt x="1484209" y="51423"/>
                  <a:pt x="1482174" y="51423"/>
                </a:cubicBezTo>
                <a:cubicBezTo>
                  <a:pt x="1478036" y="51423"/>
                  <a:pt x="1474491" y="49755"/>
                  <a:pt x="1471540" y="46419"/>
                </a:cubicBezTo>
                <a:cubicBezTo>
                  <a:pt x="1468589" y="43084"/>
                  <a:pt x="1467114" y="38431"/>
                  <a:pt x="1467114" y="32461"/>
                </a:cubicBezTo>
                <a:cubicBezTo>
                  <a:pt x="1467114" y="26356"/>
                  <a:pt x="1468549" y="21714"/>
                  <a:pt x="1471421" y="18537"/>
                </a:cubicBezTo>
                <a:cubicBezTo>
                  <a:pt x="1474293" y="15360"/>
                  <a:pt x="1477923" y="13772"/>
                  <a:pt x="1482310" y="13772"/>
                </a:cubicBezTo>
                <a:cubicBezTo>
                  <a:pt x="1486335" y="13772"/>
                  <a:pt x="1489817" y="15445"/>
                  <a:pt x="1492757" y="18792"/>
                </a:cubicBezTo>
                <a:lnTo>
                  <a:pt x="1492757" y="882"/>
                </a:lnTo>
                <a:lnTo>
                  <a:pt x="1502289" y="882"/>
                </a:lnTo>
                <a:lnTo>
                  <a:pt x="1502289" y="50609"/>
                </a:lnTo>
                <a:moveTo>
                  <a:pt x="1476849" y="31835"/>
                </a:moveTo>
                <a:cubicBezTo>
                  <a:pt x="1476849" y="35674"/>
                  <a:pt x="1477380" y="38451"/>
                  <a:pt x="1478443" y="40167"/>
                </a:cubicBezTo>
                <a:cubicBezTo>
                  <a:pt x="1479981" y="42650"/>
                  <a:pt x="1482129" y="43892"/>
                  <a:pt x="1484888" y="43892"/>
                </a:cubicBezTo>
                <a:cubicBezTo>
                  <a:pt x="1487081" y="43892"/>
                  <a:pt x="1488947" y="42961"/>
                  <a:pt x="1490484" y="41098"/>
                </a:cubicBezTo>
                <a:cubicBezTo>
                  <a:pt x="1492022" y="39236"/>
                  <a:pt x="1492791" y="36453"/>
                  <a:pt x="1492791" y="32750"/>
                </a:cubicBezTo>
                <a:cubicBezTo>
                  <a:pt x="1492791" y="28617"/>
                  <a:pt x="1492045" y="25642"/>
                  <a:pt x="1490552" y="23825"/>
                </a:cubicBezTo>
                <a:cubicBezTo>
                  <a:pt x="1489060" y="22007"/>
                  <a:pt x="1487149" y="21098"/>
                  <a:pt x="1484820" y="21098"/>
                </a:cubicBezTo>
                <a:cubicBezTo>
                  <a:pt x="1482558" y="21098"/>
                  <a:pt x="1480665" y="21996"/>
                  <a:pt x="1479138" y="23791"/>
                </a:cubicBezTo>
                <a:cubicBezTo>
                  <a:pt x="1477612" y="25586"/>
                  <a:pt x="1476849" y="28267"/>
                  <a:pt x="1476849" y="31835"/>
                </a:cubicBezTo>
                <a:close/>
                <a:moveTo>
                  <a:pt x="1505995" y="64380"/>
                </a:moveTo>
                <a:lnTo>
                  <a:pt x="1505995" y="58139"/>
                </a:lnTo>
                <a:lnTo>
                  <a:pt x="1545614" y="58139"/>
                </a:lnTo>
                <a:lnTo>
                  <a:pt x="1545614" y="64380"/>
                </a:lnTo>
                <a:lnTo>
                  <a:pt x="1505995" y="64380"/>
                </a:lnTo>
                <a:close/>
                <a:moveTo>
                  <a:pt x="1550257" y="14586"/>
                </a:moveTo>
                <a:lnTo>
                  <a:pt x="1559144" y="14586"/>
                </a:lnTo>
                <a:lnTo>
                  <a:pt x="1559144" y="19877"/>
                </a:lnTo>
                <a:cubicBezTo>
                  <a:pt x="1560297" y="18068"/>
                  <a:pt x="1561858" y="16598"/>
                  <a:pt x="1563825" y="15468"/>
                </a:cubicBezTo>
                <a:cubicBezTo>
                  <a:pt x="1565792" y="14337"/>
                  <a:pt x="1567975" y="13772"/>
                  <a:pt x="1570372" y="13772"/>
                </a:cubicBezTo>
                <a:cubicBezTo>
                  <a:pt x="1574555" y="13772"/>
                  <a:pt x="1578105" y="15411"/>
                  <a:pt x="1581022" y="18690"/>
                </a:cubicBezTo>
                <a:cubicBezTo>
                  <a:pt x="1583940" y="21969"/>
                  <a:pt x="1585398" y="26537"/>
                  <a:pt x="1585398" y="32394"/>
                </a:cubicBezTo>
                <a:cubicBezTo>
                  <a:pt x="1585398" y="38409"/>
                  <a:pt x="1583928" y="43084"/>
                  <a:pt x="1580989" y="46419"/>
                </a:cubicBezTo>
                <a:cubicBezTo>
                  <a:pt x="1578049" y="49755"/>
                  <a:pt x="1574487" y="51423"/>
                  <a:pt x="1570304" y="51423"/>
                </a:cubicBezTo>
                <a:cubicBezTo>
                  <a:pt x="1568314" y="51423"/>
                  <a:pt x="1566510" y="51027"/>
                  <a:pt x="1564893" y="50235"/>
                </a:cubicBezTo>
                <a:cubicBezTo>
                  <a:pt x="1563277" y="49444"/>
                  <a:pt x="1561575" y="48087"/>
                  <a:pt x="1559789" y="46165"/>
                </a:cubicBezTo>
                <a:lnTo>
                  <a:pt x="1559789" y="64312"/>
                </a:lnTo>
                <a:lnTo>
                  <a:pt x="1550257" y="64312"/>
                </a:lnTo>
                <a:lnTo>
                  <a:pt x="1550257" y="14586"/>
                </a:lnTo>
                <a:moveTo>
                  <a:pt x="1559687" y="31971"/>
                </a:moveTo>
                <a:cubicBezTo>
                  <a:pt x="1559687" y="36012"/>
                  <a:pt x="1560490" y="38998"/>
                  <a:pt x="1562095" y="40929"/>
                </a:cubicBezTo>
                <a:cubicBezTo>
                  <a:pt x="1563701" y="42859"/>
                  <a:pt x="1565657" y="43825"/>
                  <a:pt x="1567963" y="43825"/>
                </a:cubicBezTo>
                <a:cubicBezTo>
                  <a:pt x="1570179" y="43825"/>
                  <a:pt x="1572022" y="42938"/>
                  <a:pt x="1573492" y="41166"/>
                </a:cubicBezTo>
                <a:cubicBezTo>
                  <a:pt x="1574962" y="39394"/>
                  <a:pt x="1575697" y="36487"/>
                  <a:pt x="1575697" y="32444"/>
                </a:cubicBezTo>
                <a:cubicBezTo>
                  <a:pt x="1575697" y="28674"/>
                  <a:pt x="1574939" y="25874"/>
                  <a:pt x="1573424" y="24045"/>
                </a:cubicBezTo>
                <a:cubicBezTo>
                  <a:pt x="1571909" y="22216"/>
                  <a:pt x="1570032" y="21302"/>
                  <a:pt x="1567794" y="21302"/>
                </a:cubicBezTo>
                <a:cubicBezTo>
                  <a:pt x="1565464" y="21302"/>
                  <a:pt x="1563531" y="22199"/>
                  <a:pt x="1561993" y="23994"/>
                </a:cubicBezTo>
                <a:cubicBezTo>
                  <a:pt x="1560456" y="25789"/>
                  <a:pt x="1559687" y="28448"/>
                  <a:pt x="1559687" y="31971"/>
                </a:cubicBezTo>
                <a:close/>
                <a:moveTo>
                  <a:pt x="1602028" y="50609"/>
                </a:moveTo>
                <a:lnTo>
                  <a:pt x="1592497" y="50609"/>
                </a:lnTo>
                <a:lnTo>
                  <a:pt x="1592497" y="14586"/>
                </a:lnTo>
                <a:lnTo>
                  <a:pt x="1601350" y="14586"/>
                </a:lnTo>
                <a:lnTo>
                  <a:pt x="1601350" y="19708"/>
                </a:lnTo>
                <a:cubicBezTo>
                  <a:pt x="1602865" y="17288"/>
                  <a:pt x="1604227" y="15694"/>
                  <a:pt x="1605437" y="14925"/>
                </a:cubicBezTo>
                <a:cubicBezTo>
                  <a:pt x="1606647" y="14156"/>
                  <a:pt x="1608021" y="13772"/>
                  <a:pt x="1609558" y="13772"/>
                </a:cubicBezTo>
                <a:cubicBezTo>
                  <a:pt x="1611729" y="13772"/>
                  <a:pt x="1613821" y="14371"/>
                  <a:pt x="1615834" y="15569"/>
                </a:cubicBezTo>
                <a:lnTo>
                  <a:pt x="1612883" y="23880"/>
                </a:lnTo>
                <a:cubicBezTo>
                  <a:pt x="1611277" y="22839"/>
                  <a:pt x="1609785" y="22319"/>
                  <a:pt x="1608405" y="22319"/>
                </a:cubicBezTo>
                <a:cubicBezTo>
                  <a:pt x="1607071" y="22319"/>
                  <a:pt x="1605940" y="22687"/>
                  <a:pt x="1605013" y="23422"/>
                </a:cubicBezTo>
                <a:cubicBezTo>
                  <a:pt x="1604086" y="24157"/>
                  <a:pt x="1603357" y="25485"/>
                  <a:pt x="1602825" y="27407"/>
                </a:cubicBezTo>
                <a:cubicBezTo>
                  <a:pt x="1602294" y="29329"/>
                  <a:pt x="1602028" y="33355"/>
                  <a:pt x="1602028" y="39483"/>
                </a:cubicBezTo>
                <a:lnTo>
                  <a:pt x="1602028" y="50609"/>
                </a:lnTo>
                <a:close/>
                <a:moveTo>
                  <a:pt x="1617791" y="32088"/>
                </a:moveTo>
                <a:cubicBezTo>
                  <a:pt x="1617791" y="28922"/>
                  <a:pt x="1618572" y="25858"/>
                  <a:pt x="1620132" y="22896"/>
                </a:cubicBezTo>
                <a:cubicBezTo>
                  <a:pt x="1621692" y="19934"/>
                  <a:pt x="1623903" y="17672"/>
                  <a:pt x="1626763" y="16112"/>
                </a:cubicBezTo>
                <a:cubicBezTo>
                  <a:pt x="1629624" y="14552"/>
                  <a:pt x="1632818" y="13772"/>
                  <a:pt x="1636346" y="13772"/>
                </a:cubicBezTo>
                <a:cubicBezTo>
                  <a:pt x="1641795" y="13772"/>
                  <a:pt x="1646262" y="15541"/>
                  <a:pt x="1649744" y="19080"/>
                </a:cubicBezTo>
                <a:cubicBezTo>
                  <a:pt x="1653226" y="22619"/>
                  <a:pt x="1654968" y="27091"/>
                  <a:pt x="1654968" y="32495"/>
                </a:cubicBezTo>
                <a:cubicBezTo>
                  <a:pt x="1654968" y="37945"/>
                  <a:pt x="1653209" y="42462"/>
                  <a:pt x="1649693" y="46046"/>
                </a:cubicBezTo>
                <a:cubicBezTo>
                  <a:pt x="1646177" y="49631"/>
                  <a:pt x="1641750" y="51423"/>
                  <a:pt x="1636413" y="51423"/>
                </a:cubicBezTo>
                <a:cubicBezTo>
                  <a:pt x="1633112" y="51423"/>
                  <a:pt x="1629963" y="50676"/>
                  <a:pt x="1626967" y="49184"/>
                </a:cubicBezTo>
                <a:cubicBezTo>
                  <a:pt x="1623970" y="47691"/>
                  <a:pt x="1621692" y="45504"/>
                  <a:pt x="1620132" y="42620"/>
                </a:cubicBezTo>
                <a:cubicBezTo>
                  <a:pt x="1618572" y="39737"/>
                  <a:pt x="1617791" y="36227"/>
                  <a:pt x="1617791" y="32088"/>
                </a:cubicBezTo>
                <a:moveTo>
                  <a:pt x="1627560" y="32597"/>
                </a:moveTo>
                <a:cubicBezTo>
                  <a:pt x="1627560" y="36159"/>
                  <a:pt x="1628408" y="38886"/>
                  <a:pt x="1630104" y="40780"/>
                </a:cubicBezTo>
                <a:cubicBezTo>
                  <a:pt x="1631800" y="42674"/>
                  <a:pt x="1633892" y="43621"/>
                  <a:pt x="1636380" y="43621"/>
                </a:cubicBezTo>
                <a:cubicBezTo>
                  <a:pt x="1638867" y="43621"/>
                  <a:pt x="1640953" y="42674"/>
                  <a:pt x="1642638" y="40780"/>
                </a:cubicBezTo>
                <a:cubicBezTo>
                  <a:pt x="1644322" y="38886"/>
                  <a:pt x="1645165" y="36136"/>
                  <a:pt x="1645165" y="32529"/>
                </a:cubicBezTo>
                <a:cubicBezTo>
                  <a:pt x="1645165" y="29013"/>
                  <a:pt x="1644322" y="26308"/>
                  <a:pt x="1642638" y="24414"/>
                </a:cubicBezTo>
                <a:cubicBezTo>
                  <a:pt x="1640953" y="22520"/>
                  <a:pt x="1638867" y="21573"/>
                  <a:pt x="1636380" y="21573"/>
                </a:cubicBezTo>
                <a:cubicBezTo>
                  <a:pt x="1633892" y="21573"/>
                  <a:pt x="1631800" y="22520"/>
                  <a:pt x="1630104" y="24414"/>
                </a:cubicBezTo>
                <a:cubicBezTo>
                  <a:pt x="1628408" y="26308"/>
                  <a:pt x="1627560" y="29035"/>
                  <a:pt x="1627560" y="32597"/>
                </a:cubicBezTo>
                <a:close/>
                <a:moveTo>
                  <a:pt x="1661965" y="50609"/>
                </a:moveTo>
                <a:lnTo>
                  <a:pt x="1661965" y="882"/>
                </a:lnTo>
                <a:lnTo>
                  <a:pt x="1671497" y="882"/>
                </a:lnTo>
                <a:lnTo>
                  <a:pt x="1671497" y="18792"/>
                </a:lnTo>
                <a:cubicBezTo>
                  <a:pt x="1674436" y="15445"/>
                  <a:pt x="1677919" y="13772"/>
                  <a:pt x="1681944" y="13772"/>
                </a:cubicBezTo>
                <a:cubicBezTo>
                  <a:pt x="1686331" y="13772"/>
                  <a:pt x="1689960" y="15360"/>
                  <a:pt x="1692832" y="18537"/>
                </a:cubicBezTo>
                <a:cubicBezTo>
                  <a:pt x="1695704" y="21714"/>
                  <a:pt x="1697140" y="26277"/>
                  <a:pt x="1697140" y="32224"/>
                </a:cubicBezTo>
                <a:cubicBezTo>
                  <a:pt x="1697140" y="38375"/>
                  <a:pt x="1695676" y="43112"/>
                  <a:pt x="1692747" y="46436"/>
                </a:cubicBezTo>
                <a:cubicBezTo>
                  <a:pt x="1689819" y="49761"/>
                  <a:pt x="1686263" y="51423"/>
                  <a:pt x="1682080" y="51423"/>
                </a:cubicBezTo>
                <a:cubicBezTo>
                  <a:pt x="1680022" y="51423"/>
                  <a:pt x="1677992" y="50908"/>
                  <a:pt x="1675991" y="49879"/>
                </a:cubicBezTo>
                <a:cubicBezTo>
                  <a:pt x="1673990" y="48850"/>
                  <a:pt x="1672265" y="47330"/>
                  <a:pt x="1670818" y="45317"/>
                </a:cubicBezTo>
                <a:lnTo>
                  <a:pt x="1670818" y="50609"/>
                </a:lnTo>
                <a:lnTo>
                  <a:pt x="1661965" y="50609"/>
                </a:lnTo>
                <a:moveTo>
                  <a:pt x="1671429" y="31835"/>
                </a:moveTo>
                <a:cubicBezTo>
                  <a:pt x="1671429" y="35561"/>
                  <a:pt x="1672017" y="38315"/>
                  <a:pt x="1673193" y="40099"/>
                </a:cubicBezTo>
                <a:cubicBezTo>
                  <a:pt x="1674843" y="42628"/>
                  <a:pt x="1677037" y="43892"/>
                  <a:pt x="1679773" y="43892"/>
                </a:cubicBezTo>
                <a:cubicBezTo>
                  <a:pt x="1681876" y="43892"/>
                  <a:pt x="1683668" y="42995"/>
                  <a:pt x="1685149" y="41200"/>
                </a:cubicBezTo>
                <a:cubicBezTo>
                  <a:pt x="1686630" y="39405"/>
                  <a:pt x="1687371" y="36577"/>
                  <a:pt x="1687371" y="32716"/>
                </a:cubicBezTo>
                <a:cubicBezTo>
                  <a:pt x="1687371" y="28606"/>
                  <a:pt x="1686625" y="25642"/>
                  <a:pt x="1685132" y="23825"/>
                </a:cubicBezTo>
                <a:cubicBezTo>
                  <a:pt x="1683640" y="22007"/>
                  <a:pt x="1681729" y="21098"/>
                  <a:pt x="1679400" y="21098"/>
                </a:cubicBezTo>
                <a:cubicBezTo>
                  <a:pt x="1677116" y="21098"/>
                  <a:pt x="1675216" y="21985"/>
                  <a:pt x="1673701" y="23758"/>
                </a:cubicBezTo>
                <a:cubicBezTo>
                  <a:pt x="1672186" y="25530"/>
                  <a:pt x="1671429" y="28222"/>
                  <a:pt x="1671429" y="31835"/>
                </a:cubicBezTo>
                <a:close/>
                <a:moveTo>
                  <a:pt x="1725608" y="39144"/>
                </a:moveTo>
                <a:lnTo>
                  <a:pt x="1735106" y="40772"/>
                </a:lnTo>
                <a:cubicBezTo>
                  <a:pt x="1733885" y="44243"/>
                  <a:pt x="1731957" y="46886"/>
                  <a:pt x="1729323" y="48701"/>
                </a:cubicBezTo>
                <a:cubicBezTo>
                  <a:pt x="1726688" y="50515"/>
                  <a:pt x="1723392" y="51423"/>
                  <a:pt x="1719435" y="51423"/>
                </a:cubicBezTo>
                <a:cubicBezTo>
                  <a:pt x="1713171" y="51423"/>
                  <a:pt x="1708535" y="49376"/>
                  <a:pt x="1705528" y="45283"/>
                </a:cubicBezTo>
                <a:cubicBezTo>
                  <a:pt x="1703153" y="42004"/>
                  <a:pt x="1701966" y="37866"/>
                  <a:pt x="1701966" y="32868"/>
                </a:cubicBezTo>
                <a:cubicBezTo>
                  <a:pt x="1701966" y="26899"/>
                  <a:pt x="1703527" y="22223"/>
                  <a:pt x="1706647" y="18843"/>
                </a:cubicBezTo>
                <a:cubicBezTo>
                  <a:pt x="1709768" y="15462"/>
                  <a:pt x="1713714" y="13772"/>
                  <a:pt x="1718485" y="13772"/>
                </a:cubicBezTo>
                <a:cubicBezTo>
                  <a:pt x="1723845" y="13772"/>
                  <a:pt x="1728073" y="15541"/>
                  <a:pt x="1731171" y="19080"/>
                </a:cubicBezTo>
                <a:cubicBezTo>
                  <a:pt x="1734269" y="22619"/>
                  <a:pt x="1735750" y="28041"/>
                  <a:pt x="1735615" y="35345"/>
                </a:cubicBezTo>
                <a:lnTo>
                  <a:pt x="1711735" y="35345"/>
                </a:lnTo>
                <a:cubicBezTo>
                  <a:pt x="1711803" y="38171"/>
                  <a:pt x="1712572" y="40370"/>
                  <a:pt x="1714042" y="41942"/>
                </a:cubicBezTo>
                <a:cubicBezTo>
                  <a:pt x="1715512" y="43514"/>
                  <a:pt x="1717343" y="44299"/>
                  <a:pt x="1719537" y="44299"/>
                </a:cubicBezTo>
                <a:cubicBezTo>
                  <a:pt x="1721029" y="44299"/>
                  <a:pt x="1722284" y="43892"/>
                  <a:pt x="1723302" y="43078"/>
                </a:cubicBezTo>
                <a:cubicBezTo>
                  <a:pt x="1724319" y="42264"/>
                  <a:pt x="1725088" y="40953"/>
                  <a:pt x="1725608" y="39144"/>
                </a:cubicBezTo>
                <a:moveTo>
                  <a:pt x="1726151" y="29510"/>
                </a:moveTo>
                <a:cubicBezTo>
                  <a:pt x="1726083" y="26763"/>
                  <a:pt x="1725371" y="24674"/>
                  <a:pt x="1724014" y="23244"/>
                </a:cubicBezTo>
                <a:cubicBezTo>
                  <a:pt x="1722657" y="21813"/>
                  <a:pt x="1721007" y="21098"/>
                  <a:pt x="1719062" y="21098"/>
                </a:cubicBezTo>
                <a:cubicBezTo>
                  <a:pt x="1716981" y="21098"/>
                  <a:pt x="1715263" y="21853"/>
                  <a:pt x="1713906" y="23361"/>
                </a:cubicBezTo>
                <a:cubicBezTo>
                  <a:pt x="1712549" y="24871"/>
                  <a:pt x="1711882" y="26920"/>
                  <a:pt x="1711905" y="29510"/>
                </a:cubicBezTo>
                <a:lnTo>
                  <a:pt x="1726151" y="29510"/>
                </a:lnTo>
                <a:close/>
                <a:moveTo>
                  <a:pt x="1738019" y="64380"/>
                </a:moveTo>
                <a:lnTo>
                  <a:pt x="1738019" y="58139"/>
                </a:lnTo>
                <a:lnTo>
                  <a:pt x="1777637" y="58139"/>
                </a:lnTo>
                <a:lnTo>
                  <a:pt x="1777637" y="64380"/>
                </a:lnTo>
                <a:lnTo>
                  <a:pt x="1738019" y="64380"/>
                </a:lnTo>
                <a:close/>
                <a:moveTo>
                  <a:pt x="1782280" y="14586"/>
                </a:moveTo>
                <a:lnTo>
                  <a:pt x="1791167" y="14586"/>
                </a:lnTo>
                <a:lnTo>
                  <a:pt x="1791167" y="19877"/>
                </a:lnTo>
                <a:cubicBezTo>
                  <a:pt x="1792320" y="18068"/>
                  <a:pt x="1793881" y="16598"/>
                  <a:pt x="1795848" y="15468"/>
                </a:cubicBezTo>
                <a:cubicBezTo>
                  <a:pt x="1797815" y="14337"/>
                  <a:pt x="1799998" y="13772"/>
                  <a:pt x="1802395" y="13772"/>
                </a:cubicBezTo>
                <a:cubicBezTo>
                  <a:pt x="1806578" y="13772"/>
                  <a:pt x="1810128" y="15411"/>
                  <a:pt x="1813045" y="18690"/>
                </a:cubicBezTo>
                <a:cubicBezTo>
                  <a:pt x="1815963" y="21969"/>
                  <a:pt x="1817421" y="26537"/>
                  <a:pt x="1817421" y="32394"/>
                </a:cubicBezTo>
                <a:cubicBezTo>
                  <a:pt x="1817421" y="38409"/>
                  <a:pt x="1815951" y="43084"/>
                  <a:pt x="1813012" y="46419"/>
                </a:cubicBezTo>
                <a:cubicBezTo>
                  <a:pt x="1810072" y="49755"/>
                  <a:pt x="1806510" y="51423"/>
                  <a:pt x="1802327" y="51423"/>
                </a:cubicBezTo>
                <a:cubicBezTo>
                  <a:pt x="1800337" y="51423"/>
                  <a:pt x="1798533" y="51027"/>
                  <a:pt x="1796916" y="50235"/>
                </a:cubicBezTo>
                <a:cubicBezTo>
                  <a:pt x="1795300" y="49444"/>
                  <a:pt x="1793598" y="48087"/>
                  <a:pt x="1791812" y="46165"/>
                </a:cubicBezTo>
                <a:lnTo>
                  <a:pt x="1791812" y="64312"/>
                </a:lnTo>
                <a:lnTo>
                  <a:pt x="1782280" y="64312"/>
                </a:lnTo>
                <a:lnTo>
                  <a:pt x="1782280" y="14586"/>
                </a:lnTo>
                <a:moveTo>
                  <a:pt x="1791710" y="31971"/>
                </a:moveTo>
                <a:cubicBezTo>
                  <a:pt x="1791710" y="36012"/>
                  <a:pt x="1792513" y="38998"/>
                  <a:pt x="1794118" y="40929"/>
                </a:cubicBezTo>
                <a:cubicBezTo>
                  <a:pt x="1795724" y="42859"/>
                  <a:pt x="1797680" y="43825"/>
                  <a:pt x="1799986" y="43825"/>
                </a:cubicBezTo>
                <a:cubicBezTo>
                  <a:pt x="1802202" y="43825"/>
                  <a:pt x="1804045" y="42938"/>
                  <a:pt x="1805515" y="41166"/>
                </a:cubicBezTo>
                <a:cubicBezTo>
                  <a:pt x="1806985" y="39394"/>
                  <a:pt x="1807720" y="36487"/>
                  <a:pt x="1807720" y="32444"/>
                </a:cubicBezTo>
                <a:cubicBezTo>
                  <a:pt x="1807720" y="28674"/>
                  <a:pt x="1806962" y="25874"/>
                  <a:pt x="1805447" y="24045"/>
                </a:cubicBezTo>
                <a:cubicBezTo>
                  <a:pt x="1803932" y="22216"/>
                  <a:pt x="1802055" y="21302"/>
                  <a:pt x="1799817" y="21302"/>
                </a:cubicBezTo>
                <a:cubicBezTo>
                  <a:pt x="1797487" y="21302"/>
                  <a:pt x="1795554" y="22199"/>
                  <a:pt x="1794016" y="23994"/>
                </a:cubicBezTo>
                <a:cubicBezTo>
                  <a:pt x="1792479" y="25789"/>
                  <a:pt x="1791710" y="28448"/>
                  <a:pt x="1791710" y="31971"/>
                </a:cubicBezTo>
                <a:close/>
                <a:moveTo>
                  <a:pt x="1845788" y="39144"/>
                </a:moveTo>
                <a:lnTo>
                  <a:pt x="1855285" y="40772"/>
                </a:lnTo>
                <a:cubicBezTo>
                  <a:pt x="1854064" y="44243"/>
                  <a:pt x="1852136" y="46886"/>
                  <a:pt x="1849502" y="48701"/>
                </a:cubicBezTo>
                <a:cubicBezTo>
                  <a:pt x="1846868" y="50515"/>
                  <a:pt x="1843572" y="51423"/>
                  <a:pt x="1839614" y="51423"/>
                </a:cubicBezTo>
                <a:cubicBezTo>
                  <a:pt x="1833350" y="51423"/>
                  <a:pt x="1828715" y="49376"/>
                  <a:pt x="1825707" y="45283"/>
                </a:cubicBezTo>
                <a:cubicBezTo>
                  <a:pt x="1823333" y="42004"/>
                  <a:pt x="1822146" y="37866"/>
                  <a:pt x="1822146" y="32868"/>
                </a:cubicBezTo>
                <a:cubicBezTo>
                  <a:pt x="1822146" y="26899"/>
                  <a:pt x="1823706" y="22223"/>
                  <a:pt x="1826826" y="18843"/>
                </a:cubicBezTo>
                <a:cubicBezTo>
                  <a:pt x="1829947" y="15462"/>
                  <a:pt x="1833893" y="13772"/>
                  <a:pt x="1838665" y="13772"/>
                </a:cubicBezTo>
                <a:cubicBezTo>
                  <a:pt x="1844024" y="13772"/>
                  <a:pt x="1848253" y="15541"/>
                  <a:pt x="1851351" y="19080"/>
                </a:cubicBezTo>
                <a:cubicBezTo>
                  <a:pt x="1854449" y="22619"/>
                  <a:pt x="1855930" y="28041"/>
                  <a:pt x="1855794" y="35345"/>
                </a:cubicBezTo>
                <a:lnTo>
                  <a:pt x="1831914" y="35345"/>
                </a:lnTo>
                <a:cubicBezTo>
                  <a:pt x="1831982" y="38171"/>
                  <a:pt x="1832751" y="40370"/>
                  <a:pt x="1834221" y="41942"/>
                </a:cubicBezTo>
                <a:cubicBezTo>
                  <a:pt x="1835691" y="43514"/>
                  <a:pt x="1837523" y="44299"/>
                  <a:pt x="1839716" y="44299"/>
                </a:cubicBezTo>
                <a:cubicBezTo>
                  <a:pt x="1841209" y="44299"/>
                  <a:pt x="1842464" y="43892"/>
                  <a:pt x="1843481" y="43078"/>
                </a:cubicBezTo>
                <a:cubicBezTo>
                  <a:pt x="1844499" y="42264"/>
                  <a:pt x="1845268" y="40953"/>
                  <a:pt x="1845788" y="39144"/>
                </a:cubicBezTo>
                <a:moveTo>
                  <a:pt x="1846330" y="29510"/>
                </a:moveTo>
                <a:cubicBezTo>
                  <a:pt x="1846263" y="26763"/>
                  <a:pt x="1845550" y="24674"/>
                  <a:pt x="1844193" y="23244"/>
                </a:cubicBezTo>
                <a:cubicBezTo>
                  <a:pt x="1842837" y="21813"/>
                  <a:pt x="1841186" y="21098"/>
                  <a:pt x="1839241" y="21098"/>
                </a:cubicBezTo>
                <a:cubicBezTo>
                  <a:pt x="1837161" y="21098"/>
                  <a:pt x="1835442" y="21853"/>
                  <a:pt x="1834085" y="23361"/>
                </a:cubicBezTo>
                <a:cubicBezTo>
                  <a:pt x="1832729" y="24871"/>
                  <a:pt x="1832061" y="26920"/>
                  <a:pt x="1832084" y="29510"/>
                </a:cubicBezTo>
                <a:lnTo>
                  <a:pt x="1846330" y="29510"/>
                </a:lnTo>
                <a:close/>
                <a:moveTo>
                  <a:pt x="1895901" y="50609"/>
                </a:moveTo>
                <a:lnTo>
                  <a:pt x="1886370" y="50609"/>
                </a:lnTo>
                <a:lnTo>
                  <a:pt x="1886370" y="32245"/>
                </a:lnTo>
                <a:cubicBezTo>
                  <a:pt x="1886370" y="28360"/>
                  <a:pt x="1886166" y="25847"/>
                  <a:pt x="1885759" y="24706"/>
                </a:cubicBezTo>
                <a:cubicBezTo>
                  <a:pt x="1885352" y="23566"/>
                  <a:pt x="1884691" y="22679"/>
                  <a:pt x="1883775" y="22047"/>
                </a:cubicBezTo>
                <a:cubicBezTo>
                  <a:pt x="1882859" y="21414"/>
                  <a:pt x="1881757" y="21098"/>
                  <a:pt x="1880468" y="21098"/>
                </a:cubicBezTo>
                <a:cubicBezTo>
                  <a:pt x="1878817" y="21098"/>
                  <a:pt x="1877336" y="21550"/>
                  <a:pt x="1876024" y="22454"/>
                </a:cubicBezTo>
                <a:cubicBezTo>
                  <a:pt x="1874713" y="23357"/>
                  <a:pt x="1873814" y="24554"/>
                  <a:pt x="1873328" y="26045"/>
                </a:cubicBezTo>
                <a:cubicBezTo>
                  <a:pt x="1872841" y="27536"/>
                  <a:pt x="1872598" y="30291"/>
                  <a:pt x="1872598" y="34312"/>
                </a:cubicBezTo>
                <a:lnTo>
                  <a:pt x="1872598" y="50609"/>
                </a:lnTo>
                <a:lnTo>
                  <a:pt x="1863067" y="50609"/>
                </a:lnTo>
                <a:lnTo>
                  <a:pt x="1863067" y="14586"/>
                </a:lnTo>
                <a:lnTo>
                  <a:pt x="1871920" y="14586"/>
                </a:lnTo>
                <a:lnTo>
                  <a:pt x="1871920" y="19877"/>
                </a:lnTo>
                <a:cubicBezTo>
                  <a:pt x="1875063" y="15807"/>
                  <a:pt x="1879020" y="13772"/>
                  <a:pt x="1883792" y="13772"/>
                </a:cubicBezTo>
                <a:cubicBezTo>
                  <a:pt x="1885895" y="13772"/>
                  <a:pt x="1887817" y="14150"/>
                  <a:pt x="1889558" y="14908"/>
                </a:cubicBezTo>
                <a:cubicBezTo>
                  <a:pt x="1891299" y="15665"/>
                  <a:pt x="1892617" y="16632"/>
                  <a:pt x="1893510" y="17808"/>
                </a:cubicBezTo>
                <a:cubicBezTo>
                  <a:pt x="1894403" y="18984"/>
                  <a:pt x="1895025" y="20318"/>
                  <a:pt x="1895376" y="21811"/>
                </a:cubicBezTo>
                <a:cubicBezTo>
                  <a:pt x="1895726" y="23303"/>
                  <a:pt x="1895901" y="25440"/>
                  <a:pt x="1895901" y="28221"/>
                </a:cubicBezTo>
                <a:lnTo>
                  <a:pt x="1895901" y="50609"/>
                </a:lnTo>
                <a:close/>
                <a:moveTo>
                  <a:pt x="1938548" y="50609"/>
                </a:moveTo>
                <a:lnTo>
                  <a:pt x="1929695" y="50609"/>
                </a:lnTo>
                <a:lnTo>
                  <a:pt x="1929695" y="45317"/>
                </a:lnTo>
                <a:cubicBezTo>
                  <a:pt x="1928225" y="47375"/>
                  <a:pt x="1926489" y="48907"/>
                  <a:pt x="1924488" y="49913"/>
                </a:cubicBezTo>
                <a:cubicBezTo>
                  <a:pt x="1922487" y="50920"/>
                  <a:pt x="1920469" y="51423"/>
                  <a:pt x="1918433" y="51423"/>
                </a:cubicBezTo>
                <a:cubicBezTo>
                  <a:pt x="1914295" y="51423"/>
                  <a:pt x="1910751" y="49755"/>
                  <a:pt x="1907799" y="46419"/>
                </a:cubicBezTo>
                <a:cubicBezTo>
                  <a:pt x="1904848" y="43084"/>
                  <a:pt x="1903373" y="38431"/>
                  <a:pt x="1903373" y="32461"/>
                </a:cubicBezTo>
                <a:cubicBezTo>
                  <a:pt x="1903373" y="26356"/>
                  <a:pt x="1904809" y="21714"/>
                  <a:pt x="1907681" y="18537"/>
                </a:cubicBezTo>
                <a:cubicBezTo>
                  <a:pt x="1910553" y="15360"/>
                  <a:pt x="1914182" y="13772"/>
                  <a:pt x="1918569" y="13772"/>
                </a:cubicBezTo>
                <a:cubicBezTo>
                  <a:pt x="1922594" y="13772"/>
                  <a:pt x="1926077" y="15445"/>
                  <a:pt x="1929016" y="18792"/>
                </a:cubicBezTo>
                <a:lnTo>
                  <a:pt x="1929016" y="882"/>
                </a:lnTo>
                <a:lnTo>
                  <a:pt x="1938548" y="882"/>
                </a:lnTo>
                <a:lnTo>
                  <a:pt x="1938548" y="50609"/>
                </a:lnTo>
                <a:moveTo>
                  <a:pt x="1913108" y="31835"/>
                </a:moveTo>
                <a:cubicBezTo>
                  <a:pt x="1913108" y="35674"/>
                  <a:pt x="1913639" y="38451"/>
                  <a:pt x="1914702" y="40167"/>
                </a:cubicBezTo>
                <a:cubicBezTo>
                  <a:pt x="1916240" y="42650"/>
                  <a:pt x="1918388" y="43892"/>
                  <a:pt x="1921147" y="43892"/>
                </a:cubicBezTo>
                <a:cubicBezTo>
                  <a:pt x="1923340" y="43892"/>
                  <a:pt x="1925206" y="42961"/>
                  <a:pt x="1926744" y="41098"/>
                </a:cubicBezTo>
                <a:cubicBezTo>
                  <a:pt x="1928281" y="39236"/>
                  <a:pt x="1929050" y="36453"/>
                  <a:pt x="1929050" y="32750"/>
                </a:cubicBezTo>
                <a:cubicBezTo>
                  <a:pt x="1929050" y="28617"/>
                  <a:pt x="1928304" y="25642"/>
                  <a:pt x="1926812" y="23825"/>
                </a:cubicBezTo>
                <a:cubicBezTo>
                  <a:pt x="1925319" y="22007"/>
                  <a:pt x="1923408" y="21098"/>
                  <a:pt x="1921079" y="21098"/>
                </a:cubicBezTo>
                <a:cubicBezTo>
                  <a:pt x="1918818" y="21098"/>
                  <a:pt x="1916924" y="21996"/>
                  <a:pt x="1915398" y="23791"/>
                </a:cubicBezTo>
                <a:cubicBezTo>
                  <a:pt x="1913871" y="25586"/>
                  <a:pt x="1913108" y="28267"/>
                  <a:pt x="1913108" y="31835"/>
                </a:cubicBezTo>
                <a:close/>
                <a:moveTo>
                  <a:pt x="1947885" y="9701"/>
                </a:moveTo>
                <a:lnTo>
                  <a:pt x="1947885" y="882"/>
                </a:lnTo>
                <a:lnTo>
                  <a:pt x="1957417" y="882"/>
                </a:lnTo>
                <a:lnTo>
                  <a:pt x="1957417" y="9701"/>
                </a:lnTo>
                <a:lnTo>
                  <a:pt x="1947885" y="9701"/>
                </a:lnTo>
                <a:moveTo>
                  <a:pt x="1947885" y="50609"/>
                </a:moveTo>
                <a:lnTo>
                  <a:pt x="1947885" y="14586"/>
                </a:lnTo>
                <a:lnTo>
                  <a:pt x="1957417" y="14586"/>
                </a:lnTo>
                <a:lnTo>
                  <a:pt x="1957417" y="50609"/>
                </a:lnTo>
                <a:lnTo>
                  <a:pt x="1947885" y="50609"/>
                </a:lnTo>
                <a:close/>
                <a:moveTo>
                  <a:pt x="2000103" y="50609"/>
                </a:moveTo>
                <a:lnTo>
                  <a:pt x="1990572" y="50609"/>
                </a:lnTo>
                <a:lnTo>
                  <a:pt x="1990572" y="32245"/>
                </a:lnTo>
                <a:cubicBezTo>
                  <a:pt x="1990572" y="28360"/>
                  <a:pt x="1990368" y="25847"/>
                  <a:pt x="1989961" y="24706"/>
                </a:cubicBezTo>
                <a:cubicBezTo>
                  <a:pt x="1989554" y="23566"/>
                  <a:pt x="1988893" y="22679"/>
                  <a:pt x="1987977" y="22047"/>
                </a:cubicBezTo>
                <a:cubicBezTo>
                  <a:pt x="1987061" y="21414"/>
                  <a:pt x="1985959" y="21098"/>
                  <a:pt x="1984670" y="21098"/>
                </a:cubicBezTo>
                <a:cubicBezTo>
                  <a:pt x="1983019" y="21098"/>
                  <a:pt x="1981538" y="21550"/>
                  <a:pt x="1980226" y="22454"/>
                </a:cubicBezTo>
                <a:cubicBezTo>
                  <a:pt x="1978915" y="23357"/>
                  <a:pt x="1978016" y="24554"/>
                  <a:pt x="1977530" y="26045"/>
                </a:cubicBezTo>
                <a:cubicBezTo>
                  <a:pt x="1977044" y="27536"/>
                  <a:pt x="1976800" y="30291"/>
                  <a:pt x="1976800" y="34312"/>
                </a:cubicBezTo>
                <a:lnTo>
                  <a:pt x="1976800" y="50609"/>
                </a:lnTo>
                <a:lnTo>
                  <a:pt x="1967269" y="50609"/>
                </a:lnTo>
                <a:lnTo>
                  <a:pt x="1967269" y="14586"/>
                </a:lnTo>
                <a:lnTo>
                  <a:pt x="1976122" y="14586"/>
                </a:lnTo>
                <a:lnTo>
                  <a:pt x="1976122" y="19877"/>
                </a:lnTo>
                <a:cubicBezTo>
                  <a:pt x="1979265" y="15807"/>
                  <a:pt x="1983223" y="13772"/>
                  <a:pt x="1987994" y="13772"/>
                </a:cubicBezTo>
                <a:cubicBezTo>
                  <a:pt x="1990097" y="13772"/>
                  <a:pt x="1992019" y="14150"/>
                  <a:pt x="1993760" y="14908"/>
                </a:cubicBezTo>
                <a:cubicBezTo>
                  <a:pt x="1995502" y="15665"/>
                  <a:pt x="1996819" y="16632"/>
                  <a:pt x="1997712" y="17808"/>
                </a:cubicBezTo>
                <a:cubicBezTo>
                  <a:pt x="1998605" y="18984"/>
                  <a:pt x="1999227" y="20318"/>
                  <a:pt x="1999578" y="21811"/>
                </a:cubicBezTo>
                <a:cubicBezTo>
                  <a:pt x="1999928" y="23303"/>
                  <a:pt x="2000103" y="25440"/>
                  <a:pt x="2000103" y="28221"/>
                </a:cubicBezTo>
                <a:lnTo>
                  <a:pt x="2000103" y="50609"/>
                </a:lnTo>
                <a:close/>
                <a:moveTo>
                  <a:pt x="2008830" y="52915"/>
                </a:moveTo>
                <a:lnTo>
                  <a:pt x="2019718" y="54272"/>
                </a:lnTo>
                <a:cubicBezTo>
                  <a:pt x="2019899" y="55550"/>
                  <a:pt x="2020318" y="56429"/>
                  <a:pt x="2020973" y="56908"/>
                </a:cubicBezTo>
                <a:cubicBezTo>
                  <a:pt x="2021878" y="57593"/>
                  <a:pt x="2023303" y="57935"/>
                  <a:pt x="2025247" y="57935"/>
                </a:cubicBezTo>
                <a:cubicBezTo>
                  <a:pt x="2027735" y="57935"/>
                  <a:pt x="2029600" y="57559"/>
                  <a:pt x="2030844" y="56807"/>
                </a:cubicBezTo>
                <a:cubicBezTo>
                  <a:pt x="2031681" y="56306"/>
                  <a:pt x="2032314" y="55498"/>
                  <a:pt x="2032744" y="54382"/>
                </a:cubicBezTo>
                <a:cubicBezTo>
                  <a:pt x="2033038" y="53585"/>
                  <a:pt x="2033185" y="52116"/>
                  <a:pt x="2033185" y="49976"/>
                </a:cubicBezTo>
                <a:lnTo>
                  <a:pt x="2033185" y="44680"/>
                </a:lnTo>
                <a:cubicBezTo>
                  <a:pt x="2030335" y="48632"/>
                  <a:pt x="2026740" y="50609"/>
                  <a:pt x="2022398" y="50609"/>
                </a:cubicBezTo>
                <a:cubicBezTo>
                  <a:pt x="2017559" y="50609"/>
                  <a:pt x="2013726" y="48562"/>
                  <a:pt x="2010899" y="44469"/>
                </a:cubicBezTo>
                <a:cubicBezTo>
                  <a:pt x="2008683" y="41235"/>
                  <a:pt x="2007575" y="37210"/>
                  <a:pt x="2007575" y="32394"/>
                </a:cubicBezTo>
                <a:cubicBezTo>
                  <a:pt x="2007575" y="26356"/>
                  <a:pt x="2009028" y="21743"/>
                  <a:pt x="2011934" y="18554"/>
                </a:cubicBezTo>
                <a:cubicBezTo>
                  <a:pt x="2014840" y="15366"/>
                  <a:pt x="2018452" y="13772"/>
                  <a:pt x="2022771" y="13772"/>
                </a:cubicBezTo>
                <a:cubicBezTo>
                  <a:pt x="2027226" y="13772"/>
                  <a:pt x="2030901" y="15737"/>
                  <a:pt x="2033795" y="19667"/>
                </a:cubicBezTo>
                <a:lnTo>
                  <a:pt x="2033795" y="14586"/>
                </a:lnTo>
                <a:lnTo>
                  <a:pt x="2042716" y="14586"/>
                </a:lnTo>
                <a:lnTo>
                  <a:pt x="2042716" y="46933"/>
                </a:lnTo>
                <a:cubicBezTo>
                  <a:pt x="2042716" y="51187"/>
                  <a:pt x="2042366" y="54366"/>
                  <a:pt x="2041665" y="56470"/>
                </a:cubicBezTo>
                <a:cubicBezTo>
                  <a:pt x="2040964" y="58575"/>
                  <a:pt x="2039980" y="60227"/>
                  <a:pt x="2038714" y="61426"/>
                </a:cubicBezTo>
                <a:cubicBezTo>
                  <a:pt x="2037447" y="62626"/>
                  <a:pt x="2035757" y="63565"/>
                  <a:pt x="2033643" y="64243"/>
                </a:cubicBezTo>
                <a:cubicBezTo>
                  <a:pt x="2031528" y="64922"/>
                  <a:pt x="2028854" y="65262"/>
                  <a:pt x="2025621" y="65262"/>
                </a:cubicBezTo>
                <a:cubicBezTo>
                  <a:pt x="2019515" y="65262"/>
                  <a:pt x="2015184" y="64207"/>
                  <a:pt x="2012629" y="62098"/>
                </a:cubicBezTo>
                <a:cubicBezTo>
                  <a:pt x="2010074" y="59989"/>
                  <a:pt x="2008796" y="57316"/>
                  <a:pt x="2008796" y="54078"/>
                </a:cubicBezTo>
                <a:cubicBezTo>
                  <a:pt x="2008796" y="53759"/>
                  <a:pt x="2008808" y="53371"/>
                  <a:pt x="2008830" y="52915"/>
                </a:cubicBezTo>
                <a:moveTo>
                  <a:pt x="2017344" y="31851"/>
                </a:moveTo>
                <a:cubicBezTo>
                  <a:pt x="2017344" y="35661"/>
                  <a:pt x="2018085" y="38451"/>
                  <a:pt x="2019566" y="40221"/>
                </a:cubicBezTo>
                <a:cubicBezTo>
                  <a:pt x="2021047" y="41990"/>
                  <a:pt x="2022873" y="42875"/>
                  <a:pt x="2025044" y="42875"/>
                </a:cubicBezTo>
                <a:cubicBezTo>
                  <a:pt x="2027373" y="42875"/>
                  <a:pt x="2029340" y="41967"/>
                  <a:pt x="2030946" y="40153"/>
                </a:cubicBezTo>
                <a:cubicBezTo>
                  <a:pt x="2032551" y="38338"/>
                  <a:pt x="2033354" y="35650"/>
                  <a:pt x="2033354" y="32088"/>
                </a:cubicBezTo>
                <a:cubicBezTo>
                  <a:pt x="2033354" y="28368"/>
                  <a:pt x="2032585" y="25607"/>
                  <a:pt x="2031048" y="23803"/>
                </a:cubicBezTo>
                <a:cubicBezTo>
                  <a:pt x="2029510" y="22000"/>
                  <a:pt x="2027565" y="21098"/>
                  <a:pt x="2025213" y="21098"/>
                </a:cubicBezTo>
                <a:cubicBezTo>
                  <a:pt x="2022930" y="21098"/>
                  <a:pt x="2021047" y="21983"/>
                  <a:pt x="2019566" y="23752"/>
                </a:cubicBezTo>
                <a:cubicBezTo>
                  <a:pt x="2018085" y="25522"/>
                  <a:pt x="2017344" y="28221"/>
                  <a:pt x="2017344" y="31851"/>
                </a:cubicBezTo>
                <a:close/>
                <a:moveTo>
                  <a:pt x="2046457" y="64380"/>
                </a:moveTo>
                <a:lnTo>
                  <a:pt x="2046457" y="58139"/>
                </a:lnTo>
                <a:lnTo>
                  <a:pt x="2086075" y="58139"/>
                </a:lnTo>
                <a:lnTo>
                  <a:pt x="2086075" y="64380"/>
                </a:lnTo>
                <a:lnTo>
                  <a:pt x="2046457" y="64380"/>
                </a:lnTo>
                <a:close/>
                <a:moveTo>
                  <a:pt x="2090990" y="50609"/>
                </a:moveTo>
                <a:lnTo>
                  <a:pt x="2090990" y="882"/>
                </a:lnTo>
                <a:lnTo>
                  <a:pt x="2100521" y="882"/>
                </a:lnTo>
                <a:lnTo>
                  <a:pt x="2100521" y="50609"/>
                </a:lnTo>
                <a:lnTo>
                  <a:pt x="2090990" y="50609"/>
                </a:lnTo>
                <a:close/>
                <a:moveTo>
                  <a:pt x="2110441" y="9701"/>
                </a:moveTo>
                <a:lnTo>
                  <a:pt x="2110441" y="882"/>
                </a:lnTo>
                <a:lnTo>
                  <a:pt x="2119972" y="882"/>
                </a:lnTo>
                <a:lnTo>
                  <a:pt x="2119972" y="9701"/>
                </a:lnTo>
                <a:lnTo>
                  <a:pt x="2110441" y="9701"/>
                </a:lnTo>
                <a:moveTo>
                  <a:pt x="2110441" y="50609"/>
                </a:moveTo>
                <a:lnTo>
                  <a:pt x="2110441" y="14586"/>
                </a:lnTo>
                <a:lnTo>
                  <a:pt x="2119972" y="14586"/>
                </a:lnTo>
                <a:lnTo>
                  <a:pt x="2119972" y="50609"/>
                </a:lnTo>
                <a:lnTo>
                  <a:pt x="2110441" y="50609"/>
                </a:lnTo>
                <a:close/>
                <a:moveTo>
                  <a:pt x="2126534" y="40365"/>
                </a:moveTo>
                <a:lnTo>
                  <a:pt x="2136099" y="38872"/>
                </a:lnTo>
                <a:cubicBezTo>
                  <a:pt x="2136506" y="40715"/>
                  <a:pt x="2137332" y="42114"/>
                  <a:pt x="2138575" y="43070"/>
                </a:cubicBezTo>
                <a:cubicBezTo>
                  <a:pt x="2139819" y="44025"/>
                  <a:pt x="2141560" y="44503"/>
                  <a:pt x="2143799" y="44503"/>
                </a:cubicBezTo>
                <a:cubicBezTo>
                  <a:pt x="2146264" y="44503"/>
                  <a:pt x="2148118" y="44051"/>
                  <a:pt x="2149362" y="43148"/>
                </a:cubicBezTo>
                <a:cubicBezTo>
                  <a:pt x="2150199" y="42516"/>
                  <a:pt x="2150617" y="41669"/>
                  <a:pt x="2150617" y="40608"/>
                </a:cubicBezTo>
                <a:cubicBezTo>
                  <a:pt x="2150617" y="39885"/>
                  <a:pt x="2150391" y="39286"/>
                  <a:pt x="2149939" y="38812"/>
                </a:cubicBezTo>
                <a:cubicBezTo>
                  <a:pt x="2149464" y="38360"/>
                  <a:pt x="2148401" y="37943"/>
                  <a:pt x="2146750" y="37559"/>
                </a:cubicBezTo>
                <a:cubicBezTo>
                  <a:pt x="2139062" y="35866"/>
                  <a:pt x="2134188" y="34319"/>
                  <a:pt x="2132131" y="32918"/>
                </a:cubicBezTo>
                <a:cubicBezTo>
                  <a:pt x="2129281" y="30975"/>
                  <a:pt x="2127857" y="28275"/>
                  <a:pt x="2127857" y="24819"/>
                </a:cubicBezTo>
                <a:cubicBezTo>
                  <a:pt x="2127857" y="21701"/>
                  <a:pt x="2129089" y="19080"/>
                  <a:pt x="2131554" y="16957"/>
                </a:cubicBezTo>
                <a:cubicBezTo>
                  <a:pt x="2134019" y="14833"/>
                  <a:pt x="2137840" y="13772"/>
                  <a:pt x="2143019" y="13772"/>
                </a:cubicBezTo>
                <a:cubicBezTo>
                  <a:pt x="2147949" y="13772"/>
                  <a:pt x="2151612" y="14571"/>
                  <a:pt x="2154009" y="16171"/>
                </a:cubicBezTo>
                <a:cubicBezTo>
                  <a:pt x="2156406" y="17771"/>
                  <a:pt x="2158057" y="20137"/>
                  <a:pt x="2158961" y="23269"/>
                </a:cubicBezTo>
                <a:lnTo>
                  <a:pt x="2149973" y="24965"/>
                </a:lnTo>
                <a:cubicBezTo>
                  <a:pt x="2149588" y="23563"/>
                  <a:pt x="2148859" y="22489"/>
                  <a:pt x="2147785" y="21743"/>
                </a:cubicBezTo>
                <a:cubicBezTo>
                  <a:pt x="2146711" y="20996"/>
                  <a:pt x="2145179" y="20623"/>
                  <a:pt x="2143189" y="20623"/>
                </a:cubicBezTo>
                <a:cubicBezTo>
                  <a:pt x="2140678" y="20623"/>
                  <a:pt x="2138881" y="20973"/>
                  <a:pt x="2137795" y="21674"/>
                </a:cubicBezTo>
                <a:cubicBezTo>
                  <a:pt x="2137072" y="22170"/>
                  <a:pt x="2136710" y="22813"/>
                  <a:pt x="2136710" y="23604"/>
                </a:cubicBezTo>
                <a:cubicBezTo>
                  <a:pt x="2136710" y="24281"/>
                  <a:pt x="2137026" y="24857"/>
                  <a:pt x="2137660" y="25331"/>
                </a:cubicBezTo>
                <a:cubicBezTo>
                  <a:pt x="2138519" y="25963"/>
                  <a:pt x="2141487" y="26855"/>
                  <a:pt x="2146564" y="28007"/>
                </a:cubicBezTo>
                <a:cubicBezTo>
                  <a:pt x="2151640" y="29159"/>
                  <a:pt x="2155185" y="30572"/>
                  <a:pt x="2157197" y="32246"/>
                </a:cubicBezTo>
                <a:cubicBezTo>
                  <a:pt x="2159187" y="33944"/>
                  <a:pt x="2160182" y="36308"/>
                  <a:pt x="2160182" y="39340"/>
                </a:cubicBezTo>
                <a:cubicBezTo>
                  <a:pt x="2160182" y="42643"/>
                  <a:pt x="2158803" y="45483"/>
                  <a:pt x="2156044" y="47859"/>
                </a:cubicBezTo>
                <a:cubicBezTo>
                  <a:pt x="2153285" y="50235"/>
                  <a:pt x="2149204" y="51423"/>
                  <a:pt x="2143799" y="51423"/>
                </a:cubicBezTo>
                <a:cubicBezTo>
                  <a:pt x="2138892" y="51423"/>
                  <a:pt x="2135008" y="50431"/>
                  <a:pt x="2132148" y="48447"/>
                </a:cubicBezTo>
                <a:cubicBezTo>
                  <a:pt x="2129287" y="46463"/>
                  <a:pt x="2127416" y="43769"/>
                  <a:pt x="2126534" y="40365"/>
                </a:cubicBezTo>
                <a:close/>
                <a:moveTo>
                  <a:pt x="2185313" y="14586"/>
                </a:moveTo>
                <a:lnTo>
                  <a:pt x="2185313" y="22184"/>
                </a:lnTo>
                <a:lnTo>
                  <a:pt x="2178800" y="22184"/>
                </a:lnTo>
                <a:lnTo>
                  <a:pt x="2178800" y="36678"/>
                </a:lnTo>
                <a:cubicBezTo>
                  <a:pt x="2178800" y="39614"/>
                  <a:pt x="2178862" y="41324"/>
                  <a:pt x="2178987" y="41810"/>
                </a:cubicBezTo>
                <a:cubicBezTo>
                  <a:pt x="2179111" y="42294"/>
                  <a:pt x="2179394" y="42695"/>
                  <a:pt x="2179835" y="43012"/>
                </a:cubicBezTo>
                <a:cubicBezTo>
                  <a:pt x="2180276" y="43327"/>
                  <a:pt x="2180813" y="43485"/>
                  <a:pt x="2181446" y="43485"/>
                </a:cubicBezTo>
                <a:cubicBezTo>
                  <a:pt x="2182328" y="43485"/>
                  <a:pt x="2183605" y="43180"/>
                  <a:pt x="2185279" y="42570"/>
                </a:cubicBezTo>
                <a:lnTo>
                  <a:pt x="2186093" y="49992"/>
                </a:lnTo>
                <a:cubicBezTo>
                  <a:pt x="2183877" y="50946"/>
                  <a:pt x="2181367" y="51423"/>
                  <a:pt x="2178563" y="51423"/>
                </a:cubicBezTo>
                <a:cubicBezTo>
                  <a:pt x="2176844" y="51423"/>
                  <a:pt x="2175295" y="51134"/>
                  <a:pt x="2173916" y="50558"/>
                </a:cubicBezTo>
                <a:cubicBezTo>
                  <a:pt x="2172536" y="49981"/>
                  <a:pt x="2171524" y="49235"/>
                  <a:pt x="2170880" y="48319"/>
                </a:cubicBezTo>
                <a:cubicBezTo>
                  <a:pt x="2170235" y="47403"/>
                  <a:pt x="2169789" y="46165"/>
                  <a:pt x="2169540" y="44605"/>
                </a:cubicBezTo>
                <a:cubicBezTo>
                  <a:pt x="2169336" y="43497"/>
                  <a:pt x="2169235" y="41258"/>
                  <a:pt x="2169235" y="37889"/>
                </a:cubicBezTo>
                <a:lnTo>
                  <a:pt x="2169235" y="22184"/>
                </a:lnTo>
                <a:lnTo>
                  <a:pt x="2164859" y="22184"/>
                </a:lnTo>
                <a:lnTo>
                  <a:pt x="2164859" y="14586"/>
                </a:lnTo>
                <a:lnTo>
                  <a:pt x="2169235" y="14586"/>
                </a:lnTo>
                <a:lnTo>
                  <a:pt x="2169235" y="7395"/>
                </a:lnTo>
                <a:lnTo>
                  <a:pt x="2178800" y="1764"/>
                </a:lnTo>
                <a:lnTo>
                  <a:pt x="2178800" y="14586"/>
                </a:lnTo>
                <a:lnTo>
                  <a:pt x="2185313" y="14586"/>
                </a:lnTo>
                <a:close/>
                <a:moveTo>
                  <a:pt x="2191482" y="41043"/>
                </a:moveTo>
                <a:lnTo>
                  <a:pt x="2201013" y="41043"/>
                </a:lnTo>
                <a:lnTo>
                  <a:pt x="2201013" y="47883"/>
                </a:lnTo>
                <a:cubicBezTo>
                  <a:pt x="2201013" y="50651"/>
                  <a:pt x="2200776" y="52835"/>
                  <a:pt x="2200301" y="54434"/>
                </a:cubicBezTo>
                <a:cubicBezTo>
                  <a:pt x="2199826" y="56034"/>
                  <a:pt x="2198927" y="57469"/>
                  <a:pt x="2197604" y="58740"/>
                </a:cubicBezTo>
                <a:cubicBezTo>
                  <a:pt x="2196282" y="60010"/>
                  <a:pt x="2194603" y="61009"/>
                  <a:pt x="2192567" y="61734"/>
                </a:cubicBezTo>
                <a:lnTo>
                  <a:pt x="2190702" y="57800"/>
                </a:lnTo>
                <a:cubicBezTo>
                  <a:pt x="2192624" y="57164"/>
                  <a:pt x="2193992" y="56289"/>
                  <a:pt x="2194806" y="55175"/>
                </a:cubicBezTo>
                <a:cubicBezTo>
                  <a:pt x="2195620" y="54062"/>
                  <a:pt x="2196050" y="52540"/>
                  <a:pt x="2196095" y="50609"/>
                </a:cubicBezTo>
                <a:lnTo>
                  <a:pt x="2191482" y="50609"/>
                </a:lnTo>
                <a:lnTo>
                  <a:pt x="2191482" y="410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deferred_probe)">
            <a:extLst xmlns:a="http://schemas.openxmlformats.org/drawingml/2006/main">
              <a:ext uri="{FF2B5EF4-FFF2-40B4-BE49-F238E27FC236}">
                <a16:creationId xmlns:a16="http://schemas.microsoft.com/office/drawing/2014/main" id="{AB511DBD-A289-4145-8A3B-92C6BC90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637" y="3131077"/>
            <a:ext cx="527280" cy="65262"/>
          </a:xfrm>
          <a:custGeom xmlns:a="http://schemas.openxmlformats.org/drawingml/2006/main">
            <a:pathLst>
              <a:path w="527280" h="65262">
                <a:moveTo>
                  <a:pt x="35175" y="50609"/>
                </a:moveTo>
                <a:lnTo>
                  <a:pt x="26322" y="50609"/>
                </a:lnTo>
                <a:lnTo>
                  <a:pt x="26322" y="45317"/>
                </a:lnTo>
                <a:cubicBezTo>
                  <a:pt x="24852" y="47375"/>
                  <a:pt x="23116" y="48907"/>
                  <a:pt x="21115" y="49913"/>
                </a:cubicBezTo>
                <a:cubicBezTo>
                  <a:pt x="19114" y="50920"/>
                  <a:pt x="17096" y="51423"/>
                  <a:pt x="15060" y="51423"/>
                </a:cubicBezTo>
                <a:cubicBezTo>
                  <a:pt x="10922" y="51423"/>
                  <a:pt x="7378" y="49755"/>
                  <a:pt x="4427" y="46419"/>
                </a:cubicBezTo>
                <a:cubicBezTo>
                  <a:pt x="1476" y="43084"/>
                  <a:pt x="0" y="38431"/>
                  <a:pt x="0" y="32461"/>
                </a:cubicBezTo>
                <a:cubicBezTo>
                  <a:pt x="0" y="26356"/>
                  <a:pt x="1436" y="21714"/>
                  <a:pt x="4308" y="18537"/>
                </a:cubicBezTo>
                <a:cubicBezTo>
                  <a:pt x="7180" y="15360"/>
                  <a:pt x="10809" y="13772"/>
                  <a:pt x="15196" y="13772"/>
                </a:cubicBezTo>
                <a:cubicBezTo>
                  <a:pt x="19221" y="13772"/>
                  <a:pt x="22704" y="15445"/>
                  <a:pt x="25644" y="18792"/>
                </a:cubicBezTo>
                <a:lnTo>
                  <a:pt x="25644" y="882"/>
                </a:lnTo>
                <a:lnTo>
                  <a:pt x="35175" y="882"/>
                </a:lnTo>
                <a:lnTo>
                  <a:pt x="35175" y="50609"/>
                </a:lnTo>
                <a:moveTo>
                  <a:pt x="9735" y="31835"/>
                </a:moveTo>
                <a:cubicBezTo>
                  <a:pt x="9735" y="35674"/>
                  <a:pt x="10266" y="38451"/>
                  <a:pt x="11329" y="40167"/>
                </a:cubicBezTo>
                <a:cubicBezTo>
                  <a:pt x="12867" y="42650"/>
                  <a:pt x="15015" y="43892"/>
                  <a:pt x="17774" y="43892"/>
                </a:cubicBezTo>
                <a:cubicBezTo>
                  <a:pt x="19968" y="43892"/>
                  <a:pt x="21833" y="42961"/>
                  <a:pt x="23371" y="41098"/>
                </a:cubicBezTo>
                <a:cubicBezTo>
                  <a:pt x="24909" y="39236"/>
                  <a:pt x="25677" y="36453"/>
                  <a:pt x="25677" y="32750"/>
                </a:cubicBezTo>
                <a:cubicBezTo>
                  <a:pt x="25677" y="28617"/>
                  <a:pt x="24931" y="25642"/>
                  <a:pt x="23439" y="23825"/>
                </a:cubicBezTo>
                <a:cubicBezTo>
                  <a:pt x="21946" y="22007"/>
                  <a:pt x="20035" y="21098"/>
                  <a:pt x="17706" y="21098"/>
                </a:cubicBezTo>
                <a:cubicBezTo>
                  <a:pt x="15445" y="21098"/>
                  <a:pt x="13551" y="21996"/>
                  <a:pt x="12025" y="23791"/>
                </a:cubicBezTo>
                <a:cubicBezTo>
                  <a:pt x="10498" y="25586"/>
                  <a:pt x="9735" y="28267"/>
                  <a:pt x="9735" y="31835"/>
                </a:cubicBezTo>
                <a:close/>
                <a:moveTo>
                  <a:pt x="65374" y="39144"/>
                </a:moveTo>
                <a:lnTo>
                  <a:pt x="74871" y="40772"/>
                </a:lnTo>
                <a:cubicBezTo>
                  <a:pt x="73650" y="44243"/>
                  <a:pt x="71722" y="46886"/>
                  <a:pt x="69088" y="48701"/>
                </a:cubicBezTo>
                <a:cubicBezTo>
                  <a:pt x="66453" y="50515"/>
                  <a:pt x="63158" y="51423"/>
                  <a:pt x="59200" y="51423"/>
                </a:cubicBezTo>
                <a:cubicBezTo>
                  <a:pt x="52936" y="51423"/>
                  <a:pt x="48301" y="49376"/>
                  <a:pt x="45293" y="45283"/>
                </a:cubicBezTo>
                <a:cubicBezTo>
                  <a:pt x="42919" y="42004"/>
                  <a:pt x="41731" y="37866"/>
                  <a:pt x="41731" y="32868"/>
                </a:cubicBezTo>
                <a:cubicBezTo>
                  <a:pt x="41731" y="26899"/>
                  <a:pt x="43292" y="22223"/>
                  <a:pt x="46412" y="18843"/>
                </a:cubicBezTo>
                <a:cubicBezTo>
                  <a:pt x="49533" y="15462"/>
                  <a:pt x="53479" y="13772"/>
                  <a:pt x="58250" y="13772"/>
                </a:cubicBezTo>
                <a:cubicBezTo>
                  <a:pt x="63610" y="13772"/>
                  <a:pt x="67838" y="15541"/>
                  <a:pt x="70936" y="19080"/>
                </a:cubicBezTo>
                <a:cubicBezTo>
                  <a:pt x="74035" y="22619"/>
                  <a:pt x="75516" y="28041"/>
                  <a:pt x="75380" y="35345"/>
                </a:cubicBezTo>
                <a:lnTo>
                  <a:pt x="51500" y="35345"/>
                </a:lnTo>
                <a:cubicBezTo>
                  <a:pt x="51568" y="38171"/>
                  <a:pt x="52337" y="40370"/>
                  <a:pt x="53807" y="41942"/>
                </a:cubicBezTo>
                <a:cubicBezTo>
                  <a:pt x="55277" y="43514"/>
                  <a:pt x="57108" y="44299"/>
                  <a:pt x="59302" y="44299"/>
                </a:cubicBezTo>
                <a:cubicBezTo>
                  <a:pt x="60794" y="44299"/>
                  <a:pt x="62049" y="43892"/>
                  <a:pt x="63067" y="43078"/>
                </a:cubicBezTo>
                <a:cubicBezTo>
                  <a:pt x="64085" y="42264"/>
                  <a:pt x="64854" y="40953"/>
                  <a:pt x="65374" y="39144"/>
                </a:cubicBezTo>
                <a:moveTo>
                  <a:pt x="65916" y="29510"/>
                </a:moveTo>
                <a:cubicBezTo>
                  <a:pt x="65848" y="26763"/>
                  <a:pt x="65136" y="24674"/>
                  <a:pt x="63779" y="23244"/>
                </a:cubicBezTo>
                <a:cubicBezTo>
                  <a:pt x="62423" y="21813"/>
                  <a:pt x="60772" y="21098"/>
                  <a:pt x="58827" y="21098"/>
                </a:cubicBezTo>
                <a:cubicBezTo>
                  <a:pt x="56747" y="21098"/>
                  <a:pt x="55028" y="21853"/>
                  <a:pt x="53671" y="23361"/>
                </a:cubicBezTo>
                <a:cubicBezTo>
                  <a:pt x="52314" y="24871"/>
                  <a:pt x="51647" y="26920"/>
                  <a:pt x="51670" y="29510"/>
                </a:cubicBezTo>
                <a:lnTo>
                  <a:pt x="65916" y="29510"/>
                </a:lnTo>
                <a:close/>
                <a:moveTo>
                  <a:pt x="79242" y="14586"/>
                </a:moveTo>
                <a:lnTo>
                  <a:pt x="84534" y="14586"/>
                </a:lnTo>
                <a:lnTo>
                  <a:pt x="84534" y="11866"/>
                </a:lnTo>
                <a:cubicBezTo>
                  <a:pt x="84534" y="8828"/>
                  <a:pt x="84856" y="6562"/>
                  <a:pt x="85501" y="5066"/>
                </a:cubicBezTo>
                <a:cubicBezTo>
                  <a:pt x="86145" y="3570"/>
                  <a:pt x="87332" y="2351"/>
                  <a:pt x="89062" y="1411"/>
                </a:cubicBezTo>
                <a:cubicBezTo>
                  <a:pt x="90792" y="470"/>
                  <a:pt x="92980" y="0"/>
                  <a:pt x="95626" y="0"/>
                </a:cubicBezTo>
                <a:cubicBezTo>
                  <a:pt x="98339" y="0"/>
                  <a:pt x="100996" y="407"/>
                  <a:pt x="103597" y="1221"/>
                </a:cubicBezTo>
                <a:lnTo>
                  <a:pt x="102308" y="7869"/>
                </a:lnTo>
                <a:cubicBezTo>
                  <a:pt x="100793" y="7508"/>
                  <a:pt x="99334" y="7327"/>
                  <a:pt x="97932" y="7327"/>
                </a:cubicBezTo>
                <a:cubicBezTo>
                  <a:pt x="96553" y="7327"/>
                  <a:pt x="95564" y="7651"/>
                  <a:pt x="94964" y="8299"/>
                </a:cubicBezTo>
                <a:cubicBezTo>
                  <a:pt x="94365" y="8946"/>
                  <a:pt x="94065" y="10190"/>
                  <a:pt x="94065" y="12030"/>
                </a:cubicBezTo>
                <a:lnTo>
                  <a:pt x="94065" y="14586"/>
                </a:lnTo>
                <a:lnTo>
                  <a:pt x="101189" y="14586"/>
                </a:lnTo>
                <a:lnTo>
                  <a:pt x="101189" y="22116"/>
                </a:lnTo>
                <a:lnTo>
                  <a:pt x="94065" y="22116"/>
                </a:lnTo>
                <a:lnTo>
                  <a:pt x="94065" y="50609"/>
                </a:lnTo>
                <a:lnTo>
                  <a:pt x="84534" y="50609"/>
                </a:lnTo>
                <a:lnTo>
                  <a:pt x="84534" y="22116"/>
                </a:lnTo>
                <a:lnTo>
                  <a:pt x="79242" y="22116"/>
                </a:lnTo>
                <a:lnTo>
                  <a:pt x="79242" y="14586"/>
                </a:lnTo>
                <a:close/>
                <a:moveTo>
                  <a:pt x="127200" y="39144"/>
                </a:moveTo>
                <a:lnTo>
                  <a:pt x="136698" y="40772"/>
                </a:lnTo>
                <a:cubicBezTo>
                  <a:pt x="135476" y="44243"/>
                  <a:pt x="133549" y="46886"/>
                  <a:pt x="130914" y="48701"/>
                </a:cubicBezTo>
                <a:cubicBezTo>
                  <a:pt x="128280" y="50515"/>
                  <a:pt x="124984" y="51423"/>
                  <a:pt x="121026" y="51423"/>
                </a:cubicBezTo>
                <a:cubicBezTo>
                  <a:pt x="114763" y="51423"/>
                  <a:pt x="110127" y="49376"/>
                  <a:pt x="107119" y="45283"/>
                </a:cubicBezTo>
                <a:cubicBezTo>
                  <a:pt x="104745" y="42004"/>
                  <a:pt x="103558" y="37866"/>
                  <a:pt x="103558" y="32868"/>
                </a:cubicBezTo>
                <a:cubicBezTo>
                  <a:pt x="103558" y="26899"/>
                  <a:pt x="105118" y="22223"/>
                  <a:pt x="108239" y="18843"/>
                </a:cubicBezTo>
                <a:cubicBezTo>
                  <a:pt x="111359" y="15462"/>
                  <a:pt x="115305" y="13772"/>
                  <a:pt x="120077" y="13772"/>
                </a:cubicBezTo>
                <a:cubicBezTo>
                  <a:pt x="125436" y="13772"/>
                  <a:pt x="129665" y="15541"/>
                  <a:pt x="132763" y="19080"/>
                </a:cubicBezTo>
                <a:cubicBezTo>
                  <a:pt x="135861" y="22619"/>
                  <a:pt x="137342" y="28041"/>
                  <a:pt x="137206" y="35345"/>
                </a:cubicBezTo>
                <a:lnTo>
                  <a:pt x="113327" y="35345"/>
                </a:lnTo>
                <a:cubicBezTo>
                  <a:pt x="113394" y="38171"/>
                  <a:pt x="114163" y="40370"/>
                  <a:pt x="115633" y="41942"/>
                </a:cubicBezTo>
                <a:cubicBezTo>
                  <a:pt x="117103" y="43514"/>
                  <a:pt x="118935" y="44299"/>
                  <a:pt x="121128" y="44299"/>
                </a:cubicBezTo>
                <a:cubicBezTo>
                  <a:pt x="122621" y="44299"/>
                  <a:pt x="123876" y="43892"/>
                  <a:pt x="124893" y="43078"/>
                </a:cubicBezTo>
                <a:cubicBezTo>
                  <a:pt x="125911" y="42264"/>
                  <a:pt x="126680" y="40953"/>
                  <a:pt x="127200" y="39144"/>
                </a:cubicBezTo>
                <a:moveTo>
                  <a:pt x="127743" y="29510"/>
                </a:moveTo>
                <a:cubicBezTo>
                  <a:pt x="127675" y="26763"/>
                  <a:pt x="126962" y="24674"/>
                  <a:pt x="125606" y="23244"/>
                </a:cubicBezTo>
                <a:cubicBezTo>
                  <a:pt x="124249" y="21813"/>
                  <a:pt x="122598" y="21098"/>
                  <a:pt x="120653" y="21098"/>
                </a:cubicBezTo>
                <a:cubicBezTo>
                  <a:pt x="118573" y="21098"/>
                  <a:pt x="116854" y="21853"/>
                  <a:pt x="115498" y="23361"/>
                </a:cubicBezTo>
                <a:cubicBezTo>
                  <a:pt x="114141" y="24871"/>
                  <a:pt x="113474" y="26920"/>
                  <a:pt x="113496" y="29510"/>
                </a:cubicBezTo>
                <a:lnTo>
                  <a:pt x="127743" y="29510"/>
                </a:lnTo>
                <a:close/>
                <a:moveTo>
                  <a:pt x="154366" y="50609"/>
                </a:moveTo>
                <a:lnTo>
                  <a:pt x="144834" y="50609"/>
                </a:lnTo>
                <a:lnTo>
                  <a:pt x="144834" y="14586"/>
                </a:lnTo>
                <a:lnTo>
                  <a:pt x="153687" y="14586"/>
                </a:lnTo>
                <a:lnTo>
                  <a:pt x="153687" y="19708"/>
                </a:lnTo>
                <a:cubicBezTo>
                  <a:pt x="155203" y="17288"/>
                  <a:pt x="156565" y="15694"/>
                  <a:pt x="157775" y="14925"/>
                </a:cubicBezTo>
                <a:cubicBezTo>
                  <a:pt x="158985" y="14156"/>
                  <a:pt x="160358" y="13772"/>
                  <a:pt x="161896" y="13772"/>
                </a:cubicBezTo>
                <a:cubicBezTo>
                  <a:pt x="164067" y="13772"/>
                  <a:pt x="166159" y="14371"/>
                  <a:pt x="168171" y="15569"/>
                </a:cubicBezTo>
                <a:lnTo>
                  <a:pt x="165220" y="23880"/>
                </a:lnTo>
                <a:cubicBezTo>
                  <a:pt x="163615" y="22839"/>
                  <a:pt x="162122" y="22319"/>
                  <a:pt x="160743" y="22319"/>
                </a:cubicBezTo>
                <a:cubicBezTo>
                  <a:pt x="159409" y="22319"/>
                  <a:pt x="158278" y="22687"/>
                  <a:pt x="157351" y="23422"/>
                </a:cubicBezTo>
                <a:cubicBezTo>
                  <a:pt x="156424" y="24157"/>
                  <a:pt x="155694" y="25485"/>
                  <a:pt x="155163" y="27407"/>
                </a:cubicBezTo>
                <a:cubicBezTo>
                  <a:pt x="154632" y="29329"/>
                  <a:pt x="154366" y="33355"/>
                  <a:pt x="154366" y="39483"/>
                </a:cubicBezTo>
                <a:lnTo>
                  <a:pt x="154366" y="50609"/>
                </a:lnTo>
                <a:close/>
                <a:moveTo>
                  <a:pt x="181458" y="50609"/>
                </a:moveTo>
                <a:lnTo>
                  <a:pt x="171927" y="50609"/>
                </a:lnTo>
                <a:lnTo>
                  <a:pt x="171927" y="14586"/>
                </a:lnTo>
                <a:lnTo>
                  <a:pt x="180780" y="14586"/>
                </a:lnTo>
                <a:lnTo>
                  <a:pt x="180780" y="19708"/>
                </a:lnTo>
                <a:cubicBezTo>
                  <a:pt x="182295" y="17288"/>
                  <a:pt x="183658" y="15694"/>
                  <a:pt x="184867" y="14925"/>
                </a:cubicBezTo>
                <a:cubicBezTo>
                  <a:pt x="186077" y="14156"/>
                  <a:pt x="187451" y="13772"/>
                  <a:pt x="188989" y="13772"/>
                </a:cubicBezTo>
                <a:cubicBezTo>
                  <a:pt x="191160" y="13772"/>
                  <a:pt x="193251" y="14371"/>
                  <a:pt x="195264" y="15569"/>
                </a:cubicBezTo>
                <a:lnTo>
                  <a:pt x="192313" y="23880"/>
                </a:lnTo>
                <a:cubicBezTo>
                  <a:pt x="190707" y="22839"/>
                  <a:pt x="189215" y="22319"/>
                  <a:pt x="187835" y="22319"/>
                </a:cubicBezTo>
                <a:cubicBezTo>
                  <a:pt x="186501" y="22319"/>
                  <a:pt x="185371" y="22687"/>
                  <a:pt x="184443" y="23422"/>
                </a:cubicBezTo>
                <a:cubicBezTo>
                  <a:pt x="183516" y="24157"/>
                  <a:pt x="182787" y="25485"/>
                  <a:pt x="182256" y="27407"/>
                </a:cubicBezTo>
                <a:cubicBezTo>
                  <a:pt x="181724" y="29329"/>
                  <a:pt x="181458" y="33355"/>
                  <a:pt x="181458" y="39483"/>
                </a:cubicBezTo>
                <a:lnTo>
                  <a:pt x="181458" y="50609"/>
                </a:lnTo>
                <a:close/>
                <a:moveTo>
                  <a:pt x="220287" y="39144"/>
                </a:moveTo>
                <a:lnTo>
                  <a:pt x="229785" y="40772"/>
                </a:lnTo>
                <a:cubicBezTo>
                  <a:pt x="228564" y="44243"/>
                  <a:pt x="226636" y="46886"/>
                  <a:pt x="224001" y="48701"/>
                </a:cubicBezTo>
                <a:cubicBezTo>
                  <a:pt x="221367" y="50515"/>
                  <a:pt x="218071" y="51423"/>
                  <a:pt x="214114" y="51423"/>
                </a:cubicBezTo>
                <a:cubicBezTo>
                  <a:pt x="207850" y="51423"/>
                  <a:pt x="203214" y="49376"/>
                  <a:pt x="200207" y="45283"/>
                </a:cubicBezTo>
                <a:cubicBezTo>
                  <a:pt x="197832" y="42004"/>
                  <a:pt x="196645" y="37866"/>
                  <a:pt x="196645" y="32868"/>
                </a:cubicBezTo>
                <a:cubicBezTo>
                  <a:pt x="196645" y="26899"/>
                  <a:pt x="198205" y="22223"/>
                  <a:pt x="201326" y="18843"/>
                </a:cubicBezTo>
                <a:cubicBezTo>
                  <a:pt x="204447" y="15462"/>
                  <a:pt x="208393" y="13772"/>
                  <a:pt x="213164" y="13772"/>
                </a:cubicBezTo>
                <a:cubicBezTo>
                  <a:pt x="218523" y="13772"/>
                  <a:pt x="222752" y="15541"/>
                  <a:pt x="225850" y="19080"/>
                </a:cubicBezTo>
                <a:cubicBezTo>
                  <a:pt x="228948" y="22619"/>
                  <a:pt x="230429" y="28041"/>
                  <a:pt x="230294" y="35345"/>
                </a:cubicBezTo>
                <a:lnTo>
                  <a:pt x="206414" y="35345"/>
                </a:lnTo>
                <a:cubicBezTo>
                  <a:pt x="206482" y="38171"/>
                  <a:pt x="207251" y="40370"/>
                  <a:pt x="208721" y="41942"/>
                </a:cubicBezTo>
                <a:cubicBezTo>
                  <a:pt x="210190" y="43514"/>
                  <a:pt x="212022" y="44299"/>
                  <a:pt x="214216" y="44299"/>
                </a:cubicBezTo>
                <a:cubicBezTo>
                  <a:pt x="215708" y="44299"/>
                  <a:pt x="216963" y="43892"/>
                  <a:pt x="217981" y="43078"/>
                </a:cubicBezTo>
                <a:cubicBezTo>
                  <a:pt x="218998" y="42264"/>
                  <a:pt x="219767" y="40953"/>
                  <a:pt x="220287" y="39144"/>
                </a:cubicBezTo>
                <a:moveTo>
                  <a:pt x="220830" y="29510"/>
                </a:moveTo>
                <a:cubicBezTo>
                  <a:pt x="220762" y="26763"/>
                  <a:pt x="220050" y="24674"/>
                  <a:pt x="218693" y="23244"/>
                </a:cubicBezTo>
                <a:cubicBezTo>
                  <a:pt x="217336" y="21813"/>
                  <a:pt x="215685" y="21098"/>
                  <a:pt x="213741" y="21098"/>
                </a:cubicBezTo>
                <a:cubicBezTo>
                  <a:pt x="211660" y="21098"/>
                  <a:pt x="209942" y="21853"/>
                  <a:pt x="208585" y="23361"/>
                </a:cubicBezTo>
                <a:cubicBezTo>
                  <a:pt x="207228" y="24871"/>
                  <a:pt x="206561" y="26920"/>
                  <a:pt x="206584" y="29510"/>
                </a:cubicBezTo>
                <a:lnTo>
                  <a:pt x="220830" y="29510"/>
                </a:lnTo>
                <a:close/>
                <a:moveTo>
                  <a:pt x="271366" y="50609"/>
                </a:moveTo>
                <a:lnTo>
                  <a:pt x="262513" y="50609"/>
                </a:lnTo>
                <a:lnTo>
                  <a:pt x="262513" y="45317"/>
                </a:lnTo>
                <a:cubicBezTo>
                  <a:pt x="261043" y="47375"/>
                  <a:pt x="259308" y="48907"/>
                  <a:pt x="257306" y="49913"/>
                </a:cubicBezTo>
                <a:cubicBezTo>
                  <a:pt x="255305" y="50920"/>
                  <a:pt x="253287" y="51423"/>
                  <a:pt x="251252" y="51423"/>
                </a:cubicBezTo>
                <a:cubicBezTo>
                  <a:pt x="247113" y="51423"/>
                  <a:pt x="243569" y="49755"/>
                  <a:pt x="240618" y="46419"/>
                </a:cubicBezTo>
                <a:cubicBezTo>
                  <a:pt x="237667" y="43084"/>
                  <a:pt x="236191" y="38431"/>
                  <a:pt x="236191" y="32461"/>
                </a:cubicBezTo>
                <a:cubicBezTo>
                  <a:pt x="236191" y="26356"/>
                  <a:pt x="237627" y="21714"/>
                  <a:pt x="240499" y="18537"/>
                </a:cubicBezTo>
                <a:cubicBezTo>
                  <a:pt x="243371" y="15360"/>
                  <a:pt x="247000" y="13772"/>
                  <a:pt x="251387" y="13772"/>
                </a:cubicBezTo>
                <a:cubicBezTo>
                  <a:pt x="255413" y="13772"/>
                  <a:pt x="258895" y="15445"/>
                  <a:pt x="261835" y="18792"/>
                </a:cubicBezTo>
                <a:lnTo>
                  <a:pt x="261835" y="882"/>
                </a:lnTo>
                <a:lnTo>
                  <a:pt x="271366" y="882"/>
                </a:lnTo>
                <a:lnTo>
                  <a:pt x="271366" y="50609"/>
                </a:lnTo>
                <a:moveTo>
                  <a:pt x="245926" y="31835"/>
                </a:moveTo>
                <a:cubicBezTo>
                  <a:pt x="245926" y="35674"/>
                  <a:pt x="246458" y="38451"/>
                  <a:pt x="247521" y="40167"/>
                </a:cubicBezTo>
                <a:cubicBezTo>
                  <a:pt x="249058" y="42650"/>
                  <a:pt x="251206" y="43892"/>
                  <a:pt x="253965" y="43892"/>
                </a:cubicBezTo>
                <a:cubicBezTo>
                  <a:pt x="256159" y="43892"/>
                  <a:pt x="258024" y="42961"/>
                  <a:pt x="259562" y="41098"/>
                </a:cubicBezTo>
                <a:cubicBezTo>
                  <a:pt x="261100" y="39236"/>
                  <a:pt x="261869" y="36453"/>
                  <a:pt x="261869" y="32750"/>
                </a:cubicBezTo>
                <a:cubicBezTo>
                  <a:pt x="261869" y="28617"/>
                  <a:pt x="261122" y="25642"/>
                  <a:pt x="259630" y="23825"/>
                </a:cubicBezTo>
                <a:cubicBezTo>
                  <a:pt x="258137" y="22007"/>
                  <a:pt x="256227" y="21098"/>
                  <a:pt x="253897" y="21098"/>
                </a:cubicBezTo>
                <a:cubicBezTo>
                  <a:pt x="251636" y="21098"/>
                  <a:pt x="249742" y="21996"/>
                  <a:pt x="248216" y="23791"/>
                </a:cubicBezTo>
                <a:cubicBezTo>
                  <a:pt x="246689" y="25586"/>
                  <a:pt x="245926" y="28267"/>
                  <a:pt x="245926" y="31835"/>
                </a:cubicBezTo>
                <a:close/>
                <a:moveTo>
                  <a:pt x="275073" y="64380"/>
                </a:moveTo>
                <a:lnTo>
                  <a:pt x="275073" y="58139"/>
                </a:lnTo>
                <a:lnTo>
                  <a:pt x="314692" y="58139"/>
                </a:lnTo>
                <a:lnTo>
                  <a:pt x="314692" y="64380"/>
                </a:lnTo>
                <a:lnTo>
                  <a:pt x="275073" y="64380"/>
                </a:lnTo>
                <a:close/>
                <a:moveTo>
                  <a:pt x="319334" y="14586"/>
                </a:moveTo>
                <a:lnTo>
                  <a:pt x="328221" y="14586"/>
                </a:lnTo>
                <a:lnTo>
                  <a:pt x="328221" y="19877"/>
                </a:lnTo>
                <a:cubicBezTo>
                  <a:pt x="329375" y="18068"/>
                  <a:pt x="330935" y="16598"/>
                  <a:pt x="332902" y="15468"/>
                </a:cubicBezTo>
                <a:cubicBezTo>
                  <a:pt x="334870" y="14337"/>
                  <a:pt x="337052" y="13772"/>
                  <a:pt x="339449" y="13772"/>
                </a:cubicBezTo>
                <a:cubicBezTo>
                  <a:pt x="343632" y="13772"/>
                  <a:pt x="347183" y="15411"/>
                  <a:pt x="350100" y="18690"/>
                </a:cubicBezTo>
                <a:cubicBezTo>
                  <a:pt x="353017" y="21969"/>
                  <a:pt x="354476" y="26537"/>
                  <a:pt x="354476" y="32394"/>
                </a:cubicBezTo>
                <a:cubicBezTo>
                  <a:pt x="354476" y="38409"/>
                  <a:pt x="353006" y="43084"/>
                  <a:pt x="350066" y="46419"/>
                </a:cubicBezTo>
                <a:cubicBezTo>
                  <a:pt x="347126" y="49755"/>
                  <a:pt x="343565" y="51423"/>
                  <a:pt x="339381" y="51423"/>
                </a:cubicBezTo>
                <a:cubicBezTo>
                  <a:pt x="337391" y="51423"/>
                  <a:pt x="335588" y="51027"/>
                  <a:pt x="333971" y="50235"/>
                </a:cubicBezTo>
                <a:cubicBezTo>
                  <a:pt x="332354" y="49444"/>
                  <a:pt x="330652" y="48087"/>
                  <a:pt x="328866" y="46165"/>
                </a:cubicBezTo>
                <a:lnTo>
                  <a:pt x="328866" y="64312"/>
                </a:lnTo>
                <a:lnTo>
                  <a:pt x="319334" y="64312"/>
                </a:lnTo>
                <a:lnTo>
                  <a:pt x="319334" y="14586"/>
                </a:lnTo>
                <a:moveTo>
                  <a:pt x="328764" y="31971"/>
                </a:moveTo>
                <a:cubicBezTo>
                  <a:pt x="328764" y="36012"/>
                  <a:pt x="329567" y="38998"/>
                  <a:pt x="331172" y="40929"/>
                </a:cubicBezTo>
                <a:cubicBezTo>
                  <a:pt x="332778" y="42859"/>
                  <a:pt x="334734" y="43825"/>
                  <a:pt x="337041" y="43825"/>
                </a:cubicBezTo>
                <a:cubicBezTo>
                  <a:pt x="339257" y="43825"/>
                  <a:pt x="341100" y="42938"/>
                  <a:pt x="342570" y="41166"/>
                </a:cubicBezTo>
                <a:cubicBezTo>
                  <a:pt x="344039" y="39394"/>
                  <a:pt x="344774" y="36487"/>
                  <a:pt x="344774" y="32444"/>
                </a:cubicBezTo>
                <a:cubicBezTo>
                  <a:pt x="344774" y="28674"/>
                  <a:pt x="344017" y="25874"/>
                  <a:pt x="342502" y="24045"/>
                </a:cubicBezTo>
                <a:cubicBezTo>
                  <a:pt x="340987" y="22216"/>
                  <a:pt x="339110" y="21302"/>
                  <a:pt x="336871" y="21302"/>
                </a:cubicBezTo>
                <a:cubicBezTo>
                  <a:pt x="334542" y="21302"/>
                  <a:pt x="332608" y="22199"/>
                  <a:pt x="331071" y="23994"/>
                </a:cubicBezTo>
                <a:cubicBezTo>
                  <a:pt x="329533" y="25789"/>
                  <a:pt x="328764" y="28448"/>
                  <a:pt x="328764" y="31971"/>
                </a:cubicBezTo>
                <a:close/>
                <a:moveTo>
                  <a:pt x="371106" y="50609"/>
                </a:moveTo>
                <a:lnTo>
                  <a:pt x="361575" y="50609"/>
                </a:lnTo>
                <a:lnTo>
                  <a:pt x="361575" y="14586"/>
                </a:lnTo>
                <a:lnTo>
                  <a:pt x="370428" y="14586"/>
                </a:lnTo>
                <a:lnTo>
                  <a:pt x="370428" y="19708"/>
                </a:lnTo>
                <a:cubicBezTo>
                  <a:pt x="371943" y="17288"/>
                  <a:pt x="373305" y="15694"/>
                  <a:pt x="374515" y="14925"/>
                </a:cubicBezTo>
                <a:cubicBezTo>
                  <a:pt x="375725" y="14156"/>
                  <a:pt x="377099" y="13772"/>
                  <a:pt x="378636" y="13772"/>
                </a:cubicBezTo>
                <a:cubicBezTo>
                  <a:pt x="380807" y="13772"/>
                  <a:pt x="382899" y="14371"/>
                  <a:pt x="384912" y="15569"/>
                </a:cubicBezTo>
                <a:lnTo>
                  <a:pt x="381961" y="23880"/>
                </a:lnTo>
                <a:cubicBezTo>
                  <a:pt x="380355" y="22839"/>
                  <a:pt x="378862" y="22319"/>
                  <a:pt x="377483" y="22319"/>
                </a:cubicBezTo>
                <a:cubicBezTo>
                  <a:pt x="376149" y="22319"/>
                  <a:pt x="375018" y="22687"/>
                  <a:pt x="374091" y="23422"/>
                </a:cubicBezTo>
                <a:cubicBezTo>
                  <a:pt x="373164" y="24157"/>
                  <a:pt x="372435" y="25485"/>
                  <a:pt x="371903" y="27407"/>
                </a:cubicBezTo>
                <a:cubicBezTo>
                  <a:pt x="371372" y="29329"/>
                  <a:pt x="371106" y="33355"/>
                  <a:pt x="371106" y="39483"/>
                </a:cubicBezTo>
                <a:lnTo>
                  <a:pt x="371106" y="50609"/>
                </a:lnTo>
                <a:close/>
                <a:moveTo>
                  <a:pt x="386869" y="32088"/>
                </a:moveTo>
                <a:cubicBezTo>
                  <a:pt x="386869" y="28922"/>
                  <a:pt x="387650" y="25858"/>
                  <a:pt x="389210" y="22896"/>
                </a:cubicBezTo>
                <a:cubicBezTo>
                  <a:pt x="390770" y="19934"/>
                  <a:pt x="392981" y="17672"/>
                  <a:pt x="395841" y="16112"/>
                </a:cubicBezTo>
                <a:cubicBezTo>
                  <a:pt x="398702" y="14552"/>
                  <a:pt x="401896" y="13772"/>
                  <a:pt x="405424" y="13772"/>
                </a:cubicBezTo>
                <a:cubicBezTo>
                  <a:pt x="410873" y="13772"/>
                  <a:pt x="415340" y="15541"/>
                  <a:pt x="418822" y="19080"/>
                </a:cubicBezTo>
                <a:cubicBezTo>
                  <a:pt x="422304" y="22619"/>
                  <a:pt x="424046" y="27091"/>
                  <a:pt x="424046" y="32495"/>
                </a:cubicBezTo>
                <a:cubicBezTo>
                  <a:pt x="424046" y="37945"/>
                  <a:pt x="422287" y="42462"/>
                  <a:pt x="418771" y="46046"/>
                </a:cubicBezTo>
                <a:cubicBezTo>
                  <a:pt x="415255" y="49631"/>
                  <a:pt x="410828" y="51423"/>
                  <a:pt x="405491" y="51423"/>
                </a:cubicBezTo>
                <a:cubicBezTo>
                  <a:pt x="402190" y="51423"/>
                  <a:pt x="399041" y="50676"/>
                  <a:pt x="396045" y="49184"/>
                </a:cubicBezTo>
                <a:cubicBezTo>
                  <a:pt x="393048" y="47691"/>
                  <a:pt x="390770" y="45504"/>
                  <a:pt x="389210" y="42620"/>
                </a:cubicBezTo>
                <a:cubicBezTo>
                  <a:pt x="387650" y="39737"/>
                  <a:pt x="386869" y="36227"/>
                  <a:pt x="386869" y="32088"/>
                </a:cubicBezTo>
                <a:moveTo>
                  <a:pt x="396638" y="32597"/>
                </a:moveTo>
                <a:cubicBezTo>
                  <a:pt x="396638" y="36159"/>
                  <a:pt x="397486" y="38886"/>
                  <a:pt x="399182" y="40780"/>
                </a:cubicBezTo>
                <a:cubicBezTo>
                  <a:pt x="400878" y="42674"/>
                  <a:pt x="402970" y="43621"/>
                  <a:pt x="405458" y="43621"/>
                </a:cubicBezTo>
                <a:cubicBezTo>
                  <a:pt x="407945" y="43621"/>
                  <a:pt x="410031" y="42674"/>
                  <a:pt x="411716" y="40780"/>
                </a:cubicBezTo>
                <a:cubicBezTo>
                  <a:pt x="413400" y="38886"/>
                  <a:pt x="414243" y="36136"/>
                  <a:pt x="414243" y="32529"/>
                </a:cubicBezTo>
                <a:cubicBezTo>
                  <a:pt x="414243" y="29013"/>
                  <a:pt x="413400" y="26308"/>
                  <a:pt x="411716" y="24414"/>
                </a:cubicBezTo>
                <a:cubicBezTo>
                  <a:pt x="410031" y="22520"/>
                  <a:pt x="407945" y="21573"/>
                  <a:pt x="405458" y="21573"/>
                </a:cubicBezTo>
                <a:cubicBezTo>
                  <a:pt x="402970" y="21573"/>
                  <a:pt x="400878" y="22520"/>
                  <a:pt x="399182" y="24414"/>
                </a:cubicBezTo>
                <a:cubicBezTo>
                  <a:pt x="397486" y="26308"/>
                  <a:pt x="396638" y="29035"/>
                  <a:pt x="396638" y="32597"/>
                </a:cubicBezTo>
                <a:close/>
                <a:moveTo>
                  <a:pt x="431042" y="50609"/>
                </a:moveTo>
                <a:lnTo>
                  <a:pt x="431042" y="882"/>
                </a:lnTo>
                <a:lnTo>
                  <a:pt x="440574" y="882"/>
                </a:lnTo>
                <a:lnTo>
                  <a:pt x="440574" y="18792"/>
                </a:lnTo>
                <a:cubicBezTo>
                  <a:pt x="443514" y="15445"/>
                  <a:pt x="446996" y="13772"/>
                  <a:pt x="451021" y="13772"/>
                </a:cubicBezTo>
                <a:cubicBezTo>
                  <a:pt x="455408" y="13772"/>
                  <a:pt x="459038" y="15360"/>
                  <a:pt x="461910" y="18537"/>
                </a:cubicBezTo>
                <a:cubicBezTo>
                  <a:pt x="464782" y="21714"/>
                  <a:pt x="466217" y="26277"/>
                  <a:pt x="466217" y="32224"/>
                </a:cubicBezTo>
                <a:cubicBezTo>
                  <a:pt x="466217" y="38375"/>
                  <a:pt x="464753" y="43112"/>
                  <a:pt x="461825" y="46436"/>
                </a:cubicBezTo>
                <a:cubicBezTo>
                  <a:pt x="458896" y="49761"/>
                  <a:pt x="455340" y="51423"/>
                  <a:pt x="451157" y="51423"/>
                </a:cubicBezTo>
                <a:cubicBezTo>
                  <a:pt x="449099" y="51423"/>
                  <a:pt x="447070" y="50908"/>
                  <a:pt x="445068" y="49879"/>
                </a:cubicBezTo>
                <a:cubicBezTo>
                  <a:pt x="443067" y="48850"/>
                  <a:pt x="441343" y="47330"/>
                  <a:pt x="439896" y="45317"/>
                </a:cubicBezTo>
                <a:lnTo>
                  <a:pt x="439896" y="50609"/>
                </a:lnTo>
                <a:lnTo>
                  <a:pt x="431042" y="50609"/>
                </a:lnTo>
                <a:moveTo>
                  <a:pt x="440506" y="31835"/>
                </a:moveTo>
                <a:cubicBezTo>
                  <a:pt x="440506" y="35561"/>
                  <a:pt x="441094" y="38315"/>
                  <a:pt x="442270" y="40099"/>
                </a:cubicBezTo>
                <a:cubicBezTo>
                  <a:pt x="443921" y="42628"/>
                  <a:pt x="446114" y="43892"/>
                  <a:pt x="448850" y="43892"/>
                </a:cubicBezTo>
                <a:cubicBezTo>
                  <a:pt x="450953" y="43892"/>
                  <a:pt x="452746" y="42995"/>
                  <a:pt x="454227" y="41200"/>
                </a:cubicBezTo>
                <a:cubicBezTo>
                  <a:pt x="455708" y="39405"/>
                  <a:pt x="456448" y="36577"/>
                  <a:pt x="456448" y="32716"/>
                </a:cubicBezTo>
                <a:cubicBezTo>
                  <a:pt x="456448" y="28606"/>
                  <a:pt x="455702" y="25642"/>
                  <a:pt x="454210" y="23825"/>
                </a:cubicBezTo>
                <a:cubicBezTo>
                  <a:pt x="452717" y="22007"/>
                  <a:pt x="450806" y="21098"/>
                  <a:pt x="448477" y="21098"/>
                </a:cubicBezTo>
                <a:cubicBezTo>
                  <a:pt x="446193" y="21098"/>
                  <a:pt x="444294" y="21985"/>
                  <a:pt x="442779" y="23758"/>
                </a:cubicBezTo>
                <a:cubicBezTo>
                  <a:pt x="441264" y="25530"/>
                  <a:pt x="440506" y="28222"/>
                  <a:pt x="440506" y="31835"/>
                </a:cubicBezTo>
                <a:close/>
                <a:moveTo>
                  <a:pt x="494686" y="39144"/>
                </a:moveTo>
                <a:lnTo>
                  <a:pt x="504183" y="40772"/>
                </a:lnTo>
                <a:cubicBezTo>
                  <a:pt x="502962" y="44243"/>
                  <a:pt x="501035" y="46886"/>
                  <a:pt x="498400" y="48701"/>
                </a:cubicBezTo>
                <a:cubicBezTo>
                  <a:pt x="495766" y="50515"/>
                  <a:pt x="492470" y="51423"/>
                  <a:pt x="488512" y="51423"/>
                </a:cubicBezTo>
                <a:cubicBezTo>
                  <a:pt x="482249" y="51423"/>
                  <a:pt x="477613" y="49376"/>
                  <a:pt x="474605" y="45283"/>
                </a:cubicBezTo>
                <a:cubicBezTo>
                  <a:pt x="472231" y="42004"/>
                  <a:pt x="471044" y="37866"/>
                  <a:pt x="471044" y="32868"/>
                </a:cubicBezTo>
                <a:cubicBezTo>
                  <a:pt x="471044" y="26899"/>
                  <a:pt x="472604" y="22223"/>
                  <a:pt x="475725" y="18843"/>
                </a:cubicBezTo>
                <a:cubicBezTo>
                  <a:pt x="478845" y="15462"/>
                  <a:pt x="482791" y="13772"/>
                  <a:pt x="487563" y="13772"/>
                </a:cubicBezTo>
                <a:cubicBezTo>
                  <a:pt x="492922" y="13772"/>
                  <a:pt x="497151" y="15541"/>
                  <a:pt x="500249" y="19080"/>
                </a:cubicBezTo>
                <a:cubicBezTo>
                  <a:pt x="503347" y="22619"/>
                  <a:pt x="504828" y="28041"/>
                  <a:pt x="504692" y="35345"/>
                </a:cubicBezTo>
                <a:lnTo>
                  <a:pt x="480813" y="35345"/>
                </a:lnTo>
                <a:cubicBezTo>
                  <a:pt x="480880" y="38171"/>
                  <a:pt x="481649" y="40370"/>
                  <a:pt x="483119" y="41942"/>
                </a:cubicBezTo>
                <a:cubicBezTo>
                  <a:pt x="484589" y="43514"/>
                  <a:pt x="486421" y="44299"/>
                  <a:pt x="488614" y="44299"/>
                </a:cubicBezTo>
                <a:cubicBezTo>
                  <a:pt x="490107" y="44299"/>
                  <a:pt x="491362" y="43892"/>
                  <a:pt x="492379" y="43078"/>
                </a:cubicBezTo>
                <a:cubicBezTo>
                  <a:pt x="493397" y="42264"/>
                  <a:pt x="494166" y="40953"/>
                  <a:pt x="494686" y="39144"/>
                </a:cubicBezTo>
                <a:moveTo>
                  <a:pt x="495229" y="29510"/>
                </a:moveTo>
                <a:cubicBezTo>
                  <a:pt x="495161" y="26763"/>
                  <a:pt x="494448" y="24674"/>
                  <a:pt x="493092" y="23244"/>
                </a:cubicBezTo>
                <a:cubicBezTo>
                  <a:pt x="491735" y="21813"/>
                  <a:pt x="490084" y="21098"/>
                  <a:pt x="488139" y="21098"/>
                </a:cubicBezTo>
                <a:cubicBezTo>
                  <a:pt x="486059" y="21098"/>
                  <a:pt x="484340" y="21853"/>
                  <a:pt x="482983" y="23361"/>
                </a:cubicBezTo>
                <a:cubicBezTo>
                  <a:pt x="481627" y="24871"/>
                  <a:pt x="480960" y="26920"/>
                  <a:pt x="480982" y="29510"/>
                </a:cubicBezTo>
                <a:lnTo>
                  <a:pt x="495229" y="29510"/>
                </a:lnTo>
                <a:close/>
                <a:moveTo>
                  <a:pt x="510082" y="65262"/>
                </a:moveTo>
                <a:cubicBezTo>
                  <a:pt x="511959" y="61233"/>
                  <a:pt x="513282" y="58143"/>
                  <a:pt x="514051" y="55992"/>
                </a:cubicBezTo>
                <a:cubicBezTo>
                  <a:pt x="514820" y="53842"/>
                  <a:pt x="515532" y="51363"/>
                  <a:pt x="516188" y="48556"/>
                </a:cubicBezTo>
                <a:cubicBezTo>
                  <a:pt x="516844" y="45749"/>
                  <a:pt x="517330" y="43083"/>
                  <a:pt x="517646" y="40560"/>
                </a:cubicBezTo>
                <a:cubicBezTo>
                  <a:pt x="517963" y="38036"/>
                  <a:pt x="518121" y="35449"/>
                  <a:pt x="518121" y="32801"/>
                </a:cubicBezTo>
                <a:cubicBezTo>
                  <a:pt x="518121" y="27413"/>
                  <a:pt x="517545" y="22314"/>
                  <a:pt x="516391" y="17504"/>
                </a:cubicBezTo>
                <a:cubicBezTo>
                  <a:pt x="515238" y="12693"/>
                  <a:pt x="513112" y="6859"/>
                  <a:pt x="510014" y="0"/>
                </a:cubicBezTo>
                <a:lnTo>
                  <a:pt x="516493" y="0"/>
                </a:lnTo>
                <a:cubicBezTo>
                  <a:pt x="519908" y="4867"/>
                  <a:pt x="522559" y="10028"/>
                  <a:pt x="524447" y="15483"/>
                </a:cubicBezTo>
                <a:cubicBezTo>
                  <a:pt x="526335" y="20939"/>
                  <a:pt x="527280" y="26473"/>
                  <a:pt x="527280" y="32087"/>
                </a:cubicBezTo>
                <a:cubicBezTo>
                  <a:pt x="527280" y="36818"/>
                  <a:pt x="526533" y="41889"/>
                  <a:pt x="525041" y="47299"/>
                </a:cubicBezTo>
                <a:cubicBezTo>
                  <a:pt x="523345" y="53366"/>
                  <a:pt x="520552" y="59354"/>
                  <a:pt x="516663" y="65262"/>
                </a:cubicBezTo>
                <a:lnTo>
                  <a:pt x="510082" y="652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+">
            <a:extLst xmlns:a="http://schemas.openxmlformats.org/drawingml/2006/main">
              <a:ext uri="{FF2B5EF4-FFF2-40B4-BE49-F238E27FC236}">
                <a16:creationId xmlns:a16="http://schemas.microsoft.com/office/drawing/2014/main" id="{D3BFCFF0-9921-4CBA-81FB-3DDAE7DB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66" y="3239795"/>
            <a:ext cx="34768" cy="34734"/>
          </a:xfrm>
          <a:custGeom xmlns:a="http://schemas.openxmlformats.org/drawingml/2006/main">
            <a:pathLst>
              <a:path w="34768" h="34734">
                <a:moveTo>
                  <a:pt x="13025" y="34734"/>
                </a:moveTo>
                <a:lnTo>
                  <a:pt x="13025" y="21844"/>
                </a:lnTo>
                <a:lnTo>
                  <a:pt x="0" y="21844"/>
                </a:lnTo>
                <a:lnTo>
                  <a:pt x="0" y="12890"/>
                </a:lnTo>
                <a:lnTo>
                  <a:pt x="13025" y="12890"/>
                </a:lnTo>
                <a:lnTo>
                  <a:pt x="13025" y="0"/>
                </a:lnTo>
                <a:lnTo>
                  <a:pt x="21709" y="0"/>
                </a:lnTo>
                <a:lnTo>
                  <a:pt x="21709" y="12890"/>
                </a:lnTo>
                <a:lnTo>
                  <a:pt x="34768" y="12890"/>
                </a:lnTo>
                <a:lnTo>
                  <a:pt x="34768" y="21844"/>
                </a:lnTo>
                <a:lnTo>
                  <a:pt x="21709" y="21844"/>
                </a:lnTo>
                <a:lnTo>
                  <a:pt x="21709" y="34734"/>
                </a:lnTo>
                <a:lnTo>
                  <a:pt x="13025" y="34734"/>
                </a:lnTo>
                <a:close/>
              </a:path>
            </a:pathLst>
          </a:custGeom>
          <a:solidFill xmlns:a="http://schemas.openxmlformats.org/drawingml/2006/main">
            <a:srgbClr val="2C7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dev_info(private-&gt;device,&quot;deferredprobepending\n&quot;);">
            <a:extLst xmlns:a="http://schemas.openxmlformats.org/drawingml/2006/main">
              <a:ext uri="{FF2B5EF4-FFF2-40B4-BE49-F238E27FC236}">
                <a16:creationId xmlns:a16="http://schemas.microsoft.com/office/drawing/2014/main" id="{2760EBB0-BD2E-447D-A40F-1F82C61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776" y="3231111"/>
            <a:ext cx="1797866" cy="65262"/>
          </a:xfrm>
          <a:custGeom xmlns:a="http://schemas.openxmlformats.org/drawingml/2006/main">
            <a:pathLst>
              <a:path w="1797866" h="65262">
                <a:moveTo>
                  <a:pt x="35175" y="50609"/>
                </a:moveTo>
                <a:lnTo>
                  <a:pt x="26322" y="50609"/>
                </a:lnTo>
                <a:lnTo>
                  <a:pt x="26322" y="45317"/>
                </a:lnTo>
                <a:cubicBezTo>
                  <a:pt x="24852" y="47375"/>
                  <a:pt x="23116" y="48907"/>
                  <a:pt x="21115" y="49913"/>
                </a:cubicBezTo>
                <a:cubicBezTo>
                  <a:pt x="19114" y="50920"/>
                  <a:pt x="17096" y="51423"/>
                  <a:pt x="15060" y="51423"/>
                </a:cubicBezTo>
                <a:cubicBezTo>
                  <a:pt x="10922" y="51423"/>
                  <a:pt x="7378" y="49755"/>
                  <a:pt x="4427" y="46419"/>
                </a:cubicBezTo>
                <a:cubicBezTo>
                  <a:pt x="1476" y="43084"/>
                  <a:pt x="0" y="38431"/>
                  <a:pt x="0" y="32461"/>
                </a:cubicBezTo>
                <a:cubicBezTo>
                  <a:pt x="0" y="26356"/>
                  <a:pt x="1436" y="21714"/>
                  <a:pt x="4308" y="18537"/>
                </a:cubicBezTo>
                <a:cubicBezTo>
                  <a:pt x="7180" y="15360"/>
                  <a:pt x="10809" y="13772"/>
                  <a:pt x="15196" y="13772"/>
                </a:cubicBezTo>
                <a:cubicBezTo>
                  <a:pt x="19221" y="13772"/>
                  <a:pt x="22704" y="15445"/>
                  <a:pt x="25644" y="18792"/>
                </a:cubicBezTo>
                <a:lnTo>
                  <a:pt x="25644" y="882"/>
                </a:lnTo>
                <a:lnTo>
                  <a:pt x="35175" y="882"/>
                </a:lnTo>
                <a:lnTo>
                  <a:pt x="35175" y="50609"/>
                </a:lnTo>
                <a:moveTo>
                  <a:pt x="9735" y="31835"/>
                </a:moveTo>
                <a:cubicBezTo>
                  <a:pt x="9735" y="35674"/>
                  <a:pt x="10266" y="38451"/>
                  <a:pt x="11329" y="40167"/>
                </a:cubicBezTo>
                <a:cubicBezTo>
                  <a:pt x="12867" y="42650"/>
                  <a:pt x="15015" y="43892"/>
                  <a:pt x="17774" y="43892"/>
                </a:cubicBezTo>
                <a:cubicBezTo>
                  <a:pt x="19968" y="43892"/>
                  <a:pt x="21833" y="42961"/>
                  <a:pt x="23371" y="41098"/>
                </a:cubicBezTo>
                <a:cubicBezTo>
                  <a:pt x="24909" y="39236"/>
                  <a:pt x="25677" y="36453"/>
                  <a:pt x="25677" y="32750"/>
                </a:cubicBezTo>
                <a:cubicBezTo>
                  <a:pt x="25677" y="28617"/>
                  <a:pt x="24931" y="25642"/>
                  <a:pt x="23439" y="23825"/>
                </a:cubicBezTo>
                <a:cubicBezTo>
                  <a:pt x="21946" y="22007"/>
                  <a:pt x="20035" y="21098"/>
                  <a:pt x="17706" y="21098"/>
                </a:cubicBezTo>
                <a:cubicBezTo>
                  <a:pt x="15445" y="21098"/>
                  <a:pt x="13551" y="21996"/>
                  <a:pt x="12025" y="23791"/>
                </a:cubicBezTo>
                <a:cubicBezTo>
                  <a:pt x="10498" y="25586"/>
                  <a:pt x="9735" y="28267"/>
                  <a:pt x="9735" y="31835"/>
                </a:cubicBezTo>
                <a:close/>
                <a:moveTo>
                  <a:pt x="65373" y="39144"/>
                </a:moveTo>
                <a:lnTo>
                  <a:pt x="74871" y="40772"/>
                </a:lnTo>
                <a:cubicBezTo>
                  <a:pt x="73650" y="44243"/>
                  <a:pt x="71722" y="46886"/>
                  <a:pt x="69088" y="48701"/>
                </a:cubicBezTo>
                <a:cubicBezTo>
                  <a:pt x="66453" y="50515"/>
                  <a:pt x="63157" y="51423"/>
                  <a:pt x="59200" y="51423"/>
                </a:cubicBezTo>
                <a:cubicBezTo>
                  <a:pt x="52936" y="51423"/>
                  <a:pt x="48300" y="49376"/>
                  <a:pt x="45293" y="45283"/>
                </a:cubicBezTo>
                <a:cubicBezTo>
                  <a:pt x="42918" y="42004"/>
                  <a:pt x="41731" y="37866"/>
                  <a:pt x="41731" y="32868"/>
                </a:cubicBezTo>
                <a:cubicBezTo>
                  <a:pt x="41731" y="26899"/>
                  <a:pt x="43291" y="22223"/>
                  <a:pt x="46412" y="18843"/>
                </a:cubicBezTo>
                <a:cubicBezTo>
                  <a:pt x="49533" y="15462"/>
                  <a:pt x="53479" y="13772"/>
                  <a:pt x="58250" y="13772"/>
                </a:cubicBezTo>
                <a:cubicBezTo>
                  <a:pt x="63609" y="13772"/>
                  <a:pt x="67838" y="15541"/>
                  <a:pt x="70936" y="19080"/>
                </a:cubicBezTo>
                <a:cubicBezTo>
                  <a:pt x="74034" y="22619"/>
                  <a:pt x="75515" y="28041"/>
                  <a:pt x="75380" y="35345"/>
                </a:cubicBezTo>
                <a:lnTo>
                  <a:pt x="51500" y="35345"/>
                </a:lnTo>
                <a:cubicBezTo>
                  <a:pt x="51568" y="38171"/>
                  <a:pt x="52337" y="40370"/>
                  <a:pt x="53807" y="41942"/>
                </a:cubicBezTo>
                <a:cubicBezTo>
                  <a:pt x="55276" y="43514"/>
                  <a:pt x="57108" y="44299"/>
                  <a:pt x="59302" y="44299"/>
                </a:cubicBezTo>
                <a:cubicBezTo>
                  <a:pt x="60794" y="44299"/>
                  <a:pt x="62049" y="43892"/>
                  <a:pt x="63067" y="43078"/>
                </a:cubicBezTo>
                <a:cubicBezTo>
                  <a:pt x="64084" y="42264"/>
                  <a:pt x="64853" y="40953"/>
                  <a:pt x="65373" y="39144"/>
                </a:cubicBezTo>
                <a:moveTo>
                  <a:pt x="65916" y="29510"/>
                </a:moveTo>
                <a:cubicBezTo>
                  <a:pt x="65848" y="26763"/>
                  <a:pt x="65136" y="24674"/>
                  <a:pt x="63779" y="23244"/>
                </a:cubicBezTo>
                <a:cubicBezTo>
                  <a:pt x="62422" y="21813"/>
                  <a:pt x="60772" y="21098"/>
                  <a:pt x="58827" y="21098"/>
                </a:cubicBezTo>
                <a:cubicBezTo>
                  <a:pt x="56746" y="21098"/>
                  <a:pt x="55028" y="21853"/>
                  <a:pt x="53671" y="23361"/>
                </a:cubicBezTo>
                <a:cubicBezTo>
                  <a:pt x="52314" y="24871"/>
                  <a:pt x="51647" y="26920"/>
                  <a:pt x="51670" y="29510"/>
                </a:cubicBezTo>
                <a:lnTo>
                  <a:pt x="65916" y="29510"/>
                </a:lnTo>
                <a:close/>
                <a:moveTo>
                  <a:pt x="93319" y="50609"/>
                </a:moveTo>
                <a:lnTo>
                  <a:pt x="78801" y="14586"/>
                </a:lnTo>
                <a:lnTo>
                  <a:pt x="88808" y="14586"/>
                </a:lnTo>
                <a:lnTo>
                  <a:pt x="95592" y="32970"/>
                </a:lnTo>
                <a:lnTo>
                  <a:pt x="97559" y="39110"/>
                </a:lnTo>
                <a:cubicBezTo>
                  <a:pt x="98079" y="37549"/>
                  <a:pt x="98407" y="36521"/>
                  <a:pt x="98543" y="36023"/>
                </a:cubicBezTo>
                <a:cubicBezTo>
                  <a:pt x="98859" y="35005"/>
                  <a:pt x="99199" y="33988"/>
                  <a:pt x="99560" y="32970"/>
                </a:cubicBezTo>
                <a:lnTo>
                  <a:pt x="106412" y="14586"/>
                </a:lnTo>
                <a:lnTo>
                  <a:pt x="116215" y="14586"/>
                </a:lnTo>
                <a:lnTo>
                  <a:pt x="101901" y="50609"/>
                </a:lnTo>
                <a:lnTo>
                  <a:pt x="93319" y="50609"/>
                </a:lnTo>
                <a:close/>
                <a:moveTo>
                  <a:pt x="115297" y="64380"/>
                </a:moveTo>
                <a:lnTo>
                  <a:pt x="115297" y="58139"/>
                </a:lnTo>
                <a:lnTo>
                  <a:pt x="154915" y="58139"/>
                </a:lnTo>
                <a:lnTo>
                  <a:pt x="154915" y="64380"/>
                </a:lnTo>
                <a:lnTo>
                  <a:pt x="115297" y="64380"/>
                </a:lnTo>
                <a:close/>
                <a:moveTo>
                  <a:pt x="159829" y="9701"/>
                </a:moveTo>
                <a:lnTo>
                  <a:pt x="159829" y="882"/>
                </a:lnTo>
                <a:lnTo>
                  <a:pt x="169361" y="882"/>
                </a:lnTo>
                <a:lnTo>
                  <a:pt x="169361" y="9701"/>
                </a:lnTo>
                <a:lnTo>
                  <a:pt x="159829" y="9701"/>
                </a:lnTo>
                <a:moveTo>
                  <a:pt x="159829" y="50609"/>
                </a:moveTo>
                <a:lnTo>
                  <a:pt x="159829" y="14586"/>
                </a:lnTo>
                <a:lnTo>
                  <a:pt x="169361" y="14586"/>
                </a:lnTo>
                <a:lnTo>
                  <a:pt x="169361" y="50609"/>
                </a:lnTo>
                <a:lnTo>
                  <a:pt x="159829" y="50609"/>
                </a:lnTo>
                <a:close/>
                <a:moveTo>
                  <a:pt x="212047" y="50609"/>
                </a:moveTo>
                <a:lnTo>
                  <a:pt x="202515" y="50609"/>
                </a:lnTo>
                <a:lnTo>
                  <a:pt x="202515" y="32245"/>
                </a:lnTo>
                <a:cubicBezTo>
                  <a:pt x="202515" y="28360"/>
                  <a:pt x="202312" y="25847"/>
                  <a:pt x="201905" y="24706"/>
                </a:cubicBezTo>
                <a:cubicBezTo>
                  <a:pt x="201498" y="23566"/>
                  <a:pt x="200836" y="22679"/>
                  <a:pt x="199921" y="22047"/>
                </a:cubicBezTo>
                <a:cubicBezTo>
                  <a:pt x="199005" y="21414"/>
                  <a:pt x="197902" y="21098"/>
                  <a:pt x="196613" y="21098"/>
                </a:cubicBezTo>
                <a:cubicBezTo>
                  <a:pt x="194963" y="21098"/>
                  <a:pt x="193481" y="21550"/>
                  <a:pt x="192170" y="22454"/>
                </a:cubicBezTo>
                <a:cubicBezTo>
                  <a:pt x="190858" y="23357"/>
                  <a:pt x="189959" y="24554"/>
                  <a:pt x="189473" y="26045"/>
                </a:cubicBezTo>
                <a:cubicBezTo>
                  <a:pt x="188987" y="27536"/>
                  <a:pt x="188744" y="30291"/>
                  <a:pt x="188744" y="34312"/>
                </a:cubicBezTo>
                <a:lnTo>
                  <a:pt x="188744" y="50609"/>
                </a:lnTo>
                <a:lnTo>
                  <a:pt x="179212" y="50609"/>
                </a:lnTo>
                <a:lnTo>
                  <a:pt x="179212" y="14586"/>
                </a:lnTo>
                <a:lnTo>
                  <a:pt x="188066" y="14586"/>
                </a:lnTo>
                <a:lnTo>
                  <a:pt x="188066" y="19877"/>
                </a:lnTo>
                <a:cubicBezTo>
                  <a:pt x="191209" y="15807"/>
                  <a:pt x="195166" y="13772"/>
                  <a:pt x="199938" y="13772"/>
                </a:cubicBezTo>
                <a:cubicBezTo>
                  <a:pt x="202041" y="13772"/>
                  <a:pt x="203963" y="14150"/>
                  <a:pt x="205704" y="14908"/>
                </a:cubicBezTo>
                <a:cubicBezTo>
                  <a:pt x="207445" y="15665"/>
                  <a:pt x="208762" y="16632"/>
                  <a:pt x="209656" y="17808"/>
                </a:cubicBezTo>
                <a:cubicBezTo>
                  <a:pt x="210549" y="18984"/>
                  <a:pt x="211171" y="20318"/>
                  <a:pt x="211521" y="21811"/>
                </a:cubicBezTo>
                <a:cubicBezTo>
                  <a:pt x="211872" y="23303"/>
                  <a:pt x="212047" y="25440"/>
                  <a:pt x="212047" y="28221"/>
                </a:cubicBezTo>
                <a:lnTo>
                  <a:pt x="212047" y="50609"/>
                </a:lnTo>
                <a:close/>
                <a:moveTo>
                  <a:pt x="217483" y="14586"/>
                </a:moveTo>
                <a:lnTo>
                  <a:pt x="222775" y="14586"/>
                </a:lnTo>
                <a:lnTo>
                  <a:pt x="222775" y="11866"/>
                </a:lnTo>
                <a:cubicBezTo>
                  <a:pt x="222775" y="8828"/>
                  <a:pt x="223097" y="6562"/>
                  <a:pt x="223742" y="5066"/>
                </a:cubicBezTo>
                <a:cubicBezTo>
                  <a:pt x="224386" y="3570"/>
                  <a:pt x="225573" y="2351"/>
                  <a:pt x="227303" y="1411"/>
                </a:cubicBezTo>
                <a:cubicBezTo>
                  <a:pt x="229033" y="470"/>
                  <a:pt x="231221" y="0"/>
                  <a:pt x="233867" y="0"/>
                </a:cubicBezTo>
                <a:cubicBezTo>
                  <a:pt x="236580" y="0"/>
                  <a:pt x="239237" y="407"/>
                  <a:pt x="241838" y="1221"/>
                </a:cubicBezTo>
                <a:lnTo>
                  <a:pt x="240549" y="7869"/>
                </a:lnTo>
                <a:cubicBezTo>
                  <a:pt x="239034" y="7508"/>
                  <a:pt x="237575" y="7327"/>
                  <a:pt x="236173" y="7327"/>
                </a:cubicBezTo>
                <a:cubicBezTo>
                  <a:pt x="234794" y="7327"/>
                  <a:pt x="233805" y="7651"/>
                  <a:pt x="233205" y="8299"/>
                </a:cubicBezTo>
                <a:cubicBezTo>
                  <a:pt x="232606" y="8946"/>
                  <a:pt x="232306" y="10190"/>
                  <a:pt x="232306" y="12030"/>
                </a:cubicBezTo>
                <a:lnTo>
                  <a:pt x="232306" y="14586"/>
                </a:lnTo>
                <a:lnTo>
                  <a:pt x="239430" y="14586"/>
                </a:lnTo>
                <a:lnTo>
                  <a:pt x="239430" y="22116"/>
                </a:lnTo>
                <a:lnTo>
                  <a:pt x="232306" y="22116"/>
                </a:lnTo>
                <a:lnTo>
                  <a:pt x="232306" y="50609"/>
                </a:lnTo>
                <a:lnTo>
                  <a:pt x="222775" y="50609"/>
                </a:lnTo>
                <a:lnTo>
                  <a:pt x="222775" y="22116"/>
                </a:lnTo>
                <a:lnTo>
                  <a:pt x="217483" y="22116"/>
                </a:lnTo>
                <a:lnTo>
                  <a:pt x="217483" y="14586"/>
                </a:lnTo>
                <a:close/>
                <a:moveTo>
                  <a:pt x="242375" y="32088"/>
                </a:moveTo>
                <a:cubicBezTo>
                  <a:pt x="242375" y="28922"/>
                  <a:pt x="243155" y="25858"/>
                  <a:pt x="244716" y="22896"/>
                </a:cubicBezTo>
                <a:cubicBezTo>
                  <a:pt x="246276" y="19934"/>
                  <a:pt x="248487" y="17672"/>
                  <a:pt x="251347" y="16112"/>
                </a:cubicBezTo>
                <a:cubicBezTo>
                  <a:pt x="254208" y="14552"/>
                  <a:pt x="257402" y="13772"/>
                  <a:pt x="260930" y="13772"/>
                </a:cubicBezTo>
                <a:cubicBezTo>
                  <a:pt x="266379" y="13772"/>
                  <a:pt x="270845" y="15541"/>
                  <a:pt x="274328" y="19080"/>
                </a:cubicBezTo>
                <a:cubicBezTo>
                  <a:pt x="277810" y="22619"/>
                  <a:pt x="279552" y="27091"/>
                  <a:pt x="279552" y="32495"/>
                </a:cubicBezTo>
                <a:cubicBezTo>
                  <a:pt x="279552" y="37945"/>
                  <a:pt x="277793" y="42462"/>
                  <a:pt x="274277" y="46046"/>
                </a:cubicBezTo>
                <a:cubicBezTo>
                  <a:pt x="270761" y="49631"/>
                  <a:pt x="266334" y="51423"/>
                  <a:pt x="260997" y="51423"/>
                </a:cubicBezTo>
                <a:cubicBezTo>
                  <a:pt x="257696" y="51423"/>
                  <a:pt x="254547" y="50676"/>
                  <a:pt x="251551" y="49184"/>
                </a:cubicBezTo>
                <a:cubicBezTo>
                  <a:pt x="248554" y="47691"/>
                  <a:pt x="246276" y="45504"/>
                  <a:pt x="244716" y="42620"/>
                </a:cubicBezTo>
                <a:cubicBezTo>
                  <a:pt x="243155" y="39737"/>
                  <a:pt x="242375" y="36227"/>
                  <a:pt x="242375" y="32088"/>
                </a:cubicBezTo>
                <a:moveTo>
                  <a:pt x="252144" y="32597"/>
                </a:moveTo>
                <a:cubicBezTo>
                  <a:pt x="252144" y="36159"/>
                  <a:pt x="252992" y="38886"/>
                  <a:pt x="254688" y="40780"/>
                </a:cubicBezTo>
                <a:cubicBezTo>
                  <a:pt x="256384" y="42674"/>
                  <a:pt x="258476" y="43621"/>
                  <a:pt x="260963" y="43621"/>
                </a:cubicBezTo>
                <a:cubicBezTo>
                  <a:pt x="263451" y="43621"/>
                  <a:pt x="265537" y="42674"/>
                  <a:pt x="267222" y="40780"/>
                </a:cubicBezTo>
                <a:cubicBezTo>
                  <a:pt x="268906" y="38886"/>
                  <a:pt x="269749" y="36136"/>
                  <a:pt x="269749" y="32529"/>
                </a:cubicBezTo>
                <a:cubicBezTo>
                  <a:pt x="269749" y="29013"/>
                  <a:pt x="268906" y="26308"/>
                  <a:pt x="267222" y="24414"/>
                </a:cubicBezTo>
                <a:cubicBezTo>
                  <a:pt x="265537" y="22520"/>
                  <a:pt x="263451" y="21573"/>
                  <a:pt x="260963" y="21573"/>
                </a:cubicBezTo>
                <a:cubicBezTo>
                  <a:pt x="258476" y="21573"/>
                  <a:pt x="256384" y="22520"/>
                  <a:pt x="254688" y="24414"/>
                </a:cubicBezTo>
                <a:cubicBezTo>
                  <a:pt x="252992" y="26308"/>
                  <a:pt x="252144" y="29035"/>
                  <a:pt x="252144" y="32597"/>
                </a:cubicBezTo>
                <a:close/>
                <a:moveTo>
                  <a:pt x="302763" y="65262"/>
                </a:moveTo>
                <a:lnTo>
                  <a:pt x="296216" y="65262"/>
                </a:lnTo>
                <a:cubicBezTo>
                  <a:pt x="292756" y="60033"/>
                  <a:pt x="290122" y="54600"/>
                  <a:pt x="288313" y="48963"/>
                </a:cubicBezTo>
                <a:cubicBezTo>
                  <a:pt x="286504" y="43327"/>
                  <a:pt x="285599" y="37872"/>
                  <a:pt x="285599" y="32597"/>
                </a:cubicBezTo>
                <a:cubicBezTo>
                  <a:pt x="285599" y="26055"/>
                  <a:pt x="286719" y="19864"/>
                  <a:pt x="288957" y="14024"/>
                </a:cubicBezTo>
                <a:cubicBezTo>
                  <a:pt x="290902" y="8953"/>
                  <a:pt x="293367" y="4278"/>
                  <a:pt x="296352" y="0"/>
                </a:cubicBezTo>
                <a:lnTo>
                  <a:pt x="302864" y="0"/>
                </a:lnTo>
                <a:cubicBezTo>
                  <a:pt x="299766" y="6859"/>
                  <a:pt x="297635" y="12693"/>
                  <a:pt x="296471" y="17504"/>
                </a:cubicBezTo>
                <a:cubicBezTo>
                  <a:pt x="295306" y="22314"/>
                  <a:pt x="294724" y="27413"/>
                  <a:pt x="294724" y="32801"/>
                </a:cubicBezTo>
                <a:cubicBezTo>
                  <a:pt x="294724" y="36513"/>
                  <a:pt x="295069" y="40317"/>
                  <a:pt x="295758" y="44210"/>
                </a:cubicBezTo>
                <a:cubicBezTo>
                  <a:pt x="296448" y="48103"/>
                  <a:pt x="297392" y="51804"/>
                  <a:pt x="298591" y="55313"/>
                </a:cubicBezTo>
                <a:cubicBezTo>
                  <a:pt x="299382" y="57622"/>
                  <a:pt x="300773" y="60939"/>
                  <a:pt x="302763" y="65262"/>
                </a:cubicBezTo>
                <a:close/>
                <a:moveTo>
                  <a:pt x="309609" y="14586"/>
                </a:moveTo>
                <a:lnTo>
                  <a:pt x="318497" y="14586"/>
                </a:lnTo>
                <a:lnTo>
                  <a:pt x="318497" y="19877"/>
                </a:lnTo>
                <a:cubicBezTo>
                  <a:pt x="319650" y="18068"/>
                  <a:pt x="321210" y="16598"/>
                  <a:pt x="323177" y="15468"/>
                </a:cubicBezTo>
                <a:cubicBezTo>
                  <a:pt x="325145" y="14337"/>
                  <a:pt x="327327" y="13772"/>
                  <a:pt x="329724" y="13772"/>
                </a:cubicBezTo>
                <a:cubicBezTo>
                  <a:pt x="333907" y="13772"/>
                  <a:pt x="337458" y="15411"/>
                  <a:pt x="340375" y="18690"/>
                </a:cubicBezTo>
                <a:cubicBezTo>
                  <a:pt x="343292" y="21969"/>
                  <a:pt x="344751" y="26537"/>
                  <a:pt x="344751" y="32394"/>
                </a:cubicBezTo>
                <a:cubicBezTo>
                  <a:pt x="344751" y="38409"/>
                  <a:pt x="343281" y="43084"/>
                  <a:pt x="340341" y="46419"/>
                </a:cubicBezTo>
                <a:cubicBezTo>
                  <a:pt x="337401" y="49755"/>
                  <a:pt x="333840" y="51423"/>
                  <a:pt x="329656" y="51423"/>
                </a:cubicBezTo>
                <a:cubicBezTo>
                  <a:pt x="327666" y="51423"/>
                  <a:pt x="325863" y="51027"/>
                  <a:pt x="324246" y="50235"/>
                </a:cubicBezTo>
                <a:cubicBezTo>
                  <a:pt x="322629" y="49444"/>
                  <a:pt x="320927" y="48087"/>
                  <a:pt x="319141" y="46165"/>
                </a:cubicBezTo>
                <a:lnTo>
                  <a:pt x="319141" y="64312"/>
                </a:lnTo>
                <a:lnTo>
                  <a:pt x="309609" y="64312"/>
                </a:lnTo>
                <a:lnTo>
                  <a:pt x="309609" y="14586"/>
                </a:lnTo>
                <a:moveTo>
                  <a:pt x="319039" y="31971"/>
                </a:moveTo>
                <a:cubicBezTo>
                  <a:pt x="319039" y="36012"/>
                  <a:pt x="319842" y="38998"/>
                  <a:pt x="321448" y="40929"/>
                </a:cubicBezTo>
                <a:cubicBezTo>
                  <a:pt x="323053" y="42859"/>
                  <a:pt x="325009" y="43825"/>
                  <a:pt x="327316" y="43825"/>
                </a:cubicBezTo>
                <a:cubicBezTo>
                  <a:pt x="329532" y="43825"/>
                  <a:pt x="331375" y="42938"/>
                  <a:pt x="332845" y="41166"/>
                </a:cubicBezTo>
                <a:cubicBezTo>
                  <a:pt x="334315" y="39394"/>
                  <a:pt x="335049" y="36487"/>
                  <a:pt x="335049" y="32444"/>
                </a:cubicBezTo>
                <a:cubicBezTo>
                  <a:pt x="335049" y="28674"/>
                  <a:pt x="334292" y="25874"/>
                  <a:pt x="332777" y="24045"/>
                </a:cubicBezTo>
                <a:cubicBezTo>
                  <a:pt x="331262" y="22216"/>
                  <a:pt x="329385" y="21302"/>
                  <a:pt x="327146" y="21302"/>
                </a:cubicBezTo>
                <a:cubicBezTo>
                  <a:pt x="324817" y="21302"/>
                  <a:pt x="322884" y="22199"/>
                  <a:pt x="321346" y="23994"/>
                </a:cubicBezTo>
                <a:cubicBezTo>
                  <a:pt x="319808" y="25789"/>
                  <a:pt x="319039" y="28448"/>
                  <a:pt x="319039" y="31971"/>
                </a:cubicBezTo>
                <a:close/>
                <a:moveTo>
                  <a:pt x="361381" y="50609"/>
                </a:moveTo>
                <a:lnTo>
                  <a:pt x="351849" y="50609"/>
                </a:lnTo>
                <a:lnTo>
                  <a:pt x="351849" y="14586"/>
                </a:lnTo>
                <a:lnTo>
                  <a:pt x="360702" y="14586"/>
                </a:lnTo>
                <a:lnTo>
                  <a:pt x="360702" y="19708"/>
                </a:lnTo>
                <a:cubicBezTo>
                  <a:pt x="362217" y="17288"/>
                  <a:pt x="363580" y="15694"/>
                  <a:pt x="364790" y="14925"/>
                </a:cubicBezTo>
                <a:cubicBezTo>
                  <a:pt x="365999" y="14156"/>
                  <a:pt x="367373" y="13772"/>
                  <a:pt x="368911" y="13772"/>
                </a:cubicBezTo>
                <a:cubicBezTo>
                  <a:pt x="371082" y="13772"/>
                  <a:pt x="373173" y="14371"/>
                  <a:pt x="375186" y="15569"/>
                </a:cubicBezTo>
                <a:lnTo>
                  <a:pt x="372235" y="23880"/>
                </a:lnTo>
                <a:cubicBezTo>
                  <a:pt x="370629" y="22839"/>
                  <a:pt x="369137" y="22319"/>
                  <a:pt x="367758" y="22319"/>
                </a:cubicBezTo>
                <a:cubicBezTo>
                  <a:pt x="366423" y="22319"/>
                  <a:pt x="365293" y="22687"/>
                  <a:pt x="364366" y="23422"/>
                </a:cubicBezTo>
                <a:cubicBezTo>
                  <a:pt x="363438" y="24157"/>
                  <a:pt x="362709" y="25485"/>
                  <a:pt x="362178" y="27407"/>
                </a:cubicBezTo>
                <a:cubicBezTo>
                  <a:pt x="361646" y="29329"/>
                  <a:pt x="361381" y="33355"/>
                  <a:pt x="361381" y="39483"/>
                </a:cubicBezTo>
                <a:lnTo>
                  <a:pt x="361381" y="50609"/>
                </a:lnTo>
                <a:close/>
                <a:moveTo>
                  <a:pt x="379349" y="9701"/>
                </a:moveTo>
                <a:lnTo>
                  <a:pt x="379349" y="882"/>
                </a:lnTo>
                <a:lnTo>
                  <a:pt x="388880" y="882"/>
                </a:lnTo>
                <a:lnTo>
                  <a:pt x="388880" y="9701"/>
                </a:lnTo>
                <a:lnTo>
                  <a:pt x="379349" y="9701"/>
                </a:lnTo>
                <a:moveTo>
                  <a:pt x="379349" y="50609"/>
                </a:moveTo>
                <a:lnTo>
                  <a:pt x="379349" y="14586"/>
                </a:lnTo>
                <a:lnTo>
                  <a:pt x="388880" y="14586"/>
                </a:lnTo>
                <a:lnTo>
                  <a:pt x="388880" y="50609"/>
                </a:lnTo>
                <a:lnTo>
                  <a:pt x="379349" y="50609"/>
                </a:lnTo>
                <a:close/>
                <a:moveTo>
                  <a:pt x="408704" y="50609"/>
                </a:moveTo>
                <a:lnTo>
                  <a:pt x="394187" y="14586"/>
                </a:lnTo>
                <a:lnTo>
                  <a:pt x="404193" y="14586"/>
                </a:lnTo>
                <a:lnTo>
                  <a:pt x="410977" y="32970"/>
                </a:lnTo>
                <a:lnTo>
                  <a:pt x="412944" y="39110"/>
                </a:lnTo>
                <a:cubicBezTo>
                  <a:pt x="413464" y="37549"/>
                  <a:pt x="413792" y="36521"/>
                  <a:pt x="413928" y="36023"/>
                </a:cubicBezTo>
                <a:cubicBezTo>
                  <a:pt x="414245" y="35005"/>
                  <a:pt x="414584" y="33988"/>
                  <a:pt x="414946" y="32970"/>
                </a:cubicBezTo>
                <a:lnTo>
                  <a:pt x="421797" y="14586"/>
                </a:lnTo>
                <a:lnTo>
                  <a:pt x="431600" y="14586"/>
                </a:lnTo>
                <a:lnTo>
                  <a:pt x="417286" y="50609"/>
                </a:lnTo>
                <a:lnTo>
                  <a:pt x="408704" y="50609"/>
                </a:lnTo>
                <a:close/>
                <a:moveTo>
                  <a:pt x="443435" y="25711"/>
                </a:moveTo>
                <a:lnTo>
                  <a:pt x="434786" y="24151"/>
                </a:lnTo>
                <a:cubicBezTo>
                  <a:pt x="435758" y="20623"/>
                  <a:pt x="437431" y="18011"/>
                  <a:pt x="439806" y="16316"/>
                </a:cubicBezTo>
                <a:cubicBezTo>
                  <a:pt x="442180" y="14620"/>
                  <a:pt x="445708" y="13772"/>
                  <a:pt x="450389" y="13772"/>
                </a:cubicBezTo>
                <a:cubicBezTo>
                  <a:pt x="454640" y="13772"/>
                  <a:pt x="457806" y="14275"/>
                  <a:pt x="459886" y="15281"/>
                </a:cubicBezTo>
                <a:cubicBezTo>
                  <a:pt x="461967" y="16287"/>
                  <a:pt x="463431" y="17565"/>
                  <a:pt x="464279" y="19114"/>
                </a:cubicBezTo>
                <a:cubicBezTo>
                  <a:pt x="465127" y="20663"/>
                  <a:pt x="465551" y="23507"/>
                  <a:pt x="465551" y="27645"/>
                </a:cubicBezTo>
                <a:lnTo>
                  <a:pt x="465449" y="38771"/>
                </a:lnTo>
                <a:cubicBezTo>
                  <a:pt x="465449" y="41936"/>
                  <a:pt x="465602" y="44271"/>
                  <a:pt x="465907" y="45775"/>
                </a:cubicBezTo>
                <a:cubicBezTo>
                  <a:pt x="466213" y="47279"/>
                  <a:pt x="466784" y="48890"/>
                  <a:pt x="467620" y="50609"/>
                </a:cubicBezTo>
                <a:lnTo>
                  <a:pt x="458190" y="50609"/>
                </a:lnTo>
                <a:cubicBezTo>
                  <a:pt x="457942" y="49975"/>
                  <a:pt x="457636" y="49037"/>
                  <a:pt x="457275" y="47793"/>
                </a:cubicBezTo>
                <a:cubicBezTo>
                  <a:pt x="457116" y="47228"/>
                  <a:pt x="457003" y="46855"/>
                  <a:pt x="456935" y="46674"/>
                </a:cubicBezTo>
                <a:cubicBezTo>
                  <a:pt x="455307" y="48257"/>
                  <a:pt x="453566" y="49444"/>
                  <a:pt x="451712" y="50235"/>
                </a:cubicBezTo>
                <a:cubicBezTo>
                  <a:pt x="449857" y="51027"/>
                  <a:pt x="447879" y="51423"/>
                  <a:pt x="445776" y="51423"/>
                </a:cubicBezTo>
                <a:cubicBezTo>
                  <a:pt x="442067" y="51423"/>
                  <a:pt x="439144" y="50421"/>
                  <a:pt x="437007" y="48417"/>
                </a:cubicBezTo>
                <a:cubicBezTo>
                  <a:pt x="434870" y="46412"/>
                  <a:pt x="433802" y="43879"/>
                  <a:pt x="433802" y="40816"/>
                </a:cubicBezTo>
                <a:cubicBezTo>
                  <a:pt x="433802" y="38790"/>
                  <a:pt x="434288" y="36983"/>
                  <a:pt x="435261" y="35395"/>
                </a:cubicBezTo>
                <a:cubicBezTo>
                  <a:pt x="436233" y="33808"/>
                  <a:pt x="437595" y="32591"/>
                  <a:pt x="439348" y="31747"/>
                </a:cubicBezTo>
                <a:cubicBezTo>
                  <a:pt x="441100" y="30903"/>
                  <a:pt x="443627" y="30165"/>
                  <a:pt x="446929" y="29535"/>
                </a:cubicBezTo>
                <a:cubicBezTo>
                  <a:pt x="451384" y="28702"/>
                  <a:pt x="454471" y="27925"/>
                  <a:pt x="456189" y="27204"/>
                </a:cubicBezTo>
                <a:lnTo>
                  <a:pt x="456189" y="26243"/>
                </a:lnTo>
                <a:cubicBezTo>
                  <a:pt x="456189" y="24391"/>
                  <a:pt x="455737" y="23071"/>
                  <a:pt x="454832" y="22282"/>
                </a:cubicBezTo>
                <a:cubicBezTo>
                  <a:pt x="453928" y="21493"/>
                  <a:pt x="452221" y="21098"/>
                  <a:pt x="449710" y="21098"/>
                </a:cubicBezTo>
                <a:cubicBezTo>
                  <a:pt x="448014" y="21098"/>
                  <a:pt x="446692" y="21440"/>
                  <a:pt x="445742" y="22122"/>
                </a:cubicBezTo>
                <a:cubicBezTo>
                  <a:pt x="444792" y="22804"/>
                  <a:pt x="444023" y="24001"/>
                  <a:pt x="443435" y="25711"/>
                </a:cubicBezTo>
                <a:moveTo>
                  <a:pt x="456189" y="33445"/>
                </a:moveTo>
                <a:cubicBezTo>
                  <a:pt x="454968" y="33847"/>
                  <a:pt x="453035" y="34328"/>
                  <a:pt x="450389" y="34887"/>
                </a:cubicBezTo>
                <a:cubicBezTo>
                  <a:pt x="447743" y="35445"/>
                  <a:pt x="446013" y="35992"/>
                  <a:pt x="445199" y="36529"/>
                </a:cubicBezTo>
                <a:cubicBezTo>
                  <a:pt x="443955" y="37400"/>
                  <a:pt x="443334" y="38506"/>
                  <a:pt x="443334" y="39846"/>
                </a:cubicBezTo>
                <a:cubicBezTo>
                  <a:pt x="443334" y="41165"/>
                  <a:pt x="443831" y="42305"/>
                  <a:pt x="444826" y="43266"/>
                </a:cubicBezTo>
                <a:cubicBezTo>
                  <a:pt x="445821" y="44226"/>
                  <a:pt x="447087" y="44707"/>
                  <a:pt x="448625" y="44707"/>
                </a:cubicBezTo>
                <a:cubicBezTo>
                  <a:pt x="450344" y="44707"/>
                  <a:pt x="451983" y="44148"/>
                  <a:pt x="453543" y="43031"/>
                </a:cubicBezTo>
                <a:cubicBezTo>
                  <a:pt x="454697" y="42182"/>
                  <a:pt x="455454" y="41143"/>
                  <a:pt x="455816" y="39913"/>
                </a:cubicBezTo>
                <a:cubicBezTo>
                  <a:pt x="456065" y="39109"/>
                  <a:pt x="456189" y="37579"/>
                  <a:pt x="456189" y="35322"/>
                </a:cubicBezTo>
                <a:lnTo>
                  <a:pt x="456189" y="33445"/>
                </a:lnTo>
                <a:close/>
                <a:moveTo>
                  <a:pt x="491733" y="14586"/>
                </a:moveTo>
                <a:lnTo>
                  <a:pt x="491733" y="22184"/>
                </a:lnTo>
                <a:lnTo>
                  <a:pt x="485221" y="22184"/>
                </a:lnTo>
                <a:lnTo>
                  <a:pt x="485221" y="36678"/>
                </a:lnTo>
                <a:cubicBezTo>
                  <a:pt x="485221" y="39614"/>
                  <a:pt x="485283" y="41324"/>
                  <a:pt x="485407" y="41810"/>
                </a:cubicBezTo>
                <a:cubicBezTo>
                  <a:pt x="485532" y="42294"/>
                  <a:pt x="485814" y="42695"/>
                  <a:pt x="486255" y="43012"/>
                </a:cubicBezTo>
                <a:cubicBezTo>
                  <a:pt x="486696" y="43327"/>
                  <a:pt x="487233" y="43485"/>
                  <a:pt x="487867" y="43485"/>
                </a:cubicBezTo>
                <a:cubicBezTo>
                  <a:pt x="488748" y="43485"/>
                  <a:pt x="490026" y="43180"/>
                  <a:pt x="491699" y="42570"/>
                </a:cubicBezTo>
                <a:lnTo>
                  <a:pt x="492514" y="49992"/>
                </a:lnTo>
                <a:cubicBezTo>
                  <a:pt x="490297" y="50946"/>
                  <a:pt x="487787" y="51423"/>
                  <a:pt x="484983" y="51423"/>
                </a:cubicBezTo>
                <a:cubicBezTo>
                  <a:pt x="483265" y="51423"/>
                  <a:pt x="481716" y="51134"/>
                  <a:pt x="480336" y="50558"/>
                </a:cubicBezTo>
                <a:cubicBezTo>
                  <a:pt x="478957" y="49981"/>
                  <a:pt x="477945" y="49235"/>
                  <a:pt x="477300" y="48319"/>
                </a:cubicBezTo>
                <a:cubicBezTo>
                  <a:pt x="476656" y="47403"/>
                  <a:pt x="476209" y="46165"/>
                  <a:pt x="475961" y="44605"/>
                </a:cubicBezTo>
                <a:cubicBezTo>
                  <a:pt x="475757" y="43497"/>
                  <a:pt x="475655" y="41258"/>
                  <a:pt x="475655" y="37889"/>
                </a:cubicBezTo>
                <a:lnTo>
                  <a:pt x="475655" y="22184"/>
                </a:lnTo>
                <a:lnTo>
                  <a:pt x="471280" y="22184"/>
                </a:lnTo>
                <a:lnTo>
                  <a:pt x="471280" y="14586"/>
                </a:lnTo>
                <a:lnTo>
                  <a:pt x="475655" y="14586"/>
                </a:lnTo>
                <a:lnTo>
                  <a:pt x="475655" y="7395"/>
                </a:lnTo>
                <a:lnTo>
                  <a:pt x="485221" y="1764"/>
                </a:lnTo>
                <a:lnTo>
                  <a:pt x="485221" y="14586"/>
                </a:lnTo>
                <a:lnTo>
                  <a:pt x="491733" y="14586"/>
                </a:lnTo>
                <a:close/>
                <a:moveTo>
                  <a:pt x="519000" y="39144"/>
                </a:moveTo>
                <a:lnTo>
                  <a:pt x="528497" y="40772"/>
                </a:lnTo>
                <a:cubicBezTo>
                  <a:pt x="527276" y="44243"/>
                  <a:pt x="525348" y="46886"/>
                  <a:pt x="522714" y="48701"/>
                </a:cubicBezTo>
                <a:cubicBezTo>
                  <a:pt x="520080" y="50515"/>
                  <a:pt x="516784" y="51423"/>
                  <a:pt x="512826" y="51423"/>
                </a:cubicBezTo>
                <a:cubicBezTo>
                  <a:pt x="506562" y="51423"/>
                  <a:pt x="501927" y="49376"/>
                  <a:pt x="498919" y="45283"/>
                </a:cubicBezTo>
                <a:cubicBezTo>
                  <a:pt x="496545" y="42004"/>
                  <a:pt x="495358" y="37866"/>
                  <a:pt x="495358" y="32868"/>
                </a:cubicBezTo>
                <a:cubicBezTo>
                  <a:pt x="495358" y="26899"/>
                  <a:pt x="496918" y="22223"/>
                  <a:pt x="500038" y="18843"/>
                </a:cubicBezTo>
                <a:cubicBezTo>
                  <a:pt x="503159" y="15462"/>
                  <a:pt x="507105" y="13772"/>
                  <a:pt x="511877" y="13772"/>
                </a:cubicBezTo>
                <a:cubicBezTo>
                  <a:pt x="517236" y="13772"/>
                  <a:pt x="521465" y="15541"/>
                  <a:pt x="524563" y="19080"/>
                </a:cubicBezTo>
                <a:cubicBezTo>
                  <a:pt x="527661" y="22619"/>
                  <a:pt x="529142" y="28041"/>
                  <a:pt x="529006" y="35345"/>
                </a:cubicBezTo>
                <a:lnTo>
                  <a:pt x="505126" y="35345"/>
                </a:lnTo>
                <a:cubicBezTo>
                  <a:pt x="505194" y="38171"/>
                  <a:pt x="505963" y="40370"/>
                  <a:pt x="507433" y="41942"/>
                </a:cubicBezTo>
                <a:cubicBezTo>
                  <a:pt x="508903" y="43514"/>
                  <a:pt x="510735" y="44299"/>
                  <a:pt x="512928" y="44299"/>
                </a:cubicBezTo>
                <a:cubicBezTo>
                  <a:pt x="514421" y="44299"/>
                  <a:pt x="515676" y="43892"/>
                  <a:pt x="516693" y="43078"/>
                </a:cubicBezTo>
                <a:cubicBezTo>
                  <a:pt x="517711" y="42264"/>
                  <a:pt x="518480" y="40953"/>
                  <a:pt x="519000" y="39144"/>
                </a:cubicBezTo>
                <a:moveTo>
                  <a:pt x="519542" y="29510"/>
                </a:moveTo>
                <a:cubicBezTo>
                  <a:pt x="519475" y="26763"/>
                  <a:pt x="518762" y="24674"/>
                  <a:pt x="517405" y="23244"/>
                </a:cubicBezTo>
                <a:cubicBezTo>
                  <a:pt x="516049" y="21813"/>
                  <a:pt x="514398" y="21098"/>
                  <a:pt x="512453" y="21098"/>
                </a:cubicBezTo>
                <a:cubicBezTo>
                  <a:pt x="510373" y="21098"/>
                  <a:pt x="508654" y="21853"/>
                  <a:pt x="507297" y="23361"/>
                </a:cubicBezTo>
                <a:cubicBezTo>
                  <a:pt x="505941" y="24871"/>
                  <a:pt x="505273" y="26920"/>
                  <a:pt x="505296" y="29510"/>
                </a:cubicBezTo>
                <a:lnTo>
                  <a:pt x="519542" y="29510"/>
                </a:lnTo>
                <a:close/>
                <a:moveTo>
                  <a:pt x="535957" y="37312"/>
                </a:moveTo>
                <a:lnTo>
                  <a:pt x="535957" y="27747"/>
                </a:lnTo>
                <a:lnTo>
                  <a:pt x="554681" y="27747"/>
                </a:lnTo>
                <a:lnTo>
                  <a:pt x="554681" y="37312"/>
                </a:lnTo>
                <a:lnTo>
                  <a:pt x="535957" y="37312"/>
                </a:lnTo>
                <a:close/>
                <a:moveTo>
                  <a:pt x="558203" y="44978"/>
                </a:moveTo>
                <a:lnTo>
                  <a:pt x="558203" y="35345"/>
                </a:lnTo>
                <a:lnTo>
                  <a:pt x="582015" y="26000"/>
                </a:lnTo>
                <a:lnTo>
                  <a:pt x="558203" y="16756"/>
                </a:lnTo>
                <a:lnTo>
                  <a:pt x="558203" y="7191"/>
                </a:lnTo>
                <a:lnTo>
                  <a:pt x="592327" y="21960"/>
                </a:lnTo>
                <a:lnTo>
                  <a:pt x="592327" y="30107"/>
                </a:lnTo>
                <a:lnTo>
                  <a:pt x="558203" y="44978"/>
                </a:lnTo>
                <a:close/>
                <a:moveTo>
                  <a:pt x="633297" y="50609"/>
                </a:moveTo>
                <a:lnTo>
                  <a:pt x="624444" y="50609"/>
                </a:lnTo>
                <a:lnTo>
                  <a:pt x="624444" y="45317"/>
                </a:lnTo>
                <a:cubicBezTo>
                  <a:pt x="622974" y="47375"/>
                  <a:pt x="621238" y="48907"/>
                  <a:pt x="619237" y="49913"/>
                </a:cubicBezTo>
                <a:cubicBezTo>
                  <a:pt x="617236" y="50920"/>
                  <a:pt x="615217" y="51423"/>
                  <a:pt x="613182" y="51423"/>
                </a:cubicBezTo>
                <a:cubicBezTo>
                  <a:pt x="609044" y="51423"/>
                  <a:pt x="605499" y="49755"/>
                  <a:pt x="602548" y="46419"/>
                </a:cubicBezTo>
                <a:cubicBezTo>
                  <a:pt x="599597" y="43084"/>
                  <a:pt x="598122" y="38431"/>
                  <a:pt x="598122" y="32461"/>
                </a:cubicBezTo>
                <a:cubicBezTo>
                  <a:pt x="598122" y="26356"/>
                  <a:pt x="599558" y="21714"/>
                  <a:pt x="602429" y="18537"/>
                </a:cubicBezTo>
                <a:cubicBezTo>
                  <a:pt x="605301" y="15360"/>
                  <a:pt x="608931" y="13772"/>
                  <a:pt x="613318" y="13772"/>
                </a:cubicBezTo>
                <a:cubicBezTo>
                  <a:pt x="617343" y="13772"/>
                  <a:pt x="620825" y="15445"/>
                  <a:pt x="623765" y="18792"/>
                </a:cubicBezTo>
                <a:lnTo>
                  <a:pt x="623765" y="882"/>
                </a:lnTo>
                <a:lnTo>
                  <a:pt x="633297" y="882"/>
                </a:lnTo>
                <a:lnTo>
                  <a:pt x="633297" y="50609"/>
                </a:lnTo>
                <a:moveTo>
                  <a:pt x="607857" y="31835"/>
                </a:moveTo>
                <a:cubicBezTo>
                  <a:pt x="607857" y="35674"/>
                  <a:pt x="608388" y="38451"/>
                  <a:pt x="609451" y="40167"/>
                </a:cubicBezTo>
                <a:cubicBezTo>
                  <a:pt x="610989" y="42650"/>
                  <a:pt x="613137" y="43892"/>
                  <a:pt x="615896" y="43892"/>
                </a:cubicBezTo>
                <a:cubicBezTo>
                  <a:pt x="618089" y="43892"/>
                  <a:pt x="619955" y="42961"/>
                  <a:pt x="621492" y="41098"/>
                </a:cubicBezTo>
                <a:cubicBezTo>
                  <a:pt x="623030" y="39236"/>
                  <a:pt x="623799" y="36453"/>
                  <a:pt x="623799" y="32750"/>
                </a:cubicBezTo>
                <a:cubicBezTo>
                  <a:pt x="623799" y="28617"/>
                  <a:pt x="623053" y="25642"/>
                  <a:pt x="621560" y="23825"/>
                </a:cubicBezTo>
                <a:cubicBezTo>
                  <a:pt x="620068" y="22007"/>
                  <a:pt x="618157" y="21098"/>
                  <a:pt x="615828" y="21098"/>
                </a:cubicBezTo>
                <a:cubicBezTo>
                  <a:pt x="613567" y="21098"/>
                  <a:pt x="611673" y="21996"/>
                  <a:pt x="610146" y="23791"/>
                </a:cubicBezTo>
                <a:cubicBezTo>
                  <a:pt x="608620" y="25586"/>
                  <a:pt x="607857" y="28267"/>
                  <a:pt x="607857" y="31835"/>
                </a:cubicBezTo>
                <a:close/>
                <a:moveTo>
                  <a:pt x="663495" y="39144"/>
                </a:moveTo>
                <a:lnTo>
                  <a:pt x="672993" y="40772"/>
                </a:lnTo>
                <a:cubicBezTo>
                  <a:pt x="671771" y="44243"/>
                  <a:pt x="669844" y="46886"/>
                  <a:pt x="667209" y="48701"/>
                </a:cubicBezTo>
                <a:cubicBezTo>
                  <a:pt x="664575" y="50515"/>
                  <a:pt x="661279" y="51423"/>
                  <a:pt x="657322" y="51423"/>
                </a:cubicBezTo>
                <a:cubicBezTo>
                  <a:pt x="651058" y="51423"/>
                  <a:pt x="646422" y="49376"/>
                  <a:pt x="643414" y="45283"/>
                </a:cubicBezTo>
                <a:cubicBezTo>
                  <a:pt x="641040" y="42004"/>
                  <a:pt x="639853" y="37866"/>
                  <a:pt x="639853" y="32868"/>
                </a:cubicBezTo>
                <a:cubicBezTo>
                  <a:pt x="639853" y="26899"/>
                  <a:pt x="641413" y="22223"/>
                  <a:pt x="644534" y="18843"/>
                </a:cubicBezTo>
                <a:cubicBezTo>
                  <a:pt x="647654" y="15462"/>
                  <a:pt x="651600" y="13772"/>
                  <a:pt x="656372" y="13772"/>
                </a:cubicBezTo>
                <a:cubicBezTo>
                  <a:pt x="661731" y="13772"/>
                  <a:pt x="665960" y="15541"/>
                  <a:pt x="669058" y="19080"/>
                </a:cubicBezTo>
                <a:cubicBezTo>
                  <a:pt x="672156" y="22619"/>
                  <a:pt x="673637" y="28041"/>
                  <a:pt x="673501" y="35345"/>
                </a:cubicBezTo>
                <a:lnTo>
                  <a:pt x="649622" y="35345"/>
                </a:lnTo>
                <a:cubicBezTo>
                  <a:pt x="649690" y="38171"/>
                  <a:pt x="650458" y="40370"/>
                  <a:pt x="651928" y="41942"/>
                </a:cubicBezTo>
                <a:cubicBezTo>
                  <a:pt x="653398" y="43514"/>
                  <a:pt x="655230" y="44299"/>
                  <a:pt x="657423" y="44299"/>
                </a:cubicBezTo>
                <a:cubicBezTo>
                  <a:pt x="658916" y="44299"/>
                  <a:pt x="660171" y="43892"/>
                  <a:pt x="661188" y="43078"/>
                </a:cubicBezTo>
                <a:cubicBezTo>
                  <a:pt x="662206" y="42264"/>
                  <a:pt x="662975" y="40953"/>
                  <a:pt x="663495" y="39144"/>
                </a:cubicBezTo>
                <a:moveTo>
                  <a:pt x="664038" y="29510"/>
                </a:moveTo>
                <a:cubicBezTo>
                  <a:pt x="663970" y="26763"/>
                  <a:pt x="663257" y="24674"/>
                  <a:pt x="661901" y="23244"/>
                </a:cubicBezTo>
                <a:cubicBezTo>
                  <a:pt x="660544" y="21813"/>
                  <a:pt x="658893" y="21098"/>
                  <a:pt x="656948" y="21098"/>
                </a:cubicBezTo>
                <a:cubicBezTo>
                  <a:pt x="654868" y="21098"/>
                  <a:pt x="653149" y="21853"/>
                  <a:pt x="651793" y="23361"/>
                </a:cubicBezTo>
                <a:cubicBezTo>
                  <a:pt x="650436" y="24871"/>
                  <a:pt x="649769" y="26920"/>
                  <a:pt x="649791" y="29510"/>
                </a:cubicBezTo>
                <a:lnTo>
                  <a:pt x="664038" y="29510"/>
                </a:lnTo>
                <a:close/>
                <a:moveTo>
                  <a:pt x="691441" y="50609"/>
                </a:moveTo>
                <a:lnTo>
                  <a:pt x="676923" y="14586"/>
                </a:lnTo>
                <a:lnTo>
                  <a:pt x="686929" y="14586"/>
                </a:lnTo>
                <a:lnTo>
                  <a:pt x="693713" y="32970"/>
                </a:lnTo>
                <a:lnTo>
                  <a:pt x="695681" y="39110"/>
                </a:lnTo>
                <a:cubicBezTo>
                  <a:pt x="696201" y="37549"/>
                  <a:pt x="696529" y="36521"/>
                  <a:pt x="696664" y="36023"/>
                </a:cubicBezTo>
                <a:cubicBezTo>
                  <a:pt x="696981" y="35005"/>
                  <a:pt x="697320" y="33988"/>
                  <a:pt x="697682" y="32970"/>
                </a:cubicBezTo>
                <a:lnTo>
                  <a:pt x="704534" y="14586"/>
                </a:lnTo>
                <a:lnTo>
                  <a:pt x="714337" y="14586"/>
                </a:lnTo>
                <a:lnTo>
                  <a:pt x="700023" y="50609"/>
                </a:lnTo>
                <a:lnTo>
                  <a:pt x="691441" y="50609"/>
                </a:lnTo>
                <a:close/>
                <a:moveTo>
                  <a:pt x="719049" y="9701"/>
                </a:moveTo>
                <a:lnTo>
                  <a:pt x="719049" y="882"/>
                </a:lnTo>
                <a:lnTo>
                  <a:pt x="728580" y="882"/>
                </a:lnTo>
                <a:lnTo>
                  <a:pt x="728580" y="9701"/>
                </a:lnTo>
                <a:lnTo>
                  <a:pt x="719049" y="9701"/>
                </a:lnTo>
                <a:moveTo>
                  <a:pt x="719049" y="50609"/>
                </a:moveTo>
                <a:lnTo>
                  <a:pt x="719049" y="14586"/>
                </a:lnTo>
                <a:lnTo>
                  <a:pt x="728580" y="14586"/>
                </a:lnTo>
                <a:lnTo>
                  <a:pt x="728580" y="50609"/>
                </a:lnTo>
                <a:lnTo>
                  <a:pt x="719049" y="50609"/>
                </a:lnTo>
                <a:close/>
                <a:moveTo>
                  <a:pt x="769909" y="25236"/>
                </a:moveTo>
                <a:lnTo>
                  <a:pt x="760514" y="26932"/>
                </a:lnTo>
                <a:cubicBezTo>
                  <a:pt x="760197" y="25067"/>
                  <a:pt x="759479" y="23662"/>
                  <a:pt x="758360" y="22718"/>
                </a:cubicBezTo>
                <a:cubicBezTo>
                  <a:pt x="757240" y="21774"/>
                  <a:pt x="755787" y="21302"/>
                  <a:pt x="754001" y="21302"/>
                </a:cubicBezTo>
                <a:cubicBezTo>
                  <a:pt x="751627" y="21302"/>
                  <a:pt x="749733" y="22119"/>
                  <a:pt x="748319" y="23754"/>
                </a:cubicBezTo>
                <a:cubicBezTo>
                  <a:pt x="746906" y="25388"/>
                  <a:pt x="746199" y="28121"/>
                  <a:pt x="746199" y="31954"/>
                </a:cubicBezTo>
                <a:cubicBezTo>
                  <a:pt x="746199" y="36215"/>
                  <a:pt x="746917" y="39225"/>
                  <a:pt x="748353" y="40984"/>
                </a:cubicBezTo>
                <a:cubicBezTo>
                  <a:pt x="749789" y="42742"/>
                  <a:pt x="751717" y="43621"/>
                  <a:pt x="754137" y="43621"/>
                </a:cubicBezTo>
                <a:cubicBezTo>
                  <a:pt x="755946" y="43621"/>
                  <a:pt x="757427" y="43107"/>
                  <a:pt x="758580" y="42078"/>
                </a:cubicBezTo>
                <a:cubicBezTo>
                  <a:pt x="759733" y="41049"/>
                  <a:pt x="760548" y="39279"/>
                  <a:pt x="761022" y="36769"/>
                </a:cubicBezTo>
                <a:lnTo>
                  <a:pt x="770384" y="38397"/>
                </a:lnTo>
                <a:cubicBezTo>
                  <a:pt x="769412" y="42694"/>
                  <a:pt x="767546" y="45939"/>
                  <a:pt x="764788" y="48132"/>
                </a:cubicBezTo>
                <a:cubicBezTo>
                  <a:pt x="762029" y="50326"/>
                  <a:pt x="758331" y="51423"/>
                  <a:pt x="753696" y="51423"/>
                </a:cubicBezTo>
                <a:cubicBezTo>
                  <a:pt x="748427" y="51423"/>
                  <a:pt x="744226" y="49761"/>
                  <a:pt x="741094" y="46436"/>
                </a:cubicBezTo>
                <a:cubicBezTo>
                  <a:pt x="737962" y="43112"/>
                  <a:pt x="736397" y="38510"/>
                  <a:pt x="736397" y="32631"/>
                </a:cubicBezTo>
                <a:cubicBezTo>
                  <a:pt x="736397" y="26684"/>
                  <a:pt x="737968" y="22054"/>
                  <a:pt x="741111" y="18741"/>
                </a:cubicBezTo>
                <a:cubicBezTo>
                  <a:pt x="744255" y="15428"/>
                  <a:pt x="748506" y="13772"/>
                  <a:pt x="753865" y="13772"/>
                </a:cubicBezTo>
                <a:cubicBezTo>
                  <a:pt x="758252" y="13772"/>
                  <a:pt x="761740" y="14716"/>
                  <a:pt x="764330" y="16604"/>
                </a:cubicBezTo>
                <a:cubicBezTo>
                  <a:pt x="766919" y="18492"/>
                  <a:pt x="768779" y="21370"/>
                  <a:pt x="769909" y="25236"/>
                </a:cubicBezTo>
                <a:close/>
                <a:moveTo>
                  <a:pt x="798263" y="39144"/>
                </a:moveTo>
                <a:lnTo>
                  <a:pt x="807760" y="40772"/>
                </a:lnTo>
                <a:cubicBezTo>
                  <a:pt x="806539" y="44243"/>
                  <a:pt x="804611" y="46886"/>
                  <a:pt x="801977" y="48701"/>
                </a:cubicBezTo>
                <a:cubicBezTo>
                  <a:pt x="799342" y="50515"/>
                  <a:pt x="796047" y="51423"/>
                  <a:pt x="792089" y="51423"/>
                </a:cubicBezTo>
                <a:cubicBezTo>
                  <a:pt x="785825" y="51423"/>
                  <a:pt x="781190" y="49376"/>
                  <a:pt x="778182" y="45283"/>
                </a:cubicBezTo>
                <a:cubicBezTo>
                  <a:pt x="775808" y="42004"/>
                  <a:pt x="774620" y="37866"/>
                  <a:pt x="774620" y="32868"/>
                </a:cubicBezTo>
                <a:cubicBezTo>
                  <a:pt x="774620" y="26899"/>
                  <a:pt x="776181" y="22223"/>
                  <a:pt x="779301" y="18843"/>
                </a:cubicBezTo>
                <a:cubicBezTo>
                  <a:pt x="782422" y="15462"/>
                  <a:pt x="786368" y="13772"/>
                  <a:pt x="791139" y="13772"/>
                </a:cubicBezTo>
                <a:cubicBezTo>
                  <a:pt x="796499" y="13772"/>
                  <a:pt x="800727" y="15541"/>
                  <a:pt x="803826" y="19080"/>
                </a:cubicBezTo>
                <a:cubicBezTo>
                  <a:pt x="806924" y="22619"/>
                  <a:pt x="808405" y="28041"/>
                  <a:pt x="808269" y="35345"/>
                </a:cubicBezTo>
                <a:lnTo>
                  <a:pt x="784389" y="35345"/>
                </a:lnTo>
                <a:cubicBezTo>
                  <a:pt x="784457" y="38171"/>
                  <a:pt x="785226" y="40370"/>
                  <a:pt x="786696" y="41942"/>
                </a:cubicBezTo>
                <a:cubicBezTo>
                  <a:pt x="788166" y="43514"/>
                  <a:pt x="789997" y="44299"/>
                  <a:pt x="792191" y="44299"/>
                </a:cubicBezTo>
                <a:cubicBezTo>
                  <a:pt x="793683" y="44299"/>
                  <a:pt x="794938" y="43892"/>
                  <a:pt x="795956" y="43078"/>
                </a:cubicBezTo>
                <a:cubicBezTo>
                  <a:pt x="796974" y="42264"/>
                  <a:pt x="797743" y="40953"/>
                  <a:pt x="798263" y="39144"/>
                </a:cubicBezTo>
                <a:moveTo>
                  <a:pt x="798805" y="29510"/>
                </a:moveTo>
                <a:cubicBezTo>
                  <a:pt x="798738" y="26763"/>
                  <a:pt x="798025" y="24674"/>
                  <a:pt x="796668" y="23244"/>
                </a:cubicBezTo>
                <a:cubicBezTo>
                  <a:pt x="795312" y="21813"/>
                  <a:pt x="793661" y="21098"/>
                  <a:pt x="791716" y="21098"/>
                </a:cubicBezTo>
                <a:cubicBezTo>
                  <a:pt x="789636" y="21098"/>
                  <a:pt x="787917" y="21853"/>
                  <a:pt x="786560" y="23361"/>
                </a:cubicBezTo>
                <a:cubicBezTo>
                  <a:pt x="785203" y="24871"/>
                  <a:pt x="784536" y="26920"/>
                  <a:pt x="784559" y="29510"/>
                </a:cubicBezTo>
                <a:lnTo>
                  <a:pt x="798805" y="29510"/>
                </a:lnTo>
                <a:close/>
                <a:moveTo>
                  <a:pt x="816074" y="41043"/>
                </a:moveTo>
                <a:lnTo>
                  <a:pt x="825605" y="41043"/>
                </a:lnTo>
                <a:lnTo>
                  <a:pt x="825605" y="47883"/>
                </a:lnTo>
                <a:cubicBezTo>
                  <a:pt x="825605" y="50651"/>
                  <a:pt x="825368" y="52835"/>
                  <a:pt x="824893" y="54434"/>
                </a:cubicBezTo>
                <a:cubicBezTo>
                  <a:pt x="824418" y="56034"/>
                  <a:pt x="823519" y="57469"/>
                  <a:pt x="822196" y="58740"/>
                </a:cubicBezTo>
                <a:cubicBezTo>
                  <a:pt x="820873" y="60010"/>
                  <a:pt x="819194" y="61009"/>
                  <a:pt x="817159" y="61734"/>
                </a:cubicBezTo>
                <a:lnTo>
                  <a:pt x="815293" y="57800"/>
                </a:lnTo>
                <a:cubicBezTo>
                  <a:pt x="817216" y="57164"/>
                  <a:pt x="818584" y="56289"/>
                  <a:pt x="819398" y="55175"/>
                </a:cubicBezTo>
                <a:cubicBezTo>
                  <a:pt x="820212" y="54062"/>
                  <a:pt x="820641" y="52540"/>
                  <a:pt x="820687" y="50609"/>
                </a:cubicBezTo>
                <a:lnTo>
                  <a:pt x="816074" y="50609"/>
                </a:lnTo>
                <a:lnTo>
                  <a:pt x="816074" y="41043"/>
                </a:lnTo>
                <a:close/>
                <a:moveTo>
                  <a:pt x="857213" y="18588"/>
                </a:moveTo>
                <a:lnTo>
                  <a:pt x="855415" y="9310"/>
                </a:lnTo>
                <a:lnTo>
                  <a:pt x="855415" y="882"/>
                </a:lnTo>
                <a:lnTo>
                  <a:pt x="865794" y="882"/>
                </a:lnTo>
                <a:lnTo>
                  <a:pt x="865794" y="9310"/>
                </a:lnTo>
                <a:lnTo>
                  <a:pt x="864234" y="18588"/>
                </a:lnTo>
                <a:lnTo>
                  <a:pt x="857213" y="18588"/>
                </a:lnTo>
                <a:moveTo>
                  <a:pt x="872511" y="18588"/>
                </a:moveTo>
                <a:lnTo>
                  <a:pt x="870713" y="9310"/>
                </a:lnTo>
                <a:lnTo>
                  <a:pt x="870713" y="882"/>
                </a:lnTo>
                <a:lnTo>
                  <a:pt x="881092" y="882"/>
                </a:lnTo>
                <a:lnTo>
                  <a:pt x="881092" y="9310"/>
                </a:lnTo>
                <a:lnTo>
                  <a:pt x="879532" y="18588"/>
                </a:lnTo>
                <a:lnTo>
                  <a:pt x="872511" y="18588"/>
                </a:lnTo>
                <a:close/>
                <a:moveTo>
                  <a:pt x="922290" y="50609"/>
                </a:moveTo>
                <a:lnTo>
                  <a:pt x="913437" y="50609"/>
                </a:lnTo>
                <a:lnTo>
                  <a:pt x="913437" y="45317"/>
                </a:lnTo>
                <a:cubicBezTo>
                  <a:pt x="911967" y="47375"/>
                  <a:pt x="910232" y="48907"/>
                  <a:pt x="908230" y="49913"/>
                </a:cubicBezTo>
                <a:cubicBezTo>
                  <a:pt x="906229" y="50920"/>
                  <a:pt x="904211" y="51423"/>
                  <a:pt x="902176" y="51423"/>
                </a:cubicBezTo>
                <a:cubicBezTo>
                  <a:pt x="898037" y="51423"/>
                  <a:pt x="894493" y="49755"/>
                  <a:pt x="891542" y="46419"/>
                </a:cubicBezTo>
                <a:cubicBezTo>
                  <a:pt x="888591" y="43084"/>
                  <a:pt x="887115" y="38431"/>
                  <a:pt x="887115" y="32461"/>
                </a:cubicBezTo>
                <a:cubicBezTo>
                  <a:pt x="887115" y="26356"/>
                  <a:pt x="888551" y="21714"/>
                  <a:pt x="891423" y="18537"/>
                </a:cubicBezTo>
                <a:cubicBezTo>
                  <a:pt x="894295" y="15360"/>
                  <a:pt x="897924" y="13772"/>
                  <a:pt x="902311" y="13772"/>
                </a:cubicBezTo>
                <a:cubicBezTo>
                  <a:pt x="906336" y="13772"/>
                  <a:pt x="909819" y="15445"/>
                  <a:pt x="912759" y="18792"/>
                </a:cubicBezTo>
                <a:lnTo>
                  <a:pt x="912759" y="882"/>
                </a:lnTo>
                <a:lnTo>
                  <a:pt x="922290" y="882"/>
                </a:lnTo>
                <a:lnTo>
                  <a:pt x="922290" y="50609"/>
                </a:lnTo>
                <a:moveTo>
                  <a:pt x="896850" y="31835"/>
                </a:moveTo>
                <a:cubicBezTo>
                  <a:pt x="896850" y="35674"/>
                  <a:pt x="897382" y="38451"/>
                  <a:pt x="898444" y="40167"/>
                </a:cubicBezTo>
                <a:cubicBezTo>
                  <a:pt x="899982" y="42650"/>
                  <a:pt x="902130" y="43892"/>
                  <a:pt x="904889" y="43892"/>
                </a:cubicBezTo>
                <a:cubicBezTo>
                  <a:pt x="907083" y="43892"/>
                  <a:pt x="908948" y="42961"/>
                  <a:pt x="910486" y="41098"/>
                </a:cubicBezTo>
                <a:cubicBezTo>
                  <a:pt x="912024" y="39236"/>
                  <a:pt x="912793" y="36453"/>
                  <a:pt x="912793" y="32750"/>
                </a:cubicBezTo>
                <a:cubicBezTo>
                  <a:pt x="912793" y="28617"/>
                  <a:pt x="912046" y="25642"/>
                  <a:pt x="910554" y="23825"/>
                </a:cubicBezTo>
                <a:cubicBezTo>
                  <a:pt x="909061" y="22007"/>
                  <a:pt x="907151" y="21098"/>
                  <a:pt x="904821" y="21098"/>
                </a:cubicBezTo>
                <a:cubicBezTo>
                  <a:pt x="902560" y="21098"/>
                  <a:pt x="900666" y="21996"/>
                  <a:pt x="899140" y="23791"/>
                </a:cubicBezTo>
                <a:cubicBezTo>
                  <a:pt x="897613" y="25586"/>
                  <a:pt x="896850" y="28267"/>
                  <a:pt x="896850" y="31835"/>
                </a:cubicBezTo>
                <a:close/>
                <a:moveTo>
                  <a:pt x="952488" y="39144"/>
                </a:moveTo>
                <a:lnTo>
                  <a:pt x="961986" y="40772"/>
                </a:lnTo>
                <a:cubicBezTo>
                  <a:pt x="960765" y="44243"/>
                  <a:pt x="958837" y="46886"/>
                  <a:pt x="956203" y="48701"/>
                </a:cubicBezTo>
                <a:cubicBezTo>
                  <a:pt x="953568" y="50515"/>
                  <a:pt x="950272" y="51423"/>
                  <a:pt x="946315" y="51423"/>
                </a:cubicBezTo>
                <a:cubicBezTo>
                  <a:pt x="940051" y="51423"/>
                  <a:pt x="935415" y="49376"/>
                  <a:pt x="932408" y="45283"/>
                </a:cubicBezTo>
                <a:cubicBezTo>
                  <a:pt x="930033" y="42004"/>
                  <a:pt x="928846" y="37866"/>
                  <a:pt x="928846" y="32868"/>
                </a:cubicBezTo>
                <a:cubicBezTo>
                  <a:pt x="928846" y="26899"/>
                  <a:pt x="930407" y="22223"/>
                  <a:pt x="933527" y="18843"/>
                </a:cubicBezTo>
                <a:cubicBezTo>
                  <a:pt x="936648" y="15462"/>
                  <a:pt x="940594" y="13772"/>
                  <a:pt x="945365" y="13772"/>
                </a:cubicBezTo>
                <a:cubicBezTo>
                  <a:pt x="950725" y="13772"/>
                  <a:pt x="954953" y="15541"/>
                  <a:pt x="958051" y="19080"/>
                </a:cubicBezTo>
                <a:cubicBezTo>
                  <a:pt x="961149" y="22619"/>
                  <a:pt x="962631" y="28041"/>
                  <a:pt x="962495" y="35345"/>
                </a:cubicBezTo>
                <a:lnTo>
                  <a:pt x="938615" y="35345"/>
                </a:lnTo>
                <a:cubicBezTo>
                  <a:pt x="938683" y="38171"/>
                  <a:pt x="939452" y="40370"/>
                  <a:pt x="940922" y="41942"/>
                </a:cubicBezTo>
                <a:cubicBezTo>
                  <a:pt x="942392" y="43514"/>
                  <a:pt x="944223" y="44299"/>
                  <a:pt x="946417" y="44299"/>
                </a:cubicBezTo>
                <a:cubicBezTo>
                  <a:pt x="947909" y="44299"/>
                  <a:pt x="949164" y="43892"/>
                  <a:pt x="950182" y="43078"/>
                </a:cubicBezTo>
                <a:cubicBezTo>
                  <a:pt x="951200" y="42264"/>
                  <a:pt x="951968" y="40953"/>
                  <a:pt x="952488" y="39144"/>
                </a:cubicBezTo>
                <a:moveTo>
                  <a:pt x="953031" y="29510"/>
                </a:moveTo>
                <a:cubicBezTo>
                  <a:pt x="952963" y="26763"/>
                  <a:pt x="952251" y="24674"/>
                  <a:pt x="950894" y="23244"/>
                </a:cubicBezTo>
                <a:cubicBezTo>
                  <a:pt x="949537" y="21813"/>
                  <a:pt x="947887" y="21098"/>
                  <a:pt x="945942" y="21098"/>
                </a:cubicBezTo>
                <a:cubicBezTo>
                  <a:pt x="943862" y="21098"/>
                  <a:pt x="942143" y="21853"/>
                  <a:pt x="940786" y="23361"/>
                </a:cubicBezTo>
                <a:cubicBezTo>
                  <a:pt x="939429" y="24871"/>
                  <a:pt x="938762" y="26920"/>
                  <a:pt x="938785" y="29510"/>
                </a:cubicBezTo>
                <a:lnTo>
                  <a:pt x="953031" y="29510"/>
                </a:lnTo>
                <a:close/>
                <a:moveTo>
                  <a:pt x="966358" y="14586"/>
                </a:moveTo>
                <a:lnTo>
                  <a:pt x="971649" y="14586"/>
                </a:lnTo>
                <a:lnTo>
                  <a:pt x="971649" y="11866"/>
                </a:lnTo>
                <a:cubicBezTo>
                  <a:pt x="971649" y="8828"/>
                  <a:pt x="971971" y="6562"/>
                  <a:pt x="972616" y="5066"/>
                </a:cubicBezTo>
                <a:cubicBezTo>
                  <a:pt x="973260" y="3570"/>
                  <a:pt x="974447" y="2351"/>
                  <a:pt x="976177" y="1411"/>
                </a:cubicBezTo>
                <a:cubicBezTo>
                  <a:pt x="977907" y="470"/>
                  <a:pt x="980095" y="0"/>
                  <a:pt x="982741" y="0"/>
                </a:cubicBezTo>
                <a:cubicBezTo>
                  <a:pt x="985454" y="0"/>
                  <a:pt x="988112" y="407"/>
                  <a:pt x="990712" y="1221"/>
                </a:cubicBezTo>
                <a:lnTo>
                  <a:pt x="989423" y="7869"/>
                </a:lnTo>
                <a:cubicBezTo>
                  <a:pt x="987908" y="7508"/>
                  <a:pt x="986449" y="7327"/>
                  <a:pt x="985047" y="7327"/>
                </a:cubicBezTo>
                <a:cubicBezTo>
                  <a:pt x="983668" y="7327"/>
                  <a:pt x="982679" y="7651"/>
                  <a:pt x="982079" y="8299"/>
                </a:cubicBezTo>
                <a:cubicBezTo>
                  <a:pt x="981480" y="8946"/>
                  <a:pt x="981181" y="10190"/>
                  <a:pt x="981181" y="12030"/>
                </a:cubicBezTo>
                <a:lnTo>
                  <a:pt x="981181" y="14586"/>
                </a:lnTo>
                <a:lnTo>
                  <a:pt x="988304" y="14586"/>
                </a:lnTo>
                <a:lnTo>
                  <a:pt x="988304" y="22116"/>
                </a:lnTo>
                <a:lnTo>
                  <a:pt x="981181" y="22116"/>
                </a:lnTo>
                <a:lnTo>
                  <a:pt x="981181" y="50609"/>
                </a:lnTo>
                <a:lnTo>
                  <a:pt x="971649" y="50609"/>
                </a:lnTo>
                <a:lnTo>
                  <a:pt x="971649" y="22116"/>
                </a:lnTo>
                <a:lnTo>
                  <a:pt x="966358" y="22116"/>
                </a:lnTo>
                <a:lnTo>
                  <a:pt x="966358" y="14586"/>
                </a:lnTo>
                <a:close/>
                <a:moveTo>
                  <a:pt x="1014315" y="39144"/>
                </a:moveTo>
                <a:lnTo>
                  <a:pt x="1023813" y="40772"/>
                </a:lnTo>
                <a:cubicBezTo>
                  <a:pt x="1022592" y="44243"/>
                  <a:pt x="1020664" y="46886"/>
                  <a:pt x="1018029" y="48701"/>
                </a:cubicBezTo>
                <a:cubicBezTo>
                  <a:pt x="1015395" y="50515"/>
                  <a:pt x="1012099" y="51423"/>
                  <a:pt x="1008142" y="51423"/>
                </a:cubicBezTo>
                <a:cubicBezTo>
                  <a:pt x="1001878" y="51423"/>
                  <a:pt x="997242" y="49376"/>
                  <a:pt x="994234" y="45283"/>
                </a:cubicBezTo>
                <a:cubicBezTo>
                  <a:pt x="991860" y="42004"/>
                  <a:pt x="990673" y="37866"/>
                  <a:pt x="990673" y="32868"/>
                </a:cubicBezTo>
                <a:cubicBezTo>
                  <a:pt x="990673" y="26899"/>
                  <a:pt x="992233" y="22223"/>
                  <a:pt x="995354" y="18843"/>
                </a:cubicBezTo>
                <a:cubicBezTo>
                  <a:pt x="998474" y="15462"/>
                  <a:pt x="1002420" y="13772"/>
                  <a:pt x="1007192" y="13772"/>
                </a:cubicBezTo>
                <a:cubicBezTo>
                  <a:pt x="1012551" y="13772"/>
                  <a:pt x="1016780" y="15541"/>
                  <a:pt x="1019878" y="19080"/>
                </a:cubicBezTo>
                <a:cubicBezTo>
                  <a:pt x="1022976" y="22619"/>
                  <a:pt x="1024457" y="28041"/>
                  <a:pt x="1024321" y="35345"/>
                </a:cubicBezTo>
                <a:lnTo>
                  <a:pt x="1000442" y="35345"/>
                </a:lnTo>
                <a:cubicBezTo>
                  <a:pt x="1000510" y="38171"/>
                  <a:pt x="1001278" y="40370"/>
                  <a:pt x="1002748" y="41942"/>
                </a:cubicBezTo>
                <a:cubicBezTo>
                  <a:pt x="1004218" y="43514"/>
                  <a:pt x="1006050" y="44299"/>
                  <a:pt x="1008243" y="44299"/>
                </a:cubicBezTo>
                <a:cubicBezTo>
                  <a:pt x="1009736" y="44299"/>
                  <a:pt x="1010991" y="43892"/>
                  <a:pt x="1012009" y="43078"/>
                </a:cubicBezTo>
                <a:cubicBezTo>
                  <a:pt x="1013026" y="42264"/>
                  <a:pt x="1013795" y="40953"/>
                  <a:pt x="1014315" y="39144"/>
                </a:cubicBezTo>
                <a:moveTo>
                  <a:pt x="1014858" y="29510"/>
                </a:moveTo>
                <a:cubicBezTo>
                  <a:pt x="1014790" y="26763"/>
                  <a:pt x="1014078" y="24674"/>
                  <a:pt x="1012721" y="23244"/>
                </a:cubicBezTo>
                <a:cubicBezTo>
                  <a:pt x="1011364" y="21813"/>
                  <a:pt x="1009713" y="21098"/>
                  <a:pt x="1007769" y="21098"/>
                </a:cubicBezTo>
                <a:cubicBezTo>
                  <a:pt x="1005688" y="21098"/>
                  <a:pt x="1003969" y="21853"/>
                  <a:pt x="1002613" y="23361"/>
                </a:cubicBezTo>
                <a:cubicBezTo>
                  <a:pt x="1001256" y="24871"/>
                  <a:pt x="1000589" y="26920"/>
                  <a:pt x="1000611" y="29510"/>
                </a:cubicBezTo>
                <a:lnTo>
                  <a:pt x="1014858" y="29510"/>
                </a:lnTo>
                <a:close/>
                <a:moveTo>
                  <a:pt x="1041480" y="50609"/>
                </a:moveTo>
                <a:lnTo>
                  <a:pt x="1031949" y="50609"/>
                </a:lnTo>
                <a:lnTo>
                  <a:pt x="1031949" y="14586"/>
                </a:lnTo>
                <a:lnTo>
                  <a:pt x="1040802" y="14586"/>
                </a:lnTo>
                <a:lnTo>
                  <a:pt x="1040802" y="19708"/>
                </a:lnTo>
                <a:cubicBezTo>
                  <a:pt x="1042317" y="17288"/>
                  <a:pt x="1043680" y="15694"/>
                  <a:pt x="1044889" y="14925"/>
                </a:cubicBezTo>
                <a:cubicBezTo>
                  <a:pt x="1046099" y="14156"/>
                  <a:pt x="1047473" y="13772"/>
                  <a:pt x="1049011" y="13772"/>
                </a:cubicBezTo>
                <a:cubicBezTo>
                  <a:pt x="1051182" y="13772"/>
                  <a:pt x="1053273" y="14371"/>
                  <a:pt x="1055286" y="15569"/>
                </a:cubicBezTo>
                <a:lnTo>
                  <a:pt x="1052335" y="23880"/>
                </a:lnTo>
                <a:cubicBezTo>
                  <a:pt x="1050729" y="22839"/>
                  <a:pt x="1049237" y="22319"/>
                  <a:pt x="1047857" y="22319"/>
                </a:cubicBezTo>
                <a:cubicBezTo>
                  <a:pt x="1046523" y="22319"/>
                  <a:pt x="1045393" y="22687"/>
                  <a:pt x="1044465" y="23422"/>
                </a:cubicBezTo>
                <a:cubicBezTo>
                  <a:pt x="1043538" y="24157"/>
                  <a:pt x="1042809" y="25485"/>
                  <a:pt x="1042278" y="27407"/>
                </a:cubicBezTo>
                <a:cubicBezTo>
                  <a:pt x="1041746" y="29329"/>
                  <a:pt x="1041480" y="33355"/>
                  <a:pt x="1041480" y="39483"/>
                </a:cubicBezTo>
                <a:lnTo>
                  <a:pt x="1041480" y="50609"/>
                </a:lnTo>
                <a:close/>
                <a:moveTo>
                  <a:pt x="1068573" y="50609"/>
                </a:moveTo>
                <a:lnTo>
                  <a:pt x="1059041" y="50609"/>
                </a:lnTo>
                <a:lnTo>
                  <a:pt x="1059041" y="14586"/>
                </a:lnTo>
                <a:lnTo>
                  <a:pt x="1067895" y="14586"/>
                </a:lnTo>
                <a:lnTo>
                  <a:pt x="1067895" y="19708"/>
                </a:lnTo>
                <a:cubicBezTo>
                  <a:pt x="1069410" y="17288"/>
                  <a:pt x="1070772" y="15694"/>
                  <a:pt x="1071982" y="14925"/>
                </a:cubicBezTo>
                <a:cubicBezTo>
                  <a:pt x="1073192" y="14156"/>
                  <a:pt x="1074566" y="13772"/>
                  <a:pt x="1076103" y="13772"/>
                </a:cubicBezTo>
                <a:cubicBezTo>
                  <a:pt x="1078274" y="13772"/>
                  <a:pt x="1080366" y="14371"/>
                  <a:pt x="1082378" y="15569"/>
                </a:cubicBezTo>
                <a:lnTo>
                  <a:pt x="1079427" y="23880"/>
                </a:lnTo>
                <a:cubicBezTo>
                  <a:pt x="1077822" y="22839"/>
                  <a:pt x="1076329" y="22319"/>
                  <a:pt x="1074950" y="22319"/>
                </a:cubicBezTo>
                <a:cubicBezTo>
                  <a:pt x="1073616" y="22319"/>
                  <a:pt x="1072485" y="22687"/>
                  <a:pt x="1071558" y="23422"/>
                </a:cubicBezTo>
                <a:cubicBezTo>
                  <a:pt x="1070631" y="24157"/>
                  <a:pt x="1069902" y="25485"/>
                  <a:pt x="1069370" y="27407"/>
                </a:cubicBezTo>
                <a:cubicBezTo>
                  <a:pt x="1068839" y="29329"/>
                  <a:pt x="1068573" y="33355"/>
                  <a:pt x="1068573" y="39483"/>
                </a:cubicBezTo>
                <a:lnTo>
                  <a:pt x="1068573" y="50609"/>
                </a:lnTo>
                <a:close/>
                <a:moveTo>
                  <a:pt x="1107402" y="39144"/>
                </a:moveTo>
                <a:lnTo>
                  <a:pt x="1116899" y="40772"/>
                </a:lnTo>
                <a:cubicBezTo>
                  <a:pt x="1115678" y="44243"/>
                  <a:pt x="1113751" y="46886"/>
                  <a:pt x="1111116" y="48701"/>
                </a:cubicBezTo>
                <a:cubicBezTo>
                  <a:pt x="1108482" y="50515"/>
                  <a:pt x="1105186" y="51423"/>
                  <a:pt x="1101228" y="51423"/>
                </a:cubicBezTo>
                <a:cubicBezTo>
                  <a:pt x="1094965" y="51423"/>
                  <a:pt x="1090329" y="49376"/>
                  <a:pt x="1087321" y="45283"/>
                </a:cubicBezTo>
                <a:cubicBezTo>
                  <a:pt x="1084947" y="42004"/>
                  <a:pt x="1083760" y="37866"/>
                  <a:pt x="1083760" y="32868"/>
                </a:cubicBezTo>
                <a:cubicBezTo>
                  <a:pt x="1083760" y="26899"/>
                  <a:pt x="1085320" y="22223"/>
                  <a:pt x="1088441" y="18843"/>
                </a:cubicBezTo>
                <a:cubicBezTo>
                  <a:pt x="1091561" y="15462"/>
                  <a:pt x="1095507" y="13772"/>
                  <a:pt x="1100279" y="13772"/>
                </a:cubicBezTo>
                <a:cubicBezTo>
                  <a:pt x="1105638" y="13772"/>
                  <a:pt x="1109867" y="15541"/>
                  <a:pt x="1112965" y="19080"/>
                </a:cubicBezTo>
                <a:cubicBezTo>
                  <a:pt x="1116063" y="22619"/>
                  <a:pt x="1117544" y="28041"/>
                  <a:pt x="1117408" y="35345"/>
                </a:cubicBezTo>
                <a:lnTo>
                  <a:pt x="1093529" y="35345"/>
                </a:lnTo>
                <a:cubicBezTo>
                  <a:pt x="1093596" y="38171"/>
                  <a:pt x="1094365" y="40370"/>
                  <a:pt x="1095835" y="41942"/>
                </a:cubicBezTo>
                <a:cubicBezTo>
                  <a:pt x="1097305" y="43514"/>
                  <a:pt x="1099137" y="44299"/>
                  <a:pt x="1101330" y="44299"/>
                </a:cubicBezTo>
                <a:cubicBezTo>
                  <a:pt x="1102823" y="44299"/>
                  <a:pt x="1104078" y="43892"/>
                  <a:pt x="1105095" y="43078"/>
                </a:cubicBezTo>
                <a:cubicBezTo>
                  <a:pt x="1106113" y="42264"/>
                  <a:pt x="1106882" y="40953"/>
                  <a:pt x="1107402" y="39144"/>
                </a:cubicBezTo>
                <a:moveTo>
                  <a:pt x="1107945" y="29510"/>
                </a:moveTo>
                <a:cubicBezTo>
                  <a:pt x="1107877" y="26763"/>
                  <a:pt x="1107164" y="24674"/>
                  <a:pt x="1105808" y="23244"/>
                </a:cubicBezTo>
                <a:cubicBezTo>
                  <a:pt x="1104451" y="21813"/>
                  <a:pt x="1102800" y="21098"/>
                  <a:pt x="1100855" y="21098"/>
                </a:cubicBezTo>
                <a:cubicBezTo>
                  <a:pt x="1098775" y="21098"/>
                  <a:pt x="1097056" y="21853"/>
                  <a:pt x="1095699" y="23361"/>
                </a:cubicBezTo>
                <a:cubicBezTo>
                  <a:pt x="1094343" y="24871"/>
                  <a:pt x="1093676" y="26920"/>
                  <a:pt x="1093698" y="29510"/>
                </a:cubicBezTo>
                <a:lnTo>
                  <a:pt x="1107945" y="29510"/>
                </a:lnTo>
                <a:close/>
                <a:moveTo>
                  <a:pt x="1158481" y="50609"/>
                </a:moveTo>
                <a:lnTo>
                  <a:pt x="1149628" y="50609"/>
                </a:lnTo>
                <a:lnTo>
                  <a:pt x="1149628" y="45317"/>
                </a:lnTo>
                <a:cubicBezTo>
                  <a:pt x="1148158" y="47375"/>
                  <a:pt x="1146423" y="48907"/>
                  <a:pt x="1144422" y="49913"/>
                </a:cubicBezTo>
                <a:cubicBezTo>
                  <a:pt x="1142420" y="50920"/>
                  <a:pt x="1140402" y="51423"/>
                  <a:pt x="1138367" y="51423"/>
                </a:cubicBezTo>
                <a:cubicBezTo>
                  <a:pt x="1134229" y="51423"/>
                  <a:pt x="1130684" y="49755"/>
                  <a:pt x="1127733" y="46419"/>
                </a:cubicBezTo>
                <a:cubicBezTo>
                  <a:pt x="1124782" y="43084"/>
                  <a:pt x="1123306" y="38431"/>
                  <a:pt x="1123306" y="32461"/>
                </a:cubicBezTo>
                <a:cubicBezTo>
                  <a:pt x="1123306" y="26356"/>
                  <a:pt x="1124742" y="21714"/>
                  <a:pt x="1127614" y="18537"/>
                </a:cubicBezTo>
                <a:cubicBezTo>
                  <a:pt x="1130486" y="15360"/>
                  <a:pt x="1134116" y="13772"/>
                  <a:pt x="1138503" y="13772"/>
                </a:cubicBezTo>
                <a:cubicBezTo>
                  <a:pt x="1142528" y="13772"/>
                  <a:pt x="1146010" y="15445"/>
                  <a:pt x="1148950" y="18792"/>
                </a:cubicBezTo>
                <a:lnTo>
                  <a:pt x="1148950" y="882"/>
                </a:lnTo>
                <a:lnTo>
                  <a:pt x="1158481" y="882"/>
                </a:lnTo>
                <a:lnTo>
                  <a:pt x="1158481" y="50609"/>
                </a:lnTo>
                <a:moveTo>
                  <a:pt x="1133041" y="31835"/>
                </a:moveTo>
                <a:cubicBezTo>
                  <a:pt x="1133041" y="35674"/>
                  <a:pt x="1133573" y="38451"/>
                  <a:pt x="1134636" y="40167"/>
                </a:cubicBezTo>
                <a:cubicBezTo>
                  <a:pt x="1136173" y="42650"/>
                  <a:pt x="1138322" y="43892"/>
                  <a:pt x="1141080" y="43892"/>
                </a:cubicBezTo>
                <a:cubicBezTo>
                  <a:pt x="1143274" y="43892"/>
                  <a:pt x="1145140" y="42961"/>
                  <a:pt x="1146677" y="41098"/>
                </a:cubicBezTo>
                <a:cubicBezTo>
                  <a:pt x="1148215" y="39236"/>
                  <a:pt x="1148984" y="36453"/>
                  <a:pt x="1148984" y="32750"/>
                </a:cubicBezTo>
                <a:cubicBezTo>
                  <a:pt x="1148984" y="28617"/>
                  <a:pt x="1148238" y="25642"/>
                  <a:pt x="1146745" y="23825"/>
                </a:cubicBezTo>
                <a:cubicBezTo>
                  <a:pt x="1145253" y="22007"/>
                  <a:pt x="1143342" y="21098"/>
                  <a:pt x="1141013" y="21098"/>
                </a:cubicBezTo>
                <a:cubicBezTo>
                  <a:pt x="1138751" y="21098"/>
                  <a:pt x="1136857" y="21996"/>
                  <a:pt x="1135331" y="23791"/>
                </a:cubicBezTo>
                <a:cubicBezTo>
                  <a:pt x="1133805" y="25586"/>
                  <a:pt x="1133041" y="28267"/>
                  <a:pt x="1133041" y="31835"/>
                </a:cubicBezTo>
                <a:close/>
                <a:moveTo>
                  <a:pt x="1186304" y="14586"/>
                </a:moveTo>
                <a:lnTo>
                  <a:pt x="1195191" y="14586"/>
                </a:lnTo>
                <a:lnTo>
                  <a:pt x="1195191" y="19877"/>
                </a:lnTo>
                <a:cubicBezTo>
                  <a:pt x="1196344" y="18068"/>
                  <a:pt x="1197904" y="16598"/>
                  <a:pt x="1199872" y="15468"/>
                </a:cubicBezTo>
                <a:cubicBezTo>
                  <a:pt x="1201839" y="14337"/>
                  <a:pt x="1204021" y="13772"/>
                  <a:pt x="1206418" y="13772"/>
                </a:cubicBezTo>
                <a:cubicBezTo>
                  <a:pt x="1210602" y="13772"/>
                  <a:pt x="1214152" y="15411"/>
                  <a:pt x="1217069" y="18690"/>
                </a:cubicBezTo>
                <a:cubicBezTo>
                  <a:pt x="1219986" y="21969"/>
                  <a:pt x="1221445" y="26537"/>
                  <a:pt x="1221445" y="32394"/>
                </a:cubicBezTo>
                <a:cubicBezTo>
                  <a:pt x="1221445" y="38409"/>
                  <a:pt x="1219975" y="43084"/>
                  <a:pt x="1217035" y="46419"/>
                </a:cubicBezTo>
                <a:cubicBezTo>
                  <a:pt x="1214095" y="49755"/>
                  <a:pt x="1210534" y="51423"/>
                  <a:pt x="1206350" y="51423"/>
                </a:cubicBezTo>
                <a:cubicBezTo>
                  <a:pt x="1204360" y="51423"/>
                  <a:pt x="1202557" y="51027"/>
                  <a:pt x="1200940" y="50235"/>
                </a:cubicBezTo>
                <a:cubicBezTo>
                  <a:pt x="1199323" y="49444"/>
                  <a:pt x="1197622" y="48087"/>
                  <a:pt x="1195835" y="46165"/>
                </a:cubicBezTo>
                <a:lnTo>
                  <a:pt x="1195835" y="64312"/>
                </a:lnTo>
                <a:lnTo>
                  <a:pt x="1186304" y="64312"/>
                </a:lnTo>
                <a:lnTo>
                  <a:pt x="1186304" y="14586"/>
                </a:lnTo>
                <a:moveTo>
                  <a:pt x="1195733" y="31971"/>
                </a:moveTo>
                <a:cubicBezTo>
                  <a:pt x="1195733" y="36012"/>
                  <a:pt x="1196536" y="38998"/>
                  <a:pt x="1198142" y="40929"/>
                </a:cubicBezTo>
                <a:cubicBezTo>
                  <a:pt x="1199747" y="42859"/>
                  <a:pt x="1201703" y="43825"/>
                  <a:pt x="1204010" y="43825"/>
                </a:cubicBezTo>
                <a:cubicBezTo>
                  <a:pt x="1206226" y="43825"/>
                  <a:pt x="1208069" y="42938"/>
                  <a:pt x="1209539" y="41166"/>
                </a:cubicBezTo>
                <a:cubicBezTo>
                  <a:pt x="1211009" y="39394"/>
                  <a:pt x="1211744" y="36487"/>
                  <a:pt x="1211744" y="32444"/>
                </a:cubicBezTo>
                <a:cubicBezTo>
                  <a:pt x="1211744" y="28674"/>
                  <a:pt x="1210986" y="25874"/>
                  <a:pt x="1209471" y="24045"/>
                </a:cubicBezTo>
                <a:cubicBezTo>
                  <a:pt x="1207956" y="22216"/>
                  <a:pt x="1206079" y="21302"/>
                  <a:pt x="1203840" y="21302"/>
                </a:cubicBezTo>
                <a:cubicBezTo>
                  <a:pt x="1201511" y="21302"/>
                  <a:pt x="1199578" y="22199"/>
                  <a:pt x="1198040" y="23994"/>
                </a:cubicBezTo>
                <a:cubicBezTo>
                  <a:pt x="1196502" y="25789"/>
                  <a:pt x="1195733" y="28448"/>
                  <a:pt x="1195733" y="31971"/>
                </a:cubicBezTo>
                <a:close/>
                <a:moveTo>
                  <a:pt x="1238075" y="50609"/>
                </a:moveTo>
                <a:lnTo>
                  <a:pt x="1228544" y="50609"/>
                </a:lnTo>
                <a:lnTo>
                  <a:pt x="1228544" y="14586"/>
                </a:lnTo>
                <a:lnTo>
                  <a:pt x="1237397" y="14586"/>
                </a:lnTo>
                <a:lnTo>
                  <a:pt x="1237397" y="19708"/>
                </a:lnTo>
                <a:cubicBezTo>
                  <a:pt x="1238912" y="17288"/>
                  <a:pt x="1240274" y="15694"/>
                  <a:pt x="1241484" y="14925"/>
                </a:cubicBezTo>
                <a:cubicBezTo>
                  <a:pt x="1242694" y="14156"/>
                  <a:pt x="1244068" y="13772"/>
                  <a:pt x="1245606" y="13772"/>
                </a:cubicBezTo>
                <a:cubicBezTo>
                  <a:pt x="1247776" y="13772"/>
                  <a:pt x="1249868" y="14371"/>
                  <a:pt x="1251881" y="15569"/>
                </a:cubicBezTo>
                <a:lnTo>
                  <a:pt x="1248930" y="23880"/>
                </a:lnTo>
                <a:cubicBezTo>
                  <a:pt x="1247324" y="22839"/>
                  <a:pt x="1245832" y="22319"/>
                  <a:pt x="1244452" y="22319"/>
                </a:cubicBezTo>
                <a:cubicBezTo>
                  <a:pt x="1243118" y="22319"/>
                  <a:pt x="1241987" y="22687"/>
                  <a:pt x="1241060" y="23422"/>
                </a:cubicBezTo>
                <a:cubicBezTo>
                  <a:pt x="1240133" y="24157"/>
                  <a:pt x="1239404" y="25485"/>
                  <a:pt x="1238872" y="27407"/>
                </a:cubicBezTo>
                <a:cubicBezTo>
                  <a:pt x="1238341" y="29329"/>
                  <a:pt x="1238075" y="33355"/>
                  <a:pt x="1238075" y="39483"/>
                </a:cubicBezTo>
                <a:lnTo>
                  <a:pt x="1238075" y="50609"/>
                </a:lnTo>
                <a:close/>
                <a:moveTo>
                  <a:pt x="1253839" y="32088"/>
                </a:moveTo>
                <a:cubicBezTo>
                  <a:pt x="1253839" y="28922"/>
                  <a:pt x="1254619" y="25858"/>
                  <a:pt x="1256179" y="22896"/>
                </a:cubicBezTo>
                <a:cubicBezTo>
                  <a:pt x="1257739" y="19934"/>
                  <a:pt x="1259950" y="17672"/>
                  <a:pt x="1262810" y="16112"/>
                </a:cubicBezTo>
                <a:cubicBezTo>
                  <a:pt x="1265671" y="14552"/>
                  <a:pt x="1268865" y="13772"/>
                  <a:pt x="1272393" y="13772"/>
                </a:cubicBezTo>
                <a:cubicBezTo>
                  <a:pt x="1277843" y="13772"/>
                  <a:pt x="1282309" y="15541"/>
                  <a:pt x="1285791" y="19080"/>
                </a:cubicBezTo>
                <a:cubicBezTo>
                  <a:pt x="1289274" y="22619"/>
                  <a:pt x="1291015" y="27091"/>
                  <a:pt x="1291015" y="32495"/>
                </a:cubicBezTo>
                <a:cubicBezTo>
                  <a:pt x="1291015" y="37945"/>
                  <a:pt x="1289257" y="42462"/>
                  <a:pt x="1285740" y="46046"/>
                </a:cubicBezTo>
                <a:cubicBezTo>
                  <a:pt x="1282224" y="49631"/>
                  <a:pt x="1277797" y="51423"/>
                  <a:pt x="1272461" y="51423"/>
                </a:cubicBezTo>
                <a:cubicBezTo>
                  <a:pt x="1269159" y="51423"/>
                  <a:pt x="1266010" y="50676"/>
                  <a:pt x="1263014" y="49184"/>
                </a:cubicBezTo>
                <a:cubicBezTo>
                  <a:pt x="1260018" y="47691"/>
                  <a:pt x="1257739" y="45504"/>
                  <a:pt x="1256179" y="42620"/>
                </a:cubicBezTo>
                <a:cubicBezTo>
                  <a:pt x="1254619" y="39737"/>
                  <a:pt x="1253839" y="36227"/>
                  <a:pt x="1253839" y="32088"/>
                </a:cubicBezTo>
                <a:moveTo>
                  <a:pt x="1263608" y="32597"/>
                </a:moveTo>
                <a:cubicBezTo>
                  <a:pt x="1263608" y="36159"/>
                  <a:pt x="1264456" y="38886"/>
                  <a:pt x="1266152" y="40780"/>
                </a:cubicBezTo>
                <a:cubicBezTo>
                  <a:pt x="1267848" y="42674"/>
                  <a:pt x="1269939" y="43621"/>
                  <a:pt x="1272427" y="43621"/>
                </a:cubicBezTo>
                <a:cubicBezTo>
                  <a:pt x="1274914" y="43621"/>
                  <a:pt x="1277000" y="42674"/>
                  <a:pt x="1278685" y="40780"/>
                </a:cubicBezTo>
                <a:cubicBezTo>
                  <a:pt x="1280370" y="38886"/>
                  <a:pt x="1281212" y="36136"/>
                  <a:pt x="1281212" y="32529"/>
                </a:cubicBezTo>
                <a:cubicBezTo>
                  <a:pt x="1281212" y="29013"/>
                  <a:pt x="1280370" y="26308"/>
                  <a:pt x="1278685" y="24414"/>
                </a:cubicBezTo>
                <a:cubicBezTo>
                  <a:pt x="1277000" y="22520"/>
                  <a:pt x="1274914" y="21573"/>
                  <a:pt x="1272427" y="21573"/>
                </a:cubicBezTo>
                <a:cubicBezTo>
                  <a:pt x="1269939" y="21573"/>
                  <a:pt x="1267848" y="22520"/>
                  <a:pt x="1266152" y="24414"/>
                </a:cubicBezTo>
                <a:cubicBezTo>
                  <a:pt x="1264456" y="26308"/>
                  <a:pt x="1263608" y="29035"/>
                  <a:pt x="1263608" y="32597"/>
                </a:cubicBezTo>
                <a:close/>
                <a:moveTo>
                  <a:pt x="1298012" y="50609"/>
                </a:moveTo>
                <a:lnTo>
                  <a:pt x="1298012" y="882"/>
                </a:lnTo>
                <a:lnTo>
                  <a:pt x="1307543" y="882"/>
                </a:lnTo>
                <a:lnTo>
                  <a:pt x="1307543" y="18792"/>
                </a:lnTo>
                <a:cubicBezTo>
                  <a:pt x="1310483" y="15445"/>
                  <a:pt x="1313966" y="13772"/>
                  <a:pt x="1317991" y="13772"/>
                </a:cubicBezTo>
                <a:cubicBezTo>
                  <a:pt x="1322378" y="13772"/>
                  <a:pt x="1326007" y="15360"/>
                  <a:pt x="1328879" y="18537"/>
                </a:cubicBezTo>
                <a:cubicBezTo>
                  <a:pt x="1331751" y="21714"/>
                  <a:pt x="1333187" y="26277"/>
                  <a:pt x="1333187" y="32224"/>
                </a:cubicBezTo>
                <a:cubicBezTo>
                  <a:pt x="1333187" y="38375"/>
                  <a:pt x="1331723" y="43112"/>
                  <a:pt x="1328794" y="46436"/>
                </a:cubicBezTo>
                <a:cubicBezTo>
                  <a:pt x="1325866" y="49761"/>
                  <a:pt x="1322310" y="51423"/>
                  <a:pt x="1318126" y="51423"/>
                </a:cubicBezTo>
                <a:cubicBezTo>
                  <a:pt x="1316069" y="51423"/>
                  <a:pt x="1314039" y="50908"/>
                  <a:pt x="1312038" y="49879"/>
                </a:cubicBezTo>
                <a:cubicBezTo>
                  <a:pt x="1310037" y="48850"/>
                  <a:pt x="1308312" y="47330"/>
                  <a:pt x="1306865" y="45317"/>
                </a:cubicBezTo>
                <a:lnTo>
                  <a:pt x="1306865" y="50609"/>
                </a:lnTo>
                <a:lnTo>
                  <a:pt x="1298012" y="50609"/>
                </a:lnTo>
                <a:moveTo>
                  <a:pt x="1307476" y="31835"/>
                </a:moveTo>
                <a:cubicBezTo>
                  <a:pt x="1307476" y="35561"/>
                  <a:pt x="1308064" y="38315"/>
                  <a:pt x="1309239" y="40099"/>
                </a:cubicBezTo>
                <a:cubicBezTo>
                  <a:pt x="1310890" y="42628"/>
                  <a:pt x="1313084" y="43892"/>
                  <a:pt x="1315820" y="43892"/>
                </a:cubicBezTo>
                <a:cubicBezTo>
                  <a:pt x="1317923" y="43892"/>
                  <a:pt x="1319715" y="42995"/>
                  <a:pt x="1321196" y="41200"/>
                </a:cubicBezTo>
                <a:cubicBezTo>
                  <a:pt x="1322677" y="39405"/>
                  <a:pt x="1323418" y="36577"/>
                  <a:pt x="1323418" y="32716"/>
                </a:cubicBezTo>
                <a:cubicBezTo>
                  <a:pt x="1323418" y="28606"/>
                  <a:pt x="1322672" y="25642"/>
                  <a:pt x="1321179" y="23825"/>
                </a:cubicBezTo>
                <a:cubicBezTo>
                  <a:pt x="1319687" y="22007"/>
                  <a:pt x="1317776" y="21098"/>
                  <a:pt x="1315447" y="21098"/>
                </a:cubicBezTo>
                <a:cubicBezTo>
                  <a:pt x="1313163" y="21098"/>
                  <a:pt x="1311263" y="21985"/>
                  <a:pt x="1309748" y="23758"/>
                </a:cubicBezTo>
                <a:cubicBezTo>
                  <a:pt x="1308233" y="25530"/>
                  <a:pt x="1307476" y="28222"/>
                  <a:pt x="1307476" y="31835"/>
                </a:cubicBezTo>
                <a:close/>
                <a:moveTo>
                  <a:pt x="1361655" y="39144"/>
                </a:moveTo>
                <a:lnTo>
                  <a:pt x="1371153" y="40772"/>
                </a:lnTo>
                <a:cubicBezTo>
                  <a:pt x="1369932" y="44243"/>
                  <a:pt x="1368004" y="46886"/>
                  <a:pt x="1365369" y="48701"/>
                </a:cubicBezTo>
                <a:cubicBezTo>
                  <a:pt x="1362735" y="50515"/>
                  <a:pt x="1359439" y="51423"/>
                  <a:pt x="1355482" y="51423"/>
                </a:cubicBezTo>
                <a:cubicBezTo>
                  <a:pt x="1349218" y="51423"/>
                  <a:pt x="1344582" y="49376"/>
                  <a:pt x="1341574" y="45283"/>
                </a:cubicBezTo>
                <a:cubicBezTo>
                  <a:pt x="1339200" y="42004"/>
                  <a:pt x="1338013" y="37866"/>
                  <a:pt x="1338013" y="32868"/>
                </a:cubicBezTo>
                <a:cubicBezTo>
                  <a:pt x="1338013" y="26899"/>
                  <a:pt x="1339573" y="22223"/>
                  <a:pt x="1342694" y="18843"/>
                </a:cubicBezTo>
                <a:cubicBezTo>
                  <a:pt x="1345814" y="15462"/>
                  <a:pt x="1349760" y="13772"/>
                  <a:pt x="1354532" y="13772"/>
                </a:cubicBezTo>
                <a:cubicBezTo>
                  <a:pt x="1359891" y="13772"/>
                  <a:pt x="1364120" y="15541"/>
                  <a:pt x="1367218" y="19080"/>
                </a:cubicBezTo>
                <a:cubicBezTo>
                  <a:pt x="1370316" y="22619"/>
                  <a:pt x="1371797" y="28041"/>
                  <a:pt x="1371661" y="35345"/>
                </a:cubicBezTo>
                <a:lnTo>
                  <a:pt x="1347782" y="35345"/>
                </a:lnTo>
                <a:cubicBezTo>
                  <a:pt x="1347850" y="38171"/>
                  <a:pt x="1348618" y="40370"/>
                  <a:pt x="1350088" y="41942"/>
                </a:cubicBezTo>
                <a:cubicBezTo>
                  <a:pt x="1351558" y="43514"/>
                  <a:pt x="1353390" y="44299"/>
                  <a:pt x="1355583" y="44299"/>
                </a:cubicBezTo>
                <a:cubicBezTo>
                  <a:pt x="1357076" y="44299"/>
                  <a:pt x="1358331" y="43892"/>
                  <a:pt x="1359348" y="43078"/>
                </a:cubicBezTo>
                <a:cubicBezTo>
                  <a:pt x="1360366" y="42264"/>
                  <a:pt x="1361135" y="40953"/>
                  <a:pt x="1361655" y="39144"/>
                </a:cubicBezTo>
                <a:moveTo>
                  <a:pt x="1362198" y="29510"/>
                </a:moveTo>
                <a:cubicBezTo>
                  <a:pt x="1362130" y="26763"/>
                  <a:pt x="1361418" y="24674"/>
                  <a:pt x="1360061" y="23244"/>
                </a:cubicBezTo>
                <a:cubicBezTo>
                  <a:pt x="1358704" y="21813"/>
                  <a:pt x="1357053" y="21098"/>
                  <a:pt x="1355109" y="21098"/>
                </a:cubicBezTo>
                <a:cubicBezTo>
                  <a:pt x="1353028" y="21098"/>
                  <a:pt x="1351309" y="21853"/>
                  <a:pt x="1349953" y="23361"/>
                </a:cubicBezTo>
                <a:cubicBezTo>
                  <a:pt x="1348596" y="24871"/>
                  <a:pt x="1347929" y="26920"/>
                  <a:pt x="1347951" y="29510"/>
                </a:cubicBezTo>
                <a:lnTo>
                  <a:pt x="1362198" y="29510"/>
                </a:lnTo>
                <a:close/>
                <a:moveTo>
                  <a:pt x="1398876" y="14586"/>
                </a:moveTo>
                <a:lnTo>
                  <a:pt x="1407763" y="14586"/>
                </a:lnTo>
                <a:lnTo>
                  <a:pt x="1407763" y="19877"/>
                </a:lnTo>
                <a:cubicBezTo>
                  <a:pt x="1408916" y="18068"/>
                  <a:pt x="1410477" y="16598"/>
                  <a:pt x="1412444" y="15468"/>
                </a:cubicBezTo>
                <a:cubicBezTo>
                  <a:pt x="1414411" y="14337"/>
                  <a:pt x="1416593" y="13772"/>
                  <a:pt x="1418990" y="13772"/>
                </a:cubicBezTo>
                <a:cubicBezTo>
                  <a:pt x="1423174" y="13772"/>
                  <a:pt x="1426724" y="15411"/>
                  <a:pt x="1429641" y="18690"/>
                </a:cubicBezTo>
                <a:cubicBezTo>
                  <a:pt x="1432558" y="21969"/>
                  <a:pt x="1434017" y="26537"/>
                  <a:pt x="1434017" y="32394"/>
                </a:cubicBezTo>
                <a:cubicBezTo>
                  <a:pt x="1434017" y="38409"/>
                  <a:pt x="1432547" y="43084"/>
                  <a:pt x="1429607" y="46419"/>
                </a:cubicBezTo>
                <a:cubicBezTo>
                  <a:pt x="1426668" y="49755"/>
                  <a:pt x="1423106" y="51423"/>
                  <a:pt x="1418923" y="51423"/>
                </a:cubicBezTo>
                <a:cubicBezTo>
                  <a:pt x="1416933" y="51423"/>
                  <a:pt x="1415129" y="51027"/>
                  <a:pt x="1413512" y="50235"/>
                </a:cubicBezTo>
                <a:cubicBezTo>
                  <a:pt x="1411896" y="49444"/>
                  <a:pt x="1410194" y="48087"/>
                  <a:pt x="1408407" y="46165"/>
                </a:cubicBezTo>
                <a:lnTo>
                  <a:pt x="1408407" y="64312"/>
                </a:lnTo>
                <a:lnTo>
                  <a:pt x="1398876" y="64312"/>
                </a:lnTo>
                <a:lnTo>
                  <a:pt x="1398876" y="14586"/>
                </a:lnTo>
                <a:moveTo>
                  <a:pt x="1408306" y="31971"/>
                </a:moveTo>
                <a:cubicBezTo>
                  <a:pt x="1408306" y="36012"/>
                  <a:pt x="1409108" y="38998"/>
                  <a:pt x="1410714" y="40929"/>
                </a:cubicBezTo>
                <a:cubicBezTo>
                  <a:pt x="1412320" y="42859"/>
                  <a:pt x="1414276" y="43825"/>
                  <a:pt x="1416582" y="43825"/>
                </a:cubicBezTo>
                <a:cubicBezTo>
                  <a:pt x="1418798" y="43825"/>
                  <a:pt x="1420641" y="42938"/>
                  <a:pt x="1422111" y="41166"/>
                </a:cubicBezTo>
                <a:cubicBezTo>
                  <a:pt x="1423581" y="39394"/>
                  <a:pt x="1424316" y="36487"/>
                  <a:pt x="1424316" y="32444"/>
                </a:cubicBezTo>
                <a:cubicBezTo>
                  <a:pt x="1424316" y="28674"/>
                  <a:pt x="1423558" y="25874"/>
                  <a:pt x="1422043" y="24045"/>
                </a:cubicBezTo>
                <a:cubicBezTo>
                  <a:pt x="1420528" y="22216"/>
                  <a:pt x="1418651" y="21302"/>
                  <a:pt x="1416413" y="21302"/>
                </a:cubicBezTo>
                <a:cubicBezTo>
                  <a:pt x="1414083" y="21302"/>
                  <a:pt x="1412150" y="22199"/>
                  <a:pt x="1410612" y="23994"/>
                </a:cubicBezTo>
                <a:cubicBezTo>
                  <a:pt x="1409075" y="25789"/>
                  <a:pt x="1408306" y="28448"/>
                  <a:pt x="1408306" y="31971"/>
                </a:cubicBezTo>
                <a:close/>
                <a:moveTo>
                  <a:pt x="1462384" y="39144"/>
                </a:moveTo>
                <a:lnTo>
                  <a:pt x="1471881" y="40772"/>
                </a:lnTo>
                <a:cubicBezTo>
                  <a:pt x="1470660" y="44243"/>
                  <a:pt x="1468732" y="46886"/>
                  <a:pt x="1466098" y="48701"/>
                </a:cubicBezTo>
                <a:cubicBezTo>
                  <a:pt x="1463463" y="50515"/>
                  <a:pt x="1460168" y="51423"/>
                  <a:pt x="1456210" y="51423"/>
                </a:cubicBezTo>
                <a:cubicBezTo>
                  <a:pt x="1449946" y="51423"/>
                  <a:pt x="1445311" y="49376"/>
                  <a:pt x="1442303" y="45283"/>
                </a:cubicBezTo>
                <a:cubicBezTo>
                  <a:pt x="1439929" y="42004"/>
                  <a:pt x="1438741" y="37866"/>
                  <a:pt x="1438741" y="32868"/>
                </a:cubicBezTo>
                <a:cubicBezTo>
                  <a:pt x="1438741" y="26899"/>
                  <a:pt x="1440302" y="22223"/>
                  <a:pt x="1443422" y="18843"/>
                </a:cubicBezTo>
                <a:cubicBezTo>
                  <a:pt x="1446543" y="15462"/>
                  <a:pt x="1450489" y="13772"/>
                  <a:pt x="1455260" y="13772"/>
                </a:cubicBezTo>
                <a:cubicBezTo>
                  <a:pt x="1460620" y="13772"/>
                  <a:pt x="1464848" y="15541"/>
                  <a:pt x="1467947" y="19080"/>
                </a:cubicBezTo>
                <a:cubicBezTo>
                  <a:pt x="1471045" y="22619"/>
                  <a:pt x="1472526" y="28041"/>
                  <a:pt x="1472390" y="35345"/>
                </a:cubicBezTo>
                <a:lnTo>
                  <a:pt x="1448510" y="35345"/>
                </a:lnTo>
                <a:cubicBezTo>
                  <a:pt x="1448578" y="38171"/>
                  <a:pt x="1449347" y="40370"/>
                  <a:pt x="1450817" y="41942"/>
                </a:cubicBezTo>
                <a:cubicBezTo>
                  <a:pt x="1452287" y="43514"/>
                  <a:pt x="1454118" y="44299"/>
                  <a:pt x="1456312" y="44299"/>
                </a:cubicBezTo>
                <a:cubicBezTo>
                  <a:pt x="1457804" y="44299"/>
                  <a:pt x="1459059" y="43892"/>
                  <a:pt x="1460077" y="43078"/>
                </a:cubicBezTo>
                <a:cubicBezTo>
                  <a:pt x="1461095" y="42264"/>
                  <a:pt x="1461864" y="40953"/>
                  <a:pt x="1462384" y="39144"/>
                </a:cubicBezTo>
                <a:moveTo>
                  <a:pt x="1462926" y="29510"/>
                </a:moveTo>
                <a:cubicBezTo>
                  <a:pt x="1462859" y="26763"/>
                  <a:pt x="1462146" y="24674"/>
                  <a:pt x="1460789" y="23244"/>
                </a:cubicBezTo>
                <a:cubicBezTo>
                  <a:pt x="1459433" y="21813"/>
                  <a:pt x="1457782" y="21098"/>
                  <a:pt x="1455837" y="21098"/>
                </a:cubicBezTo>
                <a:cubicBezTo>
                  <a:pt x="1453757" y="21098"/>
                  <a:pt x="1452038" y="21853"/>
                  <a:pt x="1450681" y="23361"/>
                </a:cubicBezTo>
                <a:cubicBezTo>
                  <a:pt x="1449324" y="24871"/>
                  <a:pt x="1448657" y="26920"/>
                  <a:pt x="1448680" y="29510"/>
                </a:cubicBezTo>
                <a:lnTo>
                  <a:pt x="1462926" y="29510"/>
                </a:lnTo>
                <a:close/>
                <a:moveTo>
                  <a:pt x="1513192" y="50609"/>
                </a:moveTo>
                <a:lnTo>
                  <a:pt x="1503660" y="50609"/>
                </a:lnTo>
                <a:lnTo>
                  <a:pt x="1503660" y="32245"/>
                </a:lnTo>
                <a:cubicBezTo>
                  <a:pt x="1503660" y="28360"/>
                  <a:pt x="1503457" y="25847"/>
                  <a:pt x="1503049" y="24706"/>
                </a:cubicBezTo>
                <a:cubicBezTo>
                  <a:pt x="1502642" y="23566"/>
                  <a:pt x="1501981" y="22679"/>
                  <a:pt x="1501065" y="22047"/>
                </a:cubicBezTo>
                <a:cubicBezTo>
                  <a:pt x="1500149" y="21414"/>
                  <a:pt x="1499047" y="21098"/>
                  <a:pt x="1497758" y="21098"/>
                </a:cubicBezTo>
                <a:cubicBezTo>
                  <a:pt x="1496107" y="21098"/>
                  <a:pt x="1494626" y="21550"/>
                  <a:pt x="1493314" y="22454"/>
                </a:cubicBezTo>
                <a:cubicBezTo>
                  <a:pt x="1492003" y="23357"/>
                  <a:pt x="1491104" y="24554"/>
                  <a:pt x="1490618" y="26045"/>
                </a:cubicBezTo>
                <a:cubicBezTo>
                  <a:pt x="1490132" y="27536"/>
                  <a:pt x="1489889" y="30291"/>
                  <a:pt x="1489889" y="34312"/>
                </a:cubicBezTo>
                <a:lnTo>
                  <a:pt x="1489889" y="50609"/>
                </a:lnTo>
                <a:lnTo>
                  <a:pt x="1480357" y="50609"/>
                </a:lnTo>
                <a:lnTo>
                  <a:pt x="1480357" y="14586"/>
                </a:lnTo>
                <a:lnTo>
                  <a:pt x="1489210" y="14586"/>
                </a:lnTo>
                <a:lnTo>
                  <a:pt x="1489210" y="19877"/>
                </a:lnTo>
                <a:cubicBezTo>
                  <a:pt x="1492353" y="15807"/>
                  <a:pt x="1496311" y="13772"/>
                  <a:pt x="1501082" y="13772"/>
                </a:cubicBezTo>
                <a:cubicBezTo>
                  <a:pt x="1503185" y="13772"/>
                  <a:pt x="1505107" y="14150"/>
                  <a:pt x="1506849" y="14908"/>
                </a:cubicBezTo>
                <a:cubicBezTo>
                  <a:pt x="1508590" y="15665"/>
                  <a:pt x="1509907" y="16632"/>
                  <a:pt x="1510800" y="17808"/>
                </a:cubicBezTo>
                <a:cubicBezTo>
                  <a:pt x="1511693" y="18984"/>
                  <a:pt x="1512315" y="20318"/>
                  <a:pt x="1512666" y="21811"/>
                </a:cubicBezTo>
                <a:cubicBezTo>
                  <a:pt x="1513016" y="23303"/>
                  <a:pt x="1513192" y="25440"/>
                  <a:pt x="1513192" y="28221"/>
                </a:cubicBezTo>
                <a:lnTo>
                  <a:pt x="1513192" y="50609"/>
                </a:lnTo>
                <a:close/>
                <a:moveTo>
                  <a:pt x="1555838" y="50609"/>
                </a:moveTo>
                <a:lnTo>
                  <a:pt x="1546985" y="50609"/>
                </a:lnTo>
                <a:lnTo>
                  <a:pt x="1546985" y="45317"/>
                </a:lnTo>
                <a:cubicBezTo>
                  <a:pt x="1545515" y="47375"/>
                  <a:pt x="1543780" y="48907"/>
                  <a:pt x="1541778" y="49913"/>
                </a:cubicBezTo>
                <a:cubicBezTo>
                  <a:pt x="1539777" y="50920"/>
                  <a:pt x="1537759" y="51423"/>
                  <a:pt x="1535724" y="51423"/>
                </a:cubicBezTo>
                <a:cubicBezTo>
                  <a:pt x="1531585" y="51423"/>
                  <a:pt x="1528041" y="49755"/>
                  <a:pt x="1525090" y="46419"/>
                </a:cubicBezTo>
                <a:cubicBezTo>
                  <a:pt x="1522139" y="43084"/>
                  <a:pt x="1520663" y="38431"/>
                  <a:pt x="1520663" y="32461"/>
                </a:cubicBezTo>
                <a:cubicBezTo>
                  <a:pt x="1520663" y="26356"/>
                  <a:pt x="1522099" y="21714"/>
                  <a:pt x="1524971" y="18537"/>
                </a:cubicBezTo>
                <a:cubicBezTo>
                  <a:pt x="1527843" y="15360"/>
                  <a:pt x="1531472" y="13772"/>
                  <a:pt x="1535859" y="13772"/>
                </a:cubicBezTo>
                <a:cubicBezTo>
                  <a:pt x="1539885" y="13772"/>
                  <a:pt x="1543367" y="15445"/>
                  <a:pt x="1546307" y="18792"/>
                </a:cubicBezTo>
                <a:lnTo>
                  <a:pt x="1546307" y="882"/>
                </a:lnTo>
                <a:lnTo>
                  <a:pt x="1555838" y="882"/>
                </a:lnTo>
                <a:lnTo>
                  <a:pt x="1555838" y="50609"/>
                </a:lnTo>
                <a:moveTo>
                  <a:pt x="1530398" y="31835"/>
                </a:moveTo>
                <a:cubicBezTo>
                  <a:pt x="1530398" y="35674"/>
                  <a:pt x="1530930" y="38451"/>
                  <a:pt x="1531992" y="40167"/>
                </a:cubicBezTo>
                <a:cubicBezTo>
                  <a:pt x="1533530" y="42650"/>
                  <a:pt x="1535678" y="43892"/>
                  <a:pt x="1538437" y="43892"/>
                </a:cubicBezTo>
                <a:cubicBezTo>
                  <a:pt x="1540631" y="43892"/>
                  <a:pt x="1542496" y="42961"/>
                  <a:pt x="1544034" y="41098"/>
                </a:cubicBezTo>
                <a:cubicBezTo>
                  <a:pt x="1545572" y="39236"/>
                  <a:pt x="1546341" y="36453"/>
                  <a:pt x="1546341" y="32750"/>
                </a:cubicBezTo>
                <a:cubicBezTo>
                  <a:pt x="1546341" y="28617"/>
                  <a:pt x="1545594" y="25642"/>
                  <a:pt x="1544102" y="23825"/>
                </a:cubicBezTo>
                <a:cubicBezTo>
                  <a:pt x="1542609" y="22007"/>
                  <a:pt x="1540699" y="21098"/>
                  <a:pt x="1538369" y="21098"/>
                </a:cubicBezTo>
                <a:cubicBezTo>
                  <a:pt x="1536108" y="21098"/>
                  <a:pt x="1534214" y="21996"/>
                  <a:pt x="1532688" y="23791"/>
                </a:cubicBezTo>
                <a:cubicBezTo>
                  <a:pt x="1531161" y="25586"/>
                  <a:pt x="1530398" y="28267"/>
                  <a:pt x="1530398" y="31835"/>
                </a:cubicBezTo>
                <a:close/>
                <a:moveTo>
                  <a:pt x="1565176" y="9701"/>
                </a:moveTo>
                <a:lnTo>
                  <a:pt x="1565176" y="882"/>
                </a:lnTo>
                <a:lnTo>
                  <a:pt x="1574708" y="882"/>
                </a:lnTo>
                <a:lnTo>
                  <a:pt x="1574708" y="9701"/>
                </a:lnTo>
                <a:lnTo>
                  <a:pt x="1565176" y="9701"/>
                </a:lnTo>
                <a:moveTo>
                  <a:pt x="1565176" y="50609"/>
                </a:moveTo>
                <a:lnTo>
                  <a:pt x="1565176" y="14586"/>
                </a:lnTo>
                <a:lnTo>
                  <a:pt x="1574708" y="14586"/>
                </a:lnTo>
                <a:lnTo>
                  <a:pt x="1574708" y="50609"/>
                </a:lnTo>
                <a:lnTo>
                  <a:pt x="1565176" y="50609"/>
                </a:lnTo>
                <a:close/>
                <a:moveTo>
                  <a:pt x="1617394" y="50609"/>
                </a:moveTo>
                <a:lnTo>
                  <a:pt x="1607863" y="50609"/>
                </a:lnTo>
                <a:lnTo>
                  <a:pt x="1607863" y="32245"/>
                </a:lnTo>
                <a:cubicBezTo>
                  <a:pt x="1607863" y="28360"/>
                  <a:pt x="1607659" y="25847"/>
                  <a:pt x="1607252" y="24706"/>
                </a:cubicBezTo>
                <a:cubicBezTo>
                  <a:pt x="1606845" y="23566"/>
                  <a:pt x="1606183" y="22679"/>
                  <a:pt x="1605268" y="22047"/>
                </a:cubicBezTo>
                <a:cubicBezTo>
                  <a:pt x="1604352" y="21414"/>
                  <a:pt x="1603249" y="21098"/>
                  <a:pt x="1601960" y="21098"/>
                </a:cubicBezTo>
                <a:cubicBezTo>
                  <a:pt x="1600310" y="21098"/>
                  <a:pt x="1598828" y="21550"/>
                  <a:pt x="1597517" y="22454"/>
                </a:cubicBezTo>
                <a:cubicBezTo>
                  <a:pt x="1596205" y="23357"/>
                  <a:pt x="1595306" y="24554"/>
                  <a:pt x="1594820" y="26045"/>
                </a:cubicBezTo>
                <a:cubicBezTo>
                  <a:pt x="1594334" y="27536"/>
                  <a:pt x="1594091" y="30291"/>
                  <a:pt x="1594091" y="34312"/>
                </a:cubicBezTo>
                <a:lnTo>
                  <a:pt x="1594091" y="50609"/>
                </a:lnTo>
                <a:lnTo>
                  <a:pt x="1584559" y="50609"/>
                </a:lnTo>
                <a:lnTo>
                  <a:pt x="1584559" y="14586"/>
                </a:lnTo>
                <a:lnTo>
                  <a:pt x="1593413" y="14586"/>
                </a:lnTo>
                <a:lnTo>
                  <a:pt x="1593413" y="19877"/>
                </a:lnTo>
                <a:cubicBezTo>
                  <a:pt x="1596556" y="15807"/>
                  <a:pt x="1600513" y="13772"/>
                  <a:pt x="1605285" y="13772"/>
                </a:cubicBezTo>
                <a:cubicBezTo>
                  <a:pt x="1607388" y="13772"/>
                  <a:pt x="1609310" y="14150"/>
                  <a:pt x="1611051" y="14908"/>
                </a:cubicBezTo>
                <a:cubicBezTo>
                  <a:pt x="1612792" y="15665"/>
                  <a:pt x="1614109" y="16632"/>
                  <a:pt x="1615003" y="17808"/>
                </a:cubicBezTo>
                <a:cubicBezTo>
                  <a:pt x="1615896" y="18984"/>
                  <a:pt x="1616518" y="20318"/>
                  <a:pt x="1616868" y="21811"/>
                </a:cubicBezTo>
                <a:cubicBezTo>
                  <a:pt x="1617219" y="23303"/>
                  <a:pt x="1617394" y="25440"/>
                  <a:pt x="1617394" y="28221"/>
                </a:cubicBezTo>
                <a:lnTo>
                  <a:pt x="1617394" y="50609"/>
                </a:lnTo>
                <a:close/>
                <a:moveTo>
                  <a:pt x="1626121" y="52915"/>
                </a:moveTo>
                <a:lnTo>
                  <a:pt x="1637009" y="54272"/>
                </a:lnTo>
                <a:cubicBezTo>
                  <a:pt x="1637190" y="55550"/>
                  <a:pt x="1637608" y="56429"/>
                  <a:pt x="1638264" y="56908"/>
                </a:cubicBezTo>
                <a:cubicBezTo>
                  <a:pt x="1639169" y="57593"/>
                  <a:pt x="1640593" y="57935"/>
                  <a:pt x="1642538" y="57935"/>
                </a:cubicBezTo>
                <a:cubicBezTo>
                  <a:pt x="1645025" y="57935"/>
                  <a:pt x="1646891" y="57559"/>
                  <a:pt x="1648135" y="56807"/>
                </a:cubicBezTo>
                <a:cubicBezTo>
                  <a:pt x="1648971" y="56306"/>
                  <a:pt x="1649605" y="55498"/>
                  <a:pt x="1650034" y="54382"/>
                </a:cubicBezTo>
                <a:cubicBezTo>
                  <a:pt x="1650328" y="53585"/>
                  <a:pt x="1650475" y="52116"/>
                  <a:pt x="1650475" y="49976"/>
                </a:cubicBezTo>
                <a:lnTo>
                  <a:pt x="1650475" y="44680"/>
                </a:lnTo>
                <a:cubicBezTo>
                  <a:pt x="1647626" y="48632"/>
                  <a:pt x="1644030" y="50609"/>
                  <a:pt x="1639689" y="50609"/>
                </a:cubicBezTo>
                <a:cubicBezTo>
                  <a:pt x="1634849" y="50609"/>
                  <a:pt x="1631016" y="48562"/>
                  <a:pt x="1628190" y="44469"/>
                </a:cubicBezTo>
                <a:cubicBezTo>
                  <a:pt x="1625974" y="41235"/>
                  <a:pt x="1624866" y="37210"/>
                  <a:pt x="1624866" y="32394"/>
                </a:cubicBezTo>
                <a:cubicBezTo>
                  <a:pt x="1624866" y="26356"/>
                  <a:pt x="1626319" y="21743"/>
                  <a:pt x="1629224" y="18554"/>
                </a:cubicBezTo>
                <a:cubicBezTo>
                  <a:pt x="1632130" y="15366"/>
                  <a:pt x="1635743" y="13772"/>
                  <a:pt x="1640062" y="13772"/>
                </a:cubicBezTo>
                <a:cubicBezTo>
                  <a:pt x="1644517" y="13772"/>
                  <a:pt x="1648191" y="15737"/>
                  <a:pt x="1651086" y="19667"/>
                </a:cubicBezTo>
                <a:lnTo>
                  <a:pt x="1651086" y="14586"/>
                </a:lnTo>
                <a:lnTo>
                  <a:pt x="1660007" y="14586"/>
                </a:lnTo>
                <a:lnTo>
                  <a:pt x="1660007" y="46933"/>
                </a:lnTo>
                <a:cubicBezTo>
                  <a:pt x="1660007" y="51187"/>
                  <a:pt x="1659656" y="54366"/>
                  <a:pt x="1658955" y="56470"/>
                </a:cubicBezTo>
                <a:cubicBezTo>
                  <a:pt x="1658254" y="58575"/>
                  <a:pt x="1657271" y="60227"/>
                  <a:pt x="1656004" y="61426"/>
                </a:cubicBezTo>
                <a:cubicBezTo>
                  <a:pt x="1654738" y="62626"/>
                  <a:pt x="1653048" y="63565"/>
                  <a:pt x="1650933" y="64243"/>
                </a:cubicBezTo>
                <a:cubicBezTo>
                  <a:pt x="1648819" y="64922"/>
                  <a:pt x="1646145" y="65262"/>
                  <a:pt x="1642911" y="65262"/>
                </a:cubicBezTo>
                <a:cubicBezTo>
                  <a:pt x="1636805" y="65262"/>
                  <a:pt x="1632475" y="64207"/>
                  <a:pt x="1629920" y="62098"/>
                </a:cubicBezTo>
                <a:cubicBezTo>
                  <a:pt x="1627364" y="59989"/>
                  <a:pt x="1626087" y="57316"/>
                  <a:pt x="1626087" y="54078"/>
                </a:cubicBezTo>
                <a:cubicBezTo>
                  <a:pt x="1626087" y="53759"/>
                  <a:pt x="1626098" y="53371"/>
                  <a:pt x="1626121" y="52915"/>
                </a:cubicBezTo>
                <a:moveTo>
                  <a:pt x="1634635" y="31851"/>
                </a:moveTo>
                <a:cubicBezTo>
                  <a:pt x="1634635" y="35661"/>
                  <a:pt x="1635375" y="38451"/>
                  <a:pt x="1636856" y="40221"/>
                </a:cubicBezTo>
                <a:cubicBezTo>
                  <a:pt x="1638338" y="41990"/>
                  <a:pt x="1640164" y="42875"/>
                  <a:pt x="1642334" y="42875"/>
                </a:cubicBezTo>
                <a:cubicBezTo>
                  <a:pt x="1644664" y="42875"/>
                  <a:pt x="1646631" y="41967"/>
                  <a:pt x="1648237" y="40153"/>
                </a:cubicBezTo>
                <a:cubicBezTo>
                  <a:pt x="1649842" y="38338"/>
                  <a:pt x="1650645" y="35650"/>
                  <a:pt x="1650645" y="32088"/>
                </a:cubicBezTo>
                <a:cubicBezTo>
                  <a:pt x="1650645" y="28368"/>
                  <a:pt x="1649876" y="25607"/>
                  <a:pt x="1648338" y="23803"/>
                </a:cubicBezTo>
                <a:cubicBezTo>
                  <a:pt x="1646801" y="22000"/>
                  <a:pt x="1644856" y="21098"/>
                  <a:pt x="1642504" y="21098"/>
                </a:cubicBezTo>
                <a:cubicBezTo>
                  <a:pt x="1640220" y="21098"/>
                  <a:pt x="1638338" y="21983"/>
                  <a:pt x="1636856" y="23752"/>
                </a:cubicBezTo>
                <a:cubicBezTo>
                  <a:pt x="1635375" y="25522"/>
                  <a:pt x="1634635" y="28221"/>
                  <a:pt x="1634635" y="31851"/>
                </a:cubicBezTo>
                <a:close/>
                <a:moveTo>
                  <a:pt x="1664290" y="0"/>
                </a:moveTo>
                <a:lnTo>
                  <a:pt x="1671312" y="0"/>
                </a:lnTo>
                <a:lnTo>
                  <a:pt x="1683761" y="51491"/>
                </a:lnTo>
                <a:lnTo>
                  <a:pt x="1676603" y="51491"/>
                </a:lnTo>
                <a:lnTo>
                  <a:pt x="1664290" y="0"/>
                </a:lnTo>
                <a:close/>
                <a:moveTo>
                  <a:pt x="1721591" y="50609"/>
                </a:moveTo>
                <a:lnTo>
                  <a:pt x="1712059" y="50609"/>
                </a:lnTo>
                <a:lnTo>
                  <a:pt x="1712059" y="32245"/>
                </a:lnTo>
                <a:cubicBezTo>
                  <a:pt x="1712059" y="28360"/>
                  <a:pt x="1711856" y="25847"/>
                  <a:pt x="1711449" y="24706"/>
                </a:cubicBezTo>
                <a:cubicBezTo>
                  <a:pt x="1711042" y="23566"/>
                  <a:pt x="1710380" y="22679"/>
                  <a:pt x="1709464" y="22047"/>
                </a:cubicBezTo>
                <a:cubicBezTo>
                  <a:pt x="1708549" y="21414"/>
                  <a:pt x="1707446" y="21098"/>
                  <a:pt x="1706157" y="21098"/>
                </a:cubicBezTo>
                <a:cubicBezTo>
                  <a:pt x="1704506" y="21098"/>
                  <a:pt x="1703025" y="21550"/>
                  <a:pt x="1701714" y="22454"/>
                </a:cubicBezTo>
                <a:cubicBezTo>
                  <a:pt x="1700402" y="23357"/>
                  <a:pt x="1699503" y="24554"/>
                  <a:pt x="1699017" y="26045"/>
                </a:cubicBezTo>
                <a:cubicBezTo>
                  <a:pt x="1698531" y="27536"/>
                  <a:pt x="1698288" y="30291"/>
                  <a:pt x="1698288" y="34312"/>
                </a:cubicBezTo>
                <a:lnTo>
                  <a:pt x="1698288" y="50609"/>
                </a:lnTo>
                <a:lnTo>
                  <a:pt x="1688756" y="50609"/>
                </a:lnTo>
                <a:lnTo>
                  <a:pt x="1688756" y="14586"/>
                </a:lnTo>
                <a:lnTo>
                  <a:pt x="1697609" y="14586"/>
                </a:lnTo>
                <a:lnTo>
                  <a:pt x="1697609" y="19877"/>
                </a:lnTo>
                <a:cubicBezTo>
                  <a:pt x="1700753" y="15807"/>
                  <a:pt x="1704710" y="13772"/>
                  <a:pt x="1709481" y="13772"/>
                </a:cubicBezTo>
                <a:cubicBezTo>
                  <a:pt x="1711584" y="13772"/>
                  <a:pt x="1713506" y="14150"/>
                  <a:pt x="1715248" y="14908"/>
                </a:cubicBezTo>
                <a:cubicBezTo>
                  <a:pt x="1716989" y="15665"/>
                  <a:pt x="1718306" y="16632"/>
                  <a:pt x="1719199" y="17808"/>
                </a:cubicBezTo>
                <a:cubicBezTo>
                  <a:pt x="1720093" y="18984"/>
                  <a:pt x="1720714" y="20318"/>
                  <a:pt x="1721065" y="21811"/>
                </a:cubicBezTo>
                <a:cubicBezTo>
                  <a:pt x="1721416" y="23303"/>
                  <a:pt x="1721591" y="25440"/>
                  <a:pt x="1721591" y="28221"/>
                </a:cubicBezTo>
                <a:lnTo>
                  <a:pt x="1721591" y="50609"/>
                </a:lnTo>
                <a:close/>
                <a:moveTo>
                  <a:pt x="1731810" y="18588"/>
                </a:moveTo>
                <a:lnTo>
                  <a:pt x="1730012" y="9310"/>
                </a:lnTo>
                <a:lnTo>
                  <a:pt x="1730012" y="882"/>
                </a:lnTo>
                <a:lnTo>
                  <a:pt x="1740392" y="882"/>
                </a:lnTo>
                <a:lnTo>
                  <a:pt x="1740392" y="9310"/>
                </a:lnTo>
                <a:lnTo>
                  <a:pt x="1738832" y="18588"/>
                </a:lnTo>
                <a:lnTo>
                  <a:pt x="1731810" y="18588"/>
                </a:lnTo>
                <a:moveTo>
                  <a:pt x="1747108" y="18588"/>
                </a:moveTo>
                <a:lnTo>
                  <a:pt x="1745310" y="9310"/>
                </a:lnTo>
                <a:lnTo>
                  <a:pt x="1745310" y="882"/>
                </a:lnTo>
                <a:lnTo>
                  <a:pt x="1755690" y="882"/>
                </a:lnTo>
                <a:lnTo>
                  <a:pt x="1755690" y="9310"/>
                </a:lnTo>
                <a:lnTo>
                  <a:pt x="1754130" y="18588"/>
                </a:lnTo>
                <a:lnTo>
                  <a:pt x="1747108" y="18588"/>
                </a:lnTo>
                <a:close/>
                <a:moveTo>
                  <a:pt x="1761204" y="65262"/>
                </a:moveTo>
                <a:cubicBezTo>
                  <a:pt x="1763081" y="61233"/>
                  <a:pt x="1764404" y="58143"/>
                  <a:pt x="1765173" y="55992"/>
                </a:cubicBezTo>
                <a:cubicBezTo>
                  <a:pt x="1765941" y="53842"/>
                  <a:pt x="1766654" y="51363"/>
                  <a:pt x="1767310" y="48556"/>
                </a:cubicBezTo>
                <a:cubicBezTo>
                  <a:pt x="1767965" y="45749"/>
                  <a:pt x="1768452" y="43083"/>
                  <a:pt x="1768768" y="40560"/>
                </a:cubicBezTo>
                <a:cubicBezTo>
                  <a:pt x="1769085" y="38036"/>
                  <a:pt x="1769243" y="35449"/>
                  <a:pt x="1769243" y="32801"/>
                </a:cubicBezTo>
                <a:cubicBezTo>
                  <a:pt x="1769243" y="27413"/>
                  <a:pt x="1768666" y="22314"/>
                  <a:pt x="1767513" y="17504"/>
                </a:cubicBezTo>
                <a:cubicBezTo>
                  <a:pt x="1766360" y="12693"/>
                  <a:pt x="1764234" y="6859"/>
                  <a:pt x="1761136" y="0"/>
                </a:cubicBezTo>
                <a:lnTo>
                  <a:pt x="1767615" y="0"/>
                </a:lnTo>
                <a:cubicBezTo>
                  <a:pt x="1771029" y="4867"/>
                  <a:pt x="1773681" y="10028"/>
                  <a:pt x="1775569" y="15483"/>
                </a:cubicBezTo>
                <a:cubicBezTo>
                  <a:pt x="1777457" y="20939"/>
                  <a:pt x="1778401" y="26473"/>
                  <a:pt x="1778401" y="32087"/>
                </a:cubicBezTo>
                <a:cubicBezTo>
                  <a:pt x="1778401" y="36818"/>
                  <a:pt x="1777655" y="41889"/>
                  <a:pt x="1776163" y="47299"/>
                </a:cubicBezTo>
                <a:cubicBezTo>
                  <a:pt x="1774467" y="53366"/>
                  <a:pt x="1771674" y="59354"/>
                  <a:pt x="1767784" y="65262"/>
                </a:cubicBezTo>
                <a:lnTo>
                  <a:pt x="1761204" y="65262"/>
                </a:lnTo>
                <a:close/>
                <a:moveTo>
                  <a:pt x="1788335" y="24151"/>
                </a:moveTo>
                <a:lnTo>
                  <a:pt x="1788335" y="14586"/>
                </a:lnTo>
                <a:lnTo>
                  <a:pt x="1797866" y="14586"/>
                </a:lnTo>
                <a:lnTo>
                  <a:pt x="1797866" y="24151"/>
                </a:lnTo>
                <a:lnTo>
                  <a:pt x="1788335" y="24151"/>
                </a:lnTo>
                <a:moveTo>
                  <a:pt x="1788335" y="41043"/>
                </a:moveTo>
                <a:lnTo>
                  <a:pt x="1797866" y="41043"/>
                </a:lnTo>
                <a:lnTo>
                  <a:pt x="1797866" y="47883"/>
                </a:lnTo>
                <a:cubicBezTo>
                  <a:pt x="1797866" y="50651"/>
                  <a:pt x="1797629" y="52835"/>
                  <a:pt x="1797154" y="54434"/>
                </a:cubicBezTo>
                <a:cubicBezTo>
                  <a:pt x="1796679" y="56034"/>
                  <a:pt x="1795780" y="57469"/>
                  <a:pt x="1794457" y="58740"/>
                </a:cubicBezTo>
                <a:cubicBezTo>
                  <a:pt x="1793134" y="60010"/>
                  <a:pt x="1791455" y="61009"/>
                  <a:pt x="1789420" y="61734"/>
                </a:cubicBezTo>
                <a:lnTo>
                  <a:pt x="1787554" y="57800"/>
                </a:lnTo>
                <a:cubicBezTo>
                  <a:pt x="1789477" y="57164"/>
                  <a:pt x="1790845" y="56277"/>
                  <a:pt x="1791659" y="55141"/>
                </a:cubicBezTo>
                <a:cubicBezTo>
                  <a:pt x="1792473" y="54006"/>
                  <a:pt x="1792903" y="52495"/>
                  <a:pt x="1792948" y="50609"/>
                </a:cubicBezTo>
                <a:lnTo>
                  <a:pt x="1788335" y="50609"/>
                </a:lnTo>
                <a:lnTo>
                  <a:pt x="1788335" y="41043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…">
            <a:extLst xmlns:a="http://schemas.openxmlformats.org/drawingml/2006/main">
              <a:ext uri="{FF2B5EF4-FFF2-40B4-BE49-F238E27FC236}">
                <a16:creationId xmlns:a16="http://schemas.microsoft.com/office/drawing/2014/main" id="{D24FF24D-2ED3-4BD4-AB23-0A9F51F8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104" y="3372189"/>
            <a:ext cx="55866" cy="9565"/>
          </a:xfrm>
          <a:custGeom xmlns:a="http://schemas.openxmlformats.org/drawingml/2006/main">
            <a:pathLst>
              <a:path w="55866" h="9565">
                <a:moveTo>
                  <a:pt x="46301" y="9565"/>
                </a:moveTo>
                <a:lnTo>
                  <a:pt x="46301" y="0"/>
                </a:lnTo>
                <a:lnTo>
                  <a:pt x="55866" y="0"/>
                </a:lnTo>
                <a:lnTo>
                  <a:pt x="55866" y="9565"/>
                </a:lnTo>
                <a:lnTo>
                  <a:pt x="46301" y="9565"/>
                </a:lnTo>
                <a:moveTo>
                  <a:pt x="23167" y="9565"/>
                </a:moveTo>
                <a:lnTo>
                  <a:pt x="23167" y="0"/>
                </a:lnTo>
                <a:lnTo>
                  <a:pt x="32699" y="0"/>
                </a:lnTo>
                <a:lnTo>
                  <a:pt x="32699" y="9565"/>
                </a:lnTo>
                <a:lnTo>
                  <a:pt x="23167" y="9565"/>
                </a:lnTo>
                <a:moveTo>
                  <a:pt x="0" y="9565"/>
                </a:moveTo>
                <a:lnTo>
                  <a:pt x="0" y="0"/>
                </a:lnTo>
                <a:lnTo>
                  <a:pt x="9532" y="0"/>
                </a:lnTo>
                <a:lnTo>
                  <a:pt x="9532" y="9565"/>
                </a:lnTo>
                <a:lnTo>
                  <a:pt x="0" y="95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cc0a6d6ec4ee1"/>
          <a:stretch xmlns:a="http://schemas.openxmlformats.org/drawingml/2006/main"/>
        </p:blipFill>
        <p:spPr>
          <a:xfrm xmlns:a="http://schemas.openxmlformats.org/drawingml/2006/main">
            <a:off x="3256474" y="2570901"/>
            <a:ext cx="2479316" cy="699650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503216a5f42e8"/>
          <a:stretch xmlns:a="http://schemas.openxmlformats.org/drawingml/2006/main"/>
        </p:blipFill>
        <p:spPr>
          <a:xfrm xmlns:a="http://schemas.openxmlformats.org/drawingml/2006/main">
            <a:off x="3263421" y="2583806"/>
            <a:ext cx="2420268" cy="694681"/>
          </a:xfrm>
          <a:prstGeom xmlns:a="http://schemas.openxmlformats.org/drawingml/2006/main" prst="rect">
            <a:avLst/>
          </a:prstGeom>
        </p:spPr>
      </p:pic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F16BD-757D-484B-9EF5-758C1CF3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346" y="2588831"/>
            <a:ext cx="2417676" cy="638887"/>
          </a:xfrm>
          <a:custGeom xmlns:a="http://schemas.openxmlformats.org/drawingml/2006/main">
            <a:pathLst>
              <a:path w="2417676" h="638887">
                <a:moveTo>
                  <a:pt x="0" y="0"/>
                </a:moveTo>
                <a:lnTo>
                  <a:pt x="2417676" y="0"/>
                </a:lnTo>
                <a:lnTo>
                  <a:pt x="2417676" y="638887"/>
                </a:lnTo>
                <a:lnTo>
                  <a:pt x="0" y="6388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926E4-6B4D-4EBB-8677-AA1AF954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346" y="2588831"/>
            <a:ext cx="2417676" cy="638887"/>
          </a:xfrm>
          <a:custGeom xmlns:a="http://schemas.openxmlformats.org/drawingml/2006/main">
            <a:pathLst>
              <a:path w="2417676" h="638887" fill="none">
                <a:moveTo>
                  <a:pt x="0" y="0"/>
                </a:moveTo>
                <a:lnTo>
                  <a:pt x="2417676" y="0"/>
                </a:lnTo>
                <a:lnTo>
                  <a:pt x="2417676" y="638887"/>
                </a:lnTo>
                <a:lnTo>
                  <a:pt x="0" y="6388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7F7F7F"/>
            </a:solidFill>
            <a:miter/>
          </a:ln>
        </p:spPr>
      </p:sp>
      <p:sp>
        <p:nvSpPr>
          <p:cNvPr id="27" name="Text …">
            <a:extLst xmlns:a="http://schemas.openxmlformats.org/drawingml/2006/main">
              <a:ext uri="{FF2B5EF4-FFF2-40B4-BE49-F238E27FC236}">
                <a16:creationId xmlns:a16="http://schemas.microsoft.com/office/drawing/2014/main" id="{6DF4631A-5AB6-40B7-B247-F44BDAC9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749" y="2675133"/>
            <a:ext cx="55866" cy="9565"/>
          </a:xfrm>
          <a:custGeom xmlns:a="http://schemas.openxmlformats.org/drawingml/2006/main">
            <a:pathLst>
              <a:path w="55866" h="9565">
                <a:moveTo>
                  <a:pt x="46301" y="9565"/>
                </a:moveTo>
                <a:lnTo>
                  <a:pt x="46301" y="0"/>
                </a:lnTo>
                <a:lnTo>
                  <a:pt x="55866" y="0"/>
                </a:lnTo>
                <a:lnTo>
                  <a:pt x="55866" y="9565"/>
                </a:lnTo>
                <a:lnTo>
                  <a:pt x="46301" y="9565"/>
                </a:lnTo>
                <a:moveTo>
                  <a:pt x="23167" y="9565"/>
                </a:moveTo>
                <a:lnTo>
                  <a:pt x="23167" y="0"/>
                </a:lnTo>
                <a:lnTo>
                  <a:pt x="32699" y="0"/>
                </a:lnTo>
                <a:lnTo>
                  <a:pt x="32699" y="9565"/>
                </a:lnTo>
                <a:lnTo>
                  <a:pt x="23167" y="9565"/>
                </a:lnTo>
                <a:moveTo>
                  <a:pt x="0" y="9565"/>
                </a:moveTo>
                <a:lnTo>
                  <a:pt x="0" y="0"/>
                </a:lnTo>
                <a:lnTo>
                  <a:pt x="9532" y="0"/>
                </a:lnTo>
                <a:lnTo>
                  <a:pt x="9532" y="9565"/>
                </a:lnTo>
                <a:lnTo>
                  <a:pt x="0" y="95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flush_work(&amp;deferred_probe_work);">
            <a:extLst xmlns:a="http://schemas.openxmlformats.org/drawingml/2006/main">
              <a:ext uri="{FF2B5EF4-FFF2-40B4-BE49-F238E27FC236}">
                <a16:creationId xmlns:a16="http://schemas.microsoft.com/office/drawing/2014/main" id="{3241F04C-1832-4149-A47A-1A968DEC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745" y="2734124"/>
            <a:ext cx="1189276" cy="65262"/>
          </a:xfrm>
          <a:custGeom xmlns:a="http://schemas.openxmlformats.org/drawingml/2006/main">
            <a:pathLst>
              <a:path w="1189276" h="65262">
                <a:moveTo>
                  <a:pt x="0" y="14586"/>
                </a:moveTo>
                <a:lnTo>
                  <a:pt x="5292" y="14586"/>
                </a:lnTo>
                <a:lnTo>
                  <a:pt x="5292" y="11866"/>
                </a:lnTo>
                <a:cubicBezTo>
                  <a:pt x="5292" y="8828"/>
                  <a:pt x="5614" y="6562"/>
                  <a:pt x="6258" y="5066"/>
                </a:cubicBezTo>
                <a:cubicBezTo>
                  <a:pt x="6903" y="3570"/>
                  <a:pt x="8090" y="2351"/>
                  <a:pt x="9820" y="1411"/>
                </a:cubicBezTo>
                <a:cubicBezTo>
                  <a:pt x="11550" y="470"/>
                  <a:pt x="13738" y="0"/>
                  <a:pt x="16383" y="0"/>
                </a:cubicBezTo>
                <a:cubicBezTo>
                  <a:pt x="19097" y="0"/>
                  <a:pt x="21754" y="407"/>
                  <a:pt x="24355" y="1221"/>
                </a:cubicBezTo>
                <a:lnTo>
                  <a:pt x="23066" y="7869"/>
                </a:lnTo>
                <a:cubicBezTo>
                  <a:pt x="21550" y="7508"/>
                  <a:pt x="20092" y="7327"/>
                  <a:pt x="18690" y="7327"/>
                </a:cubicBezTo>
                <a:cubicBezTo>
                  <a:pt x="17310" y="7327"/>
                  <a:pt x="16321" y="7651"/>
                  <a:pt x="15722" y="8299"/>
                </a:cubicBezTo>
                <a:cubicBezTo>
                  <a:pt x="15123" y="8946"/>
                  <a:pt x="14823" y="10190"/>
                  <a:pt x="14823" y="12030"/>
                </a:cubicBezTo>
                <a:lnTo>
                  <a:pt x="14823" y="14586"/>
                </a:lnTo>
                <a:lnTo>
                  <a:pt x="21946" y="14586"/>
                </a:lnTo>
                <a:lnTo>
                  <a:pt x="21946" y="22116"/>
                </a:lnTo>
                <a:lnTo>
                  <a:pt x="14823" y="22116"/>
                </a:lnTo>
                <a:lnTo>
                  <a:pt x="14823" y="50609"/>
                </a:lnTo>
                <a:lnTo>
                  <a:pt x="5292" y="50609"/>
                </a:lnTo>
                <a:lnTo>
                  <a:pt x="5292" y="22116"/>
                </a:lnTo>
                <a:lnTo>
                  <a:pt x="0" y="22116"/>
                </a:lnTo>
                <a:lnTo>
                  <a:pt x="0" y="14586"/>
                </a:lnTo>
                <a:close/>
                <a:moveTo>
                  <a:pt x="27097" y="50609"/>
                </a:moveTo>
                <a:lnTo>
                  <a:pt x="27097" y="882"/>
                </a:lnTo>
                <a:lnTo>
                  <a:pt x="36628" y="882"/>
                </a:lnTo>
                <a:lnTo>
                  <a:pt x="36628" y="50609"/>
                </a:lnTo>
                <a:lnTo>
                  <a:pt x="27097" y="50609"/>
                </a:lnTo>
                <a:close/>
                <a:moveTo>
                  <a:pt x="70258" y="50609"/>
                </a:moveTo>
                <a:lnTo>
                  <a:pt x="70258" y="45215"/>
                </a:lnTo>
                <a:cubicBezTo>
                  <a:pt x="68946" y="47137"/>
                  <a:pt x="67222" y="48653"/>
                  <a:pt x="65085" y="49761"/>
                </a:cubicBezTo>
                <a:cubicBezTo>
                  <a:pt x="62948" y="50869"/>
                  <a:pt x="60693" y="51423"/>
                  <a:pt x="58318" y="51423"/>
                </a:cubicBezTo>
                <a:cubicBezTo>
                  <a:pt x="55899" y="51423"/>
                  <a:pt x="53728" y="50891"/>
                  <a:pt x="51806" y="49828"/>
                </a:cubicBezTo>
                <a:cubicBezTo>
                  <a:pt x="49883" y="48766"/>
                  <a:pt x="48493" y="47273"/>
                  <a:pt x="47633" y="45351"/>
                </a:cubicBezTo>
                <a:cubicBezTo>
                  <a:pt x="46774" y="43429"/>
                  <a:pt x="46344" y="40772"/>
                  <a:pt x="46344" y="37380"/>
                </a:cubicBezTo>
                <a:lnTo>
                  <a:pt x="46344" y="14586"/>
                </a:lnTo>
                <a:lnTo>
                  <a:pt x="55876" y="14586"/>
                </a:lnTo>
                <a:lnTo>
                  <a:pt x="55876" y="31100"/>
                </a:lnTo>
                <a:cubicBezTo>
                  <a:pt x="55876" y="36154"/>
                  <a:pt x="56051" y="39251"/>
                  <a:pt x="56402" y="40390"/>
                </a:cubicBezTo>
                <a:cubicBezTo>
                  <a:pt x="56752" y="41529"/>
                  <a:pt x="57391" y="42432"/>
                  <a:pt x="58318" y="43097"/>
                </a:cubicBezTo>
                <a:cubicBezTo>
                  <a:pt x="59245" y="43763"/>
                  <a:pt x="60421" y="44096"/>
                  <a:pt x="61846" y="44096"/>
                </a:cubicBezTo>
                <a:cubicBezTo>
                  <a:pt x="63474" y="44096"/>
                  <a:pt x="64933" y="43650"/>
                  <a:pt x="66222" y="42759"/>
                </a:cubicBezTo>
                <a:cubicBezTo>
                  <a:pt x="67511" y="41868"/>
                  <a:pt x="68392" y="40763"/>
                  <a:pt x="68867" y="39443"/>
                </a:cubicBezTo>
                <a:cubicBezTo>
                  <a:pt x="69342" y="38123"/>
                  <a:pt x="69580" y="34891"/>
                  <a:pt x="69580" y="29747"/>
                </a:cubicBezTo>
                <a:lnTo>
                  <a:pt x="69580" y="14586"/>
                </a:lnTo>
                <a:lnTo>
                  <a:pt x="79111" y="14586"/>
                </a:lnTo>
                <a:lnTo>
                  <a:pt x="79111" y="50609"/>
                </a:lnTo>
                <a:lnTo>
                  <a:pt x="70258" y="50609"/>
                </a:lnTo>
                <a:close/>
                <a:moveTo>
                  <a:pt x="85565" y="40365"/>
                </a:moveTo>
                <a:lnTo>
                  <a:pt x="95131" y="38872"/>
                </a:lnTo>
                <a:cubicBezTo>
                  <a:pt x="95538" y="40715"/>
                  <a:pt x="96363" y="42114"/>
                  <a:pt x="97607" y="43070"/>
                </a:cubicBezTo>
                <a:cubicBezTo>
                  <a:pt x="98851" y="44025"/>
                  <a:pt x="100592" y="44503"/>
                  <a:pt x="102831" y="44503"/>
                </a:cubicBezTo>
                <a:cubicBezTo>
                  <a:pt x="105295" y="44503"/>
                  <a:pt x="107150" y="44051"/>
                  <a:pt x="108393" y="43148"/>
                </a:cubicBezTo>
                <a:cubicBezTo>
                  <a:pt x="109230" y="42516"/>
                  <a:pt x="109648" y="41669"/>
                  <a:pt x="109648" y="40608"/>
                </a:cubicBezTo>
                <a:cubicBezTo>
                  <a:pt x="109648" y="39885"/>
                  <a:pt x="109422" y="39286"/>
                  <a:pt x="108970" y="38812"/>
                </a:cubicBezTo>
                <a:cubicBezTo>
                  <a:pt x="108495" y="38360"/>
                  <a:pt x="107432" y="37943"/>
                  <a:pt x="105782" y="37559"/>
                </a:cubicBezTo>
                <a:cubicBezTo>
                  <a:pt x="98093" y="35866"/>
                  <a:pt x="93220" y="34319"/>
                  <a:pt x="91162" y="32918"/>
                </a:cubicBezTo>
                <a:cubicBezTo>
                  <a:pt x="88313" y="30975"/>
                  <a:pt x="86888" y="28275"/>
                  <a:pt x="86888" y="24819"/>
                </a:cubicBezTo>
                <a:cubicBezTo>
                  <a:pt x="86888" y="21701"/>
                  <a:pt x="88121" y="19080"/>
                  <a:pt x="90585" y="16957"/>
                </a:cubicBezTo>
                <a:cubicBezTo>
                  <a:pt x="93050" y="14833"/>
                  <a:pt x="96872" y="13772"/>
                  <a:pt x="102050" y="13772"/>
                </a:cubicBezTo>
                <a:cubicBezTo>
                  <a:pt x="106980" y="13772"/>
                  <a:pt x="110643" y="14571"/>
                  <a:pt x="113040" y="16171"/>
                </a:cubicBezTo>
                <a:cubicBezTo>
                  <a:pt x="115437" y="17771"/>
                  <a:pt x="117088" y="20137"/>
                  <a:pt x="117993" y="23269"/>
                </a:cubicBezTo>
                <a:lnTo>
                  <a:pt x="109004" y="24965"/>
                </a:lnTo>
                <a:cubicBezTo>
                  <a:pt x="108620" y="23563"/>
                  <a:pt x="107890" y="22489"/>
                  <a:pt x="106816" y="21743"/>
                </a:cubicBezTo>
                <a:cubicBezTo>
                  <a:pt x="105742" y="20996"/>
                  <a:pt x="104210" y="20623"/>
                  <a:pt x="102220" y="20623"/>
                </a:cubicBezTo>
                <a:cubicBezTo>
                  <a:pt x="99710" y="20623"/>
                  <a:pt x="97912" y="20973"/>
                  <a:pt x="96827" y="21674"/>
                </a:cubicBezTo>
                <a:cubicBezTo>
                  <a:pt x="96103" y="22170"/>
                  <a:pt x="95741" y="22813"/>
                  <a:pt x="95741" y="23604"/>
                </a:cubicBezTo>
                <a:cubicBezTo>
                  <a:pt x="95741" y="24281"/>
                  <a:pt x="96058" y="24857"/>
                  <a:pt x="96691" y="25331"/>
                </a:cubicBezTo>
                <a:cubicBezTo>
                  <a:pt x="97550" y="25963"/>
                  <a:pt x="100518" y="26855"/>
                  <a:pt x="105595" y="28007"/>
                </a:cubicBezTo>
                <a:cubicBezTo>
                  <a:pt x="110672" y="29159"/>
                  <a:pt x="114216" y="30572"/>
                  <a:pt x="116229" y="32246"/>
                </a:cubicBezTo>
                <a:cubicBezTo>
                  <a:pt x="118219" y="33944"/>
                  <a:pt x="119214" y="36308"/>
                  <a:pt x="119214" y="39340"/>
                </a:cubicBezTo>
                <a:cubicBezTo>
                  <a:pt x="119214" y="42643"/>
                  <a:pt x="117834" y="45483"/>
                  <a:pt x="115076" y="47859"/>
                </a:cubicBezTo>
                <a:cubicBezTo>
                  <a:pt x="112317" y="50235"/>
                  <a:pt x="108235" y="51423"/>
                  <a:pt x="102831" y="51423"/>
                </a:cubicBezTo>
                <a:cubicBezTo>
                  <a:pt x="97923" y="51423"/>
                  <a:pt x="94040" y="50431"/>
                  <a:pt x="91179" y="48447"/>
                </a:cubicBezTo>
                <a:cubicBezTo>
                  <a:pt x="88318" y="46463"/>
                  <a:pt x="86447" y="43769"/>
                  <a:pt x="85565" y="40365"/>
                </a:cubicBezTo>
                <a:close/>
                <a:moveTo>
                  <a:pt x="137323" y="882"/>
                </a:moveTo>
                <a:lnTo>
                  <a:pt x="137323" y="19190"/>
                </a:lnTo>
                <a:cubicBezTo>
                  <a:pt x="140399" y="15578"/>
                  <a:pt x="144073" y="13772"/>
                  <a:pt x="148347" y="13772"/>
                </a:cubicBezTo>
                <a:cubicBezTo>
                  <a:pt x="150541" y="13772"/>
                  <a:pt x="152519" y="14179"/>
                  <a:pt x="154283" y="14993"/>
                </a:cubicBezTo>
                <a:cubicBezTo>
                  <a:pt x="156047" y="15807"/>
                  <a:pt x="157376" y="16847"/>
                  <a:pt x="158269" y="18113"/>
                </a:cubicBezTo>
                <a:cubicBezTo>
                  <a:pt x="159162" y="19380"/>
                  <a:pt x="159773" y="20782"/>
                  <a:pt x="160100" y="22319"/>
                </a:cubicBezTo>
                <a:cubicBezTo>
                  <a:pt x="160428" y="23857"/>
                  <a:pt x="160592" y="26243"/>
                  <a:pt x="160592" y="29476"/>
                </a:cubicBezTo>
                <a:lnTo>
                  <a:pt x="160592" y="50609"/>
                </a:lnTo>
                <a:lnTo>
                  <a:pt x="151061" y="50609"/>
                </a:lnTo>
                <a:lnTo>
                  <a:pt x="151061" y="31602"/>
                </a:lnTo>
                <a:cubicBezTo>
                  <a:pt x="151061" y="27830"/>
                  <a:pt x="150880" y="25435"/>
                  <a:pt x="150518" y="24419"/>
                </a:cubicBezTo>
                <a:cubicBezTo>
                  <a:pt x="150156" y="23402"/>
                  <a:pt x="149517" y="22595"/>
                  <a:pt x="148602" y="21996"/>
                </a:cubicBezTo>
                <a:cubicBezTo>
                  <a:pt x="147686" y="21397"/>
                  <a:pt x="146538" y="21098"/>
                  <a:pt x="145159" y="21098"/>
                </a:cubicBezTo>
                <a:cubicBezTo>
                  <a:pt x="143576" y="21098"/>
                  <a:pt x="142162" y="21482"/>
                  <a:pt x="140919" y="22250"/>
                </a:cubicBezTo>
                <a:cubicBezTo>
                  <a:pt x="139675" y="23019"/>
                  <a:pt x="138765" y="24176"/>
                  <a:pt x="138188" y="25723"/>
                </a:cubicBezTo>
                <a:cubicBezTo>
                  <a:pt x="137611" y="27270"/>
                  <a:pt x="137323" y="29557"/>
                  <a:pt x="137323" y="32584"/>
                </a:cubicBezTo>
                <a:lnTo>
                  <a:pt x="137323" y="50609"/>
                </a:lnTo>
                <a:lnTo>
                  <a:pt x="127792" y="50609"/>
                </a:lnTo>
                <a:lnTo>
                  <a:pt x="127792" y="882"/>
                </a:lnTo>
                <a:lnTo>
                  <a:pt x="137323" y="882"/>
                </a:lnTo>
                <a:close/>
                <a:moveTo>
                  <a:pt x="164570" y="64380"/>
                </a:moveTo>
                <a:lnTo>
                  <a:pt x="164570" y="58139"/>
                </a:lnTo>
                <a:lnTo>
                  <a:pt x="204189" y="58139"/>
                </a:lnTo>
                <a:lnTo>
                  <a:pt x="204189" y="64380"/>
                </a:lnTo>
                <a:lnTo>
                  <a:pt x="164570" y="64380"/>
                </a:lnTo>
                <a:close/>
                <a:moveTo>
                  <a:pt x="215819" y="50609"/>
                </a:moveTo>
                <a:lnTo>
                  <a:pt x="204422" y="14586"/>
                </a:lnTo>
                <a:lnTo>
                  <a:pt x="213682" y="14586"/>
                </a:lnTo>
                <a:lnTo>
                  <a:pt x="220432" y="38194"/>
                </a:lnTo>
                <a:lnTo>
                  <a:pt x="226640" y="14586"/>
                </a:lnTo>
                <a:lnTo>
                  <a:pt x="235832" y="14586"/>
                </a:lnTo>
                <a:lnTo>
                  <a:pt x="241836" y="38194"/>
                </a:lnTo>
                <a:lnTo>
                  <a:pt x="248721" y="14586"/>
                </a:lnTo>
                <a:lnTo>
                  <a:pt x="258117" y="14586"/>
                </a:lnTo>
                <a:lnTo>
                  <a:pt x="246551" y="50609"/>
                </a:lnTo>
                <a:lnTo>
                  <a:pt x="237392" y="50609"/>
                </a:lnTo>
                <a:lnTo>
                  <a:pt x="231185" y="27441"/>
                </a:lnTo>
                <a:lnTo>
                  <a:pt x="225079" y="50609"/>
                </a:lnTo>
                <a:lnTo>
                  <a:pt x="215819" y="50609"/>
                </a:lnTo>
                <a:close/>
                <a:moveTo>
                  <a:pt x="262472" y="32088"/>
                </a:moveTo>
                <a:cubicBezTo>
                  <a:pt x="262472" y="28922"/>
                  <a:pt x="263253" y="25858"/>
                  <a:pt x="264813" y="22896"/>
                </a:cubicBezTo>
                <a:cubicBezTo>
                  <a:pt x="266373" y="19934"/>
                  <a:pt x="268584" y="17672"/>
                  <a:pt x="271444" y="16112"/>
                </a:cubicBezTo>
                <a:cubicBezTo>
                  <a:pt x="274305" y="14552"/>
                  <a:pt x="277499" y="13772"/>
                  <a:pt x="281027" y="13772"/>
                </a:cubicBezTo>
                <a:cubicBezTo>
                  <a:pt x="286477" y="13772"/>
                  <a:pt x="290943" y="15541"/>
                  <a:pt x="294425" y="19080"/>
                </a:cubicBezTo>
                <a:cubicBezTo>
                  <a:pt x="297908" y="22619"/>
                  <a:pt x="299649" y="27091"/>
                  <a:pt x="299649" y="32495"/>
                </a:cubicBezTo>
                <a:cubicBezTo>
                  <a:pt x="299649" y="37945"/>
                  <a:pt x="297891" y="42462"/>
                  <a:pt x="294374" y="46046"/>
                </a:cubicBezTo>
                <a:cubicBezTo>
                  <a:pt x="290858" y="49631"/>
                  <a:pt x="286431" y="51423"/>
                  <a:pt x="281095" y="51423"/>
                </a:cubicBezTo>
                <a:cubicBezTo>
                  <a:pt x="277793" y="51423"/>
                  <a:pt x="274644" y="50676"/>
                  <a:pt x="271648" y="49184"/>
                </a:cubicBezTo>
                <a:cubicBezTo>
                  <a:pt x="268652" y="47691"/>
                  <a:pt x="266373" y="45504"/>
                  <a:pt x="264813" y="42620"/>
                </a:cubicBezTo>
                <a:cubicBezTo>
                  <a:pt x="263253" y="39737"/>
                  <a:pt x="262472" y="36227"/>
                  <a:pt x="262472" y="32088"/>
                </a:cubicBezTo>
                <a:moveTo>
                  <a:pt x="272241" y="32597"/>
                </a:moveTo>
                <a:cubicBezTo>
                  <a:pt x="272241" y="36159"/>
                  <a:pt x="273089" y="38886"/>
                  <a:pt x="274785" y="40780"/>
                </a:cubicBezTo>
                <a:cubicBezTo>
                  <a:pt x="276481" y="42674"/>
                  <a:pt x="278573" y="43621"/>
                  <a:pt x="281061" y="43621"/>
                </a:cubicBezTo>
                <a:cubicBezTo>
                  <a:pt x="283548" y="43621"/>
                  <a:pt x="285634" y="42674"/>
                  <a:pt x="287319" y="40780"/>
                </a:cubicBezTo>
                <a:cubicBezTo>
                  <a:pt x="289004" y="38886"/>
                  <a:pt x="289846" y="36136"/>
                  <a:pt x="289846" y="32529"/>
                </a:cubicBezTo>
                <a:cubicBezTo>
                  <a:pt x="289846" y="29013"/>
                  <a:pt x="289004" y="26308"/>
                  <a:pt x="287319" y="24414"/>
                </a:cubicBezTo>
                <a:cubicBezTo>
                  <a:pt x="285634" y="22520"/>
                  <a:pt x="283548" y="21573"/>
                  <a:pt x="281061" y="21573"/>
                </a:cubicBezTo>
                <a:cubicBezTo>
                  <a:pt x="278573" y="21573"/>
                  <a:pt x="276481" y="22520"/>
                  <a:pt x="274785" y="24414"/>
                </a:cubicBezTo>
                <a:cubicBezTo>
                  <a:pt x="273089" y="26308"/>
                  <a:pt x="272241" y="29035"/>
                  <a:pt x="272241" y="32597"/>
                </a:cubicBezTo>
                <a:close/>
                <a:moveTo>
                  <a:pt x="316177" y="50609"/>
                </a:moveTo>
                <a:lnTo>
                  <a:pt x="306646" y="50609"/>
                </a:lnTo>
                <a:lnTo>
                  <a:pt x="306646" y="14586"/>
                </a:lnTo>
                <a:lnTo>
                  <a:pt x="315499" y="14586"/>
                </a:lnTo>
                <a:lnTo>
                  <a:pt x="315499" y="19708"/>
                </a:lnTo>
                <a:cubicBezTo>
                  <a:pt x="317014" y="17288"/>
                  <a:pt x="318376" y="15694"/>
                  <a:pt x="319586" y="14925"/>
                </a:cubicBezTo>
                <a:cubicBezTo>
                  <a:pt x="320796" y="14156"/>
                  <a:pt x="322170" y="13772"/>
                  <a:pt x="323708" y="13772"/>
                </a:cubicBezTo>
                <a:cubicBezTo>
                  <a:pt x="325878" y="13772"/>
                  <a:pt x="327970" y="14371"/>
                  <a:pt x="329983" y="15569"/>
                </a:cubicBezTo>
                <a:lnTo>
                  <a:pt x="327032" y="23880"/>
                </a:lnTo>
                <a:cubicBezTo>
                  <a:pt x="325426" y="22839"/>
                  <a:pt x="323934" y="22319"/>
                  <a:pt x="322554" y="22319"/>
                </a:cubicBezTo>
                <a:cubicBezTo>
                  <a:pt x="321220" y="22319"/>
                  <a:pt x="320089" y="22687"/>
                  <a:pt x="319162" y="23422"/>
                </a:cubicBezTo>
                <a:cubicBezTo>
                  <a:pt x="318235" y="24157"/>
                  <a:pt x="317506" y="25485"/>
                  <a:pt x="316974" y="27407"/>
                </a:cubicBezTo>
                <a:cubicBezTo>
                  <a:pt x="316443" y="29329"/>
                  <a:pt x="316177" y="33355"/>
                  <a:pt x="316177" y="39483"/>
                </a:cubicBezTo>
                <a:lnTo>
                  <a:pt x="316177" y="50609"/>
                </a:lnTo>
                <a:close/>
                <a:moveTo>
                  <a:pt x="333806" y="50609"/>
                </a:moveTo>
                <a:lnTo>
                  <a:pt x="333806" y="882"/>
                </a:lnTo>
                <a:lnTo>
                  <a:pt x="343338" y="882"/>
                </a:lnTo>
                <a:lnTo>
                  <a:pt x="343338" y="27272"/>
                </a:lnTo>
                <a:lnTo>
                  <a:pt x="354498" y="14586"/>
                </a:lnTo>
                <a:lnTo>
                  <a:pt x="366234" y="14586"/>
                </a:lnTo>
                <a:lnTo>
                  <a:pt x="353921" y="27752"/>
                </a:lnTo>
                <a:lnTo>
                  <a:pt x="367116" y="50609"/>
                </a:lnTo>
                <a:lnTo>
                  <a:pt x="356838" y="50609"/>
                </a:lnTo>
                <a:lnTo>
                  <a:pt x="347782" y="34425"/>
                </a:lnTo>
                <a:lnTo>
                  <a:pt x="343338" y="39076"/>
                </a:lnTo>
                <a:lnTo>
                  <a:pt x="343338" y="50609"/>
                </a:lnTo>
                <a:lnTo>
                  <a:pt x="333806" y="50609"/>
                </a:lnTo>
                <a:close/>
                <a:moveTo>
                  <a:pt x="388855" y="65262"/>
                </a:moveTo>
                <a:lnTo>
                  <a:pt x="382308" y="65262"/>
                </a:lnTo>
                <a:cubicBezTo>
                  <a:pt x="378849" y="60033"/>
                  <a:pt x="376214" y="54600"/>
                  <a:pt x="374405" y="48963"/>
                </a:cubicBezTo>
                <a:cubicBezTo>
                  <a:pt x="372596" y="43327"/>
                  <a:pt x="371691" y="37872"/>
                  <a:pt x="371691" y="32597"/>
                </a:cubicBezTo>
                <a:cubicBezTo>
                  <a:pt x="371691" y="26055"/>
                  <a:pt x="372811" y="19864"/>
                  <a:pt x="375050" y="14024"/>
                </a:cubicBezTo>
                <a:cubicBezTo>
                  <a:pt x="376994" y="8953"/>
                  <a:pt x="379459" y="4278"/>
                  <a:pt x="382444" y="0"/>
                </a:cubicBezTo>
                <a:lnTo>
                  <a:pt x="388957" y="0"/>
                </a:lnTo>
                <a:cubicBezTo>
                  <a:pt x="385859" y="6859"/>
                  <a:pt x="383727" y="12693"/>
                  <a:pt x="382563" y="17504"/>
                </a:cubicBezTo>
                <a:cubicBezTo>
                  <a:pt x="381398" y="22314"/>
                  <a:pt x="380816" y="27413"/>
                  <a:pt x="380816" y="32801"/>
                </a:cubicBezTo>
                <a:cubicBezTo>
                  <a:pt x="380816" y="36513"/>
                  <a:pt x="381161" y="40317"/>
                  <a:pt x="381850" y="44210"/>
                </a:cubicBezTo>
                <a:cubicBezTo>
                  <a:pt x="382540" y="48103"/>
                  <a:pt x="383484" y="51804"/>
                  <a:pt x="384683" y="55313"/>
                </a:cubicBezTo>
                <a:cubicBezTo>
                  <a:pt x="385474" y="57622"/>
                  <a:pt x="386865" y="60939"/>
                  <a:pt x="388855" y="65262"/>
                </a:cubicBezTo>
                <a:close/>
                <a:moveTo>
                  <a:pt x="440035" y="44605"/>
                </a:moveTo>
                <a:lnTo>
                  <a:pt x="434268" y="51898"/>
                </a:lnTo>
                <a:cubicBezTo>
                  <a:pt x="431442" y="50534"/>
                  <a:pt x="428728" y="48657"/>
                  <a:pt x="426127" y="46267"/>
                </a:cubicBezTo>
                <a:cubicBezTo>
                  <a:pt x="424115" y="48076"/>
                  <a:pt x="421978" y="49410"/>
                  <a:pt x="419717" y="50269"/>
                </a:cubicBezTo>
                <a:cubicBezTo>
                  <a:pt x="417455" y="51129"/>
                  <a:pt x="414764" y="51558"/>
                  <a:pt x="411644" y="51558"/>
                </a:cubicBezTo>
                <a:cubicBezTo>
                  <a:pt x="405448" y="51558"/>
                  <a:pt x="400789" y="49814"/>
                  <a:pt x="397669" y="46324"/>
                </a:cubicBezTo>
                <a:cubicBezTo>
                  <a:pt x="395249" y="43627"/>
                  <a:pt x="394039" y="40523"/>
                  <a:pt x="394039" y="37011"/>
                </a:cubicBezTo>
                <a:cubicBezTo>
                  <a:pt x="394039" y="33816"/>
                  <a:pt x="394989" y="30944"/>
                  <a:pt x="396888" y="28395"/>
                </a:cubicBezTo>
                <a:cubicBezTo>
                  <a:pt x="398788" y="25846"/>
                  <a:pt x="401626" y="23631"/>
                  <a:pt x="405402" y="21750"/>
                </a:cubicBezTo>
                <a:cubicBezTo>
                  <a:pt x="403706" y="19734"/>
                  <a:pt x="402429" y="17814"/>
                  <a:pt x="401569" y="15990"/>
                </a:cubicBezTo>
                <a:cubicBezTo>
                  <a:pt x="400710" y="14166"/>
                  <a:pt x="400280" y="12438"/>
                  <a:pt x="400280" y="10807"/>
                </a:cubicBezTo>
                <a:cubicBezTo>
                  <a:pt x="400280" y="7793"/>
                  <a:pt x="401485" y="5239"/>
                  <a:pt x="403893" y="3144"/>
                </a:cubicBezTo>
                <a:cubicBezTo>
                  <a:pt x="406301" y="1048"/>
                  <a:pt x="409733" y="0"/>
                  <a:pt x="414188" y="0"/>
                </a:cubicBezTo>
                <a:cubicBezTo>
                  <a:pt x="418484" y="0"/>
                  <a:pt x="421842" y="1097"/>
                  <a:pt x="424262" y="3291"/>
                </a:cubicBezTo>
                <a:cubicBezTo>
                  <a:pt x="426681" y="5485"/>
                  <a:pt x="427891" y="8164"/>
                  <a:pt x="427891" y="11330"/>
                </a:cubicBezTo>
                <a:cubicBezTo>
                  <a:pt x="427891" y="13344"/>
                  <a:pt x="427292" y="15255"/>
                  <a:pt x="426093" y="17065"/>
                </a:cubicBezTo>
                <a:cubicBezTo>
                  <a:pt x="424895" y="18874"/>
                  <a:pt x="422475" y="20920"/>
                  <a:pt x="418835" y="23204"/>
                </a:cubicBezTo>
                <a:lnTo>
                  <a:pt x="425754" y="32397"/>
                </a:lnTo>
                <a:cubicBezTo>
                  <a:pt x="426568" y="30957"/>
                  <a:pt x="427269" y="29079"/>
                  <a:pt x="427857" y="26762"/>
                </a:cubicBezTo>
                <a:lnTo>
                  <a:pt x="436473" y="28689"/>
                </a:lnTo>
                <a:cubicBezTo>
                  <a:pt x="435614" y="31750"/>
                  <a:pt x="434867" y="33990"/>
                  <a:pt x="434234" y="35407"/>
                </a:cubicBezTo>
                <a:cubicBezTo>
                  <a:pt x="433601" y="36824"/>
                  <a:pt x="432923" y="38009"/>
                  <a:pt x="432199" y="38961"/>
                </a:cubicBezTo>
                <a:cubicBezTo>
                  <a:pt x="433262" y="39958"/>
                  <a:pt x="434636" y="41052"/>
                  <a:pt x="436320" y="42242"/>
                </a:cubicBezTo>
                <a:cubicBezTo>
                  <a:pt x="438005" y="43432"/>
                  <a:pt x="439243" y="44220"/>
                  <a:pt x="440035" y="44605"/>
                </a:cubicBezTo>
                <a:moveTo>
                  <a:pt x="414086" y="17498"/>
                </a:moveTo>
                <a:lnTo>
                  <a:pt x="416664" y="15526"/>
                </a:lnTo>
                <a:cubicBezTo>
                  <a:pt x="418563" y="14052"/>
                  <a:pt x="419513" y="12589"/>
                  <a:pt x="419513" y="11137"/>
                </a:cubicBezTo>
                <a:cubicBezTo>
                  <a:pt x="419513" y="9913"/>
                  <a:pt x="419055" y="8871"/>
                  <a:pt x="418139" y="8009"/>
                </a:cubicBezTo>
                <a:cubicBezTo>
                  <a:pt x="417223" y="7147"/>
                  <a:pt x="415985" y="6716"/>
                  <a:pt x="414425" y="6716"/>
                </a:cubicBezTo>
                <a:cubicBezTo>
                  <a:pt x="412910" y="6716"/>
                  <a:pt x="411723" y="7096"/>
                  <a:pt x="410863" y="7856"/>
                </a:cubicBezTo>
                <a:cubicBezTo>
                  <a:pt x="410004" y="8615"/>
                  <a:pt x="409574" y="9494"/>
                  <a:pt x="409574" y="10492"/>
                </a:cubicBezTo>
                <a:cubicBezTo>
                  <a:pt x="409574" y="11671"/>
                  <a:pt x="410298" y="13099"/>
                  <a:pt x="411745" y="14777"/>
                </a:cubicBezTo>
                <a:lnTo>
                  <a:pt x="414086" y="17498"/>
                </a:lnTo>
                <a:moveTo>
                  <a:pt x="410355" y="27874"/>
                </a:moveTo>
                <a:cubicBezTo>
                  <a:pt x="408161" y="28985"/>
                  <a:pt x="406522" y="30322"/>
                  <a:pt x="405436" y="31887"/>
                </a:cubicBezTo>
                <a:cubicBezTo>
                  <a:pt x="404351" y="33451"/>
                  <a:pt x="403808" y="35050"/>
                  <a:pt x="403808" y="36682"/>
                </a:cubicBezTo>
                <a:cubicBezTo>
                  <a:pt x="403808" y="38746"/>
                  <a:pt x="404481" y="40429"/>
                  <a:pt x="405826" y="41733"/>
                </a:cubicBezTo>
                <a:cubicBezTo>
                  <a:pt x="407172" y="43037"/>
                  <a:pt x="408975" y="43689"/>
                  <a:pt x="411237" y="43689"/>
                </a:cubicBezTo>
                <a:cubicBezTo>
                  <a:pt x="412729" y="43689"/>
                  <a:pt x="414165" y="43394"/>
                  <a:pt x="415544" y="42805"/>
                </a:cubicBezTo>
                <a:cubicBezTo>
                  <a:pt x="416924" y="42215"/>
                  <a:pt x="418428" y="41240"/>
                  <a:pt x="420056" y="39879"/>
                </a:cubicBezTo>
                <a:lnTo>
                  <a:pt x="410355" y="27874"/>
                </a:lnTo>
                <a:close/>
                <a:moveTo>
                  <a:pt x="479027" y="50609"/>
                </a:moveTo>
                <a:lnTo>
                  <a:pt x="470174" y="50609"/>
                </a:lnTo>
                <a:lnTo>
                  <a:pt x="470174" y="45317"/>
                </a:lnTo>
                <a:cubicBezTo>
                  <a:pt x="468704" y="47375"/>
                  <a:pt x="466969" y="48907"/>
                  <a:pt x="464968" y="49913"/>
                </a:cubicBezTo>
                <a:cubicBezTo>
                  <a:pt x="462966" y="50920"/>
                  <a:pt x="460948" y="51423"/>
                  <a:pt x="458913" y="51423"/>
                </a:cubicBezTo>
                <a:cubicBezTo>
                  <a:pt x="454775" y="51423"/>
                  <a:pt x="451230" y="49755"/>
                  <a:pt x="448279" y="46419"/>
                </a:cubicBezTo>
                <a:cubicBezTo>
                  <a:pt x="445328" y="43084"/>
                  <a:pt x="443852" y="38431"/>
                  <a:pt x="443852" y="32461"/>
                </a:cubicBezTo>
                <a:cubicBezTo>
                  <a:pt x="443852" y="26356"/>
                  <a:pt x="445288" y="21714"/>
                  <a:pt x="448160" y="18537"/>
                </a:cubicBezTo>
                <a:cubicBezTo>
                  <a:pt x="451032" y="15360"/>
                  <a:pt x="454662" y="13772"/>
                  <a:pt x="459049" y="13772"/>
                </a:cubicBezTo>
                <a:cubicBezTo>
                  <a:pt x="463074" y="13772"/>
                  <a:pt x="466556" y="15445"/>
                  <a:pt x="469496" y="18792"/>
                </a:cubicBezTo>
                <a:lnTo>
                  <a:pt x="469496" y="882"/>
                </a:lnTo>
                <a:lnTo>
                  <a:pt x="479027" y="882"/>
                </a:lnTo>
                <a:lnTo>
                  <a:pt x="479027" y="50609"/>
                </a:lnTo>
                <a:moveTo>
                  <a:pt x="453587" y="31835"/>
                </a:moveTo>
                <a:cubicBezTo>
                  <a:pt x="453587" y="35674"/>
                  <a:pt x="454119" y="38451"/>
                  <a:pt x="455182" y="40167"/>
                </a:cubicBezTo>
                <a:cubicBezTo>
                  <a:pt x="456719" y="42650"/>
                  <a:pt x="458868" y="43892"/>
                  <a:pt x="461626" y="43892"/>
                </a:cubicBezTo>
                <a:cubicBezTo>
                  <a:pt x="463820" y="43892"/>
                  <a:pt x="465686" y="42961"/>
                  <a:pt x="467223" y="41098"/>
                </a:cubicBezTo>
                <a:cubicBezTo>
                  <a:pt x="468761" y="39236"/>
                  <a:pt x="469530" y="36453"/>
                  <a:pt x="469530" y="32750"/>
                </a:cubicBezTo>
                <a:cubicBezTo>
                  <a:pt x="469530" y="28617"/>
                  <a:pt x="468784" y="25642"/>
                  <a:pt x="467291" y="23825"/>
                </a:cubicBezTo>
                <a:cubicBezTo>
                  <a:pt x="465799" y="22007"/>
                  <a:pt x="463888" y="21098"/>
                  <a:pt x="461559" y="21098"/>
                </a:cubicBezTo>
                <a:cubicBezTo>
                  <a:pt x="459297" y="21098"/>
                  <a:pt x="457403" y="21996"/>
                  <a:pt x="455877" y="23791"/>
                </a:cubicBezTo>
                <a:cubicBezTo>
                  <a:pt x="454351" y="25586"/>
                  <a:pt x="453587" y="28267"/>
                  <a:pt x="453587" y="31835"/>
                </a:cubicBezTo>
                <a:close/>
                <a:moveTo>
                  <a:pt x="509226" y="39144"/>
                </a:moveTo>
                <a:lnTo>
                  <a:pt x="518723" y="40772"/>
                </a:lnTo>
                <a:cubicBezTo>
                  <a:pt x="517502" y="44243"/>
                  <a:pt x="515574" y="46886"/>
                  <a:pt x="512940" y="48701"/>
                </a:cubicBezTo>
                <a:cubicBezTo>
                  <a:pt x="510306" y="50515"/>
                  <a:pt x="507010" y="51423"/>
                  <a:pt x="503052" y="51423"/>
                </a:cubicBezTo>
                <a:cubicBezTo>
                  <a:pt x="496788" y="51423"/>
                  <a:pt x="492153" y="49376"/>
                  <a:pt x="489145" y="45283"/>
                </a:cubicBezTo>
                <a:cubicBezTo>
                  <a:pt x="486771" y="42004"/>
                  <a:pt x="485584" y="37866"/>
                  <a:pt x="485584" y="32868"/>
                </a:cubicBezTo>
                <a:cubicBezTo>
                  <a:pt x="485584" y="26899"/>
                  <a:pt x="487144" y="22223"/>
                  <a:pt x="490264" y="18843"/>
                </a:cubicBezTo>
                <a:cubicBezTo>
                  <a:pt x="493385" y="15462"/>
                  <a:pt x="497331" y="13772"/>
                  <a:pt x="502103" y="13772"/>
                </a:cubicBezTo>
                <a:cubicBezTo>
                  <a:pt x="507462" y="13772"/>
                  <a:pt x="511691" y="15541"/>
                  <a:pt x="514789" y="19080"/>
                </a:cubicBezTo>
                <a:cubicBezTo>
                  <a:pt x="517887" y="22619"/>
                  <a:pt x="519368" y="28041"/>
                  <a:pt x="519232" y="35345"/>
                </a:cubicBezTo>
                <a:lnTo>
                  <a:pt x="495352" y="35345"/>
                </a:lnTo>
                <a:cubicBezTo>
                  <a:pt x="495420" y="38171"/>
                  <a:pt x="496189" y="40370"/>
                  <a:pt x="497659" y="41942"/>
                </a:cubicBezTo>
                <a:cubicBezTo>
                  <a:pt x="499129" y="43514"/>
                  <a:pt x="500961" y="44299"/>
                  <a:pt x="503154" y="44299"/>
                </a:cubicBezTo>
                <a:cubicBezTo>
                  <a:pt x="504647" y="44299"/>
                  <a:pt x="505902" y="43892"/>
                  <a:pt x="506919" y="43078"/>
                </a:cubicBezTo>
                <a:cubicBezTo>
                  <a:pt x="507937" y="42264"/>
                  <a:pt x="508706" y="40953"/>
                  <a:pt x="509226" y="39144"/>
                </a:cubicBezTo>
                <a:moveTo>
                  <a:pt x="509768" y="29510"/>
                </a:moveTo>
                <a:cubicBezTo>
                  <a:pt x="509701" y="26763"/>
                  <a:pt x="508988" y="24674"/>
                  <a:pt x="507632" y="23244"/>
                </a:cubicBezTo>
                <a:cubicBezTo>
                  <a:pt x="506275" y="21813"/>
                  <a:pt x="504624" y="21098"/>
                  <a:pt x="502679" y="21098"/>
                </a:cubicBezTo>
                <a:cubicBezTo>
                  <a:pt x="500599" y="21098"/>
                  <a:pt x="498880" y="21853"/>
                  <a:pt x="497523" y="23361"/>
                </a:cubicBezTo>
                <a:cubicBezTo>
                  <a:pt x="496167" y="24871"/>
                  <a:pt x="495499" y="26920"/>
                  <a:pt x="495522" y="29510"/>
                </a:cubicBezTo>
                <a:lnTo>
                  <a:pt x="509768" y="29510"/>
                </a:lnTo>
                <a:close/>
                <a:moveTo>
                  <a:pt x="523095" y="14586"/>
                </a:moveTo>
                <a:lnTo>
                  <a:pt x="528386" y="14586"/>
                </a:lnTo>
                <a:lnTo>
                  <a:pt x="528386" y="11866"/>
                </a:lnTo>
                <a:cubicBezTo>
                  <a:pt x="528386" y="8828"/>
                  <a:pt x="528709" y="6562"/>
                  <a:pt x="529353" y="5066"/>
                </a:cubicBezTo>
                <a:cubicBezTo>
                  <a:pt x="529998" y="3570"/>
                  <a:pt x="531185" y="2351"/>
                  <a:pt x="532915" y="1411"/>
                </a:cubicBezTo>
                <a:cubicBezTo>
                  <a:pt x="534645" y="470"/>
                  <a:pt x="536832" y="0"/>
                  <a:pt x="539478" y="0"/>
                </a:cubicBezTo>
                <a:cubicBezTo>
                  <a:pt x="542192" y="0"/>
                  <a:pt x="544849" y="407"/>
                  <a:pt x="547449" y="1221"/>
                </a:cubicBezTo>
                <a:lnTo>
                  <a:pt x="546160" y="7869"/>
                </a:lnTo>
                <a:cubicBezTo>
                  <a:pt x="544645" y="7508"/>
                  <a:pt x="543187" y="7327"/>
                  <a:pt x="541785" y="7327"/>
                </a:cubicBezTo>
                <a:cubicBezTo>
                  <a:pt x="540405" y="7327"/>
                  <a:pt x="539416" y="7651"/>
                  <a:pt x="538817" y="8299"/>
                </a:cubicBezTo>
                <a:cubicBezTo>
                  <a:pt x="538217" y="8946"/>
                  <a:pt x="537918" y="10190"/>
                  <a:pt x="537918" y="12030"/>
                </a:cubicBezTo>
                <a:lnTo>
                  <a:pt x="537918" y="14586"/>
                </a:lnTo>
                <a:lnTo>
                  <a:pt x="545041" y="14586"/>
                </a:lnTo>
                <a:lnTo>
                  <a:pt x="545041" y="22116"/>
                </a:lnTo>
                <a:lnTo>
                  <a:pt x="537918" y="22116"/>
                </a:lnTo>
                <a:lnTo>
                  <a:pt x="537918" y="50609"/>
                </a:lnTo>
                <a:lnTo>
                  <a:pt x="528386" y="50609"/>
                </a:lnTo>
                <a:lnTo>
                  <a:pt x="528386" y="22116"/>
                </a:lnTo>
                <a:lnTo>
                  <a:pt x="523095" y="22116"/>
                </a:lnTo>
                <a:lnTo>
                  <a:pt x="523095" y="14586"/>
                </a:lnTo>
                <a:close/>
                <a:moveTo>
                  <a:pt x="571053" y="39144"/>
                </a:moveTo>
                <a:lnTo>
                  <a:pt x="580550" y="40772"/>
                </a:lnTo>
                <a:cubicBezTo>
                  <a:pt x="579329" y="44243"/>
                  <a:pt x="577401" y="46886"/>
                  <a:pt x="574767" y="48701"/>
                </a:cubicBezTo>
                <a:cubicBezTo>
                  <a:pt x="572132" y="50515"/>
                  <a:pt x="568837" y="51423"/>
                  <a:pt x="564879" y="51423"/>
                </a:cubicBezTo>
                <a:cubicBezTo>
                  <a:pt x="558615" y="51423"/>
                  <a:pt x="553980" y="49376"/>
                  <a:pt x="550972" y="45283"/>
                </a:cubicBezTo>
                <a:cubicBezTo>
                  <a:pt x="548598" y="42004"/>
                  <a:pt x="547410" y="37866"/>
                  <a:pt x="547410" y="32868"/>
                </a:cubicBezTo>
                <a:cubicBezTo>
                  <a:pt x="547410" y="26899"/>
                  <a:pt x="548971" y="22223"/>
                  <a:pt x="552091" y="18843"/>
                </a:cubicBezTo>
                <a:cubicBezTo>
                  <a:pt x="555212" y="15462"/>
                  <a:pt x="559158" y="13772"/>
                  <a:pt x="563929" y="13772"/>
                </a:cubicBezTo>
                <a:cubicBezTo>
                  <a:pt x="569289" y="13772"/>
                  <a:pt x="573517" y="15541"/>
                  <a:pt x="576615" y="19080"/>
                </a:cubicBezTo>
                <a:cubicBezTo>
                  <a:pt x="579714" y="22619"/>
                  <a:pt x="581195" y="28041"/>
                  <a:pt x="581059" y="35345"/>
                </a:cubicBezTo>
                <a:lnTo>
                  <a:pt x="557179" y="35345"/>
                </a:lnTo>
                <a:cubicBezTo>
                  <a:pt x="557247" y="38171"/>
                  <a:pt x="558016" y="40370"/>
                  <a:pt x="559486" y="41942"/>
                </a:cubicBezTo>
                <a:cubicBezTo>
                  <a:pt x="560956" y="43514"/>
                  <a:pt x="562787" y="44299"/>
                  <a:pt x="564981" y="44299"/>
                </a:cubicBezTo>
                <a:cubicBezTo>
                  <a:pt x="566473" y="44299"/>
                  <a:pt x="567728" y="43892"/>
                  <a:pt x="568746" y="43078"/>
                </a:cubicBezTo>
                <a:cubicBezTo>
                  <a:pt x="569764" y="42264"/>
                  <a:pt x="570533" y="40953"/>
                  <a:pt x="571053" y="39144"/>
                </a:cubicBezTo>
                <a:moveTo>
                  <a:pt x="571595" y="29510"/>
                </a:moveTo>
                <a:cubicBezTo>
                  <a:pt x="571527" y="26763"/>
                  <a:pt x="570815" y="24674"/>
                  <a:pt x="569458" y="23244"/>
                </a:cubicBezTo>
                <a:cubicBezTo>
                  <a:pt x="568102" y="21813"/>
                  <a:pt x="566451" y="21098"/>
                  <a:pt x="564506" y="21098"/>
                </a:cubicBezTo>
                <a:cubicBezTo>
                  <a:pt x="562426" y="21098"/>
                  <a:pt x="560707" y="21853"/>
                  <a:pt x="559350" y="23361"/>
                </a:cubicBezTo>
                <a:cubicBezTo>
                  <a:pt x="557993" y="24871"/>
                  <a:pt x="557326" y="26920"/>
                  <a:pt x="557349" y="29510"/>
                </a:cubicBezTo>
                <a:lnTo>
                  <a:pt x="571595" y="29510"/>
                </a:lnTo>
                <a:close/>
                <a:moveTo>
                  <a:pt x="598218" y="50609"/>
                </a:moveTo>
                <a:lnTo>
                  <a:pt x="588687" y="50609"/>
                </a:lnTo>
                <a:lnTo>
                  <a:pt x="588687" y="14586"/>
                </a:lnTo>
                <a:lnTo>
                  <a:pt x="597540" y="14586"/>
                </a:lnTo>
                <a:lnTo>
                  <a:pt x="597540" y="19708"/>
                </a:lnTo>
                <a:cubicBezTo>
                  <a:pt x="599055" y="17288"/>
                  <a:pt x="600417" y="15694"/>
                  <a:pt x="601627" y="14925"/>
                </a:cubicBezTo>
                <a:cubicBezTo>
                  <a:pt x="602837" y="14156"/>
                  <a:pt x="604211" y="13772"/>
                  <a:pt x="605749" y="13772"/>
                </a:cubicBezTo>
                <a:cubicBezTo>
                  <a:pt x="607919" y="13772"/>
                  <a:pt x="610011" y="14371"/>
                  <a:pt x="612024" y="15569"/>
                </a:cubicBezTo>
                <a:lnTo>
                  <a:pt x="609073" y="23880"/>
                </a:lnTo>
                <a:cubicBezTo>
                  <a:pt x="607467" y="22839"/>
                  <a:pt x="605975" y="22319"/>
                  <a:pt x="604595" y="22319"/>
                </a:cubicBezTo>
                <a:cubicBezTo>
                  <a:pt x="603261" y="22319"/>
                  <a:pt x="602130" y="22687"/>
                  <a:pt x="601203" y="23422"/>
                </a:cubicBezTo>
                <a:cubicBezTo>
                  <a:pt x="600276" y="24157"/>
                  <a:pt x="599547" y="25485"/>
                  <a:pt x="599015" y="27407"/>
                </a:cubicBezTo>
                <a:cubicBezTo>
                  <a:pt x="598484" y="29329"/>
                  <a:pt x="598218" y="33355"/>
                  <a:pt x="598218" y="39483"/>
                </a:cubicBezTo>
                <a:lnTo>
                  <a:pt x="598218" y="50609"/>
                </a:lnTo>
                <a:close/>
                <a:moveTo>
                  <a:pt x="624616" y="50609"/>
                </a:moveTo>
                <a:lnTo>
                  <a:pt x="615084" y="50609"/>
                </a:lnTo>
                <a:lnTo>
                  <a:pt x="615084" y="14586"/>
                </a:lnTo>
                <a:lnTo>
                  <a:pt x="623937" y="14586"/>
                </a:lnTo>
                <a:lnTo>
                  <a:pt x="623937" y="19708"/>
                </a:lnTo>
                <a:cubicBezTo>
                  <a:pt x="625453" y="17288"/>
                  <a:pt x="626815" y="15694"/>
                  <a:pt x="628025" y="14925"/>
                </a:cubicBezTo>
                <a:cubicBezTo>
                  <a:pt x="629235" y="14156"/>
                  <a:pt x="630608" y="13772"/>
                  <a:pt x="632146" y="13772"/>
                </a:cubicBezTo>
                <a:cubicBezTo>
                  <a:pt x="634317" y="13772"/>
                  <a:pt x="636409" y="14371"/>
                  <a:pt x="638421" y="15569"/>
                </a:cubicBezTo>
                <a:lnTo>
                  <a:pt x="635470" y="23880"/>
                </a:lnTo>
                <a:cubicBezTo>
                  <a:pt x="633865" y="22839"/>
                  <a:pt x="632372" y="22319"/>
                  <a:pt x="630993" y="22319"/>
                </a:cubicBezTo>
                <a:cubicBezTo>
                  <a:pt x="629659" y="22319"/>
                  <a:pt x="628528" y="22687"/>
                  <a:pt x="627601" y="23422"/>
                </a:cubicBezTo>
                <a:cubicBezTo>
                  <a:pt x="626674" y="24157"/>
                  <a:pt x="625944" y="25485"/>
                  <a:pt x="625413" y="27407"/>
                </a:cubicBezTo>
                <a:cubicBezTo>
                  <a:pt x="624882" y="29329"/>
                  <a:pt x="624616" y="33355"/>
                  <a:pt x="624616" y="39483"/>
                </a:cubicBezTo>
                <a:lnTo>
                  <a:pt x="624616" y="50609"/>
                </a:lnTo>
                <a:close/>
                <a:moveTo>
                  <a:pt x="663445" y="39144"/>
                </a:moveTo>
                <a:lnTo>
                  <a:pt x="672942" y="40772"/>
                </a:lnTo>
                <a:cubicBezTo>
                  <a:pt x="671721" y="44243"/>
                  <a:pt x="669793" y="46886"/>
                  <a:pt x="667159" y="48701"/>
                </a:cubicBezTo>
                <a:cubicBezTo>
                  <a:pt x="664525" y="50515"/>
                  <a:pt x="661229" y="51423"/>
                  <a:pt x="657271" y="51423"/>
                </a:cubicBezTo>
                <a:cubicBezTo>
                  <a:pt x="651007" y="51423"/>
                  <a:pt x="646372" y="49376"/>
                  <a:pt x="643364" y="45283"/>
                </a:cubicBezTo>
                <a:cubicBezTo>
                  <a:pt x="640990" y="42004"/>
                  <a:pt x="639803" y="37866"/>
                  <a:pt x="639803" y="32868"/>
                </a:cubicBezTo>
                <a:cubicBezTo>
                  <a:pt x="639803" y="26899"/>
                  <a:pt x="641363" y="22223"/>
                  <a:pt x="644483" y="18843"/>
                </a:cubicBezTo>
                <a:cubicBezTo>
                  <a:pt x="647604" y="15462"/>
                  <a:pt x="651550" y="13772"/>
                  <a:pt x="656322" y="13772"/>
                </a:cubicBezTo>
                <a:cubicBezTo>
                  <a:pt x="661681" y="13772"/>
                  <a:pt x="665910" y="15541"/>
                  <a:pt x="669008" y="19080"/>
                </a:cubicBezTo>
                <a:cubicBezTo>
                  <a:pt x="672106" y="22619"/>
                  <a:pt x="673587" y="28041"/>
                  <a:pt x="673451" y="35345"/>
                </a:cubicBezTo>
                <a:lnTo>
                  <a:pt x="649571" y="35345"/>
                </a:lnTo>
                <a:cubicBezTo>
                  <a:pt x="649639" y="38171"/>
                  <a:pt x="650408" y="40370"/>
                  <a:pt x="651878" y="41942"/>
                </a:cubicBezTo>
                <a:cubicBezTo>
                  <a:pt x="653348" y="43514"/>
                  <a:pt x="655180" y="44299"/>
                  <a:pt x="657373" y="44299"/>
                </a:cubicBezTo>
                <a:cubicBezTo>
                  <a:pt x="658866" y="44299"/>
                  <a:pt x="660121" y="43892"/>
                  <a:pt x="661138" y="43078"/>
                </a:cubicBezTo>
                <a:cubicBezTo>
                  <a:pt x="662156" y="42264"/>
                  <a:pt x="662925" y="40953"/>
                  <a:pt x="663445" y="39144"/>
                </a:cubicBezTo>
                <a:moveTo>
                  <a:pt x="663987" y="29510"/>
                </a:moveTo>
                <a:cubicBezTo>
                  <a:pt x="663920" y="26763"/>
                  <a:pt x="663207" y="24674"/>
                  <a:pt x="661850" y="23244"/>
                </a:cubicBezTo>
                <a:cubicBezTo>
                  <a:pt x="660494" y="21813"/>
                  <a:pt x="658843" y="21098"/>
                  <a:pt x="656898" y="21098"/>
                </a:cubicBezTo>
                <a:cubicBezTo>
                  <a:pt x="654818" y="21098"/>
                  <a:pt x="653099" y="21853"/>
                  <a:pt x="651742" y="23361"/>
                </a:cubicBezTo>
                <a:cubicBezTo>
                  <a:pt x="650386" y="24871"/>
                  <a:pt x="649718" y="26920"/>
                  <a:pt x="649741" y="29510"/>
                </a:cubicBezTo>
                <a:lnTo>
                  <a:pt x="663987" y="29510"/>
                </a:lnTo>
                <a:close/>
                <a:moveTo>
                  <a:pt x="713830" y="50609"/>
                </a:moveTo>
                <a:lnTo>
                  <a:pt x="704977" y="50609"/>
                </a:lnTo>
                <a:lnTo>
                  <a:pt x="704977" y="45317"/>
                </a:lnTo>
                <a:cubicBezTo>
                  <a:pt x="703507" y="47375"/>
                  <a:pt x="701771" y="48907"/>
                  <a:pt x="699770" y="49913"/>
                </a:cubicBezTo>
                <a:cubicBezTo>
                  <a:pt x="697769" y="50920"/>
                  <a:pt x="695750" y="51423"/>
                  <a:pt x="693715" y="51423"/>
                </a:cubicBezTo>
                <a:cubicBezTo>
                  <a:pt x="689577" y="51423"/>
                  <a:pt x="686032" y="49755"/>
                  <a:pt x="683081" y="46419"/>
                </a:cubicBezTo>
                <a:cubicBezTo>
                  <a:pt x="680130" y="43084"/>
                  <a:pt x="678655" y="38431"/>
                  <a:pt x="678655" y="32461"/>
                </a:cubicBezTo>
                <a:cubicBezTo>
                  <a:pt x="678655" y="26356"/>
                  <a:pt x="680091" y="21714"/>
                  <a:pt x="682962" y="18537"/>
                </a:cubicBezTo>
                <a:cubicBezTo>
                  <a:pt x="685834" y="15360"/>
                  <a:pt x="689464" y="13772"/>
                  <a:pt x="693851" y="13772"/>
                </a:cubicBezTo>
                <a:cubicBezTo>
                  <a:pt x="697876" y="13772"/>
                  <a:pt x="701358" y="15445"/>
                  <a:pt x="704298" y="18792"/>
                </a:cubicBezTo>
                <a:lnTo>
                  <a:pt x="704298" y="882"/>
                </a:lnTo>
                <a:lnTo>
                  <a:pt x="713830" y="882"/>
                </a:lnTo>
                <a:lnTo>
                  <a:pt x="713830" y="50609"/>
                </a:lnTo>
                <a:moveTo>
                  <a:pt x="688390" y="31835"/>
                </a:moveTo>
                <a:cubicBezTo>
                  <a:pt x="688390" y="35674"/>
                  <a:pt x="688921" y="38451"/>
                  <a:pt x="689984" y="40167"/>
                </a:cubicBezTo>
                <a:cubicBezTo>
                  <a:pt x="691522" y="42650"/>
                  <a:pt x="693670" y="43892"/>
                  <a:pt x="696429" y="43892"/>
                </a:cubicBezTo>
                <a:cubicBezTo>
                  <a:pt x="698622" y="43892"/>
                  <a:pt x="700488" y="42961"/>
                  <a:pt x="702025" y="41098"/>
                </a:cubicBezTo>
                <a:cubicBezTo>
                  <a:pt x="703563" y="39236"/>
                  <a:pt x="704332" y="36453"/>
                  <a:pt x="704332" y="32750"/>
                </a:cubicBezTo>
                <a:cubicBezTo>
                  <a:pt x="704332" y="28617"/>
                  <a:pt x="703586" y="25642"/>
                  <a:pt x="702093" y="23825"/>
                </a:cubicBezTo>
                <a:cubicBezTo>
                  <a:pt x="700601" y="22007"/>
                  <a:pt x="698690" y="21098"/>
                  <a:pt x="696361" y="21098"/>
                </a:cubicBezTo>
                <a:cubicBezTo>
                  <a:pt x="694100" y="21098"/>
                  <a:pt x="692206" y="21996"/>
                  <a:pt x="690679" y="23791"/>
                </a:cubicBezTo>
                <a:cubicBezTo>
                  <a:pt x="689153" y="25586"/>
                  <a:pt x="688390" y="28267"/>
                  <a:pt x="688390" y="31835"/>
                </a:cubicBezTo>
                <a:close/>
                <a:moveTo>
                  <a:pt x="717536" y="64380"/>
                </a:moveTo>
                <a:lnTo>
                  <a:pt x="717536" y="58139"/>
                </a:lnTo>
                <a:lnTo>
                  <a:pt x="757155" y="58139"/>
                </a:lnTo>
                <a:lnTo>
                  <a:pt x="757155" y="64380"/>
                </a:lnTo>
                <a:lnTo>
                  <a:pt x="717536" y="64380"/>
                </a:lnTo>
                <a:close/>
                <a:moveTo>
                  <a:pt x="761798" y="14586"/>
                </a:moveTo>
                <a:lnTo>
                  <a:pt x="770685" y="14586"/>
                </a:lnTo>
                <a:lnTo>
                  <a:pt x="770685" y="19877"/>
                </a:lnTo>
                <a:cubicBezTo>
                  <a:pt x="771838" y="18068"/>
                  <a:pt x="773398" y="16598"/>
                  <a:pt x="775366" y="15468"/>
                </a:cubicBezTo>
                <a:cubicBezTo>
                  <a:pt x="777333" y="14337"/>
                  <a:pt x="779515" y="13772"/>
                  <a:pt x="781912" y="13772"/>
                </a:cubicBezTo>
                <a:cubicBezTo>
                  <a:pt x="786096" y="13772"/>
                  <a:pt x="789646" y="15411"/>
                  <a:pt x="792563" y="18690"/>
                </a:cubicBezTo>
                <a:cubicBezTo>
                  <a:pt x="795480" y="21969"/>
                  <a:pt x="796939" y="26537"/>
                  <a:pt x="796939" y="32394"/>
                </a:cubicBezTo>
                <a:cubicBezTo>
                  <a:pt x="796939" y="38409"/>
                  <a:pt x="795469" y="43084"/>
                  <a:pt x="792529" y="46419"/>
                </a:cubicBezTo>
                <a:cubicBezTo>
                  <a:pt x="789590" y="49755"/>
                  <a:pt x="786028" y="51423"/>
                  <a:pt x="781845" y="51423"/>
                </a:cubicBezTo>
                <a:cubicBezTo>
                  <a:pt x="779855" y="51423"/>
                  <a:pt x="778051" y="51027"/>
                  <a:pt x="776434" y="50235"/>
                </a:cubicBezTo>
                <a:cubicBezTo>
                  <a:pt x="774817" y="49444"/>
                  <a:pt x="773116" y="48087"/>
                  <a:pt x="771329" y="46165"/>
                </a:cubicBezTo>
                <a:lnTo>
                  <a:pt x="771329" y="64312"/>
                </a:lnTo>
                <a:lnTo>
                  <a:pt x="761798" y="64312"/>
                </a:lnTo>
                <a:lnTo>
                  <a:pt x="761798" y="14586"/>
                </a:lnTo>
                <a:moveTo>
                  <a:pt x="771228" y="31971"/>
                </a:moveTo>
                <a:cubicBezTo>
                  <a:pt x="771228" y="36012"/>
                  <a:pt x="772030" y="38998"/>
                  <a:pt x="773636" y="40929"/>
                </a:cubicBezTo>
                <a:cubicBezTo>
                  <a:pt x="775241" y="42859"/>
                  <a:pt x="777197" y="43825"/>
                  <a:pt x="779504" y="43825"/>
                </a:cubicBezTo>
                <a:cubicBezTo>
                  <a:pt x="781720" y="43825"/>
                  <a:pt x="783563" y="42938"/>
                  <a:pt x="785033" y="41166"/>
                </a:cubicBezTo>
                <a:cubicBezTo>
                  <a:pt x="786503" y="39394"/>
                  <a:pt x="787238" y="36487"/>
                  <a:pt x="787238" y="32444"/>
                </a:cubicBezTo>
                <a:cubicBezTo>
                  <a:pt x="787238" y="28674"/>
                  <a:pt x="786480" y="25874"/>
                  <a:pt x="784965" y="24045"/>
                </a:cubicBezTo>
                <a:cubicBezTo>
                  <a:pt x="783450" y="22216"/>
                  <a:pt x="781573" y="21302"/>
                  <a:pt x="779334" y="21302"/>
                </a:cubicBezTo>
                <a:cubicBezTo>
                  <a:pt x="777005" y="21302"/>
                  <a:pt x="775072" y="22199"/>
                  <a:pt x="773534" y="23994"/>
                </a:cubicBezTo>
                <a:cubicBezTo>
                  <a:pt x="771996" y="25789"/>
                  <a:pt x="771228" y="28448"/>
                  <a:pt x="771228" y="31971"/>
                </a:cubicBezTo>
                <a:close/>
                <a:moveTo>
                  <a:pt x="813569" y="50609"/>
                </a:moveTo>
                <a:lnTo>
                  <a:pt x="804037" y="50609"/>
                </a:lnTo>
                <a:lnTo>
                  <a:pt x="804037" y="14586"/>
                </a:lnTo>
                <a:lnTo>
                  <a:pt x="812891" y="14586"/>
                </a:lnTo>
                <a:lnTo>
                  <a:pt x="812891" y="19708"/>
                </a:lnTo>
                <a:cubicBezTo>
                  <a:pt x="814406" y="17288"/>
                  <a:pt x="815768" y="15694"/>
                  <a:pt x="816978" y="14925"/>
                </a:cubicBezTo>
                <a:cubicBezTo>
                  <a:pt x="818188" y="14156"/>
                  <a:pt x="819561" y="13772"/>
                  <a:pt x="821099" y="13772"/>
                </a:cubicBezTo>
                <a:cubicBezTo>
                  <a:pt x="823270" y="13772"/>
                  <a:pt x="825362" y="14371"/>
                  <a:pt x="827374" y="15569"/>
                </a:cubicBezTo>
                <a:lnTo>
                  <a:pt x="824423" y="23880"/>
                </a:lnTo>
                <a:cubicBezTo>
                  <a:pt x="822818" y="22839"/>
                  <a:pt x="821325" y="22319"/>
                  <a:pt x="819946" y="22319"/>
                </a:cubicBezTo>
                <a:cubicBezTo>
                  <a:pt x="818612" y="22319"/>
                  <a:pt x="817481" y="22687"/>
                  <a:pt x="816554" y="23422"/>
                </a:cubicBezTo>
                <a:cubicBezTo>
                  <a:pt x="815627" y="24157"/>
                  <a:pt x="814897" y="25485"/>
                  <a:pt x="814366" y="27407"/>
                </a:cubicBezTo>
                <a:cubicBezTo>
                  <a:pt x="813835" y="29329"/>
                  <a:pt x="813569" y="33355"/>
                  <a:pt x="813569" y="39483"/>
                </a:cubicBezTo>
                <a:lnTo>
                  <a:pt x="813569" y="50609"/>
                </a:lnTo>
                <a:close/>
                <a:moveTo>
                  <a:pt x="829332" y="32088"/>
                </a:moveTo>
                <a:cubicBezTo>
                  <a:pt x="829332" y="28922"/>
                  <a:pt x="830112" y="25858"/>
                  <a:pt x="831673" y="22896"/>
                </a:cubicBezTo>
                <a:cubicBezTo>
                  <a:pt x="833233" y="19934"/>
                  <a:pt x="835443" y="17672"/>
                  <a:pt x="838304" y="16112"/>
                </a:cubicBezTo>
                <a:cubicBezTo>
                  <a:pt x="841165" y="14552"/>
                  <a:pt x="844359" y="13772"/>
                  <a:pt x="847886" y="13772"/>
                </a:cubicBezTo>
                <a:cubicBezTo>
                  <a:pt x="853336" y="13772"/>
                  <a:pt x="857802" y="15541"/>
                  <a:pt x="861285" y="19080"/>
                </a:cubicBezTo>
                <a:cubicBezTo>
                  <a:pt x="864767" y="22619"/>
                  <a:pt x="866508" y="27091"/>
                  <a:pt x="866508" y="32495"/>
                </a:cubicBezTo>
                <a:cubicBezTo>
                  <a:pt x="866508" y="37945"/>
                  <a:pt x="864750" y="42462"/>
                  <a:pt x="861234" y="46046"/>
                </a:cubicBezTo>
                <a:cubicBezTo>
                  <a:pt x="857718" y="49631"/>
                  <a:pt x="853291" y="51423"/>
                  <a:pt x="847954" y="51423"/>
                </a:cubicBezTo>
                <a:cubicBezTo>
                  <a:pt x="844653" y="51423"/>
                  <a:pt x="841504" y="50676"/>
                  <a:pt x="838508" y="49184"/>
                </a:cubicBezTo>
                <a:cubicBezTo>
                  <a:pt x="835511" y="47691"/>
                  <a:pt x="833233" y="45504"/>
                  <a:pt x="831673" y="42620"/>
                </a:cubicBezTo>
                <a:cubicBezTo>
                  <a:pt x="830112" y="39737"/>
                  <a:pt x="829332" y="36227"/>
                  <a:pt x="829332" y="32088"/>
                </a:cubicBezTo>
                <a:moveTo>
                  <a:pt x="839101" y="32597"/>
                </a:moveTo>
                <a:cubicBezTo>
                  <a:pt x="839101" y="36159"/>
                  <a:pt x="839949" y="38886"/>
                  <a:pt x="841645" y="40780"/>
                </a:cubicBezTo>
                <a:cubicBezTo>
                  <a:pt x="843341" y="42674"/>
                  <a:pt x="845433" y="43621"/>
                  <a:pt x="847920" y="43621"/>
                </a:cubicBezTo>
                <a:cubicBezTo>
                  <a:pt x="850408" y="43621"/>
                  <a:pt x="852494" y="42674"/>
                  <a:pt x="854179" y="40780"/>
                </a:cubicBezTo>
                <a:cubicBezTo>
                  <a:pt x="855863" y="38886"/>
                  <a:pt x="856706" y="36136"/>
                  <a:pt x="856706" y="32529"/>
                </a:cubicBezTo>
                <a:cubicBezTo>
                  <a:pt x="856706" y="29013"/>
                  <a:pt x="855863" y="26308"/>
                  <a:pt x="854179" y="24414"/>
                </a:cubicBezTo>
                <a:cubicBezTo>
                  <a:pt x="852494" y="22520"/>
                  <a:pt x="850408" y="21573"/>
                  <a:pt x="847920" y="21573"/>
                </a:cubicBezTo>
                <a:cubicBezTo>
                  <a:pt x="845433" y="21573"/>
                  <a:pt x="843341" y="22520"/>
                  <a:pt x="841645" y="24414"/>
                </a:cubicBezTo>
                <a:cubicBezTo>
                  <a:pt x="839949" y="26308"/>
                  <a:pt x="839101" y="29035"/>
                  <a:pt x="839101" y="32597"/>
                </a:cubicBezTo>
                <a:close/>
                <a:moveTo>
                  <a:pt x="873505" y="50609"/>
                </a:moveTo>
                <a:lnTo>
                  <a:pt x="873505" y="882"/>
                </a:lnTo>
                <a:lnTo>
                  <a:pt x="883037" y="882"/>
                </a:lnTo>
                <a:lnTo>
                  <a:pt x="883037" y="18792"/>
                </a:lnTo>
                <a:cubicBezTo>
                  <a:pt x="885976" y="15445"/>
                  <a:pt x="889459" y="13772"/>
                  <a:pt x="893484" y="13772"/>
                </a:cubicBezTo>
                <a:cubicBezTo>
                  <a:pt x="897871" y="13772"/>
                  <a:pt x="901501" y="15360"/>
                  <a:pt x="904372" y="18537"/>
                </a:cubicBezTo>
                <a:cubicBezTo>
                  <a:pt x="907244" y="21714"/>
                  <a:pt x="908680" y="26277"/>
                  <a:pt x="908680" y="32224"/>
                </a:cubicBezTo>
                <a:cubicBezTo>
                  <a:pt x="908680" y="38375"/>
                  <a:pt x="907216" y="43112"/>
                  <a:pt x="904288" y="46436"/>
                </a:cubicBezTo>
                <a:cubicBezTo>
                  <a:pt x="901359" y="49761"/>
                  <a:pt x="897803" y="51423"/>
                  <a:pt x="893620" y="51423"/>
                </a:cubicBezTo>
                <a:cubicBezTo>
                  <a:pt x="891562" y="51423"/>
                  <a:pt x="889532" y="50908"/>
                  <a:pt x="887531" y="49879"/>
                </a:cubicBezTo>
                <a:cubicBezTo>
                  <a:pt x="885530" y="48850"/>
                  <a:pt x="883806" y="47330"/>
                  <a:pt x="882358" y="45317"/>
                </a:cubicBezTo>
                <a:lnTo>
                  <a:pt x="882358" y="50609"/>
                </a:lnTo>
                <a:lnTo>
                  <a:pt x="873505" y="50609"/>
                </a:lnTo>
                <a:moveTo>
                  <a:pt x="882969" y="31835"/>
                </a:moveTo>
                <a:cubicBezTo>
                  <a:pt x="882969" y="35561"/>
                  <a:pt x="883557" y="38315"/>
                  <a:pt x="884733" y="40099"/>
                </a:cubicBezTo>
                <a:cubicBezTo>
                  <a:pt x="886384" y="42628"/>
                  <a:pt x="888577" y="43892"/>
                  <a:pt x="891313" y="43892"/>
                </a:cubicBezTo>
                <a:cubicBezTo>
                  <a:pt x="893416" y="43892"/>
                  <a:pt x="895208" y="42995"/>
                  <a:pt x="896690" y="41200"/>
                </a:cubicBezTo>
                <a:cubicBezTo>
                  <a:pt x="898171" y="39405"/>
                  <a:pt x="898911" y="36577"/>
                  <a:pt x="898911" y="32716"/>
                </a:cubicBezTo>
                <a:cubicBezTo>
                  <a:pt x="898911" y="28606"/>
                  <a:pt x="898165" y="25642"/>
                  <a:pt x="896673" y="23825"/>
                </a:cubicBezTo>
                <a:cubicBezTo>
                  <a:pt x="895180" y="22007"/>
                  <a:pt x="893269" y="21098"/>
                  <a:pt x="890940" y="21098"/>
                </a:cubicBezTo>
                <a:cubicBezTo>
                  <a:pt x="888656" y="21098"/>
                  <a:pt x="886757" y="21985"/>
                  <a:pt x="885242" y="23758"/>
                </a:cubicBezTo>
                <a:cubicBezTo>
                  <a:pt x="883726" y="25530"/>
                  <a:pt x="882969" y="28222"/>
                  <a:pt x="882969" y="31835"/>
                </a:cubicBezTo>
                <a:close/>
                <a:moveTo>
                  <a:pt x="937149" y="39144"/>
                </a:moveTo>
                <a:lnTo>
                  <a:pt x="946647" y="40772"/>
                </a:lnTo>
                <a:cubicBezTo>
                  <a:pt x="945426" y="44243"/>
                  <a:pt x="943498" y="46886"/>
                  <a:pt x="940863" y="48701"/>
                </a:cubicBezTo>
                <a:cubicBezTo>
                  <a:pt x="938229" y="50515"/>
                  <a:pt x="934933" y="51423"/>
                  <a:pt x="930976" y="51423"/>
                </a:cubicBezTo>
                <a:cubicBezTo>
                  <a:pt x="924712" y="51423"/>
                  <a:pt x="920076" y="49376"/>
                  <a:pt x="917069" y="45283"/>
                </a:cubicBezTo>
                <a:cubicBezTo>
                  <a:pt x="914694" y="42004"/>
                  <a:pt x="913507" y="37866"/>
                  <a:pt x="913507" y="32868"/>
                </a:cubicBezTo>
                <a:cubicBezTo>
                  <a:pt x="913507" y="26899"/>
                  <a:pt x="915067" y="22223"/>
                  <a:pt x="918188" y="18843"/>
                </a:cubicBezTo>
                <a:cubicBezTo>
                  <a:pt x="921309" y="15462"/>
                  <a:pt x="925255" y="13772"/>
                  <a:pt x="930026" y="13772"/>
                </a:cubicBezTo>
                <a:cubicBezTo>
                  <a:pt x="935385" y="13772"/>
                  <a:pt x="939614" y="15541"/>
                  <a:pt x="942712" y="19080"/>
                </a:cubicBezTo>
                <a:cubicBezTo>
                  <a:pt x="945810" y="22619"/>
                  <a:pt x="947291" y="28041"/>
                  <a:pt x="947156" y="35345"/>
                </a:cubicBezTo>
                <a:lnTo>
                  <a:pt x="923276" y="35345"/>
                </a:lnTo>
                <a:cubicBezTo>
                  <a:pt x="923344" y="38171"/>
                  <a:pt x="924113" y="40370"/>
                  <a:pt x="925583" y="41942"/>
                </a:cubicBezTo>
                <a:cubicBezTo>
                  <a:pt x="927052" y="43514"/>
                  <a:pt x="928884" y="44299"/>
                  <a:pt x="931078" y="44299"/>
                </a:cubicBezTo>
                <a:cubicBezTo>
                  <a:pt x="932570" y="44299"/>
                  <a:pt x="933825" y="43892"/>
                  <a:pt x="934843" y="43078"/>
                </a:cubicBezTo>
                <a:cubicBezTo>
                  <a:pt x="935860" y="42264"/>
                  <a:pt x="936629" y="40953"/>
                  <a:pt x="937149" y="39144"/>
                </a:cubicBezTo>
                <a:moveTo>
                  <a:pt x="937692" y="29510"/>
                </a:moveTo>
                <a:cubicBezTo>
                  <a:pt x="937624" y="26763"/>
                  <a:pt x="936912" y="24674"/>
                  <a:pt x="935555" y="23244"/>
                </a:cubicBezTo>
                <a:cubicBezTo>
                  <a:pt x="934198" y="21813"/>
                  <a:pt x="932547" y="21098"/>
                  <a:pt x="930603" y="21098"/>
                </a:cubicBezTo>
                <a:cubicBezTo>
                  <a:pt x="928522" y="21098"/>
                  <a:pt x="926804" y="21853"/>
                  <a:pt x="925447" y="23361"/>
                </a:cubicBezTo>
                <a:cubicBezTo>
                  <a:pt x="924090" y="24871"/>
                  <a:pt x="923423" y="26920"/>
                  <a:pt x="923446" y="29510"/>
                </a:cubicBezTo>
                <a:lnTo>
                  <a:pt x="937692" y="29510"/>
                </a:lnTo>
                <a:close/>
                <a:moveTo>
                  <a:pt x="949559" y="64380"/>
                </a:moveTo>
                <a:lnTo>
                  <a:pt x="949559" y="58139"/>
                </a:lnTo>
                <a:lnTo>
                  <a:pt x="989178" y="58139"/>
                </a:lnTo>
                <a:lnTo>
                  <a:pt x="989178" y="64380"/>
                </a:lnTo>
                <a:lnTo>
                  <a:pt x="949559" y="64380"/>
                </a:lnTo>
                <a:close/>
                <a:moveTo>
                  <a:pt x="1000114" y="50609"/>
                </a:moveTo>
                <a:lnTo>
                  <a:pt x="988717" y="14586"/>
                </a:lnTo>
                <a:lnTo>
                  <a:pt x="997977" y="14586"/>
                </a:lnTo>
                <a:lnTo>
                  <a:pt x="1004727" y="38194"/>
                </a:lnTo>
                <a:lnTo>
                  <a:pt x="1010934" y="14586"/>
                </a:lnTo>
                <a:lnTo>
                  <a:pt x="1020127" y="14586"/>
                </a:lnTo>
                <a:lnTo>
                  <a:pt x="1026131" y="38194"/>
                </a:lnTo>
                <a:lnTo>
                  <a:pt x="1033016" y="14586"/>
                </a:lnTo>
                <a:lnTo>
                  <a:pt x="1042412" y="14586"/>
                </a:lnTo>
                <a:lnTo>
                  <a:pt x="1030845" y="50609"/>
                </a:lnTo>
                <a:lnTo>
                  <a:pt x="1021687" y="50609"/>
                </a:lnTo>
                <a:lnTo>
                  <a:pt x="1015480" y="27441"/>
                </a:lnTo>
                <a:lnTo>
                  <a:pt x="1009374" y="50609"/>
                </a:lnTo>
                <a:lnTo>
                  <a:pt x="1000114" y="50609"/>
                </a:lnTo>
                <a:close/>
                <a:moveTo>
                  <a:pt x="1045378" y="32088"/>
                </a:moveTo>
                <a:cubicBezTo>
                  <a:pt x="1045378" y="28922"/>
                  <a:pt x="1046158" y="25858"/>
                  <a:pt x="1047718" y="22896"/>
                </a:cubicBezTo>
                <a:cubicBezTo>
                  <a:pt x="1049279" y="19934"/>
                  <a:pt x="1051489" y="17672"/>
                  <a:pt x="1054350" y="16112"/>
                </a:cubicBezTo>
                <a:cubicBezTo>
                  <a:pt x="1057210" y="14552"/>
                  <a:pt x="1060404" y="13772"/>
                  <a:pt x="1063932" y="13772"/>
                </a:cubicBezTo>
                <a:cubicBezTo>
                  <a:pt x="1069382" y="13772"/>
                  <a:pt x="1073848" y="15541"/>
                  <a:pt x="1077330" y="19080"/>
                </a:cubicBezTo>
                <a:cubicBezTo>
                  <a:pt x="1080813" y="22619"/>
                  <a:pt x="1082554" y="27091"/>
                  <a:pt x="1082554" y="32495"/>
                </a:cubicBezTo>
                <a:cubicBezTo>
                  <a:pt x="1082554" y="37945"/>
                  <a:pt x="1080796" y="42462"/>
                  <a:pt x="1077280" y="46046"/>
                </a:cubicBezTo>
                <a:cubicBezTo>
                  <a:pt x="1073763" y="49631"/>
                  <a:pt x="1069337" y="51423"/>
                  <a:pt x="1064000" y="51423"/>
                </a:cubicBezTo>
                <a:cubicBezTo>
                  <a:pt x="1060698" y="51423"/>
                  <a:pt x="1057549" y="50676"/>
                  <a:pt x="1054553" y="49184"/>
                </a:cubicBezTo>
                <a:cubicBezTo>
                  <a:pt x="1051557" y="47691"/>
                  <a:pt x="1049279" y="45504"/>
                  <a:pt x="1047718" y="42620"/>
                </a:cubicBezTo>
                <a:cubicBezTo>
                  <a:pt x="1046158" y="39737"/>
                  <a:pt x="1045378" y="36227"/>
                  <a:pt x="1045378" y="32088"/>
                </a:cubicBezTo>
                <a:moveTo>
                  <a:pt x="1055147" y="32597"/>
                </a:moveTo>
                <a:cubicBezTo>
                  <a:pt x="1055147" y="36159"/>
                  <a:pt x="1055995" y="38886"/>
                  <a:pt x="1057691" y="40780"/>
                </a:cubicBezTo>
                <a:cubicBezTo>
                  <a:pt x="1059387" y="42674"/>
                  <a:pt x="1061478" y="43621"/>
                  <a:pt x="1063966" y="43621"/>
                </a:cubicBezTo>
                <a:cubicBezTo>
                  <a:pt x="1066453" y="43621"/>
                  <a:pt x="1068539" y="42674"/>
                  <a:pt x="1070224" y="40780"/>
                </a:cubicBezTo>
                <a:cubicBezTo>
                  <a:pt x="1071909" y="38886"/>
                  <a:pt x="1072751" y="36136"/>
                  <a:pt x="1072751" y="32529"/>
                </a:cubicBezTo>
                <a:cubicBezTo>
                  <a:pt x="1072751" y="29013"/>
                  <a:pt x="1071909" y="26308"/>
                  <a:pt x="1070224" y="24414"/>
                </a:cubicBezTo>
                <a:cubicBezTo>
                  <a:pt x="1068539" y="22520"/>
                  <a:pt x="1066453" y="21573"/>
                  <a:pt x="1063966" y="21573"/>
                </a:cubicBezTo>
                <a:cubicBezTo>
                  <a:pt x="1061478" y="21573"/>
                  <a:pt x="1059387" y="22520"/>
                  <a:pt x="1057691" y="24414"/>
                </a:cubicBezTo>
                <a:cubicBezTo>
                  <a:pt x="1055995" y="26308"/>
                  <a:pt x="1055147" y="29035"/>
                  <a:pt x="1055147" y="32597"/>
                </a:cubicBezTo>
                <a:close/>
                <a:moveTo>
                  <a:pt x="1099083" y="50609"/>
                </a:moveTo>
                <a:lnTo>
                  <a:pt x="1089551" y="50609"/>
                </a:lnTo>
                <a:lnTo>
                  <a:pt x="1089551" y="14586"/>
                </a:lnTo>
                <a:lnTo>
                  <a:pt x="1098404" y="14586"/>
                </a:lnTo>
                <a:lnTo>
                  <a:pt x="1098404" y="19708"/>
                </a:lnTo>
                <a:cubicBezTo>
                  <a:pt x="1099919" y="17288"/>
                  <a:pt x="1101282" y="15694"/>
                  <a:pt x="1102492" y="14925"/>
                </a:cubicBezTo>
                <a:cubicBezTo>
                  <a:pt x="1103701" y="14156"/>
                  <a:pt x="1105075" y="13772"/>
                  <a:pt x="1106613" y="13772"/>
                </a:cubicBezTo>
                <a:cubicBezTo>
                  <a:pt x="1108784" y="13772"/>
                  <a:pt x="1110875" y="14371"/>
                  <a:pt x="1112888" y="15569"/>
                </a:cubicBezTo>
                <a:lnTo>
                  <a:pt x="1109937" y="23880"/>
                </a:lnTo>
                <a:cubicBezTo>
                  <a:pt x="1108331" y="22839"/>
                  <a:pt x="1106839" y="22319"/>
                  <a:pt x="1105460" y="22319"/>
                </a:cubicBezTo>
                <a:cubicBezTo>
                  <a:pt x="1104125" y="22319"/>
                  <a:pt x="1102995" y="22687"/>
                  <a:pt x="1102068" y="23422"/>
                </a:cubicBezTo>
                <a:cubicBezTo>
                  <a:pt x="1101140" y="24157"/>
                  <a:pt x="1100411" y="25485"/>
                  <a:pt x="1099880" y="27407"/>
                </a:cubicBezTo>
                <a:cubicBezTo>
                  <a:pt x="1099348" y="29329"/>
                  <a:pt x="1099083" y="33355"/>
                  <a:pt x="1099083" y="39483"/>
                </a:cubicBezTo>
                <a:lnTo>
                  <a:pt x="1099083" y="50609"/>
                </a:lnTo>
                <a:close/>
                <a:moveTo>
                  <a:pt x="1116711" y="50609"/>
                </a:moveTo>
                <a:lnTo>
                  <a:pt x="1116711" y="882"/>
                </a:lnTo>
                <a:lnTo>
                  <a:pt x="1126243" y="882"/>
                </a:lnTo>
                <a:lnTo>
                  <a:pt x="1126243" y="27272"/>
                </a:lnTo>
                <a:lnTo>
                  <a:pt x="1137403" y="14586"/>
                </a:lnTo>
                <a:lnTo>
                  <a:pt x="1149139" y="14586"/>
                </a:lnTo>
                <a:lnTo>
                  <a:pt x="1136826" y="27752"/>
                </a:lnTo>
                <a:lnTo>
                  <a:pt x="1150021" y="50609"/>
                </a:lnTo>
                <a:lnTo>
                  <a:pt x="1139743" y="50609"/>
                </a:lnTo>
                <a:lnTo>
                  <a:pt x="1130687" y="34425"/>
                </a:lnTo>
                <a:lnTo>
                  <a:pt x="1126243" y="39076"/>
                </a:lnTo>
                <a:lnTo>
                  <a:pt x="1126243" y="50609"/>
                </a:lnTo>
                <a:lnTo>
                  <a:pt x="1116711" y="50609"/>
                </a:lnTo>
                <a:close/>
                <a:moveTo>
                  <a:pt x="1152613" y="65262"/>
                </a:moveTo>
                <a:cubicBezTo>
                  <a:pt x="1154490" y="61233"/>
                  <a:pt x="1155813" y="58143"/>
                  <a:pt x="1156582" y="55992"/>
                </a:cubicBezTo>
                <a:cubicBezTo>
                  <a:pt x="1157351" y="53842"/>
                  <a:pt x="1158063" y="51363"/>
                  <a:pt x="1158719" y="48556"/>
                </a:cubicBezTo>
                <a:cubicBezTo>
                  <a:pt x="1159375" y="45749"/>
                  <a:pt x="1159861" y="43083"/>
                  <a:pt x="1160177" y="40560"/>
                </a:cubicBezTo>
                <a:cubicBezTo>
                  <a:pt x="1160494" y="38036"/>
                  <a:pt x="1160652" y="35449"/>
                  <a:pt x="1160652" y="32801"/>
                </a:cubicBezTo>
                <a:cubicBezTo>
                  <a:pt x="1160652" y="27413"/>
                  <a:pt x="1160076" y="22314"/>
                  <a:pt x="1158922" y="17504"/>
                </a:cubicBezTo>
                <a:cubicBezTo>
                  <a:pt x="1157769" y="12693"/>
                  <a:pt x="1155643" y="6859"/>
                  <a:pt x="1152545" y="0"/>
                </a:cubicBezTo>
                <a:lnTo>
                  <a:pt x="1159024" y="0"/>
                </a:lnTo>
                <a:cubicBezTo>
                  <a:pt x="1162439" y="4867"/>
                  <a:pt x="1165090" y="10028"/>
                  <a:pt x="1166978" y="15483"/>
                </a:cubicBezTo>
                <a:cubicBezTo>
                  <a:pt x="1168866" y="20939"/>
                  <a:pt x="1169811" y="26473"/>
                  <a:pt x="1169811" y="32087"/>
                </a:cubicBezTo>
                <a:cubicBezTo>
                  <a:pt x="1169811" y="36818"/>
                  <a:pt x="1169064" y="41889"/>
                  <a:pt x="1167572" y="47299"/>
                </a:cubicBezTo>
                <a:cubicBezTo>
                  <a:pt x="1165876" y="53366"/>
                  <a:pt x="1163083" y="59354"/>
                  <a:pt x="1159194" y="65262"/>
                </a:cubicBezTo>
                <a:lnTo>
                  <a:pt x="1152613" y="65262"/>
                </a:lnTo>
                <a:close/>
                <a:moveTo>
                  <a:pt x="1179744" y="24151"/>
                </a:moveTo>
                <a:lnTo>
                  <a:pt x="1179744" y="14586"/>
                </a:lnTo>
                <a:lnTo>
                  <a:pt x="1189276" y="14586"/>
                </a:lnTo>
                <a:lnTo>
                  <a:pt x="1189276" y="24151"/>
                </a:lnTo>
                <a:lnTo>
                  <a:pt x="1179744" y="24151"/>
                </a:lnTo>
                <a:moveTo>
                  <a:pt x="1179744" y="41043"/>
                </a:moveTo>
                <a:lnTo>
                  <a:pt x="1189276" y="41043"/>
                </a:lnTo>
                <a:lnTo>
                  <a:pt x="1189276" y="47883"/>
                </a:lnTo>
                <a:cubicBezTo>
                  <a:pt x="1189276" y="50651"/>
                  <a:pt x="1189038" y="52835"/>
                  <a:pt x="1188563" y="54434"/>
                </a:cubicBezTo>
                <a:cubicBezTo>
                  <a:pt x="1188088" y="56034"/>
                  <a:pt x="1187190" y="57469"/>
                  <a:pt x="1185867" y="58740"/>
                </a:cubicBezTo>
                <a:cubicBezTo>
                  <a:pt x="1184544" y="60010"/>
                  <a:pt x="1182865" y="61009"/>
                  <a:pt x="1180830" y="61734"/>
                </a:cubicBezTo>
                <a:lnTo>
                  <a:pt x="1178964" y="57800"/>
                </a:lnTo>
                <a:cubicBezTo>
                  <a:pt x="1180886" y="57164"/>
                  <a:pt x="1182254" y="56277"/>
                  <a:pt x="1183068" y="55141"/>
                </a:cubicBezTo>
                <a:cubicBezTo>
                  <a:pt x="1183882" y="54006"/>
                  <a:pt x="1184312" y="52495"/>
                  <a:pt x="1184357" y="50609"/>
                </a:cubicBezTo>
                <a:lnTo>
                  <a:pt x="1179744" y="50609"/>
                </a:lnTo>
                <a:lnTo>
                  <a:pt x="1179744" y="410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list_for_each_entry_safe(private,p,&amp;deferred_probe_pending_list,">
            <a:extLst xmlns:a="http://schemas.openxmlformats.org/drawingml/2006/main">
              <a:ext uri="{FF2B5EF4-FFF2-40B4-BE49-F238E27FC236}">
                <a16:creationId xmlns:a16="http://schemas.microsoft.com/office/drawing/2014/main" id="{7469EEAB-AC4C-4D27-A066-F5794A04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917" y="2834158"/>
            <a:ext cx="2221159" cy="65262"/>
          </a:xfrm>
          <a:custGeom xmlns:a="http://schemas.openxmlformats.org/drawingml/2006/main">
            <a:pathLst>
              <a:path w="2221159" h="65262">
                <a:moveTo>
                  <a:pt x="0" y="50609"/>
                </a:moveTo>
                <a:lnTo>
                  <a:pt x="0" y="882"/>
                </a:lnTo>
                <a:lnTo>
                  <a:pt x="9532" y="882"/>
                </a:lnTo>
                <a:lnTo>
                  <a:pt x="9532" y="50609"/>
                </a:lnTo>
                <a:lnTo>
                  <a:pt x="0" y="50609"/>
                </a:lnTo>
                <a:close/>
                <a:moveTo>
                  <a:pt x="19451" y="9701"/>
                </a:moveTo>
                <a:lnTo>
                  <a:pt x="19451" y="882"/>
                </a:lnTo>
                <a:lnTo>
                  <a:pt x="28983" y="882"/>
                </a:lnTo>
                <a:lnTo>
                  <a:pt x="28983" y="9701"/>
                </a:lnTo>
                <a:lnTo>
                  <a:pt x="19451" y="9701"/>
                </a:lnTo>
                <a:moveTo>
                  <a:pt x="19451" y="50609"/>
                </a:moveTo>
                <a:lnTo>
                  <a:pt x="19451" y="14586"/>
                </a:lnTo>
                <a:lnTo>
                  <a:pt x="28983" y="14586"/>
                </a:lnTo>
                <a:lnTo>
                  <a:pt x="28983" y="50609"/>
                </a:lnTo>
                <a:lnTo>
                  <a:pt x="19451" y="50609"/>
                </a:lnTo>
                <a:close/>
                <a:moveTo>
                  <a:pt x="35544" y="40365"/>
                </a:moveTo>
                <a:lnTo>
                  <a:pt x="45109" y="38872"/>
                </a:lnTo>
                <a:cubicBezTo>
                  <a:pt x="45516" y="40715"/>
                  <a:pt x="46342" y="42114"/>
                  <a:pt x="47586" y="43070"/>
                </a:cubicBezTo>
                <a:cubicBezTo>
                  <a:pt x="48829" y="44025"/>
                  <a:pt x="50570" y="44503"/>
                  <a:pt x="52809" y="44503"/>
                </a:cubicBezTo>
                <a:cubicBezTo>
                  <a:pt x="55274" y="44503"/>
                  <a:pt x="57128" y="44051"/>
                  <a:pt x="58372" y="43148"/>
                </a:cubicBezTo>
                <a:cubicBezTo>
                  <a:pt x="59209" y="42516"/>
                  <a:pt x="59627" y="41669"/>
                  <a:pt x="59627" y="40608"/>
                </a:cubicBezTo>
                <a:cubicBezTo>
                  <a:pt x="59627" y="39885"/>
                  <a:pt x="59401" y="39286"/>
                  <a:pt x="58949" y="38812"/>
                </a:cubicBezTo>
                <a:cubicBezTo>
                  <a:pt x="58474" y="38360"/>
                  <a:pt x="57411" y="37943"/>
                  <a:pt x="55760" y="37559"/>
                </a:cubicBezTo>
                <a:cubicBezTo>
                  <a:pt x="48072" y="35866"/>
                  <a:pt x="43199" y="34319"/>
                  <a:pt x="41141" y="32918"/>
                </a:cubicBezTo>
                <a:cubicBezTo>
                  <a:pt x="38291" y="30975"/>
                  <a:pt x="36867" y="28275"/>
                  <a:pt x="36867" y="24819"/>
                </a:cubicBezTo>
                <a:cubicBezTo>
                  <a:pt x="36867" y="21701"/>
                  <a:pt x="38099" y="19080"/>
                  <a:pt x="40564" y="16957"/>
                </a:cubicBezTo>
                <a:cubicBezTo>
                  <a:pt x="43029" y="14833"/>
                  <a:pt x="46851" y="13772"/>
                  <a:pt x="52029" y="13772"/>
                </a:cubicBezTo>
                <a:cubicBezTo>
                  <a:pt x="56959" y="13772"/>
                  <a:pt x="60622" y="14571"/>
                  <a:pt x="63019" y="16171"/>
                </a:cubicBezTo>
                <a:cubicBezTo>
                  <a:pt x="65416" y="17771"/>
                  <a:pt x="67067" y="20137"/>
                  <a:pt x="67971" y="23269"/>
                </a:cubicBezTo>
                <a:lnTo>
                  <a:pt x="58983" y="24965"/>
                </a:lnTo>
                <a:cubicBezTo>
                  <a:pt x="58598" y="23563"/>
                  <a:pt x="57869" y="22489"/>
                  <a:pt x="56795" y="21743"/>
                </a:cubicBezTo>
                <a:cubicBezTo>
                  <a:pt x="55721" y="20996"/>
                  <a:pt x="54189" y="20623"/>
                  <a:pt x="52199" y="20623"/>
                </a:cubicBezTo>
                <a:cubicBezTo>
                  <a:pt x="49689" y="20623"/>
                  <a:pt x="47891" y="20973"/>
                  <a:pt x="46805" y="21674"/>
                </a:cubicBezTo>
                <a:cubicBezTo>
                  <a:pt x="46082" y="22170"/>
                  <a:pt x="45720" y="22813"/>
                  <a:pt x="45720" y="23604"/>
                </a:cubicBezTo>
                <a:cubicBezTo>
                  <a:pt x="45720" y="24281"/>
                  <a:pt x="46037" y="24857"/>
                  <a:pt x="46670" y="25331"/>
                </a:cubicBezTo>
                <a:cubicBezTo>
                  <a:pt x="47529" y="25963"/>
                  <a:pt x="50497" y="26855"/>
                  <a:pt x="55574" y="28007"/>
                </a:cubicBezTo>
                <a:cubicBezTo>
                  <a:pt x="60650" y="29159"/>
                  <a:pt x="64195" y="30572"/>
                  <a:pt x="66208" y="32246"/>
                </a:cubicBezTo>
                <a:cubicBezTo>
                  <a:pt x="68198" y="33944"/>
                  <a:pt x="69193" y="36308"/>
                  <a:pt x="69193" y="39340"/>
                </a:cubicBezTo>
                <a:cubicBezTo>
                  <a:pt x="69193" y="42643"/>
                  <a:pt x="67813" y="45483"/>
                  <a:pt x="65054" y="47859"/>
                </a:cubicBezTo>
                <a:cubicBezTo>
                  <a:pt x="62295" y="50235"/>
                  <a:pt x="58214" y="51423"/>
                  <a:pt x="52809" y="51423"/>
                </a:cubicBezTo>
                <a:cubicBezTo>
                  <a:pt x="47902" y="51423"/>
                  <a:pt x="44018" y="50431"/>
                  <a:pt x="41158" y="48447"/>
                </a:cubicBezTo>
                <a:cubicBezTo>
                  <a:pt x="38297" y="46463"/>
                  <a:pt x="36426" y="43769"/>
                  <a:pt x="35544" y="40365"/>
                </a:cubicBezTo>
                <a:close/>
                <a:moveTo>
                  <a:pt x="94323" y="14586"/>
                </a:moveTo>
                <a:lnTo>
                  <a:pt x="94323" y="22184"/>
                </a:lnTo>
                <a:lnTo>
                  <a:pt x="87810" y="22184"/>
                </a:lnTo>
                <a:lnTo>
                  <a:pt x="87810" y="36678"/>
                </a:lnTo>
                <a:cubicBezTo>
                  <a:pt x="87810" y="39614"/>
                  <a:pt x="87873" y="41324"/>
                  <a:pt x="87997" y="41810"/>
                </a:cubicBezTo>
                <a:cubicBezTo>
                  <a:pt x="88121" y="42294"/>
                  <a:pt x="88404" y="42695"/>
                  <a:pt x="88845" y="43012"/>
                </a:cubicBezTo>
                <a:cubicBezTo>
                  <a:pt x="89286" y="43327"/>
                  <a:pt x="89823" y="43485"/>
                  <a:pt x="90456" y="43485"/>
                </a:cubicBezTo>
                <a:cubicBezTo>
                  <a:pt x="91338" y="43485"/>
                  <a:pt x="92616" y="43180"/>
                  <a:pt x="94289" y="42570"/>
                </a:cubicBezTo>
                <a:lnTo>
                  <a:pt x="95103" y="49992"/>
                </a:lnTo>
                <a:cubicBezTo>
                  <a:pt x="92887" y="50946"/>
                  <a:pt x="90377" y="51423"/>
                  <a:pt x="87573" y="51423"/>
                </a:cubicBezTo>
                <a:cubicBezTo>
                  <a:pt x="85854" y="51423"/>
                  <a:pt x="84305" y="51134"/>
                  <a:pt x="82926" y="50558"/>
                </a:cubicBezTo>
                <a:cubicBezTo>
                  <a:pt x="81547" y="49981"/>
                  <a:pt x="80535" y="49235"/>
                  <a:pt x="79890" y="48319"/>
                </a:cubicBezTo>
                <a:cubicBezTo>
                  <a:pt x="79246" y="47403"/>
                  <a:pt x="78799" y="46165"/>
                  <a:pt x="78550" y="44605"/>
                </a:cubicBezTo>
                <a:cubicBezTo>
                  <a:pt x="78347" y="43497"/>
                  <a:pt x="78245" y="41258"/>
                  <a:pt x="78245" y="37889"/>
                </a:cubicBezTo>
                <a:lnTo>
                  <a:pt x="78245" y="22184"/>
                </a:lnTo>
                <a:lnTo>
                  <a:pt x="73869" y="22184"/>
                </a:lnTo>
                <a:lnTo>
                  <a:pt x="73869" y="14586"/>
                </a:lnTo>
                <a:lnTo>
                  <a:pt x="78245" y="14586"/>
                </a:lnTo>
                <a:lnTo>
                  <a:pt x="78245" y="7395"/>
                </a:lnTo>
                <a:lnTo>
                  <a:pt x="87810" y="1764"/>
                </a:lnTo>
                <a:lnTo>
                  <a:pt x="87810" y="14586"/>
                </a:lnTo>
                <a:lnTo>
                  <a:pt x="94323" y="14586"/>
                </a:lnTo>
                <a:close/>
                <a:moveTo>
                  <a:pt x="95098" y="64380"/>
                </a:moveTo>
                <a:lnTo>
                  <a:pt x="95098" y="58139"/>
                </a:lnTo>
                <a:lnTo>
                  <a:pt x="134717" y="58139"/>
                </a:lnTo>
                <a:lnTo>
                  <a:pt x="134717" y="64380"/>
                </a:lnTo>
                <a:lnTo>
                  <a:pt x="95098" y="64380"/>
                </a:lnTo>
                <a:close/>
                <a:moveTo>
                  <a:pt x="135458" y="14586"/>
                </a:moveTo>
                <a:lnTo>
                  <a:pt x="140750" y="14586"/>
                </a:lnTo>
                <a:lnTo>
                  <a:pt x="140750" y="11866"/>
                </a:lnTo>
                <a:cubicBezTo>
                  <a:pt x="140750" y="8828"/>
                  <a:pt x="141072" y="6562"/>
                  <a:pt x="141717" y="5066"/>
                </a:cubicBezTo>
                <a:cubicBezTo>
                  <a:pt x="142361" y="3570"/>
                  <a:pt x="143548" y="2351"/>
                  <a:pt x="145278" y="1411"/>
                </a:cubicBezTo>
                <a:cubicBezTo>
                  <a:pt x="147008" y="470"/>
                  <a:pt x="149196" y="0"/>
                  <a:pt x="151842" y="0"/>
                </a:cubicBezTo>
                <a:cubicBezTo>
                  <a:pt x="154555" y="0"/>
                  <a:pt x="157212" y="407"/>
                  <a:pt x="159813" y="1221"/>
                </a:cubicBezTo>
                <a:lnTo>
                  <a:pt x="158524" y="7869"/>
                </a:lnTo>
                <a:cubicBezTo>
                  <a:pt x="157009" y="7508"/>
                  <a:pt x="155550" y="7327"/>
                  <a:pt x="154148" y="7327"/>
                </a:cubicBezTo>
                <a:cubicBezTo>
                  <a:pt x="152769" y="7327"/>
                  <a:pt x="151780" y="7651"/>
                  <a:pt x="151180" y="8299"/>
                </a:cubicBezTo>
                <a:cubicBezTo>
                  <a:pt x="150581" y="8946"/>
                  <a:pt x="150281" y="10190"/>
                  <a:pt x="150281" y="12030"/>
                </a:cubicBezTo>
                <a:lnTo>
                  <a:pt x="150281" y="14586"/>
                </a:lnTo>
                <a:lnTo>
                  <a:pt x="157405" y="14586"/>
                </a:lnTo>
                <a:lnTo>
                  <a:pt x="157405" y="22116"/>
                </a:lnTo>
                <a:lnTo>
                  <a:pt x="150281" y="22116"/>
                </a:lnTo>
                <a:lnTo>
                  <a:pt x="150281" y="50609"/>
                </a:lnTo>
                <a:lnTo>
                  <a:pt x="140750" y="50609"/>
                </a:lnTo>
                <a:lnTo>
                  <a:pt x="140750" y="22116"/>
                </a:lnTo>
                <a:lnTo>
                  <a:pt x="135458" y="22116"/>
                </a:lnTo>
                <a:lnTo>
                  <a:pt x="135458" y="14586"/>
                </a:lnTo>
                <a:close/>
                <a:moveTo>
                  <a:pt x="160350" y="32088"/>
                </a:moveTo>
                <a:cubicBezTo>
                  <a:pt x="160350" y="28922"/>
                  <a:pt x="161131" y="25858"/>
                  <a:pt x="162691" y="22896"/>
                </a:cubicBezTo>
                <a:cubicBezTo>
                  <a:pt x="164251" y="19934"/>
                  <a:pt x="166462" y="17672"/>
                  <a:pt x="169322" y="16112"/>
                </a:cubicBezTo>
                <a:cubicBezTo>
                  <a:pt x="172183" y="14552"/>
                  <a:pt x="175377" y="13772"/>
                  <a:pt x="178905" y="13772"/>
                </a:cubicBezTo>
                <a:cubicBezTo>
                  <a:pt x="184354" y="13772"/>
                  <a:pt x="188821" y="15541"/>
                  <a:pt x="192303" y="19080"/>
                </a:cubicBezTo>
                <a:cubicBezTo>
                  <a:pt x="195785" y="22619"/>
                  <a:pt x="197527" y="27091"/>
                  <a:pt x="197527" y="32495"/>
                </a:cubicBezTo>
                <a:cubicBezTo>
                  <a:pt x="197527" y="37945"/>
                  <a:pt x="195768" y="42462"/>
                  <a:pt x="192252" y="46046"/>
                </a:cubicBezTo>
                <a:cubicBezTo>
                  <a:pt x="188736" y="49631"/>
                  <a:pt x="184309" y="51423"/>
                  <a:pt x="178972" y="51423"/>
                </a:cubicBezTo>
                <a:cubicBezTo>
                  <a:pt x="175671" y="51423"/>
                  <a:pt x="172522" y="50676"/>
                  <a:pt x="169526" y="49184"/>
                </a:cubicBezTo>
                <a:cubicBezTo>
                  <a:pt x="166529" y="47691"/>
                  <a:pt x="164251" y="45504"/>
                  <a:pt x="162691" y="42620"/>
                </a:cubicBezTo>
                <a:cubicBezTo>
                  <a:pt x="161131" y="39737"/>
                  <a:pt x="160350" y="36227"/>
                  <a:pt x="160350" y="32088"/>
                </a:cubicBezTo>
                <a:moveTo>
                  <a:pt x="170119" y="32597"/>
                </a:moveTo>
                <a:cubicBezTo>
                  <a:pt x="170119" y="36159"/>
                  <a:pt x="170967" y="38886"/>
                  <a:pt x="172663" y="40780"/>
                </a:cubicBezTo>
                <a:cubicBezTo>
                  <a:pt x="174359" y="42674"/>
                  <a:pt x="176451" y="43621"/>
                  <a:pt x="178939" y="43621"/>
                </a:cubicBezTo>
                <a:cubicBezTo>
                  <a:pt x="181426" y="43621"/>
                  <a:pt x="183512" y="42674"/>
                  <a:pt x="185197" y="40780"/>
                </a:cubicBezTo>
                <a:cubicBezTo>
                  <a:pt x="186881" y="38886"/>
                  <a:pt x="187724" y="36136"/>
                  <a:pt x="187724" y="32529"/>
                </a:cubicBezTo>
                <a:cubicBezTo>
                  <a:pt x="187724" y="29013"/>
                  <a:pt x="186881" y="26308"/>
                  <a:pt x="185197" y="24414"/>
                </a:cubicBezTo>
                <a:cubicBezTo>
                  <a:pt x="183512" y="22520"/>
                  <a:pt x="181426" y="21573"/>
                  <a:pt x="178939" y="21573"/>
                </a:cubicBezTo>
                <a:cubicBezTo>
                  <a:pt x="176451" y="21573"/>
                  <a:pt x="174359" y="22520"/>
                  <a:pt x="172663" y="24414"/>
                </a:cubicBezTo>
                <a:cubicBezTo>
                  <a:pt x="170967" y="26308"/>
                  <a:pt x="170119" y="29035"/>
                  <a:pt x="170119" y="32597"/>
                </a:cubicBezTo>
                <a:close/>
                <a:moveTo>
                  <a:pt x="214055" y="50609"/>
                </a:moveTo>
                <a:lnTo>
                  <a:pt x="204524" y="50609"/>
                </a:lnTo>
                <a:lnTo>
                  <a:pt x="204524" y="14586"/>
                </a:lnTo>
                <a:lnTo>
                  <a:pt x="213377" y="14586"/>
                </a:lnTo>
                <a:lnTo>
                  <a:pt x="213377" y="19708"/>
                </a:lnTo>
                <a:cubicBezTo>
                  <a:pt x="214892" y="17288"/>
                  <a:pt x="216254" y="15694"/>
                  <a:pt x="217464" y="14925"/>
                </a:cubicBezTo>
                <a:cubicBezTo>
                  <a:pt x="218674" y="14156"/>
                  <a:pt x="220048" y="13772"/>
                  <a:pt x="221585" y="13772"/>
                </a:cubicBezTo>
                <a:cubicBezTo>
                  <a:pt x="223756" y="13772"/>
                  <a:pt x="225848" y="14371"/>
                  <a:pt x="227861" y="15569"/>
                </a:cubicBezTo>
                <a:lnTo>
                  <a:pt x="224910" y="23880"/>
                </a:lnTo>
                <a:cubicBezTo>
                  <a:pt x="223304" y="22839"/>
                  <a:pt x="221812" y="22319"/>
                  <a:pt x="220432" y="22319"/>
                </a:cubicBezTo>
                <a:cubicBezTo>
                  <a:pt x="219098" y="22319"/>
                  <a:pt x="217967" y="22687"/>
                  <a:pt x="217040" y="23422"/>
                </a:cubicBezTo>
                <a:cubicBezTo>
                  <a:pt x="216113" y="24157"/>
                  <a:pt x="215384" y="25485"/>
                  <a:pt x="214852" y="27407"/>
                </a:cubicBezTo>
                <a:cubicBezTo>
                  <a:pt x="214321" y="29329"/>
                  <a:pt x="214055" y="33355"/>
                  <a:pt x="214055" y="39483"/>
                </a:cubicBezTo>
                <a:lnTo>
                  <a:pt x="214055" y="50609"/>
                </a:lnTo>
                <a:close/>
                <a:moveTo>
                  <a:pt x="226393" y="64380"/>
                </a:moveTo>
                <a:lnTo>
                  <a:pt x="226393" y="58139"/>
                </a:lnTo>
                <a:lnTo>
                  <a:pt x="266011" y="58139"/>
                </a:lnTo>
                <a:lnTo>
                  <a:pt x="266011" y="64380"/>
                </a:lnTo>
                <a:lnTo>
                  <a:pt x="226393" y="64380"/>
                </a:lnTo>
                <a:close/>
                <a:moveTo>
                  <a:pt x="291786" y="39144"/>
                </a:moveTo>
                <a:lnTo>
                  <a:pt x="301284" y="40772"/>
                </a:lnTo>
                <a:cubicBezTo>
                  <a:pt x="300063" y="44243"/>
                  <a:pt x="298135" y="46886"/>
                  <a:pt x="295500" y="48701"/>
                </a:cubicBezTo>
                <a:cubicBezTo>
                  <a:pt x="292866" y="50515"/>
                  <a:pt x="289570" y="51423"/>
                  <a:pt x="285613" y="51423"/>
                </a:cubicBezTo>
                <a:cubicBezTo>
                  <a:pt x="279349" y="51423"/>
                  <a:pt x="274713" y="49376"/>
                  <a:pt x="271705" y="45283"/>
                </a:cubicBezTo>
                <a:cubicBezTo>
                  <a:pt x="269331" y="42004"/>
                  <a:pt x="268144" y="37866"/>
                  <a:pt x="268144" y="32868"/>
                </a:cubicBezTo>
                <a:cubicBezTo>
                  <a:pt x="268144" y="26899"/>
                  <a:pt x="269704" y="22223"/>
                  <a:pt x="272825" y="18843"/>
                </a:cubicBezTo>
                <a:cubicBezTo>
                  <a:pt x="275945" y="15462"/>
                  <a:pt x="279891" y="13772"/>
                  <a:pt x="284663" y="13772"/>
                </a:cubicBezTo>
                <a:cubicBezTo>
                  <a:pt x="290022" y="13772"/>
                  <a:pt x="294251" y="15541"/>
                  <a:pt x="297349" y="19080"/>
                </a:cubicBezTo>
                <a:cubicBezTo>
                  <a:pt x="300447" y="22619"/>
                  <a:pt x="301928" y="28041"/>
                  <a:pt x="301792" y="35345"/>
                </a:cubicBezTo>
                <a:lnTo>
                  <a:pt x="277913" y="35345"/>
                </a:lnTo>
                <a:cubicBezTo>
                  <a:pt x="277981" y="38171"/>
                  <a:pt x="278749" y="40370"/>
                  <a:pt x="280219" y="41942"/>
                </a:cubicBezTo>
                <a:cubicBezTo>
                  <a:pt x="281689" y="43514"/>
                  <a:pt x="283521" y="44299"/>
                  <a:pt x="285714" y="44299"/>
                </a:cubicBezTo>
                <a:cubicBezTo>
                  <a:pt x="287207" y="44299"/>
                  <a:pt x="288462" y="43892"/>
                  <a:pt x="289480" y="43078"/>
                </a:cubicBezTo>
                <a:cubicBezTo>
                  <a:pt x="290497" y="42264"/>
                  <a:pt x="291266" y="40953"/>
                  <a:pt x="291786" y="39144"/>
                </a:cubicBezTo>
                <a:moveTo>
                  <a:pt x="292329" y="29510"/>
                </a:moveTo>
                <a:cubicBezTo>
                  <a:pt x="292261" y="26763"/>
                  <a:pt x="291549" y="24674"/>
                  <a:pt x="290192" y="23244"/>
                </a:cubicBezTo>
                <a:cubicBezTo>
                  <a:pt x="288835" y="21813"/>
                  <a:pt x="287184" y="21098"/>
                  <a:pt x="285240" y="21098"/>
                </a:cubicBezTo>
                <a:cubicBezTo>
                  <a:pt x="283159" y="21098"/>
                  <a:pt x="281440" y="21853"/>
                  <a:pt x="280084" y="23361"/>
                </a:cubicBezTo>
                <a:cubicBezTo>
                  <a:pt x="278727" y="24871"/>
                  <a:pt x="278060" y="26920"/>
                  <a:pt x="278082" y="29510"/>
                </a:cubicBezTo>
                <a:lnTo>
                  <a:pt x="292329" y="29510"/>
                </a:lnTo>
                <a:close/>
                <a:moveTo>
                  <a:pt x="316950" y="25711"/>
                </a:moveTo>
                <a:lnTo>
                  <a:pt x="308301" y="24151"/>
                </a:lnTo>
                <a:cubicBezTo>
                  <a:pt x="309273" y="20623"/>
                  <a:pt x="310947" y="18011"/>
                  <a:pt x="313321" y="16316"/>
                </a:cubicBezTo>
                <a:cubicBezTo>
                  <a:pt x="315695" y="14620"/>
                  <a:pt x="319223" y="13772"/>
                  <a:pt x="323904" y="13772"/>
                </a:cubicBezTo>
                <a:cubicBezTo>
                  <a:pt x="328155" y="13772"/>
                  <a:pt x="331321" y="14275"/>
                  <a:pt x="333402" y="15281"/>
                </a:cubicBezTo>
                <a:cubicBezTo>
                  <a:pt x="335482" y="16287"/>
                  <a:pt x="336946" y="17565"/>
                  <a:pt x="337794" y="19114"/>
                </a:cubicBezTo>
                <a:cubicBezTo>
                  <a:pt x="338642" y="20663"/>
                  <a:pt x="339066" y="23507"/>
                  <a:pt x="339066" y="27645"/>
                </a:cubicBezTo>
                <a:lnTo>
                  <a:pt x="338965" y="38771"/>
                </a:lnTo>
                <a:cubicBezTo>
                  <a:pt x="338965" y="41936"/>
                  <a:pt x="339117" y="44271"/>
                  <a:pt x="339422" y="45775"/>
                </a:cubicBezTo>
                <a:cubicBezTo>
                  <a:pt x="339728" y="47279"/>
                  <a:pt x="340299" y="48890"/>
                  <a:pt x="341135" y="50609"/>
                </a:cubicBezTo>
                <a:lnTo>
                  <a:pt x="331706" y="50609"/>
                </a:lnTo>
                <a:cubicBezTo>
                  <a:pt x="331457" y="49975"/>
                  <a:pt x="331152" y="49037"/>
                  <a:pt x="330790" y="47793"/>
                </a:cubicBezTo>
                <a:cubicBezTo>
                  <a:pt x="330632" y="47228"/>
                  <a:pt x="330518" y="46855"/>
                  <a:pt x="330451" y="46674"/>
                </a:cubicBezTo>
                <a:cubicBezTo>
                  <a:pt x="328822" y="48257"/>
                  <a:pt x="327081" y="49444"/>
                  <a:pt x="325227" y="50235"/>
                </a:cubicBezTo>
                <a:cubicBezTo>
                  <a:pt x="323373" y="51027"/>
                  <a:pt x="321394" y="51423"/>
                  <a:pt x="319291" y="51423"/>
                </a:cubicBezTo>
                <a:cubicBezTo>
                  <a:pt x="315582" y="51423"/>
                  <a:pt x="312660" y="50421"/>
                  <a:pt x="310523" y="48417"/>
                </a:cubicBezTo>
                <a:cubicBezTo>
                  <a:pt x="308386" y="46412"/>
                  <a:pt x="307317" y="43879"/>
                  <a:pt x="307317" y="40816"/>
                </a:cubicBezTo>
                <a:cubicBezTo>
                  <a:pt x="307317" y="38790"/>
                  <a:pt x="307803" y="36983"/>
                  <a:pt x="308776" y="35395"/>
                </a:cubicBezTo>
                <a:cubicBezTo>
                  <a:pt x="309748" y="33808"/>
                  <a:pt x="311111" y="32591"/>
                  <a:pt x="312863" y="31747"/>
                </a:cubicBezTo>
                <a:cubicBezTo>
                  <a:pt x="314616" y="30903"/>
                  <a:pt x="317143" y="30165"/>
                  <a:pt x="320444" y="29535"/>
                </a:cubicBezTo>
                <a:cubicBezTo>
                  <a:pt x="324899" y="28702"/>
                  <a:pt x="327986" y="27925"/>
                  <a:pt x="329704" y="27204"/>
                </a:cubicBezTo>
                <a:lnTo>
                  <a:pt x="329704" y="26243"/>
                </a:lnTo>
                <a:cubicBezTo>
                  <a:pt x="329704" y="24391"/>
                  <a:pt x="329252" y="23071"/>
                  <a:pt x="328348" y="22282"/>
                </a:cubicBezTo>
                <a:cubicBezTo>
                  <a:pt x="327443" y="21493"/>
                  <a:pt x="325736" y="21098"/>
                  <a:pt x="323226" y="21098"/>
                </a:cubicBezTo>
                <a:cubicBezTo>
                  <a:pt x="321530" y="21098"/>
                  <a:pt x="320207" y="21440"/>
                  <a:pt x="319257" y="22122"/>
                </a:cubicBezTo>
                <a:cubicBezTo>
                  <a:pt x="318307" y="22804"/>
                  <a:pt x="317538" y="24001"/>
                  <a:pt x="316950" y="25711"/>
                </a:cubicBezTo>
                <a:moveTo>
                  <a:pt x="329704" y="33445"/>
                </a:moveTo>
                <a:cubicBezTo>
                  <a:pt x="328483" y="33847"/>
                  <a:pt x="326550" y="34328"/>
                  <a:pt x="323904" y="34887"/>
                </a:cubicBezTo>
                <a:cubicBezTo>
                  <a:pt x="321258" y="35445"/>
                  <a:pt x="319528" y="35992"/>
                  <a:pt x="318714" y="36529"/>
                </a:cubicBezTo>
                <a:cubicBezTo>
                  <a:pt x="317471" y="37400"/>
                  <a:pt x="316849" y="38506"/>
                  <a:pt x="316849" y="39846"/>
                </a:cubicBezTo>
                <a:cubicBezTo>
                  <a:pt x="316849" y="41165"/>
                  <a:pt x="317346" y="42305"/>
                  <a:pt x="318341" y="43266"/>
                </a:cubicBezTo>
                <a:cubicBezTo>
                  <a:pt x="319336" y="44226"/>
                  <a:pt x="320603" y="44707"/>
                  <a:pt x="322140" y="44707"/>
                </a:cubicBezTo>
                <a:cubicBezTo>
                  <a:pt x="323859" y="44707"/>
                  <a:pt x="325498" y="44148"/>
                  <a:pt x="327059" y="43031"/>
                </a:cubicBezTo>
                <a:cubicBezTo>
                  <a:pt x="328212" y="42182"/>
                  <a:pt x="328969" y="41143"/>
                  <a:pt x="329331" y="39913"/>
                </a:cubicBezTo>
                <a:cubicBezTo>
                  <a:pt x="329580" y="39109"/>
                  <a:pt x="329704" y="37579"/>
                  <a:pt x="329704" y="35322"/>
                </a:cubicBezTo>
                <a:lnTo>
                  <a:pt x="329704" y="33445"/>
                </a:lnTo>
                <a:close/>
                <a:moveTo>
                  <a:pt x="380139" y="25236"/>
                </a:moveTo>
                <a:lnTo>
                  <a:pt x="370743" y="26932"/>
                </a:lnTo>
                <a:cubicBezTo>
                  <a:pt x="370427" y="25067"/>
                  <a:pt x="369709" y="23662"/>
                  <a:pt x="368589" y="22718"/>
                </a:cubicBezTo>
                <a:cubicBezTo>
                  <a:pt x="367470" y="21774"/>
                  <a:pt x="366017" y="21302"/>
                  <a:pt x="364231" y="21302"/>
                </a:cubicBezTo>
                <a:cubicBezTo>
                  <a:pt x="361856" y="21302"/>
                  <a:pt x="359962" y="22119"/>
                  <a:pt x="358549" y="23754"/>
                </a:cubicBezTo>
                <a:cubicBezTo>
                  <a:pt x="357136" y="25388"/>
                  <a:pt x="356429" y="28121"/>
                  <a:pt x="356429" y="31954"/>
                </a:cubicBezTo>
                <a:cubicBezTo>
                  <a:pt x="356429" y="36215"/>
                  <a:pt x="357147" y="39225"/>
                  <a:pt x="358583" y="40984"/>
                </a:cubicBezTo>
                <a:cubicBezTo>
                  <a:pt x="360019" y="42742"/>
                  <a:pt x="361947" y="43621"/>
                  <a:pt x="364366" y="43621"/>
                </a:cubicBezTo>
                <a:cubicBezTo>
                  <a:pt x="366175" y="43621"/>
                  <a:pt x="367657" y="43107"/>
                  <a:pt x="368810" y="42078"/>
                </a:cubicBezTo>
                <a:cubicBezTo>
                  <a:pt x="369963" y="41049"/>
                  <a:pt x="370777" y="39279"/>
                  <a:pt x="371252" y="36769"/>
                </a:cubicBezTo>
                <a:lnTo>
                  <a:pt x="380614" y="38397"/>
                </a:lnTo>
                <a:cubicBezTo>
                  <a:pt x="379642" y="42694"/>
                  <a:pt x="377776" y="45939"/>
                  <a:pt x="375017" y="48132"/>
                </a:cubicBezTo>
                <a:cubicBezTo>
                  <a:pt x="372258" y="50326"/>
                  <a:pt x="368561" y="51423"/>
                  <a:pt x="363925" y="51423"/>
                </a:cubicBezTo>
                <a:cubicBezTo>
                  <a:pt x="358657" y="51423"/>
                  <a:pt x="354456" y="49761"/>
                  <a:pt x="351324" y="46436"/>
                </a:cubicBezTo>
                <a:cubicBezTo>
                  <a:pt x="348192" y="43112"/>
                  <a:pt x="346626" y="38510"/>
                  <a:pt x="346626" y="32631"/>
                </a:cubicBezTo>
                <a:cubicBezTo>
                  <a:pt x="346626" y="26684"/>
                  <a:pt x="348198" y="22054"/>
                  <a:pt x="351341" y="18741"/>
                </a:cubicBezTo>
                <a:cubicBezTo>
                  <a:pt x="354484" y="15428"/>
                  <a:pt x="358736" y="13772"/>
                  <a:pt x="364095" y="13772"/>
                </a:cubicBezTo>
                <a:cubicBezTo>
                  <a:pt x="368482" y="13772"/>
                  <a:pt x="371970" y="14716"/>
                  <a:pt x="374559" y="16604"/>
                </a:cubicBezTo>
                <a:cubicBezTo>
                  <a:pt x="377149" y="18492"/>
                  <a:pt x="379009" y="21370"/>
                  <a:pt x="380139" y="25236"/>
                </a:cubicBezTo>
                <a:close/>
                <a:moveTo>
                  <a:pt x="396435" y="882"/>
                </a:moveTo>
                <a:lnTo>
                  <a:pt x="396435" y="19190"/>
                </a:lnTo>
                <a:cubicBezTo>
                  <a:pt x="399510" y="15578"/>
                  <a:pt x="403185" y="13772"/>
                  <a:pt x="407459" y="13772"/>
                </a:cubicBezTo>
                <a:cubicBezTo>
                  <a:pt x="409652" y="13772"/>
                  <a:pt x="411631" y="14179"/>
                  <a:pt x="413395" y="14993"/>
                </a:cubicBezTo>
                <a:cubicBezTo>
                  <a:pt x="415158" y="15807"/>
                  <a:pt x="416487" y="16847"/>
                  <a:pt x="417380" y="18113"/>
                </a:cubicBezTo>
                <a:cubicBezTo>
                  <a:pt x="418273" y="19380"/>
                  <a:pt x="418884" y="20782"/>
                  <a:pt x="419212" y="22319"/>
                </a:cubicBezTo>
                <a:cubicBezTo>
                  <a:pt x="419540" y="23857"/>
                  <a:pt x="419704" y="26243"/>
                  <a:pt x="419704" y="29476"/>
                </a:cubicBezTo>
                <a:lnTo>
                  <a:pt x="419704" y="50609"/>
                </a:lnTo>
                <a:lnTo>
                  <a:pt x="410172" y="50609"/>
                </a:lnTo>
                <a:lnTo>
                  <a:pt x="410172" y="31602"/>
                </a:lnTo>
                <a:cubicBezTo>
                  <a:pt x="410172" y="27830"/>
                  <a:pt x="409991" y="25435"/>
                  <a:pt x="409629" y="24419"/>
                </a:cubicBezTo>
                <a:cubicBezTo>
                  <a:pt x="409268" y="23402"/>
                  <a:pt x="408629" y="22595"/>
                  <a:pt x="407713" y="21996"/>
                </a:cubicBezTo>
                <a:cubicBezTo>
                  <a:pt x="406797" y="21397"/>
                  <a:pt x="405649" y="21098"/>
                  <a:pt x="404270" y="21098"/>
                </a:cubicBezTo>
                <a:cubicBezTo>
                  <a:pt x="402687" y="21098"/>
                  <a:pt x="401274" y="21482"/>
                  <a:pt x="400030" y="22250"/>
                </a:cubicBezTo>
                <a:cubicBezTo>
                  <a:pt x="398786" y="23019"/>
                  <a:pt x="397876" y="24176"/>
                  <a:pt x="397299" y="25723"/>
                </a:cubicBezTo>
                <a:cubicBezTo>
                  <a:pt x="396723" y="27270"/>
                  <a:pt x="396435" y="29557"/>
                  <a:pt x="396435" y="32584"/>
                </a:cubicBezTo>
                <a:lnTo>
                  <a:pt x="396435" y="50609"/>
                </a:lnTo>
                <a:lnTo>
                  <a:pt x="386903" y="50609"/>
                </a:lnTo>
                <a:lnTo>
                  <a:pt x="386903" y="882"/>
                </a:lnTo>
                <a:lnTo>
                  <a:pt x="396435" y="882"/>
                </a:lnTo>
                <a:close/>
                <a:moveTo>
                  <a:pt x="423682" y="64380"/>
                </a:moveTo>
                <a:lnTo>
                  <a:pt x="423682" y="58139"/>
                </a:lnTo>
                <a:lnTo>
                  <a:pt x="463300" y="58139"/>
                </a:lnTo>
                <a:lnTo>
                  <a:pt x="463300" y="64380"/>
                </a:lnTo>
                <a:lnTo>
                  <a:pt x="423682" y="64380"/>
                </a:lnTo>
                <a:close/>
                <a:moveTo>
                  <a:pt x="489075" y="39144"/>
                </a:moveTo>
                <a:lnTo>
                  <a:pt x="498573" y="40772"/>
                </a:lnTo>
                <a:cubicBezTo>
                  <a:pt x="497352" y="44243"/>
                  <a:pt x="495424" y="46886"/>
                  <a:pt x="492790" y="48701"/>
                </a:cubicBezTo>
                <a:cubicBezTo>
                  <a:pt x="490155" y="50515"/>
                  <a:pt x="486859" y="51423"/>
                  <a:pt x="482902" y="51423"/>
                </a:cubicBezTo>
                <a:cubicBezTo>
                  <a:pt x="476638" y="51423"/>
                  <a:pt x="472002" y="49376"/>
                  <a:pt x="468995" y="45283"/>
                </a:cubicBezTo>
                <a:cubicBezTo>
                  <a:pt x="466620" y="42004"/>
                  <a:pt x="465433" y="37866"/>
                  <a:pt x="465433" y="32868"/>
                </a:cubicBezTo>
                <a:cubicBezTo>
                  <a:pt x="465433" y="26899"/>
                  <a:pt x="466993" y="22223"/>
                  <a:pt x="470114" y="18843"/>
                </a:cubicBezTo>
                <a:cubicBezTo>
                  <a:pt x="473235" y="15462"/>
                  <a:pt x="477181" y="13772"/>
                  <a:pt x="481952" y="13772"/>
                </a:cubicBezTo>
                <a:cubicBezTo>
                  <a:pt x="487311" y="13772"/>
                  <a:pt x="491540" y="15541"/>
                  <a:pt x="494638" y="19080"/>
                </a:cubicBezTo>
                <a:cubicBezTo>
                  <a:pt x="497736" y="22619"/>
                  <a:pt x="499217" y="28041"/>
                  <a:pt x="499082" y="35345"/>
                </a:cubicBezTo>
                <a:lnTo>
                  <a:pt x="475202" y="35345"/>
                </a:lnTo>
                <a:cubicBezTo>
                  <a:pt x="475270" y="38171"/>
                  <a:pt x="476039" y="40370"/>
                  <a:pt x="477509" y="41942"/>
                </a:cubicBezTo>
                <a:cubicBezTo>
                  <a:pt x="478978" y="43514"/>
                  <a:pt x="480810" y="44299"/>
                  <a:pt x="483004" y="44299"/>
                </a:cubicBezTo>
                <a:cubicBezTo>
                  <a:pt x="484496" y="44299"/>
                  <a:pt x="485751" y="43892"/>
                  <a:pt x="486769" y="43078"/>
                </a:cubicBezTo>
                <a:cubicBezTo>
                  <a:pt x="487786" y="42264"/>
                  <a:pt x="488555" y="40953"/>
                  <a:pt x="489075" y="39144"/>
                </a:cubicBezTo>
                <a:moveTo>
                  <a:pt x="489618" y="29510"/>
                </a:moveTo>
                <a:cubicBezTo>
                  <a:pt x="489550" y="26763"/>
                  <a:pt x="488838" y="24674"/>
                  <a:pt x="487481" y="23244"/>
                </a:cubicBezTo>
                <a:cubicBezTo>
                  <a:pt x="486124" y="21813"/>
                  <a:pt x="484473" y="21098"/>
                  <a:pt x="482529" y="21098"/>
                </a:cubicBezTo>
                <a:cubicBezTo>
                  <a:pt x="480448" y="21098"/>
                  <a:pt x="478730" y="21853"/>
                  <a:pt x="477373" y="23361"/>
                </a:cubicBezTo>
                <a:cubicBezTo>
                  <a:pt x="476016" y="24871"/>
                  <a:pt x="475349" y="26920"/>
                  <a:pt x="475372" y="29510"/>
                </a:cubicBezTo>
                <a:lnTo>
                  <a:pt x="489618" y="29510"/>
                </a:lnTo>
                <a:close/>
                <a:moveTo>
                  <a:pt x="539188" y="50609"/>
                </a:moveTo>
                <a:lnTo>
                  <a:pt x="529657" y="50609"/>
                </a:lnTo>
                <a:lnTo>
                  <a:pt x="529657" y="32245"/>
                </a:lnTo>
                <a:cubicBezTo>
                  <a:pt x="529657" y="28360"/>
                  <a:pt x="529453" y="25847"/>
                  <a:pt x="529046" y="24706"/>
                </a:cubicBezTo>
                <a:cubicBezTo>
                  <a:pt x="528639" y="23566"/>
                  <a:pt x="527978" y="22679"/>
                  <a:pt x="527062" y="22047"/>
                </a:cubicBezTo>
                <a:cubicBezTo>
                  <a:pt x="526146" y="21414"/>
                  <a:pt x="525044" y="21098"/>
                  <a:pt x="523755" y="21098"/>
                </a:cubicBezTo>
                <a:cubicBezTo>
                  <a:pt x="522104" y="21098"/>
                  <a:pt x="520623" y="21550"/>
                  <a:pt x="519311" y="22454"/>
                </a:cubicBezTo>
                <a:cubicBezTo>
                  <a:pt x="518000" y="23357"/>
                  <a:pt x="517101" y="24554"/>
                  <a:pt x="516615" y="26045"/>
                </a:cubicBezTo>
                <a:cubicBezTo>
                  <a:pt x="516128" y="27536"/>
                  <a:pt x="515885" y="30291"/>
                  <a:pt x="515885" y="34312"/>
                </a:cubicBezTo>
                <a:lnTo>
                  <a:pt x="515885" y="50609"/>
                </a:lnTo>
                <a:lnTo>
                  <a:pt x="506354" y="50609"/>
                </a:lnTo>
                <a:lnTo>
                  <a:pt x="506354" y="14586"/>
                </a:lnTo>
                <a:lnTo>
                  <a:pt x="515207" y="14586"/>
                </a:lnTo>
                <a:lnTo>
                  <a:pt x="515207" y="19877"/>
                </a:lnTo>
                <a:cubicBezTo>
                  <a:pt x="518350" y="15807"/>
                  <a:pt x="522307" y="13772"/>
                  <a:pt x="527079" y="13772"/>
                </a:cubicBezTo>
                <a:cubicBezTo>
                  <a:pt x="529182" y="13772"/>
                  <a:pt x="531104" y="14150"/>
                  <a:pt x="532845" y="14908"/>
                </a:cubicBezTo>
                <a:cubicBezTo>
                  <a:pt x="534586" y="15665"/>
                  <a:pt x="535904" y="16632"/>
                  <a:pt x="536797" y="17808"/>
                </a:cubicBezTo>
                <a:cubicBezTo>
                  <a:pt x="537690" y="18984"/>
                  <a:pt x="538312" y="20318"/>
                  <a:pt x="538663" y="21811"/>
                </a:cubicBezTo>
                <a:cubicBezTo>
                  <a:pt x="539013" y="23303"/>
                  <a:pt x="539188" y="25440"/>
                  <a:pt x="539188" y="28221"/>
                </a:cubicBezTo>
                <a:lnTo>
                  <a:pt x="539188" y="50609"/>
                </a:lnTo>
                <a:close/>
                <a:moveTo>
                  <a:pt x="565316" y="14586"/>
                </a:moveTo>
                <a:lnTo>
                  <a:pt x="565316" y="22184"/>
                </a:lnTo>
                <a:lnTo>
                  <a:pt x="558803" y="22184"/>
                </a:lnTo>
                <a:lnTo>
                  <a:pt x="558803" y="36678"/>
                </a:lnTo>
                <a:cubicBezTo>
                  <a:pt x="558803" y="39614"/>
                  <a:pt x="558865" y="41324"/>
                  <a:pt x="558990" y="41810"/>
                </a:cubicBezTo>
                <a:cubicBezTo>
                  <a:pt x="559114" y="42294"/>
                  <a:pt x="559397" y="42695"/>
                  <a:pt x="559838" y="43012"/>
                </a:cubicBezTo>
                <a:cubicBezTo>
                  <a:pt x="560279" y="43327"/>
                  <a:pt x="560816" y="43485"/>
                  <a:pt x="561449" y="43485"/>
                </a:cubicBezTo>
                <a:cubicBezTo>
                  <a:pt x="562331" y="43485"/>
                  <a:pt x="563609" y="43180"/>
                  <a:pt x="565282" y="42570"/>
                </a:cubicBezTo>
                <a:lnTo>
                  <a:pt x="566096" y="49992"/>
                </a:lnTo>
                <a:cubicBezTo>
                  <a:pt x="563880" y="50946"/>
                  <a:pt x="561370" y="51423"/>
                  <a:pt x="558566" y="51423"/>
                </a:cubicBezTo>
                <a:cubicBezTo>
                  <a:pt x="556847" y="51423"/>
                  <a:pt x="555298" y="51134"/>
                  <a:pt x="553919" y="50558"/>
                </a:cubicBezTo>
                <a:cubicBezTo>
                  <a:pt x="552539" y="49981"/>
                  <a:pt x="551527" y="49235"/>
                  <a:pt x="550883" y="48319"/>
                </a:cubicBezTo>
                <a:cubicBezTo>
                  <a:pt x="550238" y="47403"/>
                  <a:pt x="549792" y="46165"/>
                  <a:pt x="549543" y="44605"/>
                </a:cubicBezTo>
                <a:cubicBezTo>
                  <a:pt x="549340" y="43497"/>
                  <a:pt x="549238" y="41258"/>
                  <a:pt x="549238" y="37889"/>
                </a:cubicBezTo>
                <a:lnTo>
                  <a:pt x="549238" y="22184"/>
                </a:lnTo>
                <a:lnTo>
                  <a:pt x="544862" y="22184"/>
                </a:lnTo>
                <a:lnTo>
                  <a:pt x="544862" y="14586"/>
                </a:lnTo>
                <a:lnTo>
                  <a:pt x="549238" y="14586"/>
                </a:lnTo>
                <a:lnTo>
                  <a:pt x="549238" y="7395"/>
                </a:lnTo>
                <a:lnTo>
                  <a:pt x="558803" y="1764"/>
                </a:lnTo>
                <a:lnTo>
                  <a:pt x="558803" y="14586"/>
                </a:lnTo>
                <a:lnTo>
                  <a:pt x="565316" y="14586"/>
                </a:lnTo>
                <a:close/>
                <a:moveTo>
                  <a:pt x="580846" y="50609"/>
                </a:moveTo>
                <a:lnTo>
                  <a:pt x="571315" y="50609"/>
                </a:lnTo>
                <a:lnTo>
                  <a:pt x="571315" y="14586"/>
                </a:lnTo>
                <a:lnTo>
                  <a:pt x="580168" y="14586"/>
                </a:lnTo>
                <a:lnTo>
                  <a:pt x="580168" y="19708"/>
                </a:lnTo>
                <a:cubicBezTo>
                  <a:pt x="581683" y="17288"/>
                  <a:pt x="583045" y="15694"/>
                  <a:pt x="584255" y="14925"/>
                </a:cubicBezTo>
                <a:cubicBezTo>
                  <a:pt x="585465" y="14156"/>
                  <a:pt x="586839" y="13772"/>
                  <a:pt x="588376" y="13772"/>
                </a:cubicBezTo>
                <a:cubicBezTo>
                  <a:pt x="590547" y="13772"/>
                  <a:pt x="592639" y="14371"/>
                  <a:pt x="594652" y="15569"/>
                </a:cubicBezTo>
                <a:lnTo>
                  <a:pt x="591701" y="23880"/>
                </a:lnTo>
                <a:cubicBezTo>
                  <a:pt x="590095" y="22839"/>
                  <a:pt x="588603" y="22319"/>
                  <a:pt x="587223" y="22319"/>
                </a:cubicBezTo>
                <a:cubicBezTo>
                  <a:pt x="585889" y="22319"/>
                  <a:pt x="584758" y="22687"/>
                  <a:pt x="583831" y="23422"/>
                </a:cubicBezTo>
                <a:cubicBezTo>
                  <a:pt x="582904" y="24157"/>
                  <a:pt x="582175" y="25485"/>
                  <a:pt x="581643" y="27407"/>
                </a:cubicBezTo>
                <a:cubicBezTo>
                  <a:pt x="581112" y="29329"/>
                  <a:pt x="580846" y="33355"/>
                  <a:pt x="580846" y="39483"/>
                </a:cubicBezTo>
                <a:lnTo>
                  <a:pt x="580846" y="50609"/>
                </a:lnTo>
                <a:close/>
                <a:moveTo>
                  <a:pt x="594303" y="14586"/>
                </a:moveTo>
                <a:lnTo>
                  <a:pt x="604445" y="14586"/>
                </a:lnTo>
                <a:lnTo>
                  <a:pt x="613061" y="40186"/>
                </a:lnTo>
                <a:lnTo>
                  <a:pt x="621473" y="14586"/>
                </a:lnTo>
                <a:lnTo>
                  <a:pt x="631344" y="14586"/>
                </a:lnTo>
                <a:lnTo>
                  <a:pt x="618624" y="49263"/>
                </a:lnTo>
                <a:lnTo>
                  <a:pt x="616351" y="55561"/>
                </a:lnTo>
                <a:cubicBezTo>
                  <a:pt x="615514" y="57664"/>
                  <a:pt x="614717" y="59270"/>
                  <a:pt x="613960" y="60378"/>
                </a:cubicBezTo>
                <a:cubicBezTo>
                  <a:pt x="613202" y="61486"/>
                  <a:pt x="612331" y="62384"/>
                  <a:pt x="611348" y="63074"/>
                </a:cubicBezTo>
                <a:cubicBezTo>
                  <a:pt x="610364" y="63764"/>
                  <a:pt x="609154" y="64301"/>
                  <a:pt x="607718" y="64685"/>
                </a:cubicBezTo>
                <a:cubicBezTo>
                  <a:pt x="606282" y="65070"/>
                  <a:pt x="604660" y="65262"/>
                  <a:pt x="602851" y="65262"/>
                </a:cubicBezTo>
                <a:cubicBezTo>
                  <a:pt x="601019" y="65262"/>
                  <a:pt x="599221" y="65070"/>
                  <a:pt x="597457" y="64685"/>
                </a:cubicBezTo>
                <a:lnTo>
                  <a:pt x="596609" y="57223"/>
                </a:lnTo>
                <a:cubicBezTo>
                  <a:pt x="598102" y="57517"/>
                  <a:pt x="599447" y="57664"/>
                  <a:pt x="600646" y="57664"/>
                </a:cubicBezTo>
                <a:cubicBezTo>
                  <a:pt x="602862" y="57664"/>
                  <a:pt x="604502" y="57014"/>
                  <a:pt x="605564" y="55714"/>
                </a:cubicBezTo>
                <a:cubicBezTo>
                  <a:pt x="606627" y="54413"/>
                  <a:pt x="607441" y="52757"/>
                  <a:pt x="608007" y="50744"/>
                </a:cubicBezTo>
                <a:lnTo>
                  <a:pt x="594303" y="14586"/>
                </a:lnTo>
                <a:close/>
                <a:moveTo>
                  <a:pt x="630001" y="64380"/>
                </a:moveTo>
                <a:lnTo>
                  <a:pt x="630001" y="58139"/>
                </a:lnTo>
                <a:lnTo>
                  <a:pt x="669620" y="58139"/>
                </a:lnTo>
                <a:lnTo>
                  <a:pt x="669620" y="64380"/>
                </a:lnTo>
                <a:lnTo>
                  <a:pt x="630001" y="64380"/>
                </a:lnTo>
                <a:close/>
                <a:moveTo>
                  <a:pt x="671176" y="40365"/>
                </a:moveTo>
                <a:lnTo>
                  <a:pt x="680742" y="38872"/>
                </a:lnTo>
                <a:cubicBezTo>
                  <a:pt x="681149" y="40715"/>
                  <a:pt x="681974" y="42114"/>
                  <a:pt x="683218" y="43070"/>
                </a:cubicBezTo>
                <a:cubicBezTo>
                  <a:pt x="684462" y="44025"/>
                  <a:pt x="686203" y="44503"/>
                  <a:pt x="688441" y="44503"/>
                </a:cubicBezTo>
                <a:cubicBezTo>
                  <a:pt x="690906" y="44503"/>
                  <a:pt x="692761" y="44051"/>
                  <a:pt x="694004" y="43148"/>
                </a:cubicBezTo>
                <a:cubicBezTo>
                  <a:pt x="694841" y="42516"/>
                  <a:pt x="695259" y="41669"/>
                  <a:pt x="695259" y="40608"/>
                </a:cubicBezTo>
                <a:cubicBezTo>
                  <a:pt x="695259" y="39885"/>
                  <a:pt x="695033" y="39286"/>
                  <a:pt x="694581" y="38812"/>
                </a:cubicBezTo>
                <a:cubicBezTo>
                  <a:pt x="694106" y="38360"/>
                  <a:pt x="693043" y="37943"/>
                  <a:pt x="691393" y="37559"/>
                </a:cubicBezTo>
                <a:cubicBezTo>
                  <a:pt x="683704" y="35866"/>
                  <a:pt x="678831" y="34319"/>
                  <a:pt x="676773" y="32918"/>
                </a:cubicBezTo>
                <a:cubicBezTo>
                  <a:pt x="673924" y="30975"/>
                  <a:pt x="672499" y="28275"/>
                  <a:pt x="672499" y="24819"/>
                </a:cubicBezTo>
                <a:cubicBezTo>
                  <a:pt x="672499" y="21701"/>
                  <a:pt x="673732" y="19080"/>
                  <a:pt x="676196" y="16957"/>
                </a:cubicBezTo>
                <a:cubicBezTo>
                  <a:pt x="678661" y="14833"/>
                  <a:pt x="682483" y="13772"/>
                  <a:pt x="687661" y="13772"/>
                </a:cubicBezTo>
                <a:cubicBezTo>
                  <a:pt x="692591" y="13772"/>
                  <a:pt x="696254" y="14571"/>
                  <a:pt x="698651" y="16171"/>
                </a:cubicBezTo>
                <a:cubicBezTo>
                  <a:pt x="701048" y="17771"/>
                  <a:pt x="702699" y="20137"/>
                  <a:pt x="703604" y="23269"/>
                </a:cubicBezTo>
                <a:lnTo>
                  <a:pt x="694615" y="24965"/>
                </a:lnTo>
                <a:cubicBezTo>
                  <a:pt x="694231" y="23563"/>
                  <a:pt x="693501" y="22489"/>
                  <a:pt x="692427" y="21743"/>
                </a:cubicBezTo>
                <a:cubicBezTo>
                  <a:pt x="691353" y="20996"/>
                  <a:pt x="689821" y="20623"/>
                  <a:pt x="687831" y="20623"/>
                </a:cubicBezTo>
                <a:cubicBezTo>
                  <a:pt x="685321" y="20623"/>
                  <a:pt x="683523" y="20973"/>
                  <a:pt x="682438" y="21674"/>
                </a:cubicBezTo>
                <a:cubicBezTo>
                  <a:pt x="681714" y="22170"/>
                  <a:pt x="681352" y="22813"/>
                  <a:pt x="681352" y="23604"/>
                </a:cubicBezTo>
                <a:cubicBezTo>
                  <a:pt x="681352" y="24281"/>
                  <a:pt x="681669" y="24857"/>
                  <a:pt x="682302" y="25331"/>
                </a:cubicBezTo>
                <a:cubicBezTo>
                  <a:pt x="683161" y="25963"/>
                  <a:pt x="686129" y="26855"/>
                  <a:pt x="691206" y="28007"/>
                </a:cubicBezTo>
                <a:cubicBezTo>
                  <a:pt x="696283" y="29159"/>
                  <a:pt x="699827" y="30572"/>
                  <a:pt x="701840" y="32246"/>
                </a:cubicBezTo>
                <a:cubicBezTo>
                  <a:pt x="703830" y="33944"/>
                  <a:pt x="704825" y="36308"/>
                  <a:pt x="704825" y="39340"/>
                </a:cubicBezTo>
                <a:cubicBezTo>
                  <a:pt x="704825" y="42643"/>
                  <a:pt x="703445" y="45483"/>
                  <a:pt x="700687" y="47859"/>
                </a:cubicBezTo>
                <a:cubicBezTo>
                  <a:pt x="697928" y="50235"/>
                  <a:pt x="693846" y="51423"/>
                  <a:pt x="688441" y="51423"/>
                </a:cubicBezTo>
                <a:cubicBezTo>
                  <a:pt x="683534" y="51423"/>
                  <a:pt x="679651" y="50431"/>
                  <a:pt x="676790" y="48447"/>
                </a:cubicBezTo>
                <a:cubicBezTo>
                  <a:pt x="673929" y="46463"/>
                  <a:pt x="672058" y="43769"/>
                  <a:pt x="671176" y="40365"/>
                </a:cubicBezTo>
                <a:close/>
                <a:moveTo>
                  <a:pt x="720560" y="25711"/>
                </a:moveTo>
                <a:lnTo>
                  <a:pt x="711910" y="24151"/>
                </a:lnTo>
                <a:cubicBezTo>
                  <a:pt x="712882" y="20623"/>
                  <a:pt x="714556" y="18011"/>
                  <a:pt x="716930" y="16316"/>
                </a:cubicBezTo>
                <a:cubicBezTo>
                  <a:pt x="719304" y="14620"/>
                  <a:pt x="722832" y="13772"/>
                  <a:pt x="727513" y="13772"/>
                </a:cubicBezTo>
                <a:cubicBezTo>
                  <a:pt x="731764" y="13772"/>
                  <a:pt x="734930" y="14275"/>
                  <a:pt x="737011" y="15281"/>
                </a:cubicBezTo>
                <a:cubicBezTo>
                  <a:pt x="739091" y="16287"/>
                  <a:pt x="740555" y="17565"/>
                  <a:pt x="741403" y="19114"/>
                </a:cubicBezTo>
                <a:cubicBezTo>
                  <a:pt x="742251" y="20663"/>
                  <a:pt x="742675" y="23507"/>
                  <a:pt x="742675" y="27645"/>
                </a:cubicBezTo>
                <a:lnTo>
                  <a:pt x="742574" y="38771"/>
                </a:lnTo>
                <a:cubicBezTo>
                  <a:pt x="742574" y="41936"/>
                  <a:pt x="742726" y="44271"/>
                  <a:pt x="743031" y="45775"/>
                </a:cubicBezTo>
                <a:cubicBezTo>
                  <a:pt x="743337" y="47279"/>
                  <a:pt x="743908" y="48890"/>
                  <a:pt x="744744" y="50609"/>
                </a:cubicBezTo>
                <a:lnTo>
                  <a:pt x="735315" y="50609"/>
                </a:lnTo>
                <a:cubicBezTo>
                  <a:pt x="735066" y="49975"/>
                  <a:pt x="734761" y="49037"/>
                  <a:pt x="734399" y="47793"/>
                </a:cubicBezTo>
                <a:cubicBezTo>
                  <a:pt x="734241" y="47228"/>
                  <a:pt x="734127" y="46855"/>
                  <a:pt x="734060" y="46674"/>
                </a:cubicBezTo>
                <a:cubicBezTo>
                  <a:pt x="732431" y="48257"/>
                  <a:pt x="730690" y="49444"/>
                  <a:pt x="728836" y="50235"/>
                </a:cubicBezTo>
                <a:cubicBezTo>
                  <a:pt x="726982" y="51027"/>
                  <a:pt x="725003" y="51423"/>
                  <a:pt x="722900" y="51423"/>
                </a:cubicBezTo>
                <a:cubicBezTo>
                  <a:pt x="719191" y="51423"/>
                  <a:pt x="716269" y="50421"/>
                  <a:pt x="714132" y="48417"/>
                </a:cubicBezTo>
                <a:cubicBezTo>
                  <a:pt x="711995" y="46412"/>
                  <a:pt x="710926" y="43879"/>
                  <a:pt x="710926" y="40816"/>
                </a:cubicBezTo>
                <a:cubicBezTo>
                  <a:pt x="710926" y="38790"/>
                  <a:pt x="711412" y="36983"/>
                  <a:pt x="712385" y="35395"/>
                </a:cubicBezTo>
                <a:cubicBezTo>
                  <a:pt x="713357" y="33808"/>
                  <a:pt x="714720" y="32591"/>
                  <a:pt x="716472" y="31747"/>
                </a:cubicBezTo>
                <a:cubicBezTo>
                  <a:pt x="718225" y="30903"/>
                  <a:pt x="720752" y="30165"/>
                  <a:pt x="724053" y="29535"/>
                </a:cubicBezTo>
                <a:cubicBezTo>
                  <a:pt x="728508" y="28702"/>
                  <a:pt x="731595" y="27925"/>
                  <a:pt x="733313" y="27204"/>
                </a:cubicBezTo>
                <a:lnTo>
                  <a:pt x="733313" y="26243"/>
                </a:lnTo>
                <a:cubicBezTo>
                  <a:pt x="733313" y="24391"/>
                  <a:pt x="732861" y="23071"/>
                  <a:pt x="731957" y="22282"/>
                </a:cubicBezTo>
                <a:cubicBezTo>
                  <a:pt x="731052" y="21493"/>
                  <a:pt x="729345" y="21098"/>
                  <a:pt x="726835" y="21098"/>
                </a:cubicBezTo>
                <a:cubicBezTo>
                  <a:pt x="725139" y="21098"/>
                  <a:pt x="723816" y="21440"/>
                  <a:pt x="722866" y="22122"/>
                </a:cubicBezTo>
                <a:cubicBezTo>
                  <a:pt x="721916" y="22804"/>
                  <a:pt x="721147" y="24001"/>
                  <a:pt x="720560" y="25711"/>
                </a:cubicBezTo>
                <a:moveTo>
                  <a:pt x="733313" y="33445"/>
                </a:moveTo>
                <a:cubicBezTo>
                  <a:pt x="732092" y="33847"/>
                  <a:pt x="730159" y="34328"/>
                  <a:pt x="727513" y="34887"/>
                </a:cubicBezTo>
                <a:cubicBezTo>
                  <a:pt x="724867" y="35445"/>
                  <a:pt x="723137" y="35992"/>
                  <a:pt x="722323" y="36529"/>
                </a:cubicBezTo>
                <a:cubicBezTo>
                  <a:pt x="721080" y="37400"/>
                  <a:pt x="720458" y="38506"/>
                  <a:pt x="720458" y="39846"/>
                </a:cubicBezTo>
                <a:cubicBezTo>
                  <a:pt x="720458" y="41165"/>
                  <a:pt x="720955" y="42305"/>
                  <a:pt x="721950" y="43266"/>
                </a:cubicBezTo>
                <a:cubicBezTo>
                  <a:pt x="722945" y="44226"/>
                  <a:pt x="724212" y="44707"/>
                  <a:pt x="725749" y="44707"/>
                </a:cubicBezTo>
                <a:cubicBezTo>
                  <a:pt x="727468" y="44707"/>
                  <a:pt x="729107" y="44148"/>
                  <a:pt x="730668" y="43031"/>
                </a:cubicBezTo>
                <a:cubicBezTo>
                  <a:pt x="731821" y="42182"/>
                  <a:pt x="732578" y="41143"/>
                  <a:pt x="732940" y="39913"/>
                </a:cubicBezTo>
                <a:cubicBezTo>
                  <a:pt x="733189" y="39109"/>
                  <a:pt x="733313" y="37579"/>
                  <a:pt x="733313" y="35322"/>
                </a:cubicBezTo>
                <a:lnTo>
                  <a:pt x="733313" y="33445"/>
                </a:lnTo>
                <a:close/>
                <a:moveTo>
                  <a:pt x="748166" y="14586"/>
                </a:moveTo>
                <a:lnTo>
                  <a:pt x="753457" y="14586"/>
                </a:lnTo>
                <a:lnTo>
                  <a:pt x="753457" y="11866"/>
                </a:lnTo>
                <a:cubicBezTo>
                  <a:pt x="753457" y="8828"/>
                  <a:pt x="753780" y="6562"/>
                  <a:pt x="754424" y="5066"/>
                </a:cubicBezTo>
                <a:cubicBezTo>
                  <a:pt x="755069" y="3570"/>
                  <a:pt x="756256" y="2351"/>
                  <a:pt x="757986" y="1411"/>
                </a:cubicBezTo>
                <a:cubicBezTo>
                  <a:pt x="759716" y="470"/>
                  <a:pt x="761903" y="0"/>
                  <a:pt x="764549" y="0"/>
                </a:cubicBezTo>
                <a:cubicBezTo>
                  <a:pt x="767263" y="0"/>
                  <a:pt x="769920" y="407"/>
                  <a:pt x="772520" y="1221"/>
                </a:cubicBezTo>
                <a:lnTo>
                  <a:pt x="771231" y="7869"/>
                </a:lnTo>
                <a:cubicBezTo>
                  <a:pt x="769716" y="7508"/>
                  <a:pt x="768258" y="7327"/>
                  <a:pt x="766856" y="7327"/>
                </a:cubicBezTo>
                <a:cubicBezTo>
                  <a:pt x="765476" y="7327"/>
                  <a:pt x="764487" y="7651"/>
                  <a:pt x="763888" y="8299"/>
                </a:cubicBezTo>
                <a:cubicBezTo>
                  <a:pt x="763289" y="8946"/>
                  <a:pt x="762989" y="10190"/>
                  <a:pt x="762989" y="12030"/>
                </a:cubicBezTo>
                <a:lnTo>
                  <a:pt x="762989" y="14586"/>
                </a:lnTo>
                <a:lnTo>
                  <a:pt x="770112" y="14586"/>
                </a:lnTo>
                <a:lnTo>
                  <a:pt x="770112" y="22116"/>
                </a:lnTo>
                <a:lnTo>
                  <a:pt x="762989" y="22116"/>
                </a:lnTo>
                <a:lnTo>
                  <a:pt x="762989" y="50609"/>
                </a:lnTo>
                <a:lnTo>
                  <a:pt x="753457" y="50609"/>
                </a:lnTo>
                <a:lnTo>
                  <a:pt x="753457" y="22116"/>
                </a:lnTo>
                <a:lnTo>
                  <a:pt x="748166" y="22116"/>
                </a:lnTo>
                <a:lnTo>
                  <a:pt x="748166" y="14586"/>
                </a:lnTo>
                <a:close/>
                <a:moveTo>
                  <a:pt x="796131" y="39144"/>
                </a:moveTo>
                <a:lnTo>
                  <a:pt x="805628" y="40772"/>
                </a:lnTo>
                <a:cubicBezTo>
                  <a:pt x="804407" y="44243"/>
                  <a:pt x="802479" y="46886"/>
                  <a:pt x="799845" y="48701"/>
                </a:cubicBezTo>
                <a:cubicBezTo>
                  <a:pt x="797210" y="50515"/>
                  <a:pt x="793914" y="51423"/>
                  <a:pt x="789957" y="51423"/>
                </a:cubicBezTo>
                <a:cubicBezTo>
                  <a:pt x="783693" y="51423"/>
                  <a:pt x="779057" y="49376"/>
                  <a:pt x="776050" y="45283"/>
                </a:cubicBezTo>
                <a:cubicBezTo>
                  <a:pt x="773676" y="42004"/>
                  <a:pt x="772488" y="37866"/>
                  <a:pt x="772488" y="32868"/>
                </a:cubicBezTo>
                <a:cubicBezTo>
                  <a:pt x="772488" y="26899"/>
                  <a:pt x="774049" y="22223"/>
                  <a:pt x="777169" y="18843"/>
                </a:cubicBezTo>
                <a:cubicBezTo>
                  <a:pt x="780290" y="15462"/>
                  <a:pt x="784236" y="13772"/>
                  <a:pt x="789007" y="13772"/>
                </a:cubicBezTo>
                <a:cubicBezTo>
                  <a:pt x="794367" y="13772"/>
                  <a:pt x="798595" y="15541"/>
                  <a:pt x="801693" y="19080"/>
                </a:cubicBezTo>
                <a:cubicBezTo>
                  <a:pt x="804791" y="22619"/>
                  <a:pt x="806273" y="28041"/>
                  <a:pt x="806137" y="35345"/>
                </a:cubicBezTo>
                <a:lnTo>
                  <a:pt x="782257" y="35345"/>
                </a:lnTo>
                <a:cubicBezTo>
                  <a:pt x="782325" y="38171"/>
                  <a:pt x="783094" y="40370"/>
                  <a:pt x="784564" y="41942"/>
                </a:cubicBezTo>
                <a:cubicBezTo>
                  <a:pt x="786034" y="43514"/>
                  <a:pt x="787865" y="44299"/>
                  <a:pt x="790059" y="44299"/>
                </a:cubicBezTo>
                <a:cubicBezTo>
                  <a:pt x="791551" y="44299"/>
                  <a:pt x="792806" y="43892"/>
                  <a:pt x="793824" y="43078"/>
                </a:cubicBezTo>
                <a:cubicBezTo>
                  <a:pt x="794842" y="42264"/>
                  <a:pt x="795610" y="40953"/>
                  <a:pt x="796131" y="39144"/>
                </a:cubicBezTo>
                <a:moveTo>
                  <a:pt x="796673" y="29510"/>
                </a:moveTo>
                <a:cubicBezTo>
                  <a:pt x="796605" y="26763"/>
                  <a:pt x="795893" y="24674"/>
                  <a:pt x="794536" y="23244"/>
                </a:cubicBezTo>
                <a:cubicBezTo>
                  <a:pt x="793180" y="21813"/>
                  <a:pt x="791529" y="21098"/>
                  <a:pt x="789584" y="21098"/>
                </a:cubicBezTo>
                <a:cubicBezTo>
                  <a:pt x="787504" y="21098"/>
                  <a:pt x="785785" y="21853"/>
                  <a:pt x="784428" y="23361"/>
                </a:cubicBezTo>
                <a:cubicBezTo>
                  <a:pt x="783071" y="24871"/>
                  <a:pt x="782404" y="26920"/>
                  <a:pt x="782427" y="29510"/>
                </a:cubicBezTo>
                <a:lnTo>
                  <a:pt x="796673" y="29510"/>
                </a:lnTo>
                <a:close/>
                <a:moveTo>
                  <a:pt x="829978" y="65262"/>
                </a:moveTo>
                <a:lnTo>
                  <a:pt x="823432" y="65262"/>
                </a:lnTo>
                <a:cubicBezTo>
                  <a:pt x="819972" y="60033"/>
                  <a:pt x="817337" y="54600"/>
                  <a:pt x="815528" y="48963"/>
                </a:cubicBezTo>
                <a:cubicBezTo>
                  <a:pt x="813719" y="43327"/>
                  <a:pt x="812815" y="37872"/>
                  <a:pt x="812815" y="32597"/>
                </a:cubicBezTo>
                <a:cubicBezTo>
                  <a:pt x="812815" y="26055"/>
                  <a:pt x="813934" y="19864"/>
                  <a:pt x="816173" y="14024"/>
                </a:cubicBezTo>
                <a:cubicBezTo>
                  <a:pt x="818117" y="8953"/>
                  <a:pt x="820582" y="4278"/>
                  <a:pt x="823567" y="0"/>
                </a:cubicBezTo>
                <a:lnTo>
                  <a:pt x="830080" y="0"/>
                </a:lnTo>
                <a:cubicBezTo>
                  <a:pt x="826982" y="6859"/>
                  <a:pt x="824851" y="12693"/>
                  <a:pt x="823686" y="17504"/>
                </a:cubicBezTo>
                <a:cubicBezTo>
                  <a:pt x="822521" y="22314"/>
                  <a:pt x="821939" y="27413"/>
                  <a:pt x="821939" y="32801"/>
                </a:cubicBezTo>
                <a:cubicBezTo>
                  <a:pt x="821939" y="36513"/>
                  <a:pt x="822284" y="40317"/>
                  <a:pt x="822974" y="44210"/>
                </a:cubicBezTo>
                <a:cubicBezTo>
                  <a:pt x="823663" y="48103"/>
                  <a:pt x="824608" y="51804"/>
                  <a:pt x="825806" y="55313"/>
                </a:cubicBezTo>
                <a:cubicBezTo>
                  <a:pt x="826597" y="57622"/>
                  <a:pt x="827988" y="60939"/>
                  <a:pt x="829978" y="65262"/>
                </a:cubicBezTo>
                <a:close/>
                <a:moveTo>
                  <a:pt x="836825" y="14586"/>
                </a:moveTo>
                <a:lnTo>
                  <a:pt x="845712" y="14586"/>
                </a:lnTo>
                <a:lnTo>
                  <a:pt x="845712" y="19877"/>
                </a:lnTo>
                <a:cubicBezTo>
                  <a:pt x="846865" y="18068"/>
                  <a:pt x="848425" y="16598"/>
                  <a:pt x="850393" y="15468"/>
                </a:cubicBezTo>
                <a:cubicBezTo>
                  <a:pt x="852360" y="14337"/>
                  <a:pt x="854542" y="13772"/>
                  <a:pt x="856939" y="13772"/>
                </a:cubicBezTo>
                <a:cubicBezTo>
                  <a:pt x="861123" y="13772"/>
                  <a:pt x="864673" y="15411"/>
                  <a:pt x="867590" y="18690"/>
                </a:cubicBezTo>
                <a:cubicBezTo>
                  <a:pt x="870507" y="21969"/>
                  <a:pt x="871966" y="26537"/>
                  <a:pt x="871966" y="32394"/>
                </a:cubicBezTo>
                <a:cubicBezTo>
                  <a:pt x="871966" y="38409"/>
                  <a:pt x="870496" y="43084"/>
                  <a:pt x="867556" y="46419"/>
                </a:cubicBezTo>
                <a:cubicBezTo>
                  <a:pt x="864616" y="49755"/>
                  <a:pt x="861055" y="51423"/>
                  <a:pt x="856871" y="51423"/>
                </a:cubicBezTo>
                <a:cubicBezTo>
                  <a:pt x="854881" y="51423"/>
                  <a:pt x="853078" y="51027"/>
                  <a:pt x="851461" y="50235"/>
                </a:cubicBezTo>
                <a:cubicBezTo>
                  <a:pt x="849844" y="49444"/>
                  <a:pt x="848143" y="48087"/>
                  <a:pt x="846356" y="46165"/>
                </a:cubicBezTo>
                <a:lnTo>
                  <a:pt x="846356" y="64312"/>
                </a:lnTo>
                <a:lnTo>
                  <a:pt x="836825" y="64312"/>
                </a:lnTo>
                <a:lnTo>
                  <a:pt x="836825" y="14586"/>
                </a:lnTo>
                <a:moveTo>
                  <a:pt x="846254" y="31971"/>
                </a:moveTo>
                <a:cubicBezTo>
                  <a:pt x="846254" y="36012"/>
                  <a:pt x="847057" y="38998"/>
                  <a:pt x="848663" y="40929"/>
                </a:cubicBezTo>
                <a:cubicBezTo>
                  <a:pt x="850268" y="42859"/>
                  <a:pt x="852224" y="43825"/>
                  <a:pt x="854531" y="43825"/>
                </a:cubicBezTo>
                <a:cubicBezTo>
                  <a:pt x="856747" y="43825"/>
                  <a:pt x="858590" y="42938"/>
                  <a:pt x="860060" y="41166"/>
                </a:cubicBezTo>
                <a:cubicBezTo>
                  <a:pt x="861530" y="39394"/>
                  <a:pt x="862265" y="36487"/>
                  <a:pt x="862265" y="32444"/>
                </a:cubicBezTo>
                <a:cubicBezTo>
                  <a:pt x="862265" y="28674"/>
                  <a:pt x="861507" y="25874"/>
                  <a:pt x="859992" y="24045"/>
                </a:cubicBezTo>
                <a:cubicBezTo>
                  <a:pt x="858477" y="22216"/>
                  <a:pt x="856600" y="21302"/>
                  <a:pt x="854361" y="21302"/>
                </a:cubicBezTo>
                <a:cubicBezTo>
                  <a:pt x="852032" y="21302"/>
                  <a:pt x="850099" y="22199"/>
                  <a:pt x="848561" y="23994"/>
                </a:cubicBezTo>
                <a:cubicBezTo>
                  <a:pt x="847023" y="25789"/>
                  <a:pt x="846254" y="28448"/>
                  <a:pt x="846254" y="31971"/>
                </a:cubicBezTo>
                <a:close/>
                <a:moveTo>
                  <a:pt x="888596" y="50609"/>
                </a:moveTo>
                <a:lnTo>
                  <a:pt x="879065" y="50609"/>
                </a:lnTo>
                <a:lnTo>
                  <a:pt x="879065" y="14586"/>
                </a:lnTo>
                <a:lnTo>
                  <a:pt x="887918" y="14586"/>
                </a:lnTo>
                <a:lnTo>
                  <a:pt x="887918" y="19708"/>
                </a:lnTo>
                <a:cubicBezTo>
                  <a:pt x="889433" y="17288"/>
                  <a:pt x="890796" y="15694"/>
                  <a:pt x="892005" y="14925"/>
                </a:cubicBezTo>
                <a:cubicBezTo>
                  <a:pt x="893215" y="14156"/>
                  <a:pt x="894589" y="13772"/>
                  <a:pt x="896127" y="13772"/>
                </a:cubicBezTo>
                <a:cubicBezTo>
                  <a:pt x="898298" y="13772"/>
                  <a:pt x="900389" y="14371"/>
                  <a:pt x="902402" y="15569"/>
                </a:cubicBezTo>
                <a:lnTo>
                  <a:pt x="899451" y="23880"/>
                </a:lnTo>
                <a:cubicBezTo>
                  <a:pt x="897845" y="22839"/>
                  <a:pt x="896353" y="22319"/>
                  <a:pt x="894973" y="22319"/>
                </a:cubicBezTo>
                <a:cubicBezTo>
                  <a:pt x="893639" y="22319"/>
                  <a:pt x="892508" y="22687"/>
                  <a:pt x="891581" y="23422"/>
                </a:cubicBezTo>
                <a:cubicBezTo>
                  <a:pt x="890654" y="24157"/>
                  <a:pt x="889925" y="25485"/>
                  <a:pt x="889394" y="27407"/>
                </a:cubicBezTo>
                <a:cubicBezTo>
                  <a:pt x="888862" y="29329"/>
                  <a:pt x="888596" y="33355"/>
                  <a:pt x="888596" y="39483"/>
                </a:cubicBezTo>
                <a:lnTo>
                  <a:pt x="888596" y="50609"/>
                </a:lnTo>
                <a:close/>
                <a:moveTo>
                  <a:pt x="906564" y="9701"/>
                </a:moveTo>
                <a:lnTo>
                  <a:pt x="906564" y="882"/>
                </a:lnTo>
                <a:lnTo>
                  <a:pt x="916095" y="882"/>
                </a:lnTo>
                <a:lnTo>
                  <a:pt x="916095" y="9701"/>
                </a:lnTo>
                <a:lnTo>
                  <a:pt x="906564" y="9701"/>
                </a:lnTo>
                <a:moveTo>
                  <a:pt x="906564" y="50609"/>
                </a:moveTo>
                <a:lnTo>
                  <a:pt x="906564" y="14586"/>
                </a:lnTo>
                <a:lnTo>
                  <a:pt x="916095" y="14586"/>
                </a:lnTo>
                <a:lnTo>
                  <a:pt x="916095" y="50609"/>
                </a:lnTo>
                <a:lnTo>
                  <a:pt x="906564" y="50609"/>
                </a:lnTo>
                <a:close/>
                <a:moveTo>
                  <a:pt x="935920" y="50609"/>
                </a:moveTo>
                <a:lnTo>
                  <a:pt x="921402" y="14586"/>
                </a:lnTo>
                <a:lnTo>
                  <a:pt x="931408" y="14586"/>
                </a:lnTo>
                <a:lnTo>
                  <a:pt x="938192" y="32970"/>
                </a:lnTo>
                <a:lnTo>
                  <a:pt x="940160" y="39110"/>
                </a:lnTo>
                <a:cubicBezTo>
                  <a:pt x="940680" y="37549"/>
                  <a:pt x="941008" y="36521"/>
                  <a:pt x="941143" y="36023"/>
                </a:cubicBezTo>
                <a:cubicBezTo>
                  <a:pt x="941460" y="35005"/>
                  <a:pt x="941799" y="33988"/>
                  <a:pt x="942161" y="32970"/>
                </a:cubicBezTo>
                <a:lnTo>
                  <a:pt x="949013" y="14586"/>
                </a:lnTo>
                <a:lnTo>
                  <a:pt x="958816" y="14586"/>
                </a:lnTo>
                <a:lnTo>
                  <a:pt x="944502" y="50609"/>
                </a:lnTo>
                <a:lnTo>
                  <a:pt x="935920" y="50609"/>
                </a:lnTo>
                <a:close/>
                <a:moveTo>
                  <a:pt x="970651" y="25711"/>
                </a:moveTo>
                <a:lnTo>
                  <a:pt x="962001" y="24151"/>
                </a:lnTo>
                <a:cubicBezTo>
                  <a:pt x="962974" y="20623"/>
                  <a:pt x="964647" y="18011"/>
                  <a:pt x="967022" y="16316"/>
                </a:cubicBezTo>
                <a:cubicBezTo>
                  <a:pt x="969396" y="14620"/>
                  <a:pt x="972924" y="13772"/>
                  <a:pt x="977605" y="13772"/>
                </a:cubicBezTo>
                <a:cubicBezTo>
                  <a:pt x="981856" y="13772"/>
                  <a:pt x="985022" y="14275"/>
                  <a:pt x="987102" y="15281"/>
                </a:cubicBezTo>
                <a:cubicBezTo>
                  <a:pt x="989183" y="16287"/>
                  <a:pt x="990647" y="17565"/>
                  <a:pt x="991495" y="19114"/>
                </a:cubicBezTo>
                <a:cubicBezTo>
                  <a:pt x="992343" y="20663"/>
                  <a:pt x="992767" y="23507"/>
                  <a:pt x="992767" y="27645"/>
                </a:cubicBezTo>
                <a:lnTo>
                  <a:pt x="992665" y="38771"/>
                </a:lnTo>
                <a:cubicBezTo>
                  <a:pt x="992665" y="41936"/>
                  <a:pt x="992818" y="44271"/>
                  <a:pt x="993123" y="45775"/>
                </a:cubicBezTo>
                <a:cubicBezTo>
                  <a:pt x="993428" y="47279"/>
                  <a:pt x="993999" y="48890"/>
                  <a:pt x="994836" y="50609"/>
                </a:cubicBezTo>
                <a:lnTo>
                  <a:pt x="985406" y="50609"/>
                </a:lnTo>
                <a:cubicBezTo>
                  <a:pt x="985157" y="49975"/>
                  <a:pt x="984852" y="49037"/>
                  <a:pt x="984490" y="47793"/>
                </a:cubicBezTo>
                <a:cubicBezTo>
                  <a:pt x="984332" y="47228"/>
                  <a:pt x="984219" y="46855"/>
                  <a:pt x="984151" y="46674"/>
                </a:cubicBezTo>
                <a:cubicBezTo>
                  <a:pt x="982523" y="48257"/>
                  <a:pt x="980782" y="49444"/>
                  <a:pt x="978928" y="50235"/>
                </a:cubicBezTo>
                <a:cubicBezTo>
                  <a:pt x="977073" y="51027"/>
                  <a:pt x="975095" y="51423"/>
                  <a:pt x="972992" y="51423"/>
                </a:cubicBezTo>
                <a:cubicBezTo>
                  <a:pt x="969283" y="51423"/>
                  <a:pt x="966360" y="50421"/>
                  <a:pt x="964223" y="48417"/>
                </a:cubicBezTo>
                <a:cubicBezTo>
                  <a:pt x="962086" y="46412"/>
                  <a:pt x="961018" y="43879"/>
                  <a:pt x="961018" y="40816"/>
                </a:cubicBezTo>
                <a:cubicBezTo>
                  <a:pt x="961018" y="38790"/>
                  <a:pt x="961504" y="36983"/>
                  <a:pt x="962476" y="35395"/>
                </a:cubicBezTo>
                <a:cubicBezTo>
                  <a:pt x="963449" y="33808"/>
                  <a:pt x="964811" y="32591"/>
                  <a:pt x="966564" y="31747"/>
                </a:cubicBezTo>
                <a:cubicBezTo>
                  <a:pt x="968316" y="30903"/>
                  <a:pt x="970843" y="30165"/>
                  <a:pt x="974145" y="29535"/>
                </a:cubicBezTo>
                <a:cubicBezTo>
                  <a:pt x="978600" y="28702"/>
                  <a:pt x="981686" y="27925"/>
                  <a:pt x="983405" y="27204"/>
                </a:cubicBezTo>
                <a:lnTo>
                  <a:pt x="983405" y="26243"/>
                </a:lnTo>
                <a:cubicBezTo>
                  <a:pt x="983405" y="24391"/>
                  <a:pt x="982953" y="23071"/>
                  <a:pt x="982048" y="22282"/>
                </a:cubicBezTo>
                <a:cubicBezTo>
                  <a:pt x="981144" y="21493"/>
                  <a:pt x="979436" y="21098"/>
                  <a:pt x="976926" y="21098"/>
                </a:cubicBezTo>
                <a:cubicBezTo>
                  <a:pt x="975230" y="21098"/>
                  <a:pt x="973907" y="21440"/>
                  <a:pt x="972958" y="22122"/>
                </a:cubicBezTo>
                <a:cubicBezTo>
                  <a:pt x="972008" y="22804"/>
                  <a:pt x="971239" y="24001"/>
                  <a:pt x="970651" y="25711"/>
                </a:cubicBezTo>
                <a:moveTo>
                  <a:pt x="983405" y="33445"/>
                </a:moveTo>
                <a:cubicBezTo>
                  <a:pt x="982184" y="33847"/>
                  <a:pt x="980250" y="34328"/>
                  <a:pt x="977605" y="34887"/>
                </a:cubicBezTo>
                <a:cubicBezTo>
                  <a:pt x="974959" y="35445"/>
                  <a:pt x="973229" y="35992"/>
                  <a:pt x="972415" y="36529"/>
                </a:cubicBezTo>
                <a:cubicBezTo>
                  <a:pt x="971171" y="37400"/>
                  <a:pt x="970549" y="38506"/>
                  <a:pt x="970549" y="39846"/>
                </a:cubicBezTo>
                <a:cubicBezTo>
                  <a:pt x="970549" y="41165"/>
                  <a:pt x="971047" y="42305"/>
                  <a:pt x="972042" y="43266"/>
                </a:cubicBezTo>
                <a:cubicBezTo>
                  <a:pt x="973037" y="44226"/>
                  <a:pt x="974303" y="44707"/>
                  <a:pt x="975841" y="44707"/>
                </a:cubicBezTo>
                <a:cubicBezTo>
                  <a:pt x="977559" y="44707"/>
                  <a:pt x="979199" y="44148"/>
                  <a:pt x="980759" y="43031"/>
                </a:cubicBezTo>
                <a:cubicBezTo>
                  <a:pt x="981912" y="42182"/>
                  <a:pt x="982670" y="41143"/>
                  <a:pt x="983032" y="39913"/>
                </a:cubicBezTo>
                <a:cubicBezTo>
                  <a:pt x="983281" y="39109"/>
                  <a:pt x="983405" y="37579"/>
                  <a:pt x="983405" y="35322"/>
                </a:cubicBezTo>
                <a:lnTo>
                  <a:pt x="983405" y="33445"/>
                </a:lnTo>
                <a:close/>
                <a:moveTo>
                  <a:pt x="1018949" y="14586"/>
                </a:moveTo>
                <a:lnTo>
                  <a:pt x="1018949" y="22184"/>
                </a:lnTo>
                <a:lnTo>
                  <a:pt x="1012436" y="22184"/>
                </a:lnTo>
                <a:lnTo>
                  <a:pt x="1012436" y="36678"/>
                </a:lnTo>
                <a:cubicBezTo>
                  <a:pt x="1012436" y="39614"/>
                  <a:pt x="1012498" y="41324"/>
                  <a:pt x="1012623" y="41810"/>
                </a:cubicBezTo>
                <a:cubicBezTo>
                  <a:pt x="1012747" y="42294"/>
                  <a:pt x="1013030" y="42695"/>
                  <a:pt x="1013471" y="43012"/>
                </a:cubicBezTo>
                <a:cubicBezTo>
                  <a:pt x="1013912" y="43327"/>
                  <a:pt x="1014449" y="43485"/>
                  <a:pt x="1015082" y="43485"/>
                </a:cubicBezTo>
                <a:cubicBezTo>
                  <a:pt x="1015964" y="43485"/>
                  <a:pt x="1017242" y="43180"/>
                  <a:pt x="1018915" y="42570"/>
                </a:cubicBezTo>
                <a:lnTo>
                  <a:pt x="1019729" y="49992"/>
                </a:lnTo>
                <a:cubicBezTo>
                  <a:pt x="1017513" y="50946"/>
                  <a:pt x="1015003" y="51423"/>
                  <a:pt x="1012199" y="51423"/>
                </a:cubicBezTo>
                <a:cubicBezTo>
                  <a:pt x="1010480" y="51423"/>
                  <a:pt x="1008931" y="51134"/>
                  <a:pt x="1007552" y="50558"/>
                </a:cubicBezTo>
                <a:cubicBezTo>
                  <a:pt x="1006172" y="49981"/>
                  <a:pt x="1005160" y="49235"/>
                  <a:pt x="1004516" y="48319"/>
                </a:cubicBezTo>
                <a:cubicBezTo>
                  <a:pt x="1003871" y="47403"/>
                  <a:pt x="1003425" y="46165"/>
                  <a:pt x="1003176" y="44605"/>
                </a:cubicBezTo>
                <a:cubicBezTo>
                  <a:pt x="1002973" y="43497"/>
                  <a:pt x="1002871" y="41258"/>
                  <a:pt x="1002871" y="37889"/>
                </a:cubicBezTo>
                <a:lnTo>
                  <a:pt x="1002871" y="22184"/>
                </a:lnTo>
                <a:lnTo>
                  <a:pt x="998495" y="22184"/>
                </a:lnTo>
                <a:lnTo>
                  <a:pt x="998495" y="14586"/>
                </a:lnTo>
                <a:lnTo>
                  <a:pt x="1002871" y="14586"/>
                </a:lnTo>
                <a:lnTo>
                  <a:pt x="1002871" y="7395"/>
                </a:lnTo>
                <a:lnTo>
                  <a:pt x="1012436" y="1764"/>
                </a:lnTo>
                <a:lnTo>
                  <a:pt x="1012436" y="14586"/>
                </a:lnTo>
                <a:lnTo>
                  <a:pt x="1018949" y="14586"/>
                </a:lnTo>
                <a:close/>
                <a:moveTo>
                  <a:pt x="1046215" y="39144"/>
                </a:moveTo>
                <a:lnTo>
                  <a:pt x="1055713" y="40772"/>
                </a:lnTo>
                <a:cubicBezTo>
                  <a:pt x="1054492" y="44243"/>
                  <a:pt x="1052564" y="46886"/>
                  <a:pt x="1049929" y="48701"/>
                </a:cubicBezTo>
                <a:cubicBezTo>
                  <a:pt x="1047295" y="50515"/>
                  <a:pt x="1043999" y="51423"/>
                  <a:pt x="1040042" y="51423"/>
                </a:cubicBezTo>
                <a:cubicBezTo>
                  <a:pt x="1033778" y="51423"/>
                  <a:pt x="1029142" y="49376"/>
                  <a:pt x="1026135" y="45283"/>
                </a:cubicBezTo>
                <a:cubicBezTo>
                  <a:pt x="1023760" y="42004"/>
                  <a:pt x="1022573" y="37866"/>
                  <a:pt x="1022573" y="32868"/>
                </a:cubicBezTo>
                <a:cubicBezTo>
                  <a:pt x="1022573" y="26899"/>
                  <a:pt x="1024133" y="22223"/>
                  <a:pt x="1027254" y="18843"/>
                </a:cubicBezTo>
                <a:cubicBezTo>
                  <a:pt x="1030375" y="15462"/>
                  <a:pt x="1034321" y="13772"/>
                  <a:pt x="1039092" y="13772"/>
                </a:cubicBezTo>
                <a:cubicBezTo>
                  <a:pt x="1044451" y="13772"/>
                  <a:pt x="1048680" y="15541"/>
                  <a:pt x="1051778" y="19080"/>
                </a:cubicBezTo>
                <a:cubicBezTo>
                  <a:pt x="1054876" y="22619"/>
                  <a:pt x="1056357" y="28041"/>
                  <a:pt x="1056222" y="35345"/>
                </a:cubicBezTo>
                <a:lnTo>
                  <a:pt x="1032342" y="35345"/>
                </a:lnTo>
                <a:cubicBezTo>
                  <a:pt x="1032410" y="38171"/>
                  <a:pt x="1033179" y="40370"/>
                  <a:pt x="1034649" y="41942"/>
                </a:cubicBezTo>
                <a:cubicBezTo>
                  <a:pt x="1036118" y="43514"/>
                  <a:pt x="1037950" y="44299"/>
                  <a:pt x="1040144" y="44299"/>
                </a:cubicBezTo>
                <a:cubicBezTo>
                  <a:pt x="1041636" y="44299"/>
                  <a:pt x="1042891" y="43892"/>
                  <a:pt x="1043909" y="43078"/>
                </a:cubicBezTo>
                <a:cubicBezTo>
                  <a:pt x="1044926" y="42264"/>
                  <a:pt x="1045695" y="40953"/>
                  <a:pt x="1046215" y="39144"/>
                </a:cubicBezTo>
                <a:moveTo>
                  <a:pt x="1046758" y="29510"/>
                </a:moveTo>
                <a:cubicBezTo>
                  <a:pt x="1046690" y="26763"/>
                  <a:pt x="1045978" y="24674"/>
                  <a:pt x="1044621" y="23244"/>
                </a:cubicBezTo>
                <a:cubicBezTo>
                  <a:pt x="1043264" y="21813"/>
                  <a:pt x="1041613" y="21098"/>
                  <a:pt x="1039669" y="21098"/>
                </a:cubicBezTo>
                <a:cubicBezTo>
                  <a:pt x="1037588" y="21098"/>
                  <a:pt x="1035870" y="21853"/>
                  <a:pt x="1034513" y="23361"/>
                </a:cubicBezTo>
                <a:cubicBezTo>
                  <a:pt x="1033156" y="24871"/>
                  <a:pt x="1032489" y="26920"/>
                  <a:pt x="1032512" y="29510"/>
                </a:cubicBezTo>
                <a:lnTo>
                  <a:pt x="1046758" y="29510"/>
                </a:lnTo>
                <a:close/>
                <a:moveTo>
                  <a:pt x="1064019" y="41043"/>
                </a:moveTo>
                <a:lnTo>
                  <a:pt x="1073550" y="41043"/>
                </a:lnTo>
                <a:lnTo>
                  <a:pt x="1073550" y="47883"/>
                </a:lnTo>
                <a:cubicBezTo>
                  <a:pt x="1073550" y="50651"/>
                  <a:pt x="1073313" y="52835"/>
                  <a:pt x="1072838" y="54434"/>
                </a:cubicBezTo>
                <a:cubicBezTo>
                  <a:pt x="1072363" y="56034"/>
                  <a:pt x="1071464" y="57469"/>
                  <a:pt x="1070141" y="58740"/>
                </a:cubicBezTo>
                <a:cubicBezTo>
                  <a:pt x="1068818" y="60010"/>
                  <a:pt x="1067139" y="61009"/>
                  <a:pt x="1065104" y="61734"/>
                </a:cubicBezTo>
                <a:lnTo>
                  <a:pt x="1063239" y="57800"/>
                </a:lnTo>
                <a:cubicBezTo>
                  <a:pt x="1065161" y="57164"/>
                  <a:pt x="1066529" y="56289"/>
                  <a:pt x="1067343" y="55175"/>
                </a:cubicBezTo>
                <a:cubicBezTo>
                  <a:pt x="1068157" y="54062"/>
                  <a:pt x="1068587" y="52540"/>
                  <a:pt x="1068632" y="50609"/>
                </a:cubicBezTo>
                <a:lnTo>
                  <a:pt x="1064019" y="50609"/>
                </a:lnTo>
                <a:lnTo>
                  <a:pt x="1064019" y="41043"/>
                </a:lnTo>
                <a:close/>
                <a:moveTo>
                  <a:pt x="1101498" y="14586"/>
                </a:moveTo>
                <a:lnTo>
                  <a:pt x="1110385" y="14586"/>
                </a:lnTo>
                <a:lnTo>
                  <a:pt x="1110385" y="19877"/>
                </a:lnTo>
                <a:cubicBezTo>
                  <a:pt x="1111538" y="18068"/>
                  <a:pt x="1113098" y="16598"/>
                  <a:pt x="1115066" y="15468"/>
                </a:cubicBezTo>
                <a:cubicBezTo>
                  <a:pt x="1117033" y="14337"/>
                  <a:pt x="1119215" y="13772"/>
                  <a:pt x="1121612" y="13772"/>
                </a:cubicBezTo>
                <a:cubicBezTo>
                  <a:pt x="1125796" y="13772"/>
                  <a:pt x="1129346" y="15411"/>
                  <a:pt x="1132263" y="18690"/>
                </a:cubicBezTo>
                <a:cubicBezTo>
                  <a:pt x="1135180" y="21969"/>
                  <a:pt x="1136639" y="26537"/>
                  <a:pt x="1136639" y="32394"/>
                </a:cubicBezTo>
                <a:cubicBezTo>
                  <a:pt x="1136639" y="38409"/>
                  <a:pt x="1135169" y="43084"/>
                  <a:pt x="1132229" y="46419"/>
                </a:cubicBezTo>
                <a:cubicBezTo>
                  <a:pt x="1129290" y="49755"/>
                  <a:pt x="1125728" y="51423"/>
                  <a:pt x="1121544" y="51423"/>
                </a:cubicBezTo>
                <a:cubicBezTo>
                  <a:pt x="1119555" y="51423"/>
                  <a:pt x="1117751" y="51027"/>
                  <a:pt x="1116134" y="50235"/>
                </a:cubicBezTo>
                <a:cubicBezTo>
                  <a:pt x="1114517" y="49444"/>
                  <a:pt x="1112816" y="48087"/>
                  <a:pt x="1111029" y="46165"/>
                </a:cubicBezTo>
                <a:lnTo>
                  <a:pt x="1111029" y="64312"/>
                </a:lnTo>
                <a:lnTo>
                  <a:pt x="1101498" y="64312"/>
                </a:lnTo>
                <a:lnTo>
                  <a:pt x="1101498" y="14586"/>
                </a:lnTo>
                <a:moveTo>
                  <a:pt x="1110928" y="31971"/>
                </a:moveTo>
                <a:cubicBezTo>
                  <a:pt x="1110928" y="36012"/>
                  <a:pt x="1111730" y="38998"/>
                  <a:pt x="1113336" y="40929"/>
                </a:cubicBezTo>
                <a:cubicBezTo>
                  <a:pt x="1114941" y="42859"/>
                  <a:pt x="1116897" y="43825"/>
                  <a:pt x="1119204" y="43825"/>
                </a:cubicBezTo>
                <a:cubicBezTo>
                  <a:pt x="1121420" y="43825"/>
                  <a:pt x="1123263" y="42938"/>
                  <a:pt x="1124733" y="41166"/>
                </a:cubicBezTo>
                <a:cubicBezTo>
                  <a:pt x="1126203" y="39394"/>
                  <a:pt x="1126938" y="36487"/>
                  <a:pt x="1126938" y="32444"/>
                </a:cubicBezTo>
                <a:cubicBezTo>
                  <a:pt x="1126938" y="28674"/>
                  <a:pt x="1126180" y="25874"/>
                  <a:pt x="1124665" y="24045"/>
                </a:cubicBezTo>
                <a:cubicBezTo>
                  <a:pt x="1123150" y="22216"/>
                  <a:pt x="1121273" y="21302"/>
                  <a:pt x="1119034" y="21302"/>
                </a:cubicBezTo>
                <a:cubicBezTo>
                  <a:pt x="1116705" y="21302"/>
                  <a:pt x="1114772" y="22199"/>
                  <a:pt x="1113234" y="23994"/>
                </a:cubicBezTo>
                <a:cubicBezTo>
                  <a:pt x="1111696" y="25789"/>
                  <a:pt x="1110928" y="28448"/>
                  <a:pt x="1110928" y="31971"/>
                </a:cubicBezTo>
                <a:close/>
                <a:moveTo>
                  <a:pt x="1143907" y="41043"/>
                </a:moveTo>
                <a:lnTo>
                  <a:pt x="1153439" y="41043"/>
                </a:lnTo>
                <a:lnTo>
                  <a:pt x="1153439" y="47883"/>
                </a:lnTo>
                <a:cubicBezTo>
                  <a:pt x="1153439" y="50651"/>
                  <a:pt x="1153201" y="52835"/>
                  <a:pt x="1152726" y="54434"/>
                </a:cubicBezTo>
                <a:cubicBezTo>
                  <a:pt x="1152252" y="56034"/>
                  <a:pt x="1151353" y="57469"/>
                  <a:pt x="1150030" y="58740"/>
                </a:cubicBezTo>
                <a:cubicBezTo>
                  <a:pt x="1148707" y="60010"/>
                  <a:pt x="1147028" y="61009"/>
                  <a:pt x="1144993" y="61734"/>
                </a:cubicBezTo>
                <a:lnTo>
                  <a:pt x="1143127" y="57800"/>
                </a:lnTo>
                <a:cubicBezTo>
                  <a:pt x="1145049" y="57164"/>
                  <a:pt x="1146417" y="56289"/>
                  <a:pt x="1147231" y="55175"/>
                </a:cubicBezTo>
                <a:cubicBezTo>
                  <a:pt x="1148046" y="54062"/>
                  <a:pt x="1148475" y="52540"/>
                  <a:pt x="1148520" y="50609"/>
                </a:cubicBezTo>
                <a:lnTo>
                  <a:pt x="1143907" y="50609"/>
                </a:lnTo>
                <a:lnTo>
                  <a:pt x="1143907" y="41043"/>
                </a:lnTo>
                <a:close/>
                <a:moveTo>
                  <a:pt x="1247254" y="44605"/>
                </a:moveTo>
                <a:lnTo>
                  <a:pt x="1241488" y="51898"/>
                </a:lnTo>
                <a:cubicBezTo>
                  <a:pt x="1238661" y="50534"/>
                  <a:pt x="1235947" y="48657"/>
                  <a:pt x="1233347" y="46267"/>
                </a:cubicBezTo>
                <a:cubicBezTo>
                  <a:pt x="1231334" y="48076"/>
                  <a:pt x="1229197" y="49410"/>
                  <a:pt x="1226936" y="50269"/>
                </a:cubicBezTo>
                <a:cubicBezTo>
                  <a:pt x="1224675" y="51129"/>
                  <a:pt x="1221984" y="51558"/>
                  <a:pt x="1218863" y="51558"/>
                </a:cubicBezTo>
                <a:cubicBezTo>
                  <a:pt x="1212667" y="51558"/>
                  <a:pt x="1208009" y="49814"/>
                  <a:pt x="1204888" y="46324"/>
                </a:cubicBezTo>
                <a:cubicBezTo>
                  <a:pt x="1202468" y="43627"/>
                  <a:pt x="1201259" y="40523"/>
                  <a:pt x="1201259" y="37011"/>
                </a:cubicBezTo>
                <a:cubicBezTo>
                  <a:pt x="1201259" y="33816"/>
                  <a:pt x="1202208" y="30944"/>
                  <a:pt x="1204108" y="28395"/>
                </a:cubicBezTo>
                <a:cubicBezTo>
                  <a:pt x="1206007" y="25846"/>
                  <a:pt x="1208845" y="23631"/>
                  <a:pt x="1212622" y="21750"/>
                </a:cubicBezTo>
                <a:cubicBezTo>
                  <a:pt x="1210926" y="19734"/>
                  <a:pt x="1209648" y="17814"/>
                  <a:pt x="1208789" y="15990"/>
                </a:cubicBezTo>
                <a:cubicBezTo>
                  <a:pt x="1207930" y="14166"/>
                  <a:pt x="1207500" y="12438"/>
                  <a:pt x="1207500" y="10807"/>
                </a:cubicBezTo>
                <a:cubicBezTo>
                  <a:pt x="1207500" y="7793"/>
                  <a:pt x="1208704" y="5239"/>
                  <a:pt x="1211112" y="3144"/>
                </a:cubicBezTo>
                <a:cubicBezTo>
                  <a:pt x="1213521" y="1048"/>
                  <a:pt x="1216952" y="0"/>
                  <a:pt x="1221407" y="0"/>
                </a:cubicBezTo>
                <a:cubicBezTo>
                  <a:pt x="1225704" y="0"/>
                  <a:pt x="1229062" y="1097"/>
                  <a:pt x="1231481" y="3291"/>
                </a:cubicBezTo>
                <a:cubicBezTo>
                  <a:pt x="1233901" y="5485"/>
                  <a:pt x="1235111" y="8164"/>
                  <a:pt x="1235111" y="11330"/>
                </a:cubicBezTo>
                <a:cubicBezTo>
                  <a:pt x="1235111" y="13344"/>
                  <a:pt x="1234512" y="15255"/>
                  <a:pt x="1233313" y="17065"/>
                </a:cubicBezTo>
                <a:cubicBezTo>
                  <a:pt x="1232115" y="18874"/>
                  <a:pt x="1229695" y="20920"/>
                  <a:pt x="1226054" y="23204"/>
                </a:cubicBezTo>
                <a:lnTo>
                  <a:pt x="1232974" y="32397"/>
                </a:lnTo>
                <a:cubicBezTo>
                  <a:pt x="1233788" y="30957"/>
                  <a:pt x="1234489" y="29079"/>
                  <a:pt x="1235077" y="26762"/>
                </a:cubicBezTo>
                <a:lnTo>
                  <a:pt x="1243693" y="28689"/>
                </a:lnTo>
                <a:cubicBezTo>
                  <a:pt x="1242833" y="31750"/>
                  <a:pt x="1242087" y="33990"/>
                  <a:pt x="1241454" y="35407"/>
                </a:cubicBezTo>
                <a:cubicBezTo>
                  <a:pt x="1240821" y="36824"/>
                  <a:pt x="1240142" y="38009"/>
                  <a:pt x="1239419" y="38961"/>
                </a:cubicBezTo>
                <a:cubicBezTo>
                  <a:pt x="1240481" y="39958"/>
                  <a:pt x="1241855" y="41052"/>
                  <a:pt x="1243540" y="42242"/>
                </a:cubicBezTo>
                <a:cubicBezTo>
                  <a:pt x="1245225" y="43432"/>
                  <a:pt x="1246463" y="44220"/>
                  <a:pt x="1247254" y="44605"/>
                </a:cubicBezTo>
                <a:moveTo>
                  <a:pt x="1221305" y="17498"/>
                </a:moveTo>
                <a:lnTo>
                  <a:pt x="1223883" y="15526"/>
                </a:lnTo>
                <a:cubicBezTo>
                  <a:pt x="1225783" y="14052"/>
                  <a:pt x="1226733" y="12589"/>
                  <a:pt x="1226733" y="11137"/>
                </a:cubicBezTo>
                <a:cubicBezTo>
                  <a:pt x="1226733" y="9913"/>
                  <a:pt x="1226275" y="8871"/>
                  <a:pt x="1225359" y="8009"/>
                </a:cubicBezTo>
                <a:cubicBezTo>
                  <a:pt x="1224443" y="7147"/>
                  <a:pt x="1223205" y="6716"/>
                  <a:pt x="1221645" y="6716"/>
                </a:cubicBezTo>
                <a:cubicBezTo>
                  <a:pt x="1220129" y="6716"/>
                  <a:pt x="1218942" y="7096"/>
                  <a:pt x="1218083" y="7856"/>
                </a:cubicBezTo>
                <a:cubicBezTo>
                  <a:pt x="1217224" y="8615"/>
                  <a:pt x="1216794" y="9494"/>
                  <a:pt x="1216794" y="10492"/>
                </a:cubicBezTo>
                <a:cubicBezTo>
                  <a:pt x="1216794" y="11671"/>
                  <a:pt x="1217518" y="13099"/>
                  <a:pt x="1218965" y="14777"/>
                </a:cubicBezTo>
                <a:lnTo>
                  <a:pt x="1221305" y="17498"/>
                </a:lnTo>
                <a:moveTo>
                  <a:pt x="1217574" y="27874"/>
                </a:moveTo>
                <a:cubicBezTo>
                  <a:pt x="1215381" y="28985"/>
                  <a:pt x="1213741" y="30322"/>
                  <a:pt x="1212656" y="31887"/>
                </a:cubicBezTo>
                <a:cubicBezTo>
                  <a:pt x="1211570" y="33451"/>
                  <a:pt x="1211028" y="35050"/>
                  <a:pt x="1211028" y="36682"/>
                </a:cubicBezTo>
                <a:cubicBezTo>
                  <a:pt x="1211028" y="38746"/>
                  <a:pt x="1211700" y="40429"/>
                  <a:pt x="1213046" y="41733"/>
                </a:cubicBezTo>
                <a:cubicBezTo>
                  <a:pt x="1214391" y="43037"/>
                  <a:pt x="1216195" y="43689"/>
                  <a:pt x="1218456" y="43689"/>
                </a:cubicBezTo>
                <a:cubicBezTo>
                  <a:pt x="1219949" y="43689"/>
                  <a:pt x="1221385" y="43394"/>
                  <a:pt x="1222764" y="42805"/>
                </a:cubicBezTo>
                <a:cubicBezTo>
                  <a:pt x="1224143" y="42215"/>
                  <a:pt x="1225647" y="41240"/>
                  <a:pt x="1227275" y="39879"/>
                </a:cubicBezTo>
                <a:lnTo>
                  <a:pt x="1217574" y="27874"/>
                </a:lnTo>
                <a:close/>
                <a:moveTo>
                  <a:pt x="1286243" y="50609"/>
                </a:moveTo>
                <a:lnTo>
                  <a:pt x="1277390" y="50609"/>
                </a:lnTo>
                <a:lnTo>
                  <a:pt x="1277390" y="45317"/>
                </a:lnTo>
                <a:cubicBezTo>
                  <a:pt x="1275920" y="47375"/>
                  <a:pt x="1274184" y="48907"/>
                  <a:pt x="1272183" y="49913"/>
                </a:cubicBezTo>
                <a:cubicBezTo>
                  <a:pt x="1270182" y="50920"/>
                  <a:pt x="1268164" y="51423"/>
                  <a:pt x="1266128" y="51423"/>
                </a:cubicBezTo>
                <a:cubicBezTo>
                  <a:pt x="1261990" y="51423"/>
                  <a:pt x="1258446" y="49755"/>
                  <a:pt x="1255495" y="46419"/>
                </a:cubicBezTo>
                <a:cubicBezTo>
                  <a:pt x="1252543" y="43084"/>
                  <a:pt x="1251068" y="38431"/>
                  <a:pt x="1251068" y="32461"/>
                </a:cubicBezTo>
                <a:cubicBezTo>
                  <a:pt x="1251068" y="26356"/>
                  <a:pt x="1252504" y="21714"/>
                  <a:pt x="1255376" y="18537"/>
                </a:cubicBezTo>
                <a:cubicBezTo>
                  <a:pt x="1258248" y="15360"/>
                  <a:pt x="1261877" y="13772"/>
                  <a:pt x="1266264" y="13772"/>
                </a:cubicBezTo>
                <a:cubicBezTo>
                  <a:pt x="1270289" y="13772"/>
                  <a:pt x="1273772" y="15445"/>
                  <a:pt x="1276711" y="18792"/>
                </a:cubicBezTo>
                <a:lnTo>
                  <a:pt x="1276711" y="882"/>
                </a:lnTo>
                <a:lnTo>
                  <a:pt x="1286243" y="882"/>
                </a:lnTo>
                <a:lnTo>
                  <a:pt x="1286243" y="50609"/>
                </a:lnTo>
                <a:moveTo>
                  <a:pt x="1260803" y="31835"/>
                </a:moveTo>
                <a:cubicBezTo>
                  <a:pt x="1260803" y="35674"/>
                  <a:pt x="1261334" y="38451"/>
                  <a:pt x="1262397" y="40167"/>
                </a:cubicBezTo>
                <a:cubicBezTo>
                  <a:pt x="1263935" y="42650"/>
                  <a:pt x="1266083" y="43892"/>
                  <a:pt x="1268842" y="43892"/>
                </a:cubicBezTo>
                <a:cubicBezTo>
                  <a:pt x="1271036" y="43892"/>
                  <a:pt x="1272901" y="42961"/>
                  <a:pt x="1274439" y="41098"/>
                </a:cubicBezTo>
                <a:cubicBezTo>
                  <a:pt x="1275977" y="39236"/>
                  <a:pt x="1276745" y="36453"/>
                  <a:pt x="1276745" y="32750"/>
                </a:cubicBezTo>
                <a:cubicBezTo>
                  <a:pt x="1276745" y="28617"/>
                  <a:pt x="1275999" y="25642"/>
                  <a:pt x="1274507" y="23825"/>
                </a:cubicBezTo>
                <a:cubicBezTo>
                  <a:pt x="1273014" y="22007"/>
                  <a:pt x="1271103" y="21098"/>
                  <a:pt x="1268774" y="21098"/>
                </a:cubicBezTo>
                <a:cubicBezTo>
                  <a:pt x="1266513" y="21098"/>
                  <a:pt x="1264619" y="21996"/>
                  <a:pt x="1263093" y="23791"/>
                </a:cubicBezTo>
                <a:cubicBezTo>
                  <a:pt x="1261566" y="25586"/>
                  <a:pt x="1260803" y="28267"/>
                  <a:pt x="1260803" y="31835"/>
                </a:cubicBezTo>
                <a:close/>
                <a:moveTo>
                  <a:pt x="1316442" y="39144"/>
                </a:moveTo>
                <a:lnTo>
                  <a:pt x="1325939" y="40772"/>
                </a:lnTo>
                <a:cubicBezTo>
                  <a:pt x="1324718" y="44243"/>
                  <a:pt x="1322790" y="46886"/>
                  <a:pt x="1320156" y="48701"/>
                </a:cubicBezTo>
                <a:cubicBezTo>
                  <a:pt x="1317521" y="50515"/>
                  <a:pt x="1314225" y="51423"/>
                  <a:pt x="1310268" y="51423"/>
                </a:cubicBezTo>
                <a:cubicBezTo>
                  <a:pt x="1304004" y="51423"/>
                  <a:pt x="1299369" y="49376"/>
                  <a:pt x="1296361" y="45283"/>
                </a:cubicBezTo>
                <a:cubicBezTo>
                  <a:pt x="1293987" y="42004"/>
                  <a:pt x="1292799" y="37866"/>
                  <a:pt x="1292799" y="32868"/>
                </a:cubicBezTo>
                <a:cubicBezTo>
                  <a:pt x="1292799" y="26899"/>
                  <a:pt x="1294360" y="22223"/>
                  <a:pt x="1297480" y="18843"/>
                </a:cubicBezTo>
                <a:cubicBezTo>
                  <a:pt x="1300601" y="15462"/>
                  <a:pt x="1304547" y="13772"/>
                  <a:pt x="1309318" y="13772"/>
                </a:cubicBezTo>
                <a:cubicBezTo>
                  <a:pt x="1314678" y="13772"/>
                  <a:pt x="1318906" y="15541"/>
                  <a:pt x="1322004" y="19080"/>
                </a:cubicBezTo>
                <a:cubicBezTo>
                  <a:pt x="1325102" y="22619"/>
                  <a:pt x="1326584" y="28041"/>
                  <a:pt x="1326448" y="35345"/>
                </a:cubicBezTo>
                <a:lnTo>
                  <a:pt x="1302568" y="35345"/>
                </a:lnTo>
                <a:cubicBezTo>
                  <a:pt x="1302636" y="38171"/>
                  <a:pt x="1303405" y="40370"/>
                  <a:pt x="1304875" y="41942"/>
                </a:cubicBezTo>
                <a:cubicBezTo>
                  <a:pt x="1306345" y="43514"/>
                  <a:pt x="1308176" y="44299"/>
                  <a:pt x="1310370" y="44299"/>
                </a:cubicBezTo>
                <a:cubicBezTo>
                  <a:pt x="1311862" y="44299"/>
                  <a:pt x="1313117" y="43892"/>
                  <a:pt x="1314135" y="43078"/>
                </a:cubicBezTo>
                <a:cubicBezTo>
                  <a:pt x="1315153" y="42264"/>
                  <a:pt x="1315921" y="40953"/>
                  <a:pt x="1316442" y="39144"/>
                </a:cubicBezTo>
                <a:moveTo>
                  <a:pt x="1316984" y="29510"/>
                </a:moveTo>
                <a:cubicBezTo>
                  <a:pt x="1316916" y="26763"/>
                  <a:pt x="1316204" y="24674"/>
                  <a:pt x="1314847" y="23244"/>
                </a:cubicBezTo>
                <a:cubicBezTo>
                  <a:pt x="1313491" y="21813"/>
                  <a:pt x="1311840" y="21098"/>
                  <a:pt x="1309895" y="21098"/>
                </a:cubicBezTo>
                <a:cubicBezTo>
                  <a:pt x="1307815" y="21098"/>
                  <a:pt x="1306096" y="21853"/>
                  <a:pt x="1304739" y="23361"/>
                </a:cubicBezTo>
                <a:cubicBezTo>
                  <a:pt x="1303382" y="24871"/>
                  <a:pt x="1302715" y="26920"/>
                  <a:pt x="1302738" y="29510"/>
                </a:cubicBezTo>
                <a:lnTo>
                  <a:pt x="1316984" y="29510"/>
                </a:lnTo>
                <a:close/>
                <a:moveTo>
                  <a:pt x="1330310" y="14586"/>
                </a:moveTo>
                <a:lnTo>
                  <a:pt x="1335602" y="14586"/>
                </a:lnTo>
                <a:lnTo>
                  <a:pt x="1335602" y="11866"/>
                </a:lnTo>
                <a:cubicBezTo>
                  <a:pt x="1335602" y="8828"/>
                  <a:pt x="1335924" y="6562"/>
                  <a:pt x="1336569" y="5066"/>
                </a:cubicBezTo>
                <a:cubicBezTo>
                  <a:pt x="1337213" y="3570"/>
                  <a:pt x="1338400" y="2351"/>
                  <a:pt x="1340130" y="1411"/>
                </a:cubicBezTo>
                <a:cubicBezTo>
                  <a:pt x="1341860" y="470"/>
                  <a:pt x="1344048" y="0"/>
                  <a:pt x="1346694" y="0"/>
                </a:cubicBezTo>
                <a:cubicBezTo>
                  <a:pt x="1349407" y="0"/>
                  <a:pt x="1352064" y="407"/>
                  <a:pt x="1354665" y="1221"/>
                </a:cubicBezTo>
                <a:lnTo>
                  <a:pt x="1353376" y="7869"/>
                </a:lnTo>
                <a:cubicBezTo>
                  <a:pt x="1351861" y="7508"/>
                  <a:pt x="1350402" y="7327"/>
                  <a:pt x="1349000" y="7327"/>
                </a:cubicBezTo>
                <a:cubicBezTo>
                  <a:pt x="1347621" y="7327"/>
                  <a:pt x="1346632" y="7651"/>
                  <a:pt x="1346032" y="8299"/>
                </a:cubicBezTo>
                <a:cubicBezTo>
                  <a:pt x="1345433" y="8946"/>
                  <a:pt x="1345133" y="10190"/>
                  <a:pt x="1345133" y="12030"/>
                </a:cubicBezTo>
                <a:lnTo>
                  <a:pt x="1345133" y="14586"/>
                </a:lnTo>
                <a:lnTo>
                  <a:pt x="1352257" y="14586"/>
                </a:lnTo>
                <a:lnTo>
                  <a:pt x="1352257" y="22116"/>
                </a:lnTo>
                <a:lnTo>
                  <a:pt x="1345133" y="22116"/>
                </a:lnTo>
                <a:lnTo>
                  <a:pt x="1345133" y="50609"/>
                </a:lnTo>
                <a:lnTo>
                  <a:pt x="1335602" y="50609"/>
                </a:lnTo>
                <a:lnTo>
                  <a:pt x="1335602" y="22116"/>
                </a:lnTo>
                <a:lnTo>
                  <a:pt x="1330310" y="22116"/>
                </a:lnTo>
                <a:lnTo>
                  <a:pt x="1330310" y="14586"/>
                </a:lnTo>
                <a:close/>
                <a:moveTo>
                  <a:pt x="1378268" y="39144"/>
                </a:moveTo>
                <a:lnTo>
                  <a:pt x="1387766" y="40772"/>
                </a:lnTo>
                <a:cubicBezTo>
                  <a:pt x="1386545" y="44243"/>
                  <a:pt x="1384617" y="46886"/>
                  <a:pt x="1381982" y="48701"/>
                </a:cubicBezTo>
                <a:cubicBezTo>
                  <a:pt x="1379348" y="50515"/>
                  <a:pt x="1376052" y="51423"/>
                  <a:pt x="1372095" y="51423"/>
                </a:cubicBezTo>
                <a:cubicBezTo>
                  <a:pt x="1365831" y="51423"/>
                  <a:pt x="1361195" y="49376"/>
                  <a:pt x="1358188" y="45283"/>
                </a:cubicBezTo>
                <a:cubicBezTo>
                  <a:pt x="1355813" y="42004"/>
                  <a:pt x="1354626" y="37866"/>
                  <a:pt x="1354626" y="32868"/>
                </a:cubicBezTo>
                <a:cubicBezTo>
                  <a:pt x="1354626" y="26899"/>
                  <a:pt x="1356186" y="22223"/>
                  <a:pt x="1359307" y="18843"/>
                </a:cubicBezTo>
                <a:cubicBezTo>
                  <a:pt x="1362428" y="15462"/>
                  <a:pt x="1366374" y="13772"/>
                  <a:pt x="1371145" y="13772"/>
                </a:cubicBezTo>
                <a:cubicBezTo>
                  <a:pt x="1376504" y="13772"/>
                  <a:pt x="1380733" y="15541"/>
                  <a:pt x="1383831" y="19080"/>
                </a:cubicBezTo>
                <a:cubicBezTo>
                  <a:pt x="1386929" y="22619"/>
                  <a:pt x="1388410" y="28041"/>
                  <a:pt x="1388275" y="35345"/>
                </a:cubicBezTo>
                <a:lnTo>
                  <a:pt x="1364395" y="35345"/>
                </a:lnTo>
                <a:cubicBezTo>
                  <a:pt x="1364463" y="38171"/>
                  <a:pt x="1365232" y="40370"/>
                  <a:pt x="1366701" y="41942"/>
                </a:cubicBezTo>
                <a:cubicBezTo>
                  <a:pt x="1368171" y="43514"/>
                  <a:pt x="1370003" y="44299"/>
                  <a:pt x="1372196" y="44299"/>
                </a:cubicBezTo>
                <a:cubicBezTo>
                  <a:pt x="1373689" y="44299"/>
                  <a:pt x="1374944" y="43892"/>
                  <a:pt x="1375962" y="43078"/>
                </a:cubicBezTo>
                <a:cubicBezTo>
                  <a:pt x="1376979" y="42264"/>
                  <a:pt x="1377748" y="40953"/>
                  <a:pt x="1378268" y="39144"/>
                </a:cubicBezTo>
                <a:moveTo>
                  <a:pt x="1378811" y="29510"/>
                </a:moveTo>
                <a:cubicBezTo>
                  <a:pt x="1378743" y="26763"/>
                  <a:pt x="1378031" y="24674"/>
                  <a:pt x="1376674" y="23244"/>
                </a:cubicBezTo>
                <a:cubicBezTo>
                  <a:pt x="1375317" y="21813"/>
                  <a:pt x="1373666" y="21098"/>
                  <a:pt x="1371722" y="21098"/>
                </a:cubicBezTo>
                <a:cubicBezTo>
                  <a:pt x="1369641" y="21098"/>
                  <a:pt x="1367923" y="21853"/>
                  <a:pt x="1366566" y="23361"/>
                </a:cubicBezTo>
                <a:cubicBezTo>
                  <a:pt x="1365209" y="24871"/>
                  <a:pt x="1364542" y="26920"/>
                  <a:pt x="1364564" y="29510"/>
                </a:cubicBezTo>
                <a:lnTo>
                  <a:pt x="1378811" y="29510"/>
                </a:lnTo>
                <a:close/>
                <a:moveTo>
                  <a:pt x="1405434" y="50609"/>
                </a:moveTo>
                <a:lnTo>
                  <a:pt x="1395902" y="50609"/>
                </a:lnTo>
                <a:lnTo>
                  <a:pt x="1395902" y="14586"/>
                </a:lnTo>
                <a:lnTo>
                  <a:pt x="1404755" y="14586"/>
                </a:lnTo>
                <a:lnTo>
                  <a:pt x="1404755" y="19708"/>
                </a:lnTo>
                <a:cubicBezTo>
                  <a:pt x="1406271" y="17288"/>
                  <a:pt x="1407633" y="15694"/>
                  <a:pt x="1408843" y="14925"/>
                </a:cubicBezTo>
                <a:cubicBezTo>
                  <a:pt x="1410053" y="14156"/>
                  <a:pt x="1411426" y="13772"/>
                  <a:pt x="1412964" y="13772"/>
                </a:cubicBezTo>
                <a:cubicBezTo>
                  <a:pt x="1415135" y="13772"/>
                  <a:pt x="1417227" y="14371"/>
                  <a:pt x="1419239" y="15569"/>
                </a:cubicBezTo>
                <a:lnTo>
                  <a:pt x="1416288" y="23880"/>
                </a:lnTo>
                <a:cubicBezTo>
                  <a:pt x="1414683" y="22839"/>
                  <a:pt x="1413190" y="22319"/>
                  <a:pt x="1411811" y="22319"/>
                </a:cubicBezTo>
                <a:cubicBezTo>
                  <a:pt x="1410477" y="22319"/>
                  <a:pt x="1409346" y="22687"/>
                  <a:pt x="1408419" y="23422"/>
                </a:cubicBezTo>
                <a:cubicBezTo>
                  <a:pt x="1407492" y="24157"/>
                  <a:pt x="1406762" y="25485"/>
                  <a:pt x="1406231" y="27407"/>
                </a:cubicBezTo>
                <a:cubicBezTo>
                  <a:pt x="1405700" y="29329"/>
                  <a:pt x="1405434" y="33355"/>
                  <a:pt x="1405434" y="39483"/>
                </a:cubicBezTo>
                <a:lnTo>
                  <a:pt x="1405434" y="50609"/>
                </a:lnTo>
                <a:close/>
                <a:moveTo>
                  <a:pt x="1432526" y="50609"/>
                </a:moveTo>
                <a:lnTo>
                  <a:pt x="1422995" y="50609"/>
                </a:lnTo>
                <a:lnTo>
                  <a:pt x="1422995" y="14586"/>
                </a:lnTo>
                <a:lnTo>
                  <a:pt x="1431848" y="14586"/>
                </a:lnTo>
                <a:lnTo>
                  <a:pt x="1431848" y="19708"/>
                </a:lnTo>
                <a:cubicBezTo>
                  <a:pt x="1433363" y="17288"/>
                  <a:pt x="1434726" y="15694"/>
                  <a:pt x="1435935" y="14925"/>
                </a:cubicBezTo>
                <a:cubicBezTo>
                  <a:pt x="1437145" y="14156"/>
                  <a:pt x="1438519" y="13772"/>
                  <a:pt x="1440057" y="13772"/>
                </a:cubicBezTo>
                <a:cubicBezTo>
                  <a:pt x="1442227" y="13772"/>
                  <a:pt x="1444319" y="14371"/>
                  <a:pt x="1446332" y="15569"/>
                </a:cubicBezTo>
                <a:lnTo>
                  <a:pt x="1443381" y="23880"/>
                </a:lnTo>
                <a:cubicBezTo>
                  <a:pt x="1441775" y="22839"/>
                  <a:pt x="1440283" y="22319"/>
                  <a:pt x="1438903" y="22319"/>
                </a:cubicBezTo>
                <a:cubicBezTo>
                  <a:pt x="1437569" y="22319"/>
                  <a:pt x="1436438" y="22687"/>
                  <a:pt x="1435511" y="23422"/>
                </a:cubicBezTo>
                <a:cubicBezTo>
                  <a:pt x="1434584" y="24157"/>
                  <a:pt x="1433855" y="25485"/>
                  <a:pt x="1433323" y="27407"/>
                </a:cubicBezTo>
                <a:cubicBezTo>
                  <a:pt x="1432792" y="29329"/>
                  <a:pt x="1432526" y="33355"/>
                  <a:pt x="1432526" y="39483"/>
                </a:cubicBezTo>
                <a:lnTo>
                  <a:pt x="1432526" y="50609"/>
                </a:lnTo>
                <a:close/>
                <a:moveTo>
                  <a:pt x="1471355" y="39144"/>
                </a:moveTo>
                <a:lnTo>
                  <a:pt x="1480853" y="40772"/>
                </a:lnTo>
                <a:cubicBezTo>
                  <a:pt x="1479632" y="44243"/>
                  <a:pt x="1477704" y="46886"/>
                  <a:pt x="1475069" y="48701"/>
                </a:cubicBezTo>
                <a:cubicBezTo>
                  <a:pt x="1472435" y="50515"/>
                  <a:pt x="1469139" y="51423"/>
                  <a:pt x="1465182" y="51423"/>
                </a:cubicBezTo>
                <a:cubicBezTo>
                  <a:pt x="1458918" y="51423"/>
                  <a:pt x="1454282" y="49376"/>
                  <a:pt x="1451275" y="45283"/>
                </a:cubicBezTo>
                <a:cubicBezTo>
                  <a:pt x="1448900" y="42004"/>
                  <a:pt x="1447713" y="37866"/>
                  <a:pt x="1447713" y="32868"/>
                </a:cubicBezTo>
                <a:cubicBezTo>
                  <a:pt x="1447713" y="26899"/>
                  <a:pt x="1449273" y="22223"/>
                  <a:pt x="1452394" y="18843"/>
                </a:cubicBezTo>
                <a:cubicBezTo>
                  <a:pt x="1455515" y="15462"/>
                  <a:pt x="1459461" y="13772"/>
                  <a:pt x="1464232" y="13772"/>
                </a:cubicBezTo>
                <a:cubicBezTo>
                  <a:pt x="1469591" y="13772"/>
                  <a:pt x="1473820" y="15541"/>
                  <a:pt x="1476918" y="19080"/>
                </a:cubicBezTo>
                <a:cubicBezTo>
                  <a:pt x="1480016" y="22619"/>
                  <a:pt x="1481497" y="28041"/>
                  <a:pt x="1481362" y="35345"/>
                </a:cubicBezTo>
                <a:lnTo>
                  <a:pt x="1457482" y="35345"/>
                </a:lnTo>
                <a:cubicBezTo>
                  <a:pt x="1457550" y="38171"/>
                  <a:pt x="1458319" y="40370"/>
                  <a:pt x="1459789" y="41942"/>
                </a:cubicBezTo>
                <a:cubicBezTo>
                  <a:pt x="1461258" y="43514"/>
                  <a:pt x="1463090" y="44299"/>
                  <a:pt x="1465284" y="44299"/>
                </a:cubicBezTo>
                <a:cubicBezTo>
                  <a:pt x="1466776" y="44299"/>
                  <a:pt x="1468031" y="43892"/>
                  <a:pt x="1469049" y="43078"/>
                </a:cubicBezTo>
                <a:cubicBezTo>
                  <a:pt x="1470066" y="42264"/>
                  <a:pt x="1470835" y="40953"/>
                  <a:pt x="1471355" y="39144"/>
                </a:cubicBezTo>
                <a:moveTo>
                  <a:pt x="1471898" y="29510"/>
                </a:moveTo>
                <a:cubicBezTo>
                  <a:pt x="1471830" y="26763"/>
                  <a:pt x="1471118" y="24674"/>
                  <a:pt x="1469761" y="23244"/>
                </a:cubicBezTo>
                <a:cubicBezTo>
                  <a:pt x="1468404" y="21813"/>
                  <a:pt x="1466753" y="21098"/>
                  <a:pt x="1464809" y="21098"/>
                </a:cubicBezTo>
                <a:cubicBezTo>
                  <a:pt x="1462728" y="21098"/>
                  <a:pt x="1461010" y="21853"/>
                  <a:pt x="1459653" y="23361"/>
                </a:cubicBezTo>
                <a:cubicBezTo>
                  <a:pt x="1458296" y="24871"/>
                  <a:pt x="1457629" y="26920"/>
                  <a:pt x="1457652" y="29510"/>
                </a:cubicBezTo>
                <a:lnTo>
                  <a:pt x="1471898" y="29510"/>
                </a:lnTo>
                <a:close/>
                <a:moveTo>
                  <a:pt x="1522434" y="50609"/>
                </a:moveTo>
                <a:lnTo>
                  <a:pt x="1513581" y="50609"/>
                </a:lnTo>
                <a:lnTo>
                  <a:pt x="1513581" y="45317"/>
                </a:lnTo>
                <a:cubicBezTo>
                  <a:pt x="1512111" y="47375"/>
                  <a:pt x="1510376" y="48907"/>
                  <a:pt x="1508374" y="49913"/>
                </a:cubicBezTo>
                <a:cubicBezTo>
                  <a:pt x="1506373" y="50920"/>
                  <a:pt x="1504355" y="51423"/>
                  <a:pt x="1502320" y="51423"/>
                </a:cubicBezTo>
                <a:cubicBezTo>
                  <a:pt x="1498181" y="51423"/>
                  <a:pt x="1494637" y="49755"/>
                  <a:pt x="1491686" y="46419"/>
                </a:cubicBezTo>
                <a:cubicBezTo>
                  <a:pt x="1488735" y="43084"/>
                  <a:pt x="1487259" y="38431"/>
                  <a:pt x="1487259" y="32461"/>
                </a:cubicBezTo>
                <a:cubicBezTo>
                  <a:pt x="1487259" y="26356"/>
                  <a:pt x="1488695" y="21714"/>
                  <a:pt x="1491567" y="18537"/>
                </a:cubicBezTo>
                <a:cubicBezTo>
                  <a:pt x="1494439" y="15360"/>
                  <a:pt x="1498068" y="13772"/>
                  <a:pt x="1502455" y="13772"/>
                </a:cubicBezTo>
                <a:cubicBezTo>
                  <a:pt x="1506481" y="13772"/>
                  <a:pt x="1509963" y="15445"/>
                  <a:pt x="1512903" y="18792"/>
                </a:cubicBezTo>
                <a:lnTo>
                  <a:pt x="1512903" y="882"/>
                </a:lnTo>
                <a:lnTo>
                  <a:pt x="1522434" y="882"/>
                </a:lnTo>
                <a:lnTo>
                  <a:pt x="1522434" y="50609"/>
                </a:lnTo>
                <a:moveTo>
                  <a:pt x="1496994" y="31835"/>
                </a:moveTo>
                <a:cubicBezTo>
                  <a:pt x="1496994" y="35674"/>
                  <a:pt x="1497526" y="38451"/>
                  <a:pt x="1498588" y="40167"/>
                </a:cubicBezTo>
                <a:cubicBezTo>
                  <a:pt x="1500126" y="42650"/>
                  <a:pt x="1502274" y="43892"/>
                  <a:pt x="1505033" y="43892"/>
                </a:cubicBezTo>
                <a:cubicBezTo>
                  <a:pt x="1507227" y="43892"/>
                  <a:pt x="1509092" y="42961"/>
                  <a:pt x="1510630" y="41098"/>
                </a:cubicBezTo>
                <a:cubicBezTo>
                  <a:pt x="1512168" y="39236"/>
                  <a:pt x="1512937" y="36453"/>
                  <a:pt x="1512937" y="32750"/>
                </a:cubicBezTo>
                <a:cubicBezTo>
                  <a:pt x="1512937" y="28617"/>
                  <a:pt x="1512190" y="25642"/>
                  <a:pt x="1510698" y="23825"/>
                </a:cubicBezTo>
                <a:cubicBezTo>
                  <a:pt x="1509205" y="22007"/>
                  <a:pt x="1507295" y="21098"/>
                  <a:pt x="1504965" y="21098"/>
                </a:cubicBezTo>
                <a:cubicBezTo>
                  <a:pt x="1502704" y="21098"/>
                  <a:pt x="1500810" y="21996"/>
                  <a:pt x="1499284" y="23791"/>
                </a:cubicBezTo>
                <a:cubicBezTo>
                  <a:pt x="1497757" y="25586"/>
                  <a:pt x="1496994" y="28267"/>
                  <a:pt x="1496994" y="31835"/>
                </a:cubicBezTo>
                <a:close/>
                <a:moveTo>
                  <a:pt x="1526141" y="64380"/>
                </a:moveTo>
                <a:lnTo>
                  <a:pt x="1526141" y="58139"/>
                </a:lnTo>
                <a:lnTo>
                  <a:pt x="1565760" y="58139"/>
                </a:lnTo>
                <a:lnTo>
                  <a:pt x="1565760" y="64380"/>
                </a:lnTo>
                <a:lnTo>
                  <a:pt x="1526141" y="64380"/>
                </a:lnTo>
                <a:close/>
                <a:moveTo>
                  <a:pt x="1570402" y="14586"/>
                </a:moveTo>
                <a:lnTo>
                  <a:pt x="1579289" y="14586"/>
                </a:lnTo>
                <a:lnTo>
                  <a:pt x="1579289" y="19877"/>
                </a:lnTo>
                <a:cubicBezTo>
                  <a:pt x="1580442" y="18068"/>
                  <a:pt x="1582003" y="16598"/>
                  <a:pt x="1583970" y="15468"/>
                </a:cubicBezTo>
                <a:cubicBezTo>
                  <a:pt x="1585937" y="14337"/>
                  <a:pt x="1588120" y="13772"/>
                  <a:pt x="1590517" y="13772"/>
                </a:cubicBezTo>
                <a:cubicBezTo>
                  <a:pt x="1594700" y="13772"/>
                  <a:pt x="1598250" y="15411"/>
                  <a:pt x="1601168" y="18690"/>
                </a:cubicBezTo>
                <a:cubicBezTo>
                  <a:pt x="1604085" y="21969"/>
                  <a:pt x="1605543" y="26537"/>
                  <a:pt x="1605543" y="32394"/>
                </a:cubicBezTo>
                <a:cubicBezTo>
                  <a:pt x="1605543" y="38409"/>
                  <a:pt x="1604073" y="43084"/>
                  <a:pt x="1601134" y="46419"/>
                </a:cubicBezTo>
                <a:cubicBezTo>
                  <a:pt x="1598194" y="49755"/>
                  <a:pt x="1594632" y="51423"/>
                  <a:pt x="1590449" y="51423"/>
                </a:cubicBezTo>
                <a:cubicBezTo>
                  <a:pt x="1588459" y="51423"/>
                  <a:pt x="1586655" y="51027"/>
                  <a:pt x="1585039" y="50235"/>
                </a:cubicBezTo>
                <a:cubicBezTo>
                  <a:pt x="1583422" y="49444"/>
                  <a:pt x="1581720" y="48087"/>
                  <a:pt x="1579934" y="46165"/>
                </a:cubicBezTo>
                <a:lnTo>
                  <a:pt x="1579934" y="64312"/>
                </a:lnTo>
                <a:lnTo>
                  <a:pt x="1570402" y="64312"/>
                </a:lnTo>
                <a:lnTo>
                  <a:pt x="1570402" y="14586"/>
                </a:lnTo>
                <a:moveTo>
                  <a:pt x="1579832" y="31971"/>
                </a:moveTo>
                <a:cubicBezTo>
                  <a:pt x="1579832" y="36012"/>
                  <a:pt x="1580635" y="38998"/>
                  <a:pt x="1582240" y="40929"/>
                </a:cubicBezTo>
                <a:cubicBezTo>
                  <a:pt x="1583846" y="42859"/>
                  <a:pt x="1585802" y="43825"/>
                  <a:pt x="1588108" y="43825"/>
                </a:cubicBezTo>
                <a:cubicBezTo>
                  <a:pt x="1590324" y="43825"/>
                  <a:pt x="1592167" y="42938"/>
                  <a:pt x="1593637" y="41166"/>
                </a:cubicBezTo>
                <a:cubicBezTo>
                  <a:pt x="1595107" y="39394"/>
                  <a:pt x="1595842" y="36487"/>
                  <a:pt x="1595842" y="32444"/>
                </a:cubicBezTo>
                <a:cubicBezTo>
                  <a:pt x="1595842" y="28674"/>
                  <a:pt x="1595085" y="25874"/>
                  <a:pt x="1593569" y="24045"/>
                </a:cubicBezTo>
                <a:cubicBezTo>
                  <a:pt x="1592054" y="22216"/>
                  <a:pt x="1590177" y="21302"/>
                  <a:pt x="1587939" y="21302"/>
                </a:cubicBezTo>
                <a:cubicBezTo>
                  <a:pt x="1585610" y="21302"/>
                  <a:pt x="1583676" y="22199"/>
                  <a:pt x="1582138" y="23994"/>
                </a:cubicBezTo>
                <a:cubicBezTo>
                  <a:pt x="1580601" y="25789"/>
                  <a:pt x="1579832" y="28448"/>
                  <a:pt x="1579832" y="31971"/>
                </a:cubicBezTo>
                <a:close/>
                <a:moveTo>
                  <a:pt x="1622174" y="50609"/>
                </a:moveTo>
                <a:lnTo>
                  <a:pt x="1612643" y="50609"/>
                </a:lnTo>
                <a:lnTo>
                  <a:pt x="1612643" y="14586"/>
                </a:lnTo>
                <a:lnTo>
                  <a:pt x="1621496" y="14586"/>
                </a:lnTo>
                <a:lnTo>
                  <a:pt x="1621496" y="19708"/>
                </a:lnTo>
                <a:cubicBezTo>
                  <a:pt x="1623011" y="17288"/>
                  <a:pt x="1624373" y="15694"/>
                  <a:pt x="1625583" y="14925"/>
                </a:cubicBezTo>
                <a:cubicBezTo>
                  <a:pt x="1626793" y="14156"/>
                  <a:pt x="1628167" y="13772"/>
                  <a:pt x="1629704" y="13772"/>
                </a:cubicBezTo>
                <a:cubicBezTo>
                  <a:pt x="1631875" y="13772"/>
                  <a:pt x="1633967" y="14371"/>
                  <a:pt x="1635980" y="15569"/>
                </a:cubicBezTo>
                <a:lnTo>
                  <a:pt x="1633028" y="23880"/>
                </a:lnTo>
                <a:cubicBezTo>
                  <a:pt x="1631423" y="22839"/>
                  <a:pt x="1629930" y="22319"/>
                  <a:pt x="1628551" y="22319"/>
                </a:cubicBezTo>
                <a:cubicBezTo>
                  <a:pt x="1627217" y="22319"/>
                  <a:pt x="1626086" y="22687"/>
                  <a:pt x="1625159" y="23422"/>
                </a:cubicBezTo>
                <a:cubicBezTo>
                  <a:pt x="1624232" y="24157"/>
                  <a:pt x="1623503" y="25485"/>
                  <a:pt x="1622971" y="27407"/>
                </a:cubicBezTo>
                <a:cubicBezTo>
                  <a:pt x="1622440" y="29329"/>
                  <a:pt x="1622174" y="33355"/>
                  <a:pt x="1622174" y="39483"/>
                </a:cubicBezTo>
                <a:lnTo>
                  <a:pt x="1622174" y="50609"/>
                </a:lnTo>
                <a:close/>
                <a:moveTo>
                  <a:pt x="1637937" y="32088"/>
                </a:moveTo>
                <a:cubicBezTo>
                  <a:pt x="1637937" y="28922"/>
                  <a:pt x="1638717" y="25858"/>
                  <a:pt x="1640278" y="22896"/>
                </a:cubicBezTo>
                <a:cubicBezTo>
                  <a:pt x="1641838" y="19934"/>
                  <a:pt x="1644049" y="17672"/>
                  <a:pt x="1646909" y="16112"/>
                </a:cubicBezTo>
                <a:cubicBezTo>
                  <a:pt x="1649770" y="14552"/>
                  <a:pt x="1652964" y="13772"/>
                  <a:pt x="1656492" y="13772"/>
                </a:cubicBezTo>
                <a:cubicBezTo>
                  <a:pt x="1661941" y="13772"/>
                  <a:pt x="1666408" y="15541"/>
                  <a:pt x="1669890" y="19080"/>
                </a:cubicBezTo>
                <a:cubicBezTo>
                  <a:pt x="1673372" y="22619"/>
                  <a:pt x="1675114" y="27091"/>
                  <a:pt x="1675114" y="32495"/>
                </a:cubicBezTo>
                <a:cubicBezTo>
                  <a:pt x="1675114" y="37945"/>
                  <a:pt x="1673355" y="42462"/>
                  <a:pt x="1669839" y="46046"/>
                </a:cubicBezTo>
                <a:cubicBezTo>
                  <a:pt x="1666323" y="49631"/>
                  <a:pt x="1661896" y="51423"/>
                  <a:pt x="1656559" y="51423"/>
                </a:cubicBezTo>
                <a:cubicBezTo>
                  <a:pt x="1653258" y="51423"/>
                  <a:pt x="1650109" y="50676"/>
                  <a:pt x="1647113" y="49184"/>
                </a:cubicBezTo>
                <a:cubicBezTo>
                  <a:pt x="1644116" y="47691"/>
                  <a:pt x="1641838" y="45504"/>
                  <a:pt x="1640278" y="42620"/>
                </a:cubicBezTo>
                <a:cubicBezTo>
                  <a:pt x="1638717" y="39737"/>
                  <a:pt x="1637937" y="36227"/>
                  <a:pt x="1637937" y="32088"/>
                </a:cubicBezTo>
                <a:moveTo>
                  <a:pt x="1647706" y="32597"/>
                </a:moveTo>
                <a:cubicBezTo>
                  <a:pt x="1647706" y="36159"/>
                  <a:pt x="1648554" y="38886"/>
                  <a:pt x="1650250" y="40780"/>
                </a:cubicBezTo>
                <a:cubicBezTo>
                  <a:pt x="1651946" y="42674"/>
                  <a:pt x="1654038" y="43621"/>
                  <a:pt x="1656525" y="43621"/>
                </a:cubicBezTo>
                <a:cubicBezTo>
                  <a:pt x="1659013" y="43621"/>
                  <a:pt x="1661099" y="42674"/>
                  <a:pt x="1662784" y="40780"/>
                </a:cubicBezTo>
                <a:cubicBezTo>
                  <a:pt x="1664468" y="38886"/>
                  <a:pt x="1665311" y="36136"/>
                  <a:pt x="1665311" y="32529"/>
                </a:cubicBezTo>
                <a:cubicBezTo>
                  <a:pt x="1665311" y="29013"/>
                  <a:pt x="1664468" y="26308"/>
                  <a:pt x="1662784" y="24414"/>
                </a:cubicBezTo>
                <a:cubicBezTo>
                  <a:pt x="1661099" y="22520"/>
                  <a:pt x="1659013" y="21573"/>
                  <a:pt x="1656525" y="21573"/>
                </a:cubicBezTo>
                <a:cubicBezTo>
                  <a:pt x="1654038" y="21573"/>
                  <a:pt x="1651946" y="22520"/>
                  <a:pt x="1650250" y="24414"/>
                </a:cubicBezTo>
                <a:cubicBezTo>
                  <a:pt x="1648554" y="26308"/>
                  <a:pt x="1647706" y="29035"/>
                  <a:pt x="1647706" y="32597"/>
                </a:cubicBezTo>
                <a:close/>
                <a:moveTo>
                  <a:pt x="1682111" y="50609"/>
                </a:moveTo>
                <a:lnTo>
                  <a:pt x="1682111" y="882"/>
                </a:lnTo>
                <a:lnTo>
                  <a:pt x="1691642" y="882"/>
                </a:lnTo>
                <a:lnTo>
                  <a:pt x="1691642" y="18792"/>
                </a:lnTo>
                <a:cubicBezTo>
                  <a:pt x="1694582" y="15445"/>
                  <a:pt x="1698064" y="13772"/>
                  <a:pt x="1702090" y="13772"/>
                </a:cubicBezTo>
                <a:cubicBezTo>
                  <a:pt x="1706477" y="13772"/>
                  <a:pt x="1710106" y="15360"/>
                  <a:pt x="1712978" y="18537"/>
                </a:cubicBezTo>
                <a:cubicBezTo>
                  <a:pt x="1715850" y="21714"/>
                  <a:pt x="1717286" y="26277"/>
                  <a:pt x="1717286" y="32224"/>
                </a:cubicBezTo>
                <a:cubicBezTo>
                  <a:pt x="1717286" y="38375"/>
                  <a:pt x="1715821" y="43112"/>
                  <a:pt x="1712893" y="46436"/>
                </a:cubicBezTo>
                <a:cubicBezTo>
                  <a:pt x="1709965" y="49761"/>
                  <a:pt x="1706409" y="51423"/>
                  <a:pt x="1702225" y="51423"/>
                </a:cubicBezTo>
                <a:cubicBezTo>
                  <a:pt x="1700167" y="51423"/>
                  <a:pt x="1698138" y="50908"/>
                  <a:pt x="1696137" y="49879"/>
                </a:cubicBezTo>
                <a:cubicBezTo>
                  <a:pt x="1694135" y="48850"/>
                  <a:pt x="1692411" y="47330"/>
                  <a:pt x="1690964" y="45317"/>
                </a:cubicBezTo>
                <a:lnTo>
                  <a:pt x="1690964" y="50609"/>
                </a:lnTo>
                <a:lnTo>
                  <a:pt x="1682111" y="50609"/>
                </a:lnTo>
                <a:moveTo>
                  <a:pt x="1691574" y="31835"/>
                </a:moveTo>
                <a:cubicBezTo>
                  <a:pt x="1691574" y="35561"/>
                  <a:pt x="1692162" y="38315"/>
                  <a:pt x="1693338" y="40099"/>
                </a:cubicBezTo>
                <a:cubicBezTo>
                  <a:pt x="1694989" y="42628"/>
                  <a:pt x="1697182" y="43892"/>
                  <a:pt x="1699919" y="43892"/>
                </a:cubicBezTo>
                <a:cubicBezTo>
                  <a:pt x="1702022" y="43892"/>
                  <a:pt x="1703814" y="42995"/>
                  <a:pt x="1705295" y="41200"/>
                </a:cubicBezTo>
                <a:cubicBezTo>
                  <a:pt x="1706776" y="39405"/>
                  <a:pt x="1707517" y="36577"/>
                  <a:pt x="1707517" y="32716"/>
                </a:cubicBezTo>
                <a:cubicBezTo>
                  <a:pt x="1707517" y="28606"/>
                  <a:pt x="1706771" y="25642"/>
                  <a:pt x="1705278" y="23825"/>
                </a:cubicBezTo>
                <a:cubicBezTo>
                  <a:pt x="1703786" y="22007"/>
                  <a:pt x="1701875" y="21098"/>
                  <a:pt x="1699546" y="21098"/>
                </a:cubicBezTo>
                <a:cubicBezTo>
                  <a:pt x="1697262" y="21098"/>
                  <a:pt x="1695362" y="21985"/>
                  <a:pt x="1693847" y="23758"/>
                </a:cubicBezTo>
                <a:cubicBezTo>
                  <a:pt x="1692332" y="25530"/>
                  <a:pt x="1691574" y="28222"/>
                  <a:pt x="1691574" y="31835"/>
                </a:cubicBezTo>
                <a:close/>
                <a:moveTo>
                  <a:pt x="1745754" y="39144"/>
                </a:moveTo>
                <a:lnTo>
                  <a:pt x="1755251" y="40772"/>
                </a:lnTo>
                <a:cubicBezTo>
                  <a:pt x="1754030" y="44243"/>
                  <a:pt x="1752102" y="46886"/>
                  <a:pt x="1749468" y="48701"/>
                </a:cubicBezTo>
                <a:cubicBezTo>
                  <a:pt x="1746834" y="50515"/>
                  <a:pt x="1743538" y="51423"/>
                  <a:pt x="1739580" y="51423"/>
                </a:cubicBezTo>
                <a:cubicBezTo>
                  <a:pt x="1733316" y="51423"/>
                  <a:pt x="1728681" y="49376"/>
                  <a:pt x="1725673" y="45283"/>
                </a:cubicBezTo>
                <a:cubicBezTo>
                  <a:pt x="1723299" y="42004"/>
                  <a:pt x="1722112" y="37866"/>
                  <a:pt x="1722112" y="32868"/>
                </a:cubicBezTo>
                <a:cubicBezTo>
                  <a:pt x="1722112" y="26899"/>
                  <a:pt x="1723672" y="22223"/>
                  <a:pt x="1726793" y="18843"/>
                </a:cubicBezTo>
                <a:cubicBezTo>
                  <a:pt x="1729913" y="15462"/>
                  <a:pt x="1733859" y="13772"/>
                  <a:pt x="1738631" y="13772"/>
                </a:cubicBezTo>
                <a:cubicBezTo>
                  <a:pt x="1743990" y="13772"/>
                  <a:pt x="1748219" y="15541"/>
                  <a:pt x="1751317" y="19080"/>
                </a:cubicBezTo>
                <a:cubicBezTo>
                  <a:pt x="1754415" y="22619"/>
                  <a:pt x="1755896" y="28041"/>
                  <a:pt x="1755760" y="35345"/>
                </a:cubicBezTo>
                <a:lnTo>
                  <a:pt x="1731881" y="35345"/>
                </a:lnTo>
                <a:cubicBezTo>
                  <a:pt x="1731948" y="38171"/>
                  <a:pt x="1732717" y="40370"/>
                  <a:pt x="1734187" y="41942"/>
                </a:cubicBezTo>
                <a:cubicBezTo>
                  <a:pt x="1735657" y="43514"/>
                  <a:pt x="1737489" y="44299"/>
                  <a:pt x="1739682" y="44299"/>
                </a:cubicBezTo>
                <a:cubicBezTo>
                  <a:pt x="1741175" y="44299"/>
                  <a:pt x="1742430" y="43892"/>
                  <a:pt x="1743447" y="43078"/>
                </a:cubicBezTo>
                <a:cubicBezTo>
                  <a:pt x="1744465" y="42264"/>
                  <a:pt x="1745234" y="40953"/>
                  <a:pt x="1745754" y="39144"/>
                </a:cubicBezTo>
                <a:moveTo>
                  <a:pt x="1746297" y="29510"/>
                </a:moveTo>
                <a:cubicBezTo>
                  <a:pt x="1746229" y="26763"/>
                  <a:pt x="1745516" y="24674"/>
                  <a:pt x="1744160" y="23244"/>
                </a:cubicBezTo>
                <a:cubicBezTo>
                  <a:pt x="1742803" y="21813"/>
                  <a:pt x="1741152" y="21098"/>
                  <a:pt x="1739207" y="21098"/>
                </a:cubicBezTo>
                <a:cubicBezTo>
                  <a:pt x="1737127" y="21098"/>
                  <a:pt x="1735408" y="21853"/>
                  <a:pt x="1734051" y="23361"/>
                </a:cubicBezTo>
                <a:cubicBezTo>
                  <a:pt x="1732695" y="24871"/>
                  <a:pt x="1732028" y="26920"/>
                  <a:pt x="1732050" y="29510"/>
                </a:cubicBezTo>
                <a:lnTo>
                  <a:pt x="1746297" y="29510"/>
                </a:lnTo>
                <a:close/>
                <a:moveTo>
                  <a:pt x="1758165" y="64380"/>
                </a:moveTo>
                <a:lnTo>
                  <a:pt x="1758165" y="58139"/>
                </a:lnTo>
                <a:lnTo>
                  <a:pt x="1797783" y="58139"/>
                </a:lnTo>
                <a:lnTo>
                  <a:pt x="1797783" y="64380"/>
                </a:lnTo>
                <a:lnTo>
                  <a:pt x="1758165" y="64380"/>
                </a:lnTo>
                <a:close/>
                <a:moveTo>
                  <a:pt x="1801731" y="14586"/>
                </a:moveTo>
                <a:lnTo>
                  <a:pt x="1810618" y="14586"/>
                </a:lnTo>
                <a:lnTo>
                  <a:pt x="1810618" y="19877"/>
                </a:lnTo>
                <a:cubicBezTo>
                  <a:pt x="1811771" y="18068"/>
                  <a:pt x="1813332" y="16598"/>
                  <a:pt x="1815299" y="15468"/>
                </a:cubicBezTo>
                <a:cubicBezTo>
                  <a:pt x="1817266" y="14337"/>
                  <a:pt x="1819449" y="13772"/>
                  <a:pt x="1821846" y="13772"/>
                </a:cubicBezTo>
                <a:cubicBezTo>
                  <a:pt x="1826029" y="13772"/>
                  <a:pt x="1829579" y="15411"/>
                  <a:pt x="1832496" y="18690"/>
                </a:cubicBezTo>
                <a:cubicBezTo>
                  <a:pt x="1835414" y="21969"/>
                  <a:pt x="1836872" y="26537"/>
                  <a:pt x="1836872" y="32394"/>
                </a:cubicBezTo>
                <a:cubicBezTo>
                  <a:pt x="1836872" y="38409"/>
                  <a:pt x="1835402" y="43084"/>
                  <a:pt x="1832463" y="46419"/>
                </a:cubicBezTo>
                <a:cubicBezTo>
                  <a:pt x="1829523" y="49755"/>
                  <a:pt x="1825961" y="51423"/>
                  <a:pt x="1821778" y="51423"/>
                </a:cubicBezTo>
                <a:cubicBezTo>
                  <a:pt x="1819788" y="51423"/>
                  <a:pt x="1817984" y="51027"/>
                  <a:pt x="1816367" y="50235"/>
                </a:cubicBezTo>
                <a:cubicBezTo>
                  <a:pt x="1814751" y="49444"/>
                  <a:pt x="1813049" y="48087"/>
                  <a:pt x="1811263" y="46165"/>
                </a:cubicBezTo>
                <a:lnTo>
                  <a:pt x="1811263" y="64312"/>
                </a:lnTo>
                <a:lnTo>
                  <a:pt x="1801731" y="64312"/>
                </a:lnTo>
                <a:lnTo>
                  <a:pt x="1801731" y="14586"/>
                </a:lnTo>
                <a:moveTo>
                  <a:pt x="1811161" y="31971"/>
                </a:moveTo>
                <a:cubicBezTo>
                  <a:pt x="1811161" y="36012"/>
                  <a:pt x="1811964" y="38998"/>
                  <a:pt x="1813569" y="40929"/>
                </a:cubicBezTo>
                <a:cubicBezTo>
                  <a:pt x="1815175" y="42859"/>
                  <a:pt x="1817131" y="43825"/>
                  <a:pt x="1819437" y="43825"/>
                </a:cubicBezTo>
                <a:cubicBezTo>
                  <a:pt x="1821653" y="43825"/>
                  <a:pt x="1823496" y="42938"/>
                  <a:pt x="1824966" y="41166"/>
                </a:cubicBezTo>
                <a:cubicBezTo>
                  <a:pt x="1826436" y="39394"/>
                  <a:pt x="1827171" y="36487"/>
                  <a:pt x="1827171" y="32444"/>
                </a:cubicBezTo>
                <a:cubicBezTo>
                  <a:pt x="1827171" y="28674"/>
                  <a:pt x="1826413" y="25874"/>
                  <a:pt x="1824898" y="24045"/>
                </a:cubicBezTo>
                <a:cubicBezTo>
                  <a:pt x="1823383" y="22216"/>
                  <a:pt x="1821506" y="21302"/>
                  <a:pt x="1819268" y="21302"/>
                </a:cubicBezTo>
                <a:cubicBezTo>
                  <a:pt x="1816938" y="21302"/>
                  <a:pt x="1815005" y="22199"/>
                  <a:pt x="1813467" y="23994"/>
                </a:cubicBezTo>
                <a:cubicBezTo>
                  <a:pt x="1811930" y="25789"/>
                  <a:pt x="1811161" y="28448"/>
                  <a:pt x="1811161" y="31971"/>
                </a:cubicBezTo>
                <a:close/>
                <a:moveTo>
                  <a:pt x="1865239" y="39144"/>
                </a:moveTo>
                <a:lnTo>
                  <a:pt x="1874737" y="40772"/>
                </a:lnTo>
                <a:cubicBezTo>
                  <a:pt x="1873515" y="44243"/>
                  <a:pt x="1871588" y="46886"/>
                  <a:pt x="1868953" y="48701"/>
                </a:cubicBezTo>
                <a:cubicBezTo>
                  <a:pt x="1866319" y="50515"/>
                  <a:pt x="1863023" y="51423"/>
                  <a:pt x="1859066" y="51423"/>
                </a:cubicBezTo>
                <a:cubicBezTo>
                  <a:pt x="1852802" y="51423"/>
                  <a:pt x="1848166" y="49376"/>
                  <a:pt x="1845158" y="45283"/>
                </a:cubicBezTo>
                <a:cubicBezTo>
                  <a:pt x="1842784" y="42004"/>
                  <a:pt x="1841597" y="37866"/>
                  <a:pt x="1841597" y="32868"/>
                </a:cubicBezTo>
                <a:cubicBezTo>
                  <a:pt x="1841597" y="26899"/>
                  <a:pt x="1843157" y="22223"/>
                  <a:pt x="1846278" y="18843"/>
                </a:cubicBezTo>
                <a:cubicBezTo>
                  <a:pt x="1849398" y="15462"/>
                  <a:pt x="1853344" y="13772"/>
                  <a:pt x="1858116" y="13772"/>
                </a:cubicBezTo>
                <a:cubicBezTo>
                  <a:pt x="1863475" y="13772"/>
                  <a:pt x="1867704" y="15541"/>
                  <a:pt x="1870802" y="19080"/>
                </a:cubicBezTo>
                <a:cubicBezTo>
                  <a:pt x="1873900" y="22619"/>
                  <a:pt x="1875381" y="28041"/>
                  <a:pt x="1875245" y="35345"/>
                </a:cubicBezTo>
                <a:lnTo>
                  <a:pt x="1851366" y="35345"/>
                </a:lnTo>
                <a:cubicBezTo>
                  <a:pt x="1851434" y="38171"/>
                  <a:pt x="1852202" y="40370"/>
                  <a:pt x="1853672" y="41942"/>
                </a:cubicBezTo>
                <a:cubicBezTo>
                  <a:pt x="1855142" y="43514"/>
                  <a:pt x="1856974" y="44299"/>
                  <a:pt x="1859167" y="44299"/>
                </a:cubicBezTo>
                <a:cubicBezTo>
                  <a:pt x="1860660" y="44299"/>
                  <a:pt x="1861915" y="43892"/>
                  <a:pt x="1862932" y="43078"/>
                </a:cubicBezTo>
                <a:cubicBezTo>
                  <a:pt x="1863950" y="42264"/>
                  <a:pt x="1864719" y="40953"/>
                  <a:pt x="1865239" y="39144"/>
                </a:cubicBezTo>
                <a:moveTo>
                  <a:pt x="1865782" y="29510"/>
                </a:moveTo>
                <a:cubicBezTo>
                  <a:pt x="1865714" y="26763"/>
                  <a:pt x="1865002" y="24674"/>
                  <a:pt x="1863645" y="23244"/>
                </a:cubicBezTo>
                <a:cubicBezTo>
                  <a:pt x="1862288" y="21813"/>
                  <a:pt x="1860637" y="21098"/>
                  <a:pt x="1858692" y="21098"/>
                </a:cubicBezTo>
                <a:cubicBezTo>
                  <a:pt x="1856612" y="21098"/>
                  <a:pt x="1854893" y="21853"/>
                  <a:pt x="1853537" y="23361"/>
                </a:cubicBezTo>
                <a:cubicBezTo>
                  <a:pt x="1852180" y="24871"/>
                  <a:pt x="1851513" y="26920"/>
                  <a:pt x="1851535" y="29510"/>
                </a:cubicBezTo>
                <a:lnTo>
                  <a:pt x="1865782" y="29510"/>
                </a:lnTo>
                <a:close/>
                <a:moveTo>
                  <a:pt x="1916047" y="50609"/>
                </a:moveTo>
                <a:lnTo>
                  <a:pt x="1906515" y="50609"/>
                </a:lnTo>
                <a:lnTo>
                  <a:pt x="1906515" y="32245"/>
                </a:lnTo>
                <a:cubicBezTo>
                  <a:pt x="1906515" y="28360"/>
                  <a:pt x="1906312" y="25847"/>
                  <a:pt x="1905905" y="24706"/>
                </a:cubicBezTo>
                <a:cubicBezTo>
                  <a:pt x="1905498" y="23566"/>
                  <a:pt x="1904836" y="22679"/>
                  <a:pt x="1903920" y="22047"/>
                </a:cubicBezTo>
                <a:cubicBezTo>
                  <a:pt x="1903004" y="21414"/>
                  <a:pt x="1901902" y="21098"/>
                  <a:pt x="1900613" y="21098"/>
                </a:cubicBezTo>
                <a:cubicBezTo>
                  <a:pt x="1898962" y="21098"/>
                  <a:pt x="1897481" y="21550"/>
                  <a:pt x="1896170" y="22454"/>
                </a:cubicBezTo>
                <a:cubicBezTo>
                  <a:pt x="1894858" y="23357"/>
                  <a:pt x="1893959" y="24554"/>
                  <a:pt x="1893473" y="26045"/>
                </a:cubicBezTo>
                <a:cubicBezTo>
                  <a:pt x="1892987" y="27536"/>
                  <a:pt x="1892744" y="30291"/>
                  <a:pt x="1892744" y="34312"/>
                </a:cubicBezTo>
                <a:lnTo>
                  <a:pt x="1892744" y="50609"/>
                </a:lnTo>
                <a:lnTo>
                  <a:pt x="1883212" y="50609"/>
                </a:lnTo>
                <a:lnTo>
                  <a:pt x="1883212" y="14586"/>
                </a:lnTo>
                <a:lnTo>
                  <a:pt x="1892065" y="14586"/>
                </a:lnTo>
                <a:lnTo>
                  <a:pt x="1892065" y="19877"/>
                </a:lnTo>
                <a:cubicBezTo>
                  <a:pt x="1895208" y="15807"/>
                  <a:pt x="1899166" y="13772"/>
                  <a:pt x="1903937" y="13772"/>
                </a:cubicBezTo>
                <a:cubicBezTo>
                  <a:pt x="1906040" y="13772"/>
                  <a:pt x="1907962" y="14150"/>
                  <a:pt x="1909704" y="14908"/>
                </a:cubicBezTo>
                <a:cubicBezTo>
                  <a:pt x="1911445" y="15665"/>
                  <a:pt x="1912762" y="16632"/>
                  <a:pt x="1913655" y="17808"/>
                </a:cubicBezTo>
                <a:cubicBezTo>
                  <a:pt x="1914549" y="18984"/>
                  <a:pt x="1915170" y="20318"/>
                  <a:pt x="1915521" y="21811"/>
                </a:cubicBezTo>
                <a:cubicBezTo>
                  <a:pt x="1915871" y="23303"/>
                  <a:pt x="1916047" y="25440"/>
                  <a:pt x="1916047" y="28221"/>
                </a:cubicBezTo>
                <a:lnTo>
                  <a:pt x="1916047" y="50609"/>
                </a:lnTo>
                <a:close/>
                <a:moveTo>
                  <a:pt x="1958694" y="50609"/>
                </a:moveTo>
                <a:lnTo>
                  <a:pt x="1949840" y="50609"/>
                </a:lnTo>
                <a:lnTo>
                  <a:pt x="1949840" y="45317"/>
                </a:lnTo>
                <a:cubicBezTo>
                  <a:pt x="1948371" y="47375"/>
                  <a:pt x="1946635" y="48907"/>
                  <a:pt x="1944634" y="49913"/>
                </a:cubicBezTo>
                <a:cubicBezTo>
                  <a:pt x="1942632" y="50920"/>
                  <a:pt x="1940614" y="51423"/>
                  <a:pt x="1938579" y="51423"/>
                </a:cubicBezTo>
                <a:cubicBezTo>
                  <a:pt x="1934441" y="51423"/>
                  <a:pt x="1930896" y="49755"/>
                  <a:pt x="1927945" y="46419"/>
                </a:cubicBezTo>
                <a:cubicBezTo>
                  <a:pt x="1924994" y="43084"/>
                  <a:pt x="1923519" y="38431"/>
                  <a:pt x="1923519" y="32461"/>
                </a:cubicBezTo>
                <a:cubicBezTo>
                  <a:pt x="1923519" y="26356"/>
                  <a:pt x="1924955" y="21714"/>
                  <a:pt x="1927826" y="18537"/>
                </a:cubicBezTo>
                <a:cubicBezTo>
                  <a:pt x="1930698" y="15360"/>
                  <a:pt x="1934328" y="13772"/>
                  <a:pt x="1938715" y="13772"/>
                </a:cubicBezTo>
                <a:cubicBezTo>
                  <a:pt x="1942740" y="13772"/>
                  <a:pt x="1946222" y="15445"/>
                  <a:pt x="1949162" y="18792"/>
                </a:cubicBezTo>
                <a:lnTo>
                  <a:pt x="1949162" y="882"/>
                </a:lnTo>
                <a:lnTo>
                  <a:pt x="1958694" y="882"/>
                </a:lnTo>
                <a:lnTo>
                  <a:pt x="1958694" y="50609"/>
                </a:lnTo>
                <a:moveTo>
                  <a:pt x="1933254" y="31835"/>
                </a:moveTo>
                <a:cubicBezTo>
                  <a:pt x="1933254" y="35674"/>
                  <a:pt x="1933785" y="38451"/>
                  <a:pt x="1934848" y="40167"/>
                </a:cubicBezTo>
                <a:cubicBezTo>
                  <a:pt x="1936386" y="42650"/>
                  <a:pt x="1938534" y="43892"/>
                  <a:pt x="1941293" y="43892"/>
                </a:cubicBezTo>
                <a:cubicBezTo>
                  <a:pt x="1943486" y="43892"/>
                  <a:pt x="1945352" y="42961"/>
                  <a:pt x="1946889" y="41098"/>
                </a:cubicBezTo>
                <a:cubicBezTo>
                  <a:pt x="1948427" y="39236"/>
                  <a:pt x="1949196" y="36453"/>
                  <a:pt x="1949196" y="32750"/>
                </a:cubicBezTo>
                <a:cubicBezTo>
                  <a:pt x="1949196" y="28617"/>
                  <a:pt x="1948450" y="25642"/>
                  <a:pt x="1946957" y="23825"/>
                </a:cubicBezTo>
                <a:cubicBezTo>
                  <a:pt x="1945465" y="22007"/>
                  <a:pt x="1943554" y="21098"/>
                  <a:pt x="1941225" y="21098"/>
                </a:cubicBezTo>
                <a:cubicBezTo>
                  <a:pt x="1938963" y="21098"/>
                  <a:pt x="1937070" y="21996"/>
                  <a:pt x="1935543" y="23791"/>
                </a:cubicBezTo>
                <a:cubicBezTo>
                  <a:pt x="1934017" y="25586"/>
                  <a:pt x="1933254" y="28267"/>
                  <a:pt x="1933254" y="31835"/>
                </a:cubicBezTo>
                <a:close/>
                <a:moveTo>
                  <a:pt x="1968031" y="9701"/>
                </a:moveTo>
                <a:lnTo>
                  <a:pt x="1968031" y="882"/>
                </a:lnTo>
                <a:lnTo>
                  <a:pt x="1977563" y="882"/>
                </a:lnTo>
                <a:lnTo>
                  <a:pt x="1977563" y="9701"/>
                </a:lnTo>
                <a:lnTo>
                  <a:pt x="1968031" y="9701"/>
                </a:lnTo>
                <a:moveTo>
                  <a:pt x="1968031" y="50609"/>
                </a:moveTo>
                <a:lnTo>
                  <a:pt x="1968031" y="14586"/>
                </a:lnTo>
                <a:lnTo>
                  <a:pt x="1977563" y="14586"/>
                </a:lnTo>
                <a:lnTo>
                  <a:pt x="1977563" y="50609"/>
                </a:lnTo>
                <a:lnTo>
                  <a:pt x="1968031" y="50609"/>
                </a:lnTo>
                <a:close/>
                <a:moveTo>
                  <a:pt x="2020249" y="50609"/>
                </a:moveTo>
                <a:lnTo>
                  <a:pt x="2010717" y="50609"/>
                </a:lnTo>
                <a:lnTo>
                  <a:pt x="2010717" y="32245"/>
                </a:lnTo>
                <a:cubicBezTo>
                  <a:pt x="2010717" y="28360"/>
                  <a:pt x="2010514" y="25847"/>
                  <a:pt x="2010107" y="24706"/>
                </a:cubicBezTo>
                <a:cubicBezTo>
                  <a:pt x="2009700" y="23566"/>
                  <a:pt x="2009038" y="22679"/>
                  <a:pt x="2008122" y="22047"/>
                </a:cubicBezTo>
                <a:cubicBezTo>
                  <a:pt x="2007207" y="21414"/>
                  <a:pt x="2006104" y="21098"/>
                  <a:pt x="2004815" y="21098"/>
                </a:cubicBezTo>
                <a:cubicBezTo>
                  <a:pt x="2003164" y="21098"/>
                  <a:pt x="2001683" y="21550"/>
                  <a:pt x="2000372" y="22454"/>
                </a:cubicBezTo>
                <a:cubicBezTo>
                  <a:pt x="1999060" y="23357"/>
                  <a:pt x="1998161" y="24554"/>
                  <a:pt x="1997675" y="26045"/>
                </a:cubicBezTo>
                <a:cubicBezTo>
                  <a:pt x="1997189" y="27536"/>
                  <a:pt x="1996946" y="30291"/>
                  <a:pt x="1996946" y="34312"/>
                </a:cubicBezTo>
                <a:lnTo>
                  <a:pt x="1996946" y="50609"/>
                </a:lnTo>
                <a:lnTo>
                  <a:pt x="1987414" y="50609"/>
                </a:lnTo>
                <a:lnTo>
                  <a:pt x="1987414" y="14586"/>
                </a:lnTo>
                <a:lnTo>
                  <a:pt x="1996267" y="14586"/>
                </a:lnTo>
                <a:lnTo>
                  <a:pt x="1996267" y="19877"/>
                </a:lnTo>
                <a:cubicBezTo>
                  <a:pt x="1999411" y="15807"/>
                  <a:pt x="2003368" y="13772"/>
                  <a:pt x="2008139" y="13772"/>
                </a:cubicBezTo>
                <a:cubicBezTo>
                  <a:pt x="2010242" y="13772"/>
                  <a:pt x="2012165" y="14150"/>
                  <a:pt x="2013906" y="14908"/>
                </a:cubicBezTo>
                <a:cubicBezTo>
                  <a:pt x="2015647" y="15665"/>
                  <a:pt x="2016964" y="16632"/>
                  <a:pt x="2017857" y="17808"/>
                </a:cubicBezTo>
                <a:cubicBezTo>
                  <a:pt x="2018751" y="18984"/>
                  <a:pt x="2019373" y="20318"/>
                  <a:pt x="2019723" y="21811"/>
                </a:cubicBezTo>
                <a:cubicBezTo>
                  <a:pt x="2020074" y="23303"/>
                  <a:pt x="2020249" y="25440"/>
                  <a:pt x="2020249" y="28221"/>
                </a:cubicBezTo>
                <a:lnTo>
                  <a:pt x="2020249" y="50609"/>
                </a:lnTo>
                <a:close/>
                <a:moveTo>
                  <a:pt x="2028976" y="52915"/>
                </a:moveTo>
                <a:lnTo>
                  <a:pt x="2039864" y="54272"/>
                </a:lnTo>
                <a:cubicBezTo>
                  <a:pt x="2040045" y="55550"/>
                  <a:pt x="2040463" y="56429"/>
                  <a:pt x="2041119" y="56908"/>
                </a:cubicBezTo>
                <a:cubicBezTo>
                  <a:pt x="2042024" y="57593"/>
                  <a:pt x="2043448" y="57935"/>
                  <a:pt x="2045393" y="57935"/>
                </a:cubicBezTo>
                <a:cubicBezTo>
                  <a:pt x="2047881" y="57935"/>
                  <a:pt x="2049746" y="57559"/>
                  <a:pt x="2050990" y="56807"/>
                </a:cubicBezTo>
                <a:cubicBezTo>
                  <a:pt x="2051827" y="56306"/>
                  <a:pt x="2052460" y="55498"/>
                  <a:pt x="2052889" y="54382"/>
                </a:cubicBezTo>
                <a:cubicBezTo>
                  <a:pt x="2053183" y="53585"/>
                  <a:pt x="2053330" y="52116"/>
                  <a:pt x="2053330" y="49976"/>
                </a:cubicBezTo>
                <a:lnTo>
                  <a:pt x="2053330" y="44680"/>
                </a:lnTo>
                <a:cubicBezTo>
                  <a:pt x="2050481" y="48632"/>
                  <a:pt x="2046886" y="50609"/>
                  <a:pt x="2042544" y="50609"/>
                </a:cubicBezTo>
                <a:cubicBezTo>
                  <a:pt x="2037705" y="50609"/>
                  <a:pt x="2033872" y="48562"/>
                  <a:pt x="2031045" y="44469"/>
                </a:cubicBezTo>
                <a:cubicBezTo>
                  <a:pt x="2028829" y="41235"/>
                  <a:pt x="2027721" y="37210"/>
                  <a:pt x="2027721" y="32394"/>
                </a:cubicBezTo>
                <a:cubicBezTo>
                  <a:pt x="2027721" y="26356"/>
                  <a:pt x="2029174" y="21743"/>
                  <a:pt x="2032079" y="18554"/>
                </a:cubicBezTo>
                <a:cubicBezTo>
                  <a:pt x="2034985" y="15366"/>
                  <a:pt x="2038598" y="13772"/>
                  <a:pt x="2042917" y="13772"/>
                </a:cubicBezTo>
                <a:cubicBezTo>
                  <a:pt x="2047372" y="13772"/>
                  <a:pt x="2051046" y="15737"/>
                  <a:pt x="2053941" y="19667"/>
                </a:cubicBezTo>
                <a:lnTo>
                  <a:pt x="2053941" y="14586"/>
                </a:lnTo>
                <a:lnTo>
                  <a:pt x="2062862" y="14586"/>
                </a:lnTo>
                <a:lnTo>
                  <a:pt x="2062862" y="46933"/>
                </a:lnTo>
                <a:cubicBezTo>
                  <a:pt x="2062862" y="51187"/>
                  <a:pt x="2062511" y="54366"/>
                  <a:pt x="2061810" y="56470"/>
                </a:cubicBezTo>
                <a:cubicBezTo>
                  <a:pt x="2061109" y="58575"/>
                  <a:pt x="2060126" y="60227"/>
                  <a:pt x="2058859" y="61426"/>
                </a:cubicBezTo>
                <a:cubicBezTo>
                  <a:pt x="2057593" y="62626"/>
                  <a:pt x="2055903" y="63565"/>
                  <a:pt x="2053788" y="64243"/>
                </a:cubicBezTo>
                <a:cubicBezTo>
                  <a:pt x="2051674" y="64922"/>
                  <a:pt x="2049000" y="65262"/>
                  <a:pt x="2045766" y="65262"/>
                </a:cubicBezTo>
                <a:cubicBezTo>
                  <a:pt x="2039661" y="65262"/>
                  <a:pt x="2035330" y="64207"/>
                  <a:pt x="2032775" y="62098"/>
                </a:cubicBezTo>
                <a:cubicBezTo>
                  <a:pt x="2030220" y="59989"/>
                  <a:pt x="2028942" y="57316"/>
                  <a:pt x="2028942" y="54078"/>
                </a:cubicBezTo>
                <a:cubicBezTo>
                  <a:pt x="2028942" y="53759"/>
                  <a:pt x="2028953" y="53371"/>
                  <a:pt x="2028976" y="52915"/>
                </a:cubicBezTo>
                <a:moveTo>
                  <a:pt x="2037490" y="31851"/>
                </a:moveTo>
                <a:cubicBezTo>
                  <a:pt x="2037490" y="35661"/>
                  <a:pt x="2038230" y="38451"/>
                  <a:pt x="2039711" y="40221"/>
                </a:cubicBezTo>
                <a:cubicBezTo>
                  <a:pt x="2041193" y="41990"/>
                  <a:pt x="2043019" y="42875"/>
                  <a:pt x="2045190" y="42875"/>
                </a:cubicBezTo>
                <a:cubicBezTo>
                  <a:pt x="2047519" y="42875"/>
                  <a:pt x="2049486" y="41967"/>
                  <a:pt x="2051092" y="40153"/>
                </a:cubicBezTo>
                <a:cubicBezTo>
                  <a:pt x="2052697" y="38338"/>
                  <a:pt x="2053500" y="35650"/>
                  <a:pt x="2053500" y="32088"/>
                </a:cubicBezTo>
                <a:cubicBezTo>
                  <a:pt x="2053500" y="28368"/>
                  <a:pt x="2052731" y="25607"/>
                  <a:pt x="2051193" y="23803"/>
                </a:cubicBezTo>
                <a:cubicBezTo>
                  <a:pt x="2049656" y="22000"/>
                  <a:pt x="2047711" y="21098"/>
                  <a:pt x="2045359" y="21098"/>
                </a:cubicBezTo>
                <a:cubicBezTo>
                  <a:pt x="2043075" y="21098"/>
                  <a:pt x="2041193" y="21983"/>
                  <a:pt x="2039711" y="23752"/>
                </a:cubicBezTo>
                <a:cubicBezTo>
                  <a:pt x="2038230" y="25522"/>
                  <a:pt x="2037490" y="28221"/>
                  <a:pt x="2037490" y="31851"/>
                </a:cubicBezTo>
                <a:close/>
                <a:moveTo>
                  <a:pt x="2066603" y="64380"/>
                </a:moveTo>
                <a:lnTo>
                  <a:pt x="2066603" y="58139"/>
                </a:lnTo>
                <a:lnTo>
                  <a:pt x="2106221" y="58139"/>
                </a:lnTo>
                <a:lnTo>
                  <a:pt x="2106221" y="64380"/>
                </a:lnTo>
                <a:lnTo>
                  <a:pt x="2066603" y="64380"/>
                </a:lnTo>
                <a:close/>
                <a:moveTo>
                  <a:pt x="2111135" y="50609"/>
                </a:moveTo>
                <a:lnTo>
                  <a:pt x="2111135" y="882"/>
                </a:lnTo>
                <a:lnTo>
                  <a:pt x="2120667" y="882"/>
                </a:lnTo>
                <a:lnTo>
                  <a:pt x="2120667" y="50609"/>
                </a:lnTo>
                <a:lnTo>
                  <a:pt x="2111135" y="50609"/>
                </a:lnTo>
                <a:close/>
                <a:moveTo>
                  <a:pt x="2130586" y="9701"/>
                </a:moveTo>
                <a:lnTo>
                  <a:pt x="2130586" y="882"/>
                </a:lnTo>
                <a:lnTo>
                  <a:pt x="2140118" y="882"/>
                </a:lnTo>
                <a:lnTo>
                  <a:pt x="2140118" y="9701"/>
                </a:lnTo>
                <a:lnTo>
                  <a:pt x="2130586" y="9701"/>
                </a:lnTo>
                <a:moveTo>
                  <a:pt x="2130586" y="50609"/>
                </a:moveTo>
                <a:lnTo>
                  <a:pt x="2130586" y="14586"/>
                </a:lnTo>
                <a:lnTo>
                  <a:pt x="2140118" y="14586"/>
                </a:lnTo>
                <a:lnTo>
                  <a:pt x="2140118" y="50609"/>
                </a:lnTo>
                <a:lnTo>
                  <a:pt x="2130586" y="50609"/>
                </a:lnTo>
                <a:close/>
                <a:moveTo>
                  <a:pt x="2146679" y="40365"/>
                </a:moveTo>
                <a:lnTo>
                  <a:pt x="2156245" y="38872"/>
                </a:lnTo>
                <a:cubicBezTo>
                  <a:pt x="2156652" y="40715"/>
                  <a:pt x="2157477" y="42114"/>
                  <a:pt x="2158721" y="43070"/>
                </a:cubicBezTo>
                <a:cubicBezTo>
                  <a:pt x="2159965" y="44025"/>
                  <a:pt x="2161706" y="44503"/>
                  <a:pt x="2163944" y="44503"/>
                </a:cubicBezTo>
                <a:cubicBezTo>
                  <a:pt x="2166409" y="44503"/>
                  <a:pt x="2168264" y="44051"/>
                  <a:pt x="2169507" y="43148"/>
                </a:cubicBezTo>
                <a:cubicBezTo>
                  <a:pt x="2170344" y="42516"/>
                  <a:pt x="2170762" y="41669"/>
                  <a:pt x="2170762" y="40608"/>
                </a:cubicBezTo>
                <a:cubicBezTo>
                  <a:pt x="2170762" y="39885"/>
                  <a:pt x="2170536" y="39286"/>
                  <a:pt x="2170084" y="38812"/>
                </a:cubicBezTo>
                <a:cubicBezTo>
                  <a:pt x="2169609" y="38360"/>
                  <a:pt x="2168546" y="37943"/>
                  <a:pt x="2166896" y="37559"/>
                </a:cubicBezTo>
                <a:cubicBezTo>
                  <a:pt x="2159207" y="35866"/>
                  <a:pt x="2154334" y="34319"/>
                  <a:pt x="2152276" y="32918"/>
                </a:cubicBezTo>
                <a:cubicBezTo>
                  <a:pt x="2149427" y="30975"/>
                  <a:pt x="2148002" y="28275"/>
                  <a:pt x="2148002" y="24819"/>
                </a:cubicBezTo>
                <a:cubicBezTo>
                  <a:pt x="2148002" y="21701"/>
                  <a:pt x="2149235" y="19080"/>
                  <a:pt x="2151699" y="16957"/>
                </a:cubicBezTo>
                <a:cubicBezTo>
                  <a:pt x="2154164" y="14833"/>
                  <a:pt x="2157986" y="13772"/>
                  <a:pt x="2163164" y="13772"/>
                </a:cubicBezTo>
                <a:cubicBezTo>
                  <a:pt x="2168094" y="13772"/>
                  <a:pt x="2171757" y="14571"/>
                  <a:pt x="2174154" y="16171"/>
                </a:cubicBezTo>
                <a:cubicBezTo>
                  <a:pt x="2176551" y="17771"/>
                  <a:pt x="2178202" y="20137"/>
                  <a:pt x="2179107" y="23269"/>
                </a:cubicBezTo>
                <a:lnTo>
                  <a:pt x="2170118" y="24965"/>
                </a:lnTo>
                <a:cubicBezTo>
                  <a:pt x="2169733" y="23563"/>
                  <a:pt x="2169004" y="22489"/>
                  <a:pt x="2167930" y="21743"/>
                </a:cubicBezTo>
                <a:cubicBezTo>
                  <a:pt x="2166856" y="20996"/>
                  <a:pt x="2165324" y="20623"/>
                  <a:pt x="2163334" y="20623"/>
                </a:cubicBezTo>
                <a:cubicBezTo>
                  <a:pt x="2160824" y="20623"/>
                  <a:pt x="2159026" y="20973"/>
                  <a:pt x="2157941" y="21674"/>
                </a:cubicBezTo>
                <a:cubicBezTo>
                  <a:pt x="2157217" y="22170"/>
                  <a:pt x="2156855" y="22813"/>
                  <a:pt x="2156855" y="23604"/>
                </a:cubicBezTo>
                <a:cubicBezTo>
                  <a:pt x="2156855" y="24281"/>
                  <a:pt x="2157172" y="24857"/>
                  <a:pt x="2157805" y="25331"/>
                </a:cubicBezTo>
                <a:cubicBezTo>
                  <a:pt x="2158664" y="25963"/>
                  <a:pt x="2161632" y="26855"/>
                  <a:pt x="2166709" y="28007"/>
                </a:cubicBezTo>
                <a:cubicBezTo>
                  <a:pt x="2171786" y="29159"/>
                  <a:pt x="2175330" y="30572"/>
                  <a:pt x="2177343" y="32246"/>
                </a:cubicBezTo>
                <a:cubicBezTo>
                  <a:pt x="2179333" y="33944"/>
                  <a:pt x="2180328" y="36308"/>
                  <a:pt x="2180328" y="39340"/>
                </a:cubicBezTo>
                <a:cubicBezTo>
                  <a:pt x="2180328" y="42643"/>
                  <a:pt x="2178948" y="45483"/>
                  <a:pt x="2176190" y="47859"/>
                </a:cubicBezTo>
                <a:cubicBezTo>
                  <a:pt x="2173431" y="50235"/>
                  <a:pt x="2169349" y="51423"/>
                  <a:pt x="2163944" y="51423"/>
                </a:cubicBezTo>
                <a:cubicBezTo>
                  <a:pt x="2159037" y="51423"/>
                  <a:pt x="2155154" y="50431"/>
                  <a:pt x="2152293" y="48447"/>
                </a:cubicBezTo>
                <a:cubicBezTo>
                  <a:pt x="2149432" y="46463"/>
                  <a:pt x="2147561" y="43769"/>
                  <a:pt x="2146679" y="40365"/>
                </a:cubicBezTo>
                <a:close/>
                <a:moveTo>
                  <a:pt x="2205458" y="14586"/>
                </a:moveTo>
                <a:lnTo>
                  <a:pt x="2205458" y="22184"/>
                </a:lnTo>
                <a:lnTo>
                  <a:pt x="2198946" y="22184"/>
                </a:lnTo>
                <a:lnTo>
                  <a:pt x="2198946" y="36678"/>
                </a:lnTo>
                <a:cubicBezTo>
                  <a:pt x="2198946" y="39614"/>
                  <a:pt x="2199008" y="41324"/>
                  <a:pt x="2199132" y="41810"/>
                </a:cubicBezTo>
                <a:cubicBezTo>
                  <a:pt x="2199257" y="42294"/>
                  <a:pt x="2199539" y="42695"/>
                  <a:pt x="2199980" y="43012"/>
                </a:cubicBezTo>
                <a:cubicBezTo>
                  <a:pt x="2200421" y="43327"/>
                  <a:pt x="2200958" y="43485"/>
                  <a:pt x="2201591" y="43485"/>
                </a:cubicBezTo>
                <a:cubicBezTo>
                  <a:pt x="2202473" y="43485"/>
                  <a:pt x="2203751" y="43180"/>
                  <a:pt x="2205424" y="42570"/>
                </a:cubicBezTo>
                <a:lnTo>
                  <a:pt x="2206238" y="49992"/>
                </a:lnTo>
                <a:cubicBezTo>
                  <a:pt x="2204022" y="50946"/>
                  <a:pt x="2201512" y="51423"/>
                  <a:pt x="2198708" y="51423"/>
                </a:cubicBezTo>
                <a:cubicBezTo>
                  <a:pt x="2196990" y="51423"/>
                  <a:pt x="2195441" y="51134"/>
                  <a:pt x="2194061" y="50558"/>
                </a:cubicBezTo>
                <a:cubicBezTo>
                  <a:pt x="2192682" y="49981"/>
                  <a:pt x="2191670" y="49235"/>
                  <a:pt x="2191025" y="48319"/>
                </a:cubicBezTo>
                <a:cubicBezTo>
                  <a:pt x="2190381" y="47403"/>
                  <a:pt x="2189934" y="46165"/>
                  <a:pt x="2189686" y="44605"/>
                </a:cubicBezTo>
                <a:cubicBezTo>
                  <a:pt x="2189482" y="43497"/>
                  <a:pt x="2189380" y="41258"/>
                  <a:pt x="2189380" y="37889"/>
                </a:cubicBezTo>
                <a:lnTo>
                  <a:pt x="2189380" y="22184"/>
                </a:lnTo>
                <a:lnTo>
                  <a:pt x="2185005" y="22184"/>
                </a:lnTo>
                <a:lnTo>
                  <a:pt x="2185005" y="14586"/>
                </a:lnTo>
                <a:lnTo>
                  <a:pt x="2189380" y="14586"/>
                </a:lnTo>
                <a:lnTo>
                  <a:pt x="2189380" y="7395"/>
                </a:lnTo>
                <a:lnTo>
                  <a:pt x="2198946" y="1764"/>
                </a:lnTo>
                <a:lnTo>
                  <a:pt x="2198946" y="14586"/>
                </a:lnTo>
                <a:lnTo>
                  <a:pt x="2205458" y="14586"/>
                </a:lnTo>
                <a:close/>
                <a:moveTo>
                  <a:pt x="2211628" y="41043"/>
                </a:moveTo>
                <a:lnTo>
                  <a:pt x="2221159" y="41043"/>
                </a:lnTo>
                <a:lnTo>
                  <a:pt x="2221159" y="47883"/>
                </a:lnTo>
                <a:cubicBezTo>
                  <a:pt x="2221159" y="50651"/>
                  <a:pt x="2220922" y="52835"/>
                  <a:pt x="2220447" y="54434"/>
                </a:cubicBezTo>
                <a:cubicBezTo>
                  <a:pt x="2219972" y="56034"/>
                  <a:pt x="2219073" y="57469"/>
                  <a:pt x="2217750" y="58740"/>
                </a:cubicBezTo>
                <a:cubicBezTo>
                  <a:pt x="2216427" y="60010"/>
                  <a:pt x="2214748" y="61009"/>
                  <a:pt x="2212713" y="61734"/>
                </a:cubicBezTo>
                <a:lnTo>
                  <a:pt x="2210847" y="57800"/>
                </a:lnTo>
                <a:cubicBezTo>
                  <a:pt x="2212770" y="57164"/>
                  <a:pt x="2214138" y="56289"/>
                  <a:pt x="2214952" y="55175"/>
                </a:cubicBezTo>
                <a:cubicBezTo>
                  <a:pt x="2215766" y="54062"/>
                  <a:pt x="2216195" y="52540"/>
                  <a:pt x="2216241" y="50609"/>
                </a:cubicBezTo>
                <a:lnTo>
                  <a:pt x="2211628" y="50609"/>
                </a:lnTo>
                <a:lnTo>
                  <a:pt x="2211628" y="410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deferred_probe)">
            <a:extLst xmlns:a="http://schemas.openxmlformats.org/drawingml/2006/main">
              <a:ext uri="{FF2B5EF4-FFF2-40B4-BE49-F238E27FC236}">
                <a16:creationId xmlns:a16="http://schemas.microsoft.com/office/drawing/2014/main" id="{3BCC0079-D2E8-4FEA-9DC1-70121F37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878" y="2934192"/>
            <a:ext cx="527280" cy="65262"/>
          </a:xfrm>
          <a:custGeom xmlns:a="http://schemas.openxmlformats.org/drawingml/2006/main">
            <a:pathLst>
              <a:path w="527280" h="65262">
                <a:moveTo>
                  <a:pt x="35175" y="50609"/>
                </a:moveTo>
                <a:lnTo>
                  <a:pt x="26322" y="50609"/>
                </a:lnTo>
                <a:lnTo>
                  <a:pt x="26322" y="45317"/>
                </a:lnTo>
                <a:cubicBezTo>
                  <a:pt x="24852" y="47375"/>
                  <a:pt x="23116" y="48907"/>
                  <a:pt x="21115" y="49913"/>
                </a:cubicBezTo>
                <a:cubicBezTo>
                  <a:pt x="19114" y="50920"/>
                  <a:pt x="17096" y="51423"/>
                  <a:pt x="15060" y="51423"/>
                </a:cubicBezTo>
                <a:cubicBezTo>
                  <a:pt x="10922" y="51423"/>
                  <a:pt x="7378" y="49755"/>
                  <a:pt x="4427" y="46419"/>
                </a:cubicBezTo>
                <a:cubicBezTo>
                  <a:pt x="1476" y="43084"/>
                  <a:pt x="0" y="38431"/>
                  <a:pt x="0" y="32461"/>
                </a:cubicBezTo>
                <a:cubicBezTo>
                  <a:pt x="0" y="26356"/>
                  <a:pt x="1436" y="21714"/>
                  <a:pt x="4308" y="18537"/>
                </a:cubicBezTo>
                <a:cubicBezTo>
                  <a:pt x="7180" y="15360"/>
                  <a:pt x="10809" y="13772"/>
                  <a:pt x="15196" y="13772"/>
                </a:cubicBezTo>
                <a:cubicBezTo>
                  <a:pt x="19221" y="13772"/>
                  <a:pt x="22704" y="15445"/>
                  <a:pt x="25644" y="18792"/>
                </a:cubicBezTo>
                <a:lnTo>
                  <a:pt x="25644" y="882"/>
                </a:lnTo>
                <a:lnTo>
                  <a:pt x="35175" y="882"/>
                </a:lnTo>
                <a:lnTo>
                  <a:pt x="35175" y="50609"/>
                </a:lnTo>
                <a:moveTo>
                  <a:pt x="9735" y="31835"/>
                </a:moveTo>
                <a:cubicBezTo>
                  <a:pt x="9735" y="35674"/>
                  <a:pt x="10266" y="38451"/>
                  <a:pt x="11329" y="40167"/>
                </a:cubicBezTo>
                <a:cubicBezTo>
                  <a:pt x="12867" y="42650"/>
                  <a:pt x="15015" y="43892"/>
                  <a:pt x="17774" y="43892"/>
                </a:cubicBezTo>
                <a:cubicBezTo>
                  <a:pt x="19968" y="43892"/>
                  <a:pt x="21833" y="42961"/>
                  <a:pt x="23371" y="41098"/>
                </a:cubicBezTo>
                <a:cubicBezTo>
                  <a:pt x="24909" y="39236"/>
                  <a:pt x="25677" y="36453"/>
                  <a:pt x="25677" y="32750"/>
                </a:cubicBezTo>
                <a:cubicBezTo>
                  <a:pt x="25677" y="28617"/>
                  <a:pt x="24931" y="25642"/>
                  <a:pt x="23439" y="23825"/>
                </a:cubicBezTo>
                <a:cubicBezTo>
                  <a:pt x="21946" y="22007"/>
                  <a:pt x="20035" y="21098"/>
                  <a:pt x="17706" y="21098"/>
                </a:cubicBezTo>
                <a:cubicBezTo>
                  <a:pt x="15445" y="21098"/>
                  <a:pt x="13551" y="21996"/>
                  <a:pt x="12025" y="23791"/>
                </a:cubicBezTo>
                <a:cubicBezTo>
                  <a:pt x="10498" y="25586"/>
                  <a:pt x="9735" y="28267"/>
                  <a:pt x="9735" y="31835"/>
                </a:cubicBezTo>
                <a:close/>
                <a:moveTo>
                  <a:pt x="65373" y="39144"/>
                </a:moveTo>
                <a:lnTo>
                  <a:pt x="74871" y="40772"/>
                </a:lnTo>
                <a:cubicBezTo>
                  <a:pt x="73650" y="44243"/>
                  <a:pt x="71722" y="46886"/>
                  <a:pt x="69088" y="48701"/>
                </a:cubicBezTo>
                <a:cubicBezTo>
                  <a:pt x="66453" y="50515"/>
                  <a:pt x="63157" y="51423"/>
                  <a:pt x="59200" y="51423"/>
                </a:cubicBezTo>
                <a:cubicBezTo>
                  <a:pt x="52936" y="51423"/>
                  <a:pt x="48300" y="49376"/>
                  <a:pt x="45293" y="45283"/>
                </a:cubicBezTo>
                <a:cubicBezTo>
                  <a:pt x="42918" y="42004"/>
                  <a:pt x="41731" y="37866"/>
                  <a:pt x="41731" y="32868"/>
                </a:cubicBezTo>
                <a:cubicBezTo>
                  <a:pt x="41731" y="26899"/>
                  <a:pt x="43291" y="22223"/>
                  <a:pt x="46412" y="18843"/>
                </a:cubicBezTo>
                <a:cubicBezTo>
                  <a:pt x="49533" y="15462"/>
                  <a:pt x="53479" y="13772"/>
                  <a:pt x="58250" y="13772"/>
                </a:cubicBezTo>
                <a:cubicBezTo>
                  <a:pt x="63609" y="13772"/>
                  <a:pt x="67838" y="15541"/>
                  <a:pt x="70936" y="19080"/>
                </a:cubicBezTo>
                <a:cubicBezTo>
                  <a:pt x="74034" y="22619"/>
                  <a:pt x="75515" y="28041"/>
                  <a:pt x="75380" y="35345"/>
                </a:cubicBezTo>
                <a:lnTo>
                  <a:pt x="51500" y="35345"/>
                </a:lnTo>
                <a:cubicBezTo>
                  <a:pt x="51568" y="38171"/>
                  <a:pt x="52337" y="40370"/>
                  <a:pt x="53807" y="41942"/>
                </a:cubicBezTo>
                <a:cubicBezTo>
                  <a:pt x="55276" y="43514"/>
                  <a:pt x="57108" y="44299"/>
                  <a:pt x="59302" y="44299"/>
                </a:cubicBezTo>
                <a:cubicBezTo>
                  <a:pt x="60794" y="44299"/>
                  <a:pt x="62049" y="43892"/>
                  <a:pt x="63067" y="43078"/>
                </a:cubicBezTo>
                <a:cubicBezTo>
                  <a:pt x="64084" y="42264"/>
                  <a:pt x="64853" y="40953"/>
                  <a:pt x="65373" y="39144"/>
                </a:cubicBezTo>
                <a:moveTo>
                  <a:pt x="65916" y="29510"/>
                </a:moveTo>
                <a:cubicBezTo>
                  <a:pt x="65848" y="26763"/>
                  <a:pt x="65136" y="24674"/>
                  <a:pt x="63779" y="23244"/>
                </a:cubicBezTo>
                <a:cubicBezTo>
                  <a:pt x="62422" y="21813"/>
                  <a:pt x="60772" y="21098"/>
                  <a:pt x="58827" y="21098"/>
                </a:cubicBezTo>
                <a:cubicBezTo>
                  <a:pt x="56746" y="21098"/>
                  <a:pt x="55028" y="21853"/>
                  <a:pt x="53671" y="23361"/>
                </a:cubicBezTo>
                <a:cubicBezTo>
                  <a:pt x="52314" y="24871"/>
                  <a:pt x="51647" y="26920"/>
                  <a:pt x="51670" y="29510"/>
                </a:cubicBezTo>
                <a:lnTo>
                  <a:pt x="65916" y="29510"/>
                </a:lnTo>
                <a:close/>
                <a:moveTo>
                  <a:pt x="79242" y="14586"/>
                </a:moveTo>
                <a:lnTo>
                  <a:pt x="84534" y="14586"/>
                </a:lnTo>
                <a:lnTo>
                  <a:pt x="84534" y="11866"/>
                </a:lnTo>
                <a:cubicBezTo>
                  <a:pt x="84534" y="8828"/>
                  <a:pt x="84856" y="6562"/>
                  <a:pt x="85501" y="5066"/>
                </a:cubicBezTo>
                <a:cubicBezTo>
                  <a:pt x="86145" y="3570"/>
                  <a:pt x="87332" y="2351"/>
                  <a:pt x="89062" y="1411"/>
                </a:cubicBezTo>
                <a:cubicBezTo>
                  <a:pt x="90792" y="470"/>
                  <a:pt x="92980" y="0"/>
                  <a:pt x="95626" y="0"/>
                </a:cubicBezTo>
                <a:cubicBezTo>
                  <a:pt x="98339" y="0"/>
                  <a:pt x="100996" y="407"/>
                  <a:pt x="103597" y="1221"/>
                </a:cubicBezTo>
                <a:lnTo>
                  <a:pt x="102308" y="7869"/>
                </a:lnTo>
                <a:cubicBezTo>
                  <a:pt x="100793" y="7508"/>
                  <a:pt x="99334" y="7327"/>
                  <a:pt x="97932" y="7327"/>
                </a:cubicBezTo>
                <a:cubicBezTo>
                  <a:pt x="96553" y="7327"/>
                  <a:pt x="95564" y="7651"/>
                  <a:pt x="94964" y="8299"/>
                </a:cubicBezTo>
                <a:cubicBezTo>
                  <a:pt x="94365" y="8946"/>
                  <a:pt x="94065" y="10190"/>
                  <a:pt x="94065" y="12030"/>
                </a:cubicBezTo>
                <a:lnTo>
                  <a:pt x="94065" y="14586"/>
                </a:lnTo>
                <a:lnTo>
                  <a:pt x="101189" y="14586"/>
                </a:lnTo>
                <a:lnTo>
                  <a:pt x="101189" y="22116"/>
                </a:lnTo>
                <a:lnTo>
                  <a:pt x="94065" y="22116"/>
                </a:lnTo>
                <a:lnTo>
                  <a:pt x="94065" y="50609"/>
                </a:lnTo>
                <a:lnTo>
                  <a:pt x="84534" y="50609"/>
                </a:lnTo>
                <a:lnTo>
                  <a:pt x="84534" y="22116"/>
                </a:lnTo>
                <a:lnTo>
                  <a:pt x="79242" y="22116"/>
                </a:lnTo>
                <a:lnTo>
                  <a:pt x="79242" y="14586"/>
                </a:lnTo>
                <a:close/>
                <a:moveTo>
                  <a:pt x="127200" y="39144"/>
                </a:moveTo>
                <a:lnTo>
                  <a:pt x="136698" y="40772"/>
                </a:lnTo>
                <a:cubicBezTo>
                  <a:pt x="135476" y="44243"/>
                  <a:pt x="133549" y="46886"/>
                  <a:pt x="130914" y="48701"/>
                </a:cubicBezTo>
                <a:cubicBezTo>
                  <a:pt x="128280" y="50515"/>
                  <a:pt x="124984" y="51423"/>
                  <a:pt x="121026" y="51423"/>
                </a:cubicBezTo>
                <a:cubicBezTo>
                  <a:pt x="114763" y="51423"/>
                  <a:pt x="110127" y="49376"/>
                  <a:pt x="107119" y="45283"/>
                </a:cubicBezTo>
                <a:cubicBezTo>
                  <a:pt x="104745" y="42004"/>
                  <a:pt x="103558" y="37866"/>
                  <a:pt x="103558" y="32868"/>
                </a:cubicBezTo>
                <a:cubicBezTo>
                  <a:pt x="103558" y="26899"/>
                  <a:pt x="105118" y="22223"/>
                  <a:pt x="108239" y="18843"/>
                </a:cubicBezTo>
                <a:cubicBezTo>
                  <a:pt x="111359" y="15462"/>
                  <a:pt x="115305" y="13772"/>
                  <a:pt x="120077" y="13772"/>
                </a:cubicBezTo>
                <a:cubicBezTo>
                  <a:pt x="125436" y="13772"/>
                  <a:pt x="129665" y="15541"/>
                  <a:pt x="132763" y="19080"/>
                </a:cubicBezTo>
                <a:cubicBezTo>
                  <a:pt x="135861" y="22619"/>
                  <a:pt x="137342" y="28041"/>
                  <a:pt x="137206" y="35345"/>
                </a:cubicBezTo>
                <a:lnTo>
                  <a:pt x="113327" y="35345"/>
                </a:lnTo>
                <a:cubicBezTo>
                  <a:pt x="113394" y="38171"/>
                  <a:pt x="114163" y="40370"/>
                  <a:pt x="115633" y="41942"/>
                </a:cubicBezTo>
                <a:cubicBezTo>
                  <a:pt x="117103" y="43514"/>
                  <a:pt x="118935" y="44299"/>
                  <a:pt x="121128" y="44299"/>
                </a:cubicBezTo>
                <a:cubicBezTo>
                  <a:pt x="122621" y="44299"/>
                  <a:pt x="123876" y="43892"/>
                  <a:pt x="124893" y="43078"/>
                </a:cubicBezTo>
                <a:cubicBezTo>
                  <a:pt x="125911" y="42264"/>
                  <a:pt x="126680" y="40953"/>
                  <a:pt x="127200" y="39144"/>
                </a:cubicBezTo>
                <a:moveTo>
                  <a:pt x="127743" y="29510"/>
                </a:moveTo>
                <a:cubicBezTo>
                  <a:pt x="127675" y="26763"/>
                  <a:pt x="126962" y="24674"/>
                  <a:pt x="125606" y="23244"/>
                </a:cubicBezTo>
                <a:cubicBezTo>
                  <a:pt x="124249" y="21813"/>
                  <a:pt x="122598" y="21098"/>
                  <a:pt x="120653" y="21098"/>
                </a:cubicBezTo>
                <a:cubicBezTo>
                  <a:pt x="118573" y="21098"/>
                  <a:pt x="116854" y="21853"/>
                  <a:pt x="115498" y="23361"/>
                </a:cubicBezTo>
                <a:cubicBezTo>
                  <a:pt x="114141" y="24871"/>
                  <a:pt x="113474" y="26920"/>
                  <a:pt x="113496" y="29510"/>
                </a:cubicBezTo>
                <a:lnTo>
                  <a:pt x="127743" y="29510"/>
                </a:lnTo>
                <a:close/>
                <a:moveTo>
                  <a:pt x="154366" y="50609"/>
                </a:moveTo>
                <a:lnTo>
                  <a:pt x="144834" y="50609"/>
                </a:lnTo>
                <a:lnTo>
                  <a:pt x="144834" y="14586"/>
                </a:lnTo>
                <a:lnTo>
                  <a:pt x="153687" y="14586"/>
                </a:lnTo>
                <a:lnTo>
                  <a:pt x="153687" y="19708"/>
                </a:lnTo>
                <a:cubicBezTo>
                  <a:pt x="155202" y="17288"/>
                  <a:pt x="156565" y="15694"/>
                  <a:pt x="157775" y="14925"/>
                </a:cubicBezTo>
                <a:cubicBezTo>
                  <a:pt x="158984" y="14156"/>
                  <a:pt x="160358" y="13772"/>
                  <a:pt x="161896" y="13772"/>
                </a:cubicBezTo>
                <a:cubicBezTo>
                  <a:pt x="164067" y="13772"/>
                  <a:pt x="166158" y="14371"/>
                  <a:pt x="168171" y="15569"/>
                </a:cubicBezTo>
                <a:lnTo>
                  <a:pt x="165220" y="23880"/>
                </a:lnTo>
                <a:cubicBezTo>
                  <a:pt x="163614" y="22839"/>
                  <a:pt x="162122" y="22319"/>
                  <a:pt x="160743" y="22319"/>
                </a:cubicBezTo>
                <a:cubicBezTo>
                  <a:pt x="159408" y="22319"/>
                  <a:pt x="158278" y="22687"/>
                  <a:pt x="157351" y="23422"/>
                </a:cubicBezTo>
                <a:cubicBezTo>
                  <a:pt x="156423" y="24157"/>
                  <a:pt x="155694" y="25485"/>
                  <a:pt x="155163" y="27407"/>
                </a:cubicBezTo>
                <a:cubicBezTo>
                  <a:pt x="154631" y="29329"/>
                  <a:pt x="154366" y="33355"/>
                  <a:pt x="154366" y="39483"/>
                </a:cubicBezTo>
                <a:lnTo>
                  <a:pt x="154366" y="50609"/>
                </a:lnTo>
                <a:close/>
                <a:moveTo>
                  <a:pt x="181458" y="50609"/>
                </a:moveTo>
                <a:lnTo>
                  <a:pt x="171927" y="50609"/>
                </a:lnTo>
                <a:lnTo>
                  <a:pt x="171927" y="14586"/>
                </a:lnTo>
                <a:lnTo>
                  <a:pt x="180780" y="14586"/>
                </a:lnTo>
                <a:lnTo>
                  <a:pt x="180780" y="19708"/>
                </a:lnTo>
                <a:cubicBezTo>
                  <a:pt x="182295" y="17288"/>
                  <a:pt x="183657" y="15694"/>
                  <a:pt x="184867" y="14925"/>
                </a:cubicBezTo>
                <a:cubicBezTo>
                  <a:pt x="186077" y="14156"/>
                  <a:pt x="187451" y="13772"/>
                  <a:pt x="188988" y="13772"/>
                </a:cubicBezTo>
                <a:cubicBezTo>
                  <a:pt x="191159" y="13772"/>
                  <a:pt x="193251" y="14371"/>
                  <a:pt x="195264" y="15569"/>
                </a:cubicBezTo>
                <a:lnTo>
                  <a:pt x="192313" y="23880"/>
                </a:lnTo>
                <a:cubicBezTo>
                  <a:pt x="190707" y="22839"/>
                  <a:pt x="189215" y="22319"/>
                  <a:pt x="187835" y="22319"/>
                </a:cubicBezTo>
                <a:cubicBezTo>
                  <a:pt x="186501" y="22319"/>
                  <a:pt x="185370" y="22687"/>
                  <a:pt x="184443" y="23422"/>
                </a:cubicBezTo>
                <a:cubicBezTo>
                  <a:pt x="183516" y="24157"/>
                  <a:pt x="182787" y="25485"/>
                  <a:pt x="182255" y="27407"/>
                </a:cubicBezTo>
                <a:cubicBezTo>
                  <a:pt x="181724" y="29329"/>
                  <a:pt x="181458" y="33355"/>
                  <a:pt x="181458" y="39483"/>
                </a:cubicBezTo>
                <a:lnTo>
                  <a:pt x="181458" y="50609"/>
                </a:lnTo>
                <a:close/>
                <a:moveTo>
                  <a:pt x="220287" y="39144"/>
                </a:moveTo>
                <a:lnTo>
                  <a:pt x="229785" y="40772"/>
                </a:lnTo>
                <a:cubicBezTo>
                  <a:pt x="228563" y="44243"/>
                  <a:pt x="226636" y="46886"/>
                  <a:pt x="224001" y="48701"/>
                </a:cubicBezTo>
                <a:cubicBezTo>
                  <a:pt x="221367" y="50515"/>
                  <a:pt x="218071" y="51423"/>
                  <a:pt x="214114" y="51423"/>
                </a:cubicBezTo>
                <a:cubicBezTo>
                  <a:pt x="207850" y="51423"/>
                  <a:pt x="203214" y="49376"/>
                  <a:pt x="200206" y="45283"/>
                </a:cubicBezTo>
                <a:cubicBezTo>
                  <a:pt x="197832" y="42004"/>
                  <a:pt x="196645" y="37866"/>
                  <a:pt x="196645" y="32868"/>
                </a:cubicBezTo>
                <a:cubicBezTo>
                  <a:pt x="196645" y="26899"/>
                  <a:pt x="198205" y="22223"/>
                  <a:pt x="201326" y="18843"/>
                </a:cubicBezTo>
                <a:cubicBezTo>
                  <a:pt x="204446" y="15462"/>
                  <a:pt x="208392" y="13772"/>
                  <a:pt x="213164" y="13772"/>
                </a:cubicBezTo>
                <a:cubicBezTo>
                  <a:pt x="218523" y="13772"/>
                  <a:pt x="222752" y="15541"/>
                  <a:pt x="225850" y="19080"/>
                </a:cubicBezTo>
                <a:cubicBezTo>
                  <a:pt x="228948" y="22619"/>
                  <a:pt x="230429" y="28041"/>
                  <a:pt x="230293" y="35345"/>
                </a:cubicBezTo>
                <a:lnTo>
                  <a:pt x="206414" y="35345"/>
                </a:lnTo>
                <a:cubicBezTo>
                  <a:pt x="206482" y="38171"/>
                  <a:pt x="207250" y="40370"/>
                  <a:pt x="208720" y="41942"/>
                </a:cubicBezTo>
                <a:cubicBezTo>
                  <a:pt x="210190" y="43514"/>
                  <a:pt x="212022" y="44299"/>
                  <a:pt x="214215" y="44299"/>
                </a:cubicBezTo>
                <a:cubicBezTo>
                  <a:pt x="215708" y="44299"/>
                  <a:pt x="216963" y="43892"/>
                  <a:pt x="217980" y="43078"/>
                </a:cubicBezTo>
                <a:cubicBezTo>
                  <a:pt x="218998" y="42264"/>
                  <a:pt x="219767" y="40953"/>
                  <a:pt x="220287" y="39144"/>
                </a:cubicBezTo>
                <a:moveTo>
                  <a:pt x="220830" y="29510"/>
                </a:moveTo>
                <a:cubicBezTo>
                  <a:pt x="220762" y="26763"/>
                  <a:pt x="220050" y="24674"/>
                  <a:pt x="218693" y="23244"/>
                </a:cubicBezTo>
                <a:cubicBezTo>
                  <a:pt x="217336" y="21813"/>
                  <a:pt x="215685" y="21098"/>
                  <a:pt x="213740" y="21098"/>
                </a:cubicBezTo>
                <a:cubicBezTo>
                  <a:pt x="211660" y="21098"/>
                  <a:pt x="209941" y="21853"/>
                  <a:pt x="208585" y="23361"/>
                </a:cubicBezTo>
                <a:cubicBezTo>
                  <a:pt x="207228" y="24871"/>
                  <a:pt x="206561" y="26920"/>
                  <a:pt x="206583" y="29510"/>
                </a:cubicBezTo>
                <a:lnTo>
                  <a:pt x="220830" y="29510"/>
                </a:lnTo>
                <a:close/>
                <a:moveTo>
                  <a:pt x="271366" y="50609"/>
                </a:moveTo>
                <a:lnTo>
                  <a:pt x="262513" y="50609"/>
                </a:lnTo>
                <a:lnTo>
                  <a:pt x="262513" y="45317"/>
                </a:lnTo>
                <a:cubicBezTo>
                  <a:pt x="261043" y="47375"/>
                  <a:pt x="259308" y="48907"/>
                  <a:pt x="257306" y="49913"/>
                </a:cubicBezTo>
                <a:cubicBezTo>
                  <a:pt x="255305" y="50920"/>
                  <a:pt x="253287" y="51423"/>
                  <a:pt x="251252" y="51423"/>
                </a:cubicBezTo>
                <a:cubicBezTo>
                  <a:pt x="247113" y="51423"/>
                  <a:pt x="243569" y="49755"/>
                  <a:pt x="240618" y="46419"/>
                </a:cubicBezTo>
                <a:cubicBezTo>
                  <a:pt x="237667" y="43084"/>
                  <a:pt x="236191" y="38431"/>
                  <a:pt x="236191" y="32461"/>
                </a:cubicBezTo>
                <a:cubicBezTo>
                  <a:pt x="236191" y="26356"/>
                  <a:pt x="237627" y="21714"/>
                  <a:pt x="240499" y="18537"/>
                </a:cubicBezTo>
                <a:cubicBezTo>
                  <a:pt x="243371" y="15360"/>
                  <a:pt x="247000" y="13772"/>
                  <a:pt x="251387" y="13772"/>
                </a:cubicBezTo>
                <a:cubicBezTo>
                  <a:pt x="255413" y="13772"/>
                  <a:pt x="258895" y="15445"/>
                  <a:pt x="261835" y="18792"/>
                </a:cubicBezTo>
                <a:lnTo>
                  <a:pt x="261835" y="882"/>
                </a:lnTo>
                <a:lnTo>
                  <a:pt x="271366" y="882"/>
                </a:lnTo>
                <a:lnTo>
                  <a:pt x="271366" y="50609"/>
                </a:lnTo>
                <a:moveTo>
                  <a:pt x="245926" y="31835"/>
                </a:moveTo>
                <a:cubicBezTo>
                  <a:pt x="245926" y="35674"/>
                  <a:pt x="246458" y="38451"/>
                  <a:pt x="247521" y="40167"/>
                </a:cubicBezTo>
                <a:cubicBezTo>
                  <a:pt x="249058" y="42650"/>
                  <a:pt x="251206" y="43892"/>
                  <a:pt x="253965" y="43892"/>
                </a:cubicBezTo>
                <a:cubicBezTo>
                  <a:pt x="256159" y="43892"/>
                  <a:pt x="258024" y="42961"/>
                  <a:pt x="259562" y="41098"/>
                </a:cubicBezTo>
                <a:cubicBezTo>
                  <a:pt x="261100" y="39236"/>
                  <a:pt x="261869" y="36453"/>
                  <a:pt x="261869" y="32750"/>
                </a:cubicBezTo>
                <a:cubicBezTo>
                  <a:pt x="261869" y="28617"/>
                  <a:pt x="261122" y="25642"/>
                  <a:pt x="259630" y="23825"/>
                </a:cubicBezTo>
                <a:cubicBezTo>
                  <a:pt x="258137" y="22007"/>
                  <a:pt x="256227" y="21098"/>
                  <a:pt x="253897" y="21098"/>
                </a:cubicBezTo>
                <a:cubicBezTo>
                  <a:pt x="251636" y="21098"/>
                  <a:pt x="249742" y="21996"/>
                  <a:pt x="248216" y="23791"/>
                </a:cubicBezTo>
                <a:cubicBezTo>
                  <a:pt x="246689" y="25586"/>
                  <a:pt x="245926" y="28267"/>
                  <a:pt x="245926" y="31835"/>
                </a:cubicBezTo>
                <a:close/>
                <a:moveTo>
                  <a:pt x="275073" y="64380"/>
                </a:moveTo>
                <a:lnTo>
                  <a:pt x="275073" y="58139"/>
                </a:lnTo>
                <a:lnTo>
                  <a:pt x="314692" y="58139"/>
                </a:lnTo>
                <a:lnTo>
                  <a:pt x="314692" y="64380"/>
                </a:lnTo>
                <a:lnTo>
                  <a:pt x="275073" y="64380"/>
                </a:lnTo>
                <a:close/>
                <a:moveTo>
                  <a:pt x="319334" y="14586"/>
                </a:moveTo>
                <a:lnTo>
                  <a:pt x="328221" y="14586"/>
                </a:lnTo>
                <a:lnTo>
                  <a:pt x="328221" y="19877"/>
                </a:lnTo>
                <a:cubicBezTo>
                  <a:pt x="329375" y="18068"/>
                  <a:pt x="330935" y="16598"/>
                  <a:pt x="332902" y="15468"/>
                </a:cubicBezTo>
                <a:cubicBezTo>
                  <a:pt x="334870" y="14337"/>
                  <a:pt x="337052" y="13772"/>
                  <a:pt x="339449" y="13772"/>
                </a:cubicBezTo>
                <a:cubicBezTo>
                  <a:pt x="343632" y="13772"/>
                  <a:pt x="347183" y="15411"/>
                  <a:pt x="350100" y="18690"/>
                </a:cubicBezTo>
                <a:cubicBezTo>
                  <a:pt x="353017" y="21969"/>
                  <a:pt x="354475" y="26537"/>
                  <a:pt x="354475" y="32394"/>
                </a:cubicBezTo>
                <a:cubicBezTo>
                  <a:pt x="354475" y="38409"/>
                  <a:pt x="353006" y="43084"/>
                  <a:pt x="350066" y="46419"/>
                </a:cubicBezTo>
                <a:cubicBezTo>
                  <a:pt x="347126" y="49755"/>
                  <a:pt x="343565" y="51423"/>
                  <a:pt x="339381" y="51423"/>
                </a:cubicBezTo>
                <a:cubicBezTo>
                  <a:pt x="337391" y="51423"/>
                  <a:pt x="335588" y="51027"/>
                  <a:pt x="333971" y="50235"/>
                </a:cubicBezTo>
                <a:cubicBezTo>
                  <a:pt x="332354" y="49444"/>
                  <a:pt x="330652" y="48087"/>
                  <a:pt x="328866" y="46165"/>
                </a:cubicBezTo>
                <a:lnTo>
                  <a:pt x="328866" y="64312"/>
                </a:lnTo>
                <a:lnTo>
                  <a:pt x="319334" y="64312"/>
                </a:lnTo>
                <a:lnTo>
                  <a:pt x="319334" y="14586"/>
                </a:lnTo>
                <a:moveTo>
                  <a:pt x="328764" y="31971"/>
                </a:moveTo>
                <a:cubicBezTo>
                  <a:pt x="328764" y="36012"/>
                  <a:pt x="329567" y="38998"/>
                  <a:pt x="331172" y="40929"/>
                </a:cubicBezTo>
                <a:cubicBezTo>
                  <a:pt x="332778" y="42859"/>
                  <a:pt x="334734" y="43825"/>
                  <a:pt x="337041" y="43825"/>
                </a:cubicBezTo>
                <a:cubicBezTo>
                  <a:pt x="339257" y="43825"/>
                  <a:pt x="341100" y="42938"/>
                  <a:pt x="342570" y="41166"/>
                </a:cubicBezTo>
                <a:cubicBezTo>
                  <a:pt x="344039" y="39394"/>
                  <a:pt x="344774" y="36487"/>
                  <a:pt x="344774" y="32444"/>
                </a:cubicBezTo>
                <a:cubicBezTo>
                  <a:pt x="344774" y="28674"/>
                  <a:pt x="344017" y="25874"/>
                  <a:pt x="342502" y="24045"/>
                </a:cubicBezTo>
                <a:cubicBezTo>
                  <a:pt x="340987" y="22216"/>
                  <a:pt x="339110" y="21302"/>
                  <a:pt x="336871" y="21302"/>
                </a:cubicBezTo>
                <a:cubicBezTo>
                  <a:pt x="334542" y="21302"/>
                  <a:pt x="332608" y="22199"/>
                  <a:pt x="331071" y="23994"/>
                </a:cubicBezTo>
                <a:cubicBezTo>
                  <a:pt x="329533" y="25789"/>
                  <a:pt x="328764" y="28448"/>
                  <a:pt x="328764" y="31971"/>
                </a:cubicBezTo>
                <a:close/>
                <a:moveTo>
                  <a:pt x="371106" y="50609"/>
                </a:moveTo>
                <a:lnTo>
                  <a:pt x="361574" y="50609"/>
                </a:lnTo>
                <a:lnTo>
                  <a:pt x="361574" y="14586"/>
                </a:lnTo>
                <a:lnTo>
                  <a:pt x="370427" y="14586"/>
                </a:lnTo>
                <a:lnTo>
                  <a:pt x="370427" y="19708"/>
                </a:lnTo>
                <a:cubicBezTo>
                  <a:pt x="371943" y="17288"/>
                  <a:pt x="373305" y="15694"/>
                  <a:pt x="374515" y="14925"/>
                </a:cubicBezTo>
                <a:cubicBezTo>
                  <a:pt x="375725" y="14156"/>
                  <a:pt x="377098" y="13772"/>
                  <a:pt x="378636" y="13772"/>
                </a:cubicBezTo>
                <a:cubicBezTo>
                  <a:pt x="380807" y="13772"/>
                  <a:pt x="382899" y="14371"/>
                  <a:pt x="384911" y="15569"/>
                </a:cubicBezTo>
                <a:lnTo>
                  <a:pt x="381960" y="23880"/>
                </a:lnTo>
                <a:cubicBezTo>
                  <a:pt x="380355" y="22839"/>
                  <a:pt x="378862" y="22319"/>
                  <a:pt x="377483" y="22319"/>
                </a:cubicBezTo>
                <a:cubicBezTo>
                  <a:pt x="376149" y="22319"/>
                  <a:pt x="375018" y="22687"/>
                  <a:pt x="374091" y="23422"/>
                </a:cubicBezTo>
                <a:cubicBezTo>
                  <a:pt x="373164" y="24157"/>
                  <a:pt x="372434" y="25485"/>
                  <a:pt x="371903" y="27407"/>
                </a:cubicBezTo>
                <a:cubicBezTo>
                  <a:pt x="371372" y="29329"/>
                  <a:pt x="371106" y="33355"/>
                  <a:pt x="371106" y="39483"/>
                </a:cubicBezTo>
                <a:lnTo>
                  <a:pt x="371106" y="50609"/>
                </a:lnTo>
                <a:close/>
                <a:moveTo>
                  <a:pt x="386869" y="32088"/>
                </a:moveTo>
                <a:cubicBezTo>
                  <a:pt x="386869" y="28922"/>
                  <a:pt x="387649" y="25858"/>
                  <a:pt x="389210" y="22896"/>
                </a:cubicBezTo>
                <a:cubicBezTo>
                  <a:pt x="390770" y="19934"/>
                  <a:pt x="392980" y="17672"/>
                  <a:pt x="395841" y="16112"/>
                </a:cubicBezTo>
                <a:cubicBezTo>
                  <a:pt x="398702" y="14552"/>
                  <a:pt x="401896" y="13772"/>
                  <a:pt x="405423" y="13772"/>
                </a:cubicBezTo>
                <a:cubicBezTo>
                  <a:pt x="410873" y="13772"/>
                  <a:pt x="415339" y="15541"/>
                  <a:pt x="418822" y="19080"/>
                </a:cubicBezTo>
                <a:cubicBezTo>
                  <a:pt x="422304" y="22619"/>
                  <a:pt x="424045" y="27091"/>
                  <a:pt x="424045" y="32495"/>
                </a:cubicBezTo>
                <a:cubicBezTo>
                  <a:pt x="424045" y="37945"/>
                  <a:pt x="422287" y="42462"/>
                  <a:pt x="418771" y="46046"/>
                </a:cubicBezTo>
                <a:cubicBezTo>
                  <a:pt x="415254" y="49631"/>
                  <a:pt x="410828" y="51423"/>
                  <a:pt x="405491" y="51423"/>
                </a:cubicBezTo>
                <a:cubicBezTo>
                  <a:pt x="402190" y="51423"/>
                  <a:pt x="399041" y="50676"/>
                  <a:pt x="396044" y="49184"/>
                </a:cubicBezTo>
                <a:cubicBezTo>
                  <a:pt x="393048" y="47691"/>
                  <a:pt x="390770" y="45504"/>
                  <a:pt x="389210" y="42620"/>
                </a:cubicBezTo>
                <a:cubicBezTo>
                  <a:pt x="387649" y="39737"/>
                  <a:pt x="386869" y="36227"/>
                  <a:pt x="386869" y="32088"/>
                </a:cubicBezTo>
                <a:moveTo>
                  <a:pt x="396638" y="32597"/>
                </a:moveTo>
                <a:cubicBezTo>
                  <a:pt x="396638" y="36159"/>
                  <a:pt x="397486" y="38886"/>
                  <a:pt x="399182" y="40780"/>
                </a:cubicBezTo>
                <a:cubicBezTo>
                  <a:pt x="400878" y="42674"/>
                  <a:pt x="402970" y="43621"/>
                  <a:pt x="405457" y="43621"/>
                </a:cubicBezTo>
                <a:cubicBezTo>
                  <a:pt x="407945" y="43621"/>
                  <a:pt x="410031" y="42674"/>
                  <a:pt x="411715" y="40780"/>
                </a:cubicBezTo>
                <a:cubicBezTo>
                  <a:pt x="413400" y="38886"/>
                  <a:pt x="414243" y="36136"/>
                  <a:pt x="414243" y="32529"/>
                </a:cubicBezTo>
                <a:cubicBezTo>
                  <a:pt x="414243" y="29013"/>
                  <a:pt x="413400" y="26308"/>
                  <a:pt x="411715" y="24414"/>
                </a:cubicBezTo>
                <a:cubicBezTo>
                  <a:pt x="410031" y="22520"/>
                  <a:pt x="407945" y="21573"/>
                  <a:pt x="405457" y="21573"/>
                </a:cubicBezTo>
                <a:cubicBezTo>
                  <a:pt x="402970" y="21573"/>
                  <a:pt x="400878" y="22520"/>
                  <a:pt x="399182" y="24414"/>
                </a:cubicBezTo>
                <a:cubicBezTo>
                  <a:pt x="397486" y="26308"/>
                  <a:pt x="396638" y="29035"/>
                  <a:pt x="396638" y="32597"/>
                </a:cubicBezTo>
                <a:close/>
                <a:moveTo>
                  <a:pt x="431042" y="50609"/>
                </a:moveTo>
                <a:lnTo>
                  <a:pt x="431042" y="882"/>
                </a:lnTo>
                <a:lnTo>
                  <a:pt x="440574" y="882"/>
                </a:lnTo>
                <a:lnTo>
                  <a:pt x="440574" y="18792"/>
                </a:lnTo>
                <a:cubicBezTo>
                  <a:pt x="443514" y="15445"/>
                  <a:pt x="446996" y="13772"/>
                  <a:pt x="451021" y="13772"/>
                </a:cubicBezTo>
                <a:cubicBezTo>
                  <a:pt x="455408" y="13772"/>
                  <a:pt x="459038" y="15360"/>
                  <a:pt x="461910" y="18537"/>
                </a:cubicBezTo>
                <a:cubicBezTo>
                  <a:pt x="464782" y="21714"/>
                  <a:pt x="466217" y="26277"/>
                  <a:pt x="466217" y="32224"/>
                </a:cubicBezTo>
                <a:cubicBezTo>
                  <a:pt x="466217" y="38375"/>
                  <a:pt x="464753" y="43112"/>
                  <a:pt x="461825" y="46436"/>
                </a:cubicBezTo>
                <a:cubicBezTo>
                  <a:pt x="458896" y="49761"/>
                  <a:pt x="455340" y="51423"/>
                  <a:pt x="451157" y="51423"/>
                </a:cubicBezTo>
                <a:cubicBezTo>
                  <a:pt x="449099" y="51423"/>
                  <a:pt x="447070" y="50908"/>
                  <a:pt x="445068" y="49879"/>
                </a:cubicBezTo>
                <a:cubicBezTo>
                  <a:pt x="443067" y="48850"/>
                  <a:pt x="441343" y="47330"/>
                  <a:pt x="439896" y="45317"/>
                </a:cubicBezTo>
                <a:lnTo>
                  <a:pt x="439896" y="50609"/>
                </a:lnTo>
                <a:lnTo>
                  <a:pt x="431042" y="50609"/>
                </a:lnTo>
                <a:moveTo>
                  <a:pt x="440506" y="31835"/>
                </a:moveTo>
                <a:cubicBezTo>
                  <a:pt x="440506" y="35561"/>
                  <a:pt x="441094" y="38315"/>
                  <a:pt x="442270" y="40099"/>
                </a:cubicBezTo>
                <a:cubicBezTo>
                  <a:pt x="443921" y="42628"/>
                  <a:pt x="446114" y="43892"/>
                  <a:pt x="448850" y="43892"/>
                </a:cubicBezTo>
                <a:cubicBezTo>
                  <a:pt x="450953" y="43892"/>
                  <a:pt x="452746" y="42995"/>
                  <a:pt x="454227" y="41200"/>
                </a:cubicBezTo>
                <a:cubicBezTo>
                  <a:pt x="455708" y="39405"/>
                  <a:pt x="456448" y="36577"/>
                  <a:pt x="456448" y="32716"/>
                </a:cubicBezTo>
                <a:cubicBezTo>
                  <a:pt x="456448" y="28606"/>
                  <a:pt x="455702" y="25642"/>
                  <a:pt x="454210" y="23825"/>
                </a:cubicBezTo>
                <a:cubicBezTo>
                  <a:pt x="452717" y="22007"/>
                  <a:pt x="450806" y="21098"/>
                  <a:pt x="448477" y="21098"/>
                </a:cubicBezTo>
                <a:cubicBezTo>
                  <a:pt x="446193" y="21098"/>
                  <a:pt x="444294" y="21985"/>
                  <a:pt x="442779" y="23758"/>
                </a:cubicBezTo>
                <a:cubicBezTo>
                  <a:pt x="441264" y="25530"/>
                  <a:pt x="440506" y="28222"/>
                  <a:pt x="440506" y="31835"/>
                </a:cubicBezTo>
                <a:close/>
                <a:moveTo>
                  <a:pt x="494686" y="39144"/>
                </a:moveTo>
                <a:lnTo>
                  <a:pt x="504184" y="40772"/>
                </a:lnTo>
                <a:cubicBezTo>
                  <a:pt x="502963" y="44243"/>
                  <a:pt x="501035" y="46886"/>
                  <a:pt x="498400" y="48701"/>
                </a:cubicBezTo>
                <a:cubicBezTo>
                  <a:pt x="495766" y="50515"/>
                  <a:pt x="492470" y="51423"/>
                  <a:pt x="488513" y="51423"/>
                </a:cubicBezTo>
                <a:cubicBezTo>
                  <a:pt x="482249" y="51423"/>
                  <a:pt x="477613" y="49376"/>
                  <a:pt x="474605" y="45283"/>
                </a:cubicBezTo>
                <a:cubicBezTo>
                  <a:pt x="472231" y="42004"/>
                  <a:pt x="471044" y="37866"/>
                  <a:pt x="471044" y="32868"/>
                </a:cubicBezTo>
                <a:cubicBezTo>
                  <a:pt x="471044" y="26899"/>
                  <a:pt x="472604" y="22223"/>
                  <a:pt x="475725" y="18843"/>
                </a:cubicBezTo>
                <a:cubicBezTo>
                  <a:pt x="478845" y="15462"/>
                  <a:pt x="482792" y="13772"/>
                  <a:pt x="487563" y="13772"/>
                </a:cubicBezTo>
                <a:cubicBezTo>
                  <a:pt x="492922" y="13772"/>
                  <a:pt x="497151" y="15541"/>
                  <a:pt x="500249" y="19080"/>
                </a:cubicBezTo>
                <a:cubicBezTo>
                  <a:pt x="503347" y="22619"/>
                  <a:pt x="504828" y="28041"/>
                  <a:pt x="504693" y="35345"/>
                </a:cubicBezTo>
                <a:lnTo>
                  <a:pt x="480813" y="35345"/>
                </a:lnTo>
                <a:cubicBezTo>
                  <a:pt x="480881" y="38171"/>
                  <a:pt x="481650" y="40370"/>
                  <a:pt x="483119" y="41942"/>
                </a:cubicBezTo>
                <a:cubicBezTo>
                  <a:pt x="484589" y="43514"/>
                  <a:pt x="486421" y="44299"/>
                  <a:pt x="488614" y="44299"/>
                </a:cubicBezTo>
                <a:cubicBezTo>
                  <a:pt x="490107" y="44299"/>
                  <a:pt x="491362" y="43892"/>
                  <a:pt x="492380" y="43078"/>
                </a:cubicBezTo>
                <a:cubicBezTo>
                  <a:pt x="493397" y="42264"/>
                  <a:pt x="494166" y="40953"/>
                  <a:pt x="494686" y="39144"/>
                </a:cubicBezTo>
                <a:moveTo>
                  <a:pt x="495229" y="29510"/>
                </a:moveTo>
                <a:cubicBezTo>
                  <a:pt x="495161" y="26763"/>
                  <a:pt x="494449" y="24674"/>
                  <a:pt x="493092" y="23244"/>
                </a:cubicBezTo>
                <a:cubicBezTo>
                  <a:pt x="491735" y="21813"/>
                  <a:pt x="490084" y="21098"/>
                  <a:pt x="488140" y="21098"/>
                </a:cubicBezTo>
                <a:cubicBezTo>
                  <a:pt x="486059" y="21098"/>
                  <a:pt x="484341" y="21853"/>
                  <a:pt x="482984" y="23361"/>
                </a:cubicBezTo>
                <a:cubicBezTo>
                  <a:pt x="481627" y="24871"/>
                  <a:pt x="480960" y="26920"/>
                  <a:pt x="480982" y="29510"/>
                </a:cubicBezTo>
                <a:lnTo>
                  <a:pt x="495229" y="29510"/>
                </a:lnTo>
                <a:close/>
                <a:moveTo>
                  <a:pt x="510082" y="65262"/>
                </a:moveTo>
                <a:cubicBezTo>
                  <a:pt x="511959" y="61233"/>
                  <a:pt x="513282" y="58143"/>
                  <a:pt x="514051" y="55992"/>
                </a:cubicBezTo>
                <a:cubicBezTo>
                  <a:pt x="514820" y="53842"/>
                  <a:pt x="515532" y="51363"/>
                  <a:pt x="516188" y="48556"/>
                </a:cubicBezTo>
                <a:cubicBezTo>
                  <a:pt x="516844" y="45749"/>
                  <a:pt x="517330" y="43083"/>
                  <a:pt x="517646" y="40560"/>
                </a:cubicBezTo>
                <a:cubicBezTo>
                  <a:pt x="517963" y="38036"/>
                  <a:pt x="518121" y="35449"/>
                  <a:pt x="518121" y="32801"/>
                </a:cubicBezTo>
                <a:cubicBezTo>
                  <a:pt x="518121" y="27413"/>
                  <a:pt x="517545" y="22314"/>
                  <a:pt x="516391" y="17504"/>
                </a:cubicBezTo>
                <a:cubicBezTo>
                  <a:pt x="515238" y="12693"/>
                  <a:pt x="513112" y="6859"/>
                  <a:pt x="510014" y="0"/>
                </a:cubicBezTo>
                <a:lnTo>
                  <a:pt x="516493" y="0"/>
                </a:lnTo>
                <a:cubicBezTo>
                  <a:pt x="519908" y="4867"/>
                  <a:pt x="522559" y="10028"/>
                  <a:pt x="524447" y="15483"/>
                </a:cubicBezTo>
                <a:cubicBezTo>
                  <a:pt x="526335" y="20939"/>
                  <a:pt x="527280" y="26473"/>
                  <a:pt x="527280" y="32087"/>
                </a:cubicBezTo>
                <a:cubicBezTo>
                  <a:pt x="527280" y="36818"/>
                  <a:pt x="526533" y="41889"/>
                  <a:pt x="525041" y="47299"/>
                </a:cubicBezTo>
                <a:cubicBezTo>
                  <a:pt x="523345" y="53366"/>
                  <a:pt x="520552" y="59354"/>
                  <a:pt x="516663" y="65262"/>
                </a:cubicBezTo>
                <a:lnTo>
                  <a:pt x="510082" y="652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-dev_info(private-&gt;device,&quot;deferredprobepending&quot;);">
            <a:extLst xmlns:a="http://schemas.openxmlformats.org/drawingml/2006/main">
              <a:ext uri="{FF2B5EF4-FFF2-40B4-BE49-F238E27FC236}">
                <a16:creationId xmlns:a16="http://schemas.microsoft.com/office/drawing/2014/main" id="{4D18FC19-C6D0-4D8D-9C8B-63343BED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33" y="3034226"/>
            <a:ext cx="1815187" cy="65262"/>
          </a:xfrm>
          <a:custGeom xmlns:a="http://schemas.openxmlformats.org/drawingml/2006/main">
            <a:pathLst>
              <a:path w="1815187" h="65262">
                <a:moveTo>
                  <a:pt x="0" y="35684"/>
                </a:moveTo>
                <a:lnTo>
                  <a:pt x="0" y="29510"/>
                </a:lnTo>
                <a:lnTo>
                  <a:pt x="18758" y="29510"/>
                </a:lnTo>
                <a:lnTo>
                  <a:pt x="18758" y="35684"/>
                </a:lnTo>
                <a:lnTo>
                  <a:pt x="0" y="35684"/>
                </a:lnTo>
                <a:close/>
                <a:moveTo>
                  <a:pt x="114318" y="50609"/>
                </a:moveTo>
                <a:lnTo>
                  <a:pt x="105465" y="50609"/>
                </a:lnTo>
                <a:lnTo>
                  <a:pt x="105465" y="45317"/>
                </a:lnTo>
                <a:cubicBezTo>
                  <a:pt x="103995" y="47375"/>
                  <a:pt x="102260" y="48907"/>
                  <a:pt x="100259" y="49913"/>
                </a:cubicBezTo>
                <a:cubicBezTo>
                  <a:pt x="98257" y="50920"/>
                  <a:pt x="96239" y="51423"/>
                  <a:pt x="94204" y="51423"/>
                </a:cubicBezTo>
                <a:cubicBezTo>
                  <a:pt x="90066" y="51423"/>
                  <a:pt x="86521" y="49755"/>
                  <a:pt x="83570" y="46419"/>
                </a:cubicBezTo>
                <a:cubicBezTo>
                  <a:pt x="80619" y="43084"/>
                  <a:pt x="79143" y="38431"/>
                  <a:pt x="79143" y="32461"/>
                </a:cubicBezTo>
                <a:cubicBezTo>
                  <a:pt x="79143" y="26356"/>
                  <a:pt x="80579" y="21714"/>
                  <a:pt x="83451" y="18537"/>
                </a:cubicBezTo>
                <a:cubicBezTo>
                  <a:pt x="86323" y="15360"/>
                  <a:pt x="89953" y="13772"/>
                  <a:pt x="94340" y="13772"/>
                </a:cubicBezTo>
                <a:cubicBezTo>
                  <a:pt x="98365" y="13772"/>
                  <a:pt x="101847" y="15445"/>
                  <a:pt x="104787" y="18792"/>
                </a:cubicBezTo>
                <a:lnTo>
                  <a:pt x="104787" y="882"/>
                </a:lnTo>
                <a:lnTo>
                  <a:pt x="114318" y="882"/>
                </a:lnTo>
                <a:lnTo>
                  <a:pt x="114318" y="50609"/>
                </a:lnTo>
                <a:moveTo>
                  <a:pt x="88878" y="31835"/>
                </a:moveTo>
                <a:cubicBezTo>
                  <a:pt x="88878" y="35674"/>
                  <a:pt x="89410" y="38451"/>
                  <a:pt x="90473" y="40167"/>
                </a:cubicBezTo>
                <a:cubicBezTo>
                  <a:pt x="92010" y="42650"/>
                  <a:pt x="94159" y="43892"/>
                  <a:pt x="96918" y="43892"/>
                </a:cubicBezTo>
                <a:cubicBezTo>
                  <a:pt x="99111" y="43892"/>
                  <a:pt x="100977" y="42961"/>
                  <a:pt x="102514" y="41098"/>
                </a:cubicBezTo>
                <a:cubicBezTo>
                  <a:pt x="104052" y="39236"/>
                  <a:pt x="104821" y="36453"/>
                  <a:pt x="104821" y="32750"/>
                </a:cubicBezTo>
                <a:cubicBezTo>
                  <a:pt x="104821" y="28617"/>
                  <a:pt x="104075" y="25642"/>
                  <a:pt x="102582" y="23825"/>
                </a:cubicBezTo>
                <a:cubicBezTo>
                  <a:pt x="101090" y="22007"/>
                  <a:pt x="99179" y="21098"/>
                  <a:pt x="96850" y="21098"/>
                </a:cubicBezTo>
                <a:cubicBezTo>
                  <a:pt x="94588" y="21098"/>
                  <a:pt x="92694" y="21996"/>
                  <a:pt x="91168" y="23791"/>
                </a:cubicBezTo>
                <a:cubicBezTo>
                  <a:pt x="89642" y="25586"/>
                  <a:pt x="88878" y="28267"/>
                  <a:pt x="88878" y="31835"/>
                </a:cubicBezTo>
                <a:close/>
                <a:moveTo>
                  <a:pt x="144517" y="39144"/>
                </a:moveTo>
                <a:lnTo>
                  <a:pt x="154014" y="40772"/>
                </a:lnTo>
                <a:cubicBezTo>
                  <a:pt x="152793" y="44243"/>
                  <a:pt x="150865" y="46886"/>
                  <a:pt x="148231" y="48701"/>
                </a:cubicBezTo>
                <a:cubicBezTo>
                  <a:pt x="145597" y="50515"/>
                  <a:pt x="142301" y="51423"/>
                  <a:pt x="138343" y="51423"/>
                </a:cubicBezTo>
                <a:cubicBezTo>
                  <a:pt x="132079" y="51423"/>
                  <a:pt x="127444" y="49376"/>
                  <a:pt x="124436" y="45283"/>
                </a:cubicBezTo>
                <a:cubicBezTo>
                  <a:pt x="122062" y="42004"/>
                  <a:pt x="120875" y="37866"/>
                  <a:pt x="120875" y="32868"/>
                </a:cubicBezTo>
                <a:cubicBezTo>
                  <a:pt x="120875" y="26899"/>
                  <a:pt x="122435" y="22223"/>
                  <a:pt x="125555" y="18843"/>
                </a:cubicBezTo>
                <a:cubicBezTo>
                  <a:pt x="128676" y="15462"/>
                  <a:pt x="132622" y="13772"/>
                  <a:pt x="137394" y="13772"/>
                </a:cubicBezTo>
                <a:cubicBezTo>
                  <a:pt x="142753" y="13772"/>
                  <a:pt x="146982" y="15541"/>
                  <a:pt x="150080" y="19080"/>
                </a:cubicBezTo>
                <a:cubicBezTo>
                  <a:pt x="153178" y="22619"/>
                  <a:pt x="154659" y="28041"/>
                  <a:pt x="154523" y="35345"/>
                </a:cubicBezTo>
                <a:lnTo>
                  <a:pt x="130643" y="35345"/>
                </a:lnTo>
                <a:cubicBezTo>
                  <a:pt x="130711" y="38171"/>
                  <a:pt x="131480" y="40370"/>
                  <a:pt x="132950" y="41942"/>
                </a:cubicBezTo>
                <a:cubicBezTo>
                  <a:pt x="134420" y="43514"/>
                  <a:pt x="136252" y="44299"/>
                  <a:pt x="138445" y="44299"/>
                </a:cubicBezTo>
                <a:cubicBezTo>
                  <a:pt x="139938" y="44299"/>
                  <a:pt x="141193" y="43892"/>
                  <a:pt x="142210" y="43078"/>
                </a:cubicBezTo>
                <a:cubicBezTo>
                  <a:pt x="143228" y="42264"/>
                  <a:pt x="143997" y="40953"/>
                  <a:pt x="144517" y="39144"/>
                </a:cubicBezTo>
                <a:moveTo>
                  <a:pt x="145059" y="29510"/>
                </a:moveTo>
                <a:cubicBezTo>
                  <a:pt x="144992" y="26763"/>
                  <a:pt x="144279" y="24674"/>
                  <a:pt x="142923" y="23244"/>
                </a:cubicBezTo>
                <a:cubicBezTo>
                  <a:pt x="141566" y="21813"/>
                  <a:pt x="139915" y="21098"/>
                  <a:pt x="137970" y="21098"/>
                </a:cubicBezTo>
                <a:cubicBezTo>
                  <a:pt x="135890" y="21098"/>
                  <a:pt x="134171" y="21853"/>
                  <a:pt x="132814" y="23361"/>
                </a:cubicBezTo>
                <a:cubicBezTo>
                  <a:pt x="131458" y="24871"/>
                  <a:pt x="130790" y="26920"/>
                  <a:pt x="130813" y="29510"/>
                </a:cubicBezTo>
                <a:lnTo>
                  <a:pt x="145059" y="29510"/>
                </a:lnTo>
                <a:close/>
                <a:moveTo>
                  <a:pt x="172463" y="50609"/>
                </a:moveTo>
                <a:lnTo>
                  <a:pt x="157945" y="14586"/>
                </a:lnTo>
                <a:lnTo>
                  <a:pt x="167951" y="14586"/>
                </a:lnTo>
                <a:lnTo>
                  <a:pt x="174735" y="32970"/>
                </a:lnTo>
                <a:lnTo>
                  <a:pt x="176703" y="39110"/>
                </a:lnTo>
                <a:cubicBezTo>
                  <a:pt x="177223" y="37549"/>
                  <a:pt x="177551" y="36521"/>
                  <a:pt x="177686" y="36023"/>
                </a:cubicBezTo>
                <a:cubicBezTo>
                  <a:pt x="178003" y="35005"/>
                  <a:pt x="178342" y="33988"/>
                  <a:pt x="178704" y="32970"/>
                </a:cubicBezTo>
                <a:lnTo>
                  <a:pt x="185556" y="14586"/>
                </a:lnTo>
                <a:lnTo>
                  <a:pt x="195359" y="14586"/>
                </a:lnTo>
                <a:lnTo>
                  <a:pt x="181044" y="50609"/>
                </a:lnTo>
                <a:lnTo>
                  <a:pt x="172463" y="50609"/>
                </a:lnTo>
                <a:close/>
                <a:moveTo>
                  <a:pt x="194440" y="64380"/>
                </a:moveTo>
                <a:lnTo>
                  <a:pt x="194440" y="58139"/>
                </a:lnTo>
                <a:lnTo>
                  <a:pt x="234058" y="58139"/>
                </a:lnTo>
                <a:lnTo>
                  <a:pt x="234058" y="64380"/>
                </a:lnTo>
                <a:lnTo>
                  <a:pt x="194440" y="64380"/>
                </a:lnTo>
                <a:close/>
                <a:moveTo>
                  <a:pt x="238973" y="9701"/>
                </a:moveTo>
                <a:lnTo>
                  <a:pt x="238973" y="882"/>
                </a:lnTo>
                <a:lnTo>
                  <a:pt x="248504" y="882"/>
                </a:lnTo>
                <a:lnTo>
                  <a:pt x="248504" y="9701"/>
                </a:lnTo>
                <a:lnTo>
                  <a:pt x="238973" y="9701"/>
                </a:lnTo>
                <a:moveTo>
                  <a:pt x="238973" y="50609"/>
                </a:moveTo>
                <a:lnTo>
                  <a:pt x="238973" y="14586"/>
                </a:lnTo>
                <a:lnTo>
                  <a:pt x="248504" y="14586"/>
                </a:lnTo>
                <a:lnTo>
                  <a:pt x="248504" y="50609"/>
                </a:lnTo>
                <a:lnTo>
                  <a:pt x="238973" y="50609"/>
                </a:lnTo>
                <a:close/>
                <a:moveTo>
                  <a:pt x="291190" y="50609"/>
                </a:moveTo>
                <a:lnTo>
                  <a:pt x="281659" y="50609"/>
                </a:lnTo>
                <a:lnTo>
                  <a:pt x="281659" y="32245"/>
                </a:lnTo>
                <a:cubicBezTo>
                  <a:pt x="281659" y="28360"/>
                  <a:pt x="281455" y="25847"/>
                  <a:pt x="281048" y="24706"/>
                </a:cubicBezTo>
                <a:cubicBezTo>
                  <a:pt x="280641" y="23566"/>
                  <a:pt x="279980" y="22679"/>
                  <a:pt x="279064" y="22047"/>
                </a:cubicBezTo>
                <a:cubicBezTo>
                  <a:pt x="278148" y="21414"/>
                  <a:pt x="277046" y="21098"/>
                  <a:pt x="275757" y="21098"/>
                </a:cubicBezTo>
                <a:cubicBezTo>
                  <a:pt x="274106" y="21098"/>
                  <a:pt x="272625" y="21550"/>
                  <a:pt x="271313" y="22454"/>
                </a:cubicBezTo>
                <a:cubicBezTo>
                  <a:pt x="270002" y="23357"/>
                  <a:pt x="269103" y="24554"/>
                  <a:pt x="268617" y="26045"/>
                </a:cubicBezTo>
                <a:cubicBezTo>
                  <a:pt x="268130" y="27536"/>
                  <a:pt x="267887" y="30291"/>
                  <a:pt x="267887" y="34312"/>
                </a:cubicBezTo>
                <a:lnTo>
                  <a:pt x="267887" y="50609"/>
                </a:lnTo>
                <a:lnTo>
                  <a:pt x="258356" y="50609"/>
                </a:lnTo>
                <a:lnTo>
                  <a:pt x="258356" y="14586"/>
                </a:lnTo>
                <a:lnTo>
                  <a:pt x="267209" y="14586"/>
                </a:lnTo>
                <a:lnTo>
                  <a:pt x="267209" y="19877"/>
                </a:lnTo>
                <a:cubicBezTo>
                  <a:pt x="270352" y="15807"/>
                  <a:pt x="274310" y="13772"/>
                  <a:pt x="279081" y="13772"/>
                </a:cubicBezTo>
                <a:cubicBezTo>
                  <a:pt x="281184" y="13772"/>
                  <a:pt x="283106" y="14150"/>
                  <a:pt x="284847" y="14908"/>
                </a:cubicBezTo>
                <a:cubicBezTo>
                  <a:pt x="286589" y="15665"/>
                  <a:pt x="287906" y="16632"/>
                  <a:pt x="288799" y="17808"/>
                </a:cubicBezTo>
                <a:cubicBezTo>
                  <a:pt x="289692" y="18984"/>
                  <a:pt x="290314" y="20318"/>
                  <a:pt x="290665" y="21811"/>
                </a:cubicBezTo>
                <a:cubicBezTo>
                  <a:pt x="291015" y="23303"/>
                  <a:pt x="291190" y="25440"/>
                  <a:pt x="291190" y="28221"/>
                </a:cubicBezTo>
                <a:lnTo>
                  <a:pt x="291190" y="50609"/>
                </a:lnTo>
                <a:close/>
                <a:moveTo>
                  <a:pt x="296627" y="14586"/>
                </a:moveTo>
                <a:lnTo>
                  <a:pt x="301919" y="14586"/>
                </a:lnTo>
                <a:lnTo>
                  <a:pt x="301919" y="11866"/>
                </a:lnTo>
                <a:cubicBezTo>
                  <a:pt x="301919" y="8828"/>
                  <a:pt x="302241" y="6562"/>
                  <a:pt x="302885" y="5066"/>
                </a:cubicBezTo>
                <a:cubicBezTo>
                  <a:pt x="303530" y="3570"/>
                  <a:pt x="304717" y="2351"/>
                  <a:pt x="306447" y="1411"/>
                </a:cubicBezTo>
                <a:cubicBezTo>
                  <a:pt x="308177" y="470"/>
                  <a:pt x="310365" y="0"/>
                  <a:pt x="313010" y="0"/>
                </a:cubicBezTo>
                <a:cubicBezTo>
                  <a:pt x="315724" y="0"/>
                  <a:pt x="318381" y="407"/>
                  <a:pt x="320982" y="1221"/>
                </a:cubicBezTo>
                <a:lnTo>
                  <a:pt x="319693" y="7869"/>
                </a:lnTo>
                <a:cubicBezTo>
                  <a:pt x="318178" y="7508"/>
                  <a:pt x="316719" y="7327"/>
                  <a:pt x="315317" y="7327"/>
                </a:cubicBezTo>
                <a:cubicBezTo>
                  <a:pt x="313938" y="7327"/>
                  <a:pt x="312948" y="7651"/>
                  <a:pt x="312349" y="8299"/>
                </a:cubicBezTo>
                <a:cubicBezTo>
                  <a:pt x="311750" y="8946"/>
                  <a:pt x="311450" y="10190"/>
                  <a:pt x="311450" y="12030"/>
                </a:cubicBezTo>
                <a:lnTo>
                  <a:pt x="311450" y="14586"/>
                </a:lnTo>
                <a:lnTo>
                  <a:pt x="318573" y="14586"/>
                </a:lnTo>
                <a:lnTo>
                  <a:pt x="318573" y="22116"/>
                </a:lnTo>
                <a:lnTo>
                  <a:pt x="311450" y="22116"/>
                </a:lnTo>
                <a:lnTo>
                  <a:pt x="311450" y="50609"/>
                </a:lnTo>
                <a:lnTo>
                  <a:pt x="301919" y="50609"/>
                </a:lnTo>
                <a:lnTo>
                  <a:pt x="301919" y="22116"/>
                </a:lnTo>
                <a:lnTo>
                  <a:pt x="296627" y="22116"/>
                </a:lnTo>
                <a:lnTo>
                  <a:pt x="296627" y="14586"/>
                </a:lnTo>
                <a:close/>
                <a:moveTo>
                  <a:pt x="321526" y="32088"/>
                </a:moveTo>
                <a:cubicBezTo>
                  <a:pt x="321526" y="28922"/>
                  <a:pt x="322306" y="25858"/>
                  <a:pt x="323866" y="22896"/>
                </a:cubicBezTo>
                <a:cubicBezTo>
                  <a:pt x="325426" y="19934"/>
                  <a:pt x="327637" y="17672"/>
                  <a:pt x="330497" y="16112"/>
                </a:cubicBezTo>
                <a:cubicBezTo>
                  <a:pt x="333358" y="14552"/>
                  <a:pt x="336552" y="13772"/>
                  <a:pt x="340080" y="13772"/>
                </a:cubicBezTo>
                <a:cubicBezTo>
                  <a:pt x="345530" y="13772"/>
                  <a:pt x="349996" y="15541"/>
                  <a:pt x="353478" y="19080"/>
                </a:cubicBezTo>
                <a:cubicBezTo>
                  <a:pt x="356961" y="22619"/>
                  <a:pt x="358702" y="27091"/>
                  <a:pt x="358702" y="32495"/>
                </a:cubicBezTo>
                <a:cubicBezTo>
                  <a:pt x="358702" y="37945"/>
                  <a:pt x="356944" y="42462"/>
                  <a:pt x="353427" y="46046"/>
                </a:cubicBezTo>
                <a:cubicBezTo>
                  <a:pt x="349911" y="49631"/>
                  <a:pt x="345484" y="51423"/>
                  <a:pt x="340148" y="51423"/>
                </a:cubicBezTo>
                <a:cubicBezTo>
                  <a:pt x="336846" y="51423"/>
                  <a:pt x="333697" y="50676"/>
                  <a:pt x="330701" y="49184"/>
                </a:cubicBezTo>
                <a:cubicBezTo>
                  <a:pt x="327705" y="47691"/>
                  <a:pt x="325426" y="45504"/>
                  <a:pt x="323866" y="42620"/>
                </a:cubicBezTo>
                <a:cubicBezTo>
                  <a:pt x="322306" y="39737"/>
                  <a:pt x="321526" y="36227"/>
                  <a:pt x="321526" y="32088"/>
                </a:cubicBezTo>
                <a:moveTo>
                  <a:pt x="331295" y="32597"/>
                </a:moveTo>
                <a:cubicBezTo>
                  <a:pt x="331295" y="36159"/>
                  <a:pt x="332143" y="38886"/>
                  <a:pt x="333839" y="40780"/>
                </a:cubicBezTo>
                <a:cubicBezTo>
                  <a:pt x="335535" y="42674"/>
                  <a:pt x="337626" y="43621"/>
                  <a:pt x="340114" y="43621"/>
                </a:cubicBezTo>
                <a:cubicBezTo>
                  <a:pt x="342601" y="43621"/>
                  <a:pt x="344687" y="42674"/>
                  <a:pt x="346372" y="40780"/>
                </a:cubicBezTo>
                <a:cubicBezTo>
                  <a:pt x="348057" y="38886"/>
                  <a:pt x="348899" y="36136"/>
                  <a:pt x="348899" y="32529"/>
                </a:cubicBezTo>
                <a:cubicBezTo>
                  <a:pt x="348899" y="29013"/>
                  <a:pt x="348057" y="26308"/>
                  <a:pt x="346372" y="24414"/>
                </a:cubicBezTo>
                <a:cubicBezTo>
                  <a:pt x="344687" y="22520"/>
                  <a:pt x="342601" y="21573"/>
                  <a:pt x="340114" y="21573"/>
                </a:cubicBezTo>
                <a:cubicBezTo>
                  <a:pt x="337626" y="21573"/>
                  <a:pt x="335535" y="22520"/>
                  <a:pt x="333839" y="24414"/>
                </a:cubicBezTo>
                <a:cubicBezTo>
                  <a:pt x="332143" y="26308"/>
                  <a:pt x="331295" y="29035"/>
                  <a:pt x="331295" y="32597"/>
                </a:cubicBezTo>
                <a:close/>
                <a:moveTo>
                  <a:pt x="381913" y="65262"/>
                </a:moveTo>
                <a:lnTo>
                  <a:pt x="375366" y="65262"/>
                </a:lnTo>
                <a:cubicBezTo>
                  <a:pt x="371907" y="60033"/>
                  <a:pt x="369272" y="54600"/>
                  <a:pt x="367463" y="48963"/>
                </a:cubicBezTo>
                <a:cubicBezTo>
                  <a:pt x="365654" y="43327"/>
                  <a:pt x="364749" y="37872"/>
                  <a:pt x="364749" y="32597"/>
                </a:cubicBezTo>
                <a:cubicBezTo>
                  <a:pt x="364749" y="26055"/>
                  <a:pt x="365869" y="19864"/>
                  <a:pt x="368108" y="14024"/>
                </a:cubicBezTo>
                <a:cubicBezTo>
                  <a:pt x="370052" y="8953"/>
                  <a:pt x="372517" y="4278"/>
                  <a:pt x="375502" y="0"/>
                </a:cubicBezTo>
                <a:lnTo>
                  <a:pt x="382015" y="0"/>
                </a:lnTo>
                <a:cubicBezTo>
                  <a:pt x="378917" y="6859"/>
                  <a:pt x="376785" y="12693"/>
                  <a:pt x="375621" y="17504"/>
                </a:cubicBezTo>
                <a:cubicBezTo>
                  <a:pt x="374456" y="22314"/>
                  <a:pt x="373874" y="27413"/>
                  <a:pt x="373874" y="32801"/>
                </a:cubicBezTo>
                <a:cubicBezTo>
                  <a:pt x="373874" y="36513"/>
                  <a:pt x="374219" y="40317"/>
                  <a:pt x="374909" y="44210"/>
                </a:cubicBezTo>
                <a:cubicBezTo>
                  <a:pt x="375598" y="48103"/>
                  <a:pt x="376542" y="51804"/>
                  <a:pt x="377741" y="55313"/>
                </a:cubicBezTo>
                <a:cubicBezTo>
                  <a:pt x="378532" y="57622"/>
                  <a:pt x="379923" y="60939"/>
                  <a:pt x="381913" y="65262"/>
                </a:cubicBezTo>
                <a:close/>
                <a:moveTo>
                  <a:pt x="388759" y="14586"/>
                </a:moveTo>
                <a:lnTo>
                  <a:pt x="397647" y="14586"/>
                </a:lnTo>
                <a:lnTo>
                  <a:pt x="397647" y="19877"/>
                </a:lnTo>
                <a:cubicBezTo>
                  <a:pt x="398800" y="18068"/>
                  <a:pt x="400360" y="16598"/>
                  <a:pt x="402327" y="15468"/>
                </a:cubicBezTo>
                <a:cubicBezTo>
                  <a:pt x="404295" y="14337"/>
                  <a:pt x="406477" y="13772"/>
                  <a:pt x="408874" y="13772"/>
                </a:cubicBezTo>
                <a:cubicBezTo>
                  <a:pt x="413058" y="13772"/>
                  <a:pt x="416608" y="15411"/>
                  <a:pt x="419525" y="18690"/>
                </a:cubicBezTo>
                <a:cubicBezTo>
                  <a:pt x="422442" y="21969"/>
                  <a:pt x="423901" y="26537"/>
                  <a:pt x="423901" y="32394"/>
                </a:cubicBezTo>
                <a:cubicBezTo>
                  <a:pt x="423901" y="38409"/>
                  <a:pt x="422431" y="43084"/>
                  <a:pt x="419491" y="46419"/>
                </a:cubicBezTo>
                <a:cubicBezTo>
                  <a:pt x="416551" y="49755"/>
                  <a:pt x="412990" y="51423"/>
                  <a:pt x="408806" y="51423"/>
                </a:cubicBezTo>
                <a:cubicBezTo>
                  <a:pt x="406816" y="51423"/>
                  <a:pt x="405013" y="51027"/>
                  <a:pt x="403396" y="50235"/>
                </a:cubicBezTo>
                <a:cubicBezTo>
                  <a:pt x="401779" y="49444"/>
                  <a:pt x="400077" y="48087"/>
                  <a:pt x="398291" y="46165"/>
                </a:cubicBezTo>
                <a:lnTo>
                  <a:pt x="398291" y="64312"/>
                </a:lnTo>
                <a:lnTo>
                  <a:pt x="388759" y="64312"/>
                </a:lnTo>
                <a:lnTo>
                  <a:pt x="388759" y="14586"/>
                </a:lnTo>
                <a:moveTo>
                  <a:pt x="398189" y="31971"/>
                </a:moveTo>
                <a:cubicBezTo>
                  <a:pt x="398189" y="36012"/>
                  <a:pt x="398992" y="38998"/>
                  <a:pt x="400598" y="40929"/>
                </a:cubicBezTo>
                <a:cubicBezTo>
                  <a:pt x="402203" y="42859"/>
                  <a:pt x="404159" y="43825"/>
                  <a:pt x="406466" y="43825"/>
                </a:cubicBezTo>
                <a:cubicBezTo>
                  <a:pt x="408682" y="43825"/>
                  <a:pt x="410525" y="42938"/>
                  <a:pt x="411995" y="41166"/>
                </a:cubicBezTo>
                <a:cubicBezTo>
                  <a:pt x="413465" y="39394"/>
                  <a:pt x="414199" y="36487"/>
                  <a:pt x="414199" y="32444"/>
                </a:cubicBezTo>
                <a:cubicBezTo>
                  <a:pt x="414199" y="28674"/>
                  <a:pt x="413442" y="25874"/>
                  <a:pt x="411927" y="24045"/>
                </a:cubicBezTo>
                <a:cubicBezTo>
                  <a:pt x="410412" y="22216"/>
                  <a:pt x="408535" y="21302"/>
                  <a:pt x="406296" y="21302"/>
                </a:cubicBezTo>
                <a:cubicBezTo>
                  <a:pt x="403967" y="21302"/>
                  <a:pt x="402034" y="22199"/>
                  <a:pt x="400496" y="23994"/>
                </a:cubicBezTo>
                <a:cubicBezTo>
                  <a:pt x="398958" y="25789"/>
                  <a:pt x="398189" y="28448"/>
                  <a:pt x="398189" y="31971"/>
                </a:cubicBezTo>
                <a:close/>
                <a:moveTo>
                  <a:pt x="440531" y="50609"/>
                </a:moveTo>
                <a:lnTo>
                  <a:pt x="430999" y="50609"/>
                </a:lnTo>
                <a:lnTo>
                  <a:pt x="430999" y="14586"/>
                </a:lnTo>
                <a:lnTo>
                  <a:pt x="439852" y="14586"/>
                </a:lnTo>
                <a:lnTo>
                  <a:pt x="439852" y="19708"/>
                </a:lnTo>
                <a:cubicBezTo>
                  <a:pt x="441367" y="17288"/>
                  <a:pt x="442730" y="15694"/>
                  <a:pt x="443940" y="14925"/>
                </a:cubicBezTo>
                <a:cubicBezTo>
                  <a:pt x="445149" y="14156"/>
                  <a:pt x="446523" y="13772"/>
                  <a:pt x="448061" y="13772"/>
                </a:cubicBezTo>
                <a:cubicBezTo>
                  <a:pt x="450232" y="13772"/>
                  <a:pt x="452323" y="14371"/>
                  <a:pt x="454336" y="15569"/>
                </a:cubicBezTo>
                <a:lnTo>
                  <a:pt x="451385" y="23880"/>
                </a:lnTo>
                <a:cubicBezTo>
                  <a:pt x="449779" y="22839"/>
                  <a:pt x="448287" y="22319"/>
                  <a:pt x="446908" y="22319"/>
                </a:cubicBezTo>
                <a:cubicBezTo>
                  <a:pt x="445573" y="22319"/>
                  <a:pt x="444443" y="22687"/>
                  <a:pt x="443516" y="23422"/>
                </a:cubicBezTo>
                <a:cubicBezTo>
                  <a:pt x="442588" y="24157"/>
                  <a:pt x="441859" y="25485"/>
                  <a:pt x="441328" y="27407"/>
                </a:cubicBezTo>
                <a:cubicBezTo>
                  <a:pt x="440796" y="29329"/>
                  <a:pt x="440531" y="33355"/>
                  <a:pt x="440531" y="39483"/>
                </a:cubicBezTo>
                <a:lnTo>
                  <a:pt x="440531" y="50609"/>
                </a:lnTo>
                <a:close/>
                <a:moveTo>
                  <a:pt x="458499" y="9701"/>
                </a:moveTo>
                <a:lnTo>
                  <a:pt x="458499" y="882"/>
                </a:lnTo>
                <a:lnTo>
                  <a:pt x="468030" y="882"/>
                </a:lnTo>
                <a:lnTo>
                  <a:pt x="468030" y="9701"/>
                </a:lnTo>
                <a:lnTo>
                  <a:pt x="458499" y="9701"/>
                </a:lnTo>
                <a:moveTo>
                  <a:pt x="458499" y="50609"/>
                </a:moveTo>
                <a:lnTo>
                  <a:pt x="458499" y="14586"/>
                </a:lnTo>
                <a:lnTo>
                  <a:pt x="468030" y="14586"/>
                </a:lnTo>
                <a:lnTo>
                  <a:pt x="468030" y="50609"/>
                </a:lnTo>
                <a:lnTo>
                  <a:pt x="458499" y="50609"/>
                </a:lnTo>
                <a:close/>
                <a:moveTo>
                  <a:pt x="487855" y="50609"/>
                </a:moveTo>
                <a:lnTo>
                  <a:pt x="473337" y="14586"/>
                </a:lnTo>
                <a:lnTo>
                  <a:pt x="483343" y="14586"/>
                </a:lnTo>
                <a:lnTo>
                  <a:pt x="490127" y="32970"/>
                </a:lnTo>
                <a:lnTo>
                  <a:pt x="492095" y="39110"/>
                </a:lnTo>
                <a:cubicBezTo>
                  <a:pt x="492615" y="37549"/>
                  <a:pt x="492943" y="36521"/>
                  <a:pt x="493078" y="36023"/>
                </a:cubicBezTo>
                <a:cubicBezTo>
                  <a:pt x="493395" y="35005"/>
                  <a:pt x="493734" y="33988"/>
                  <a:pt x="494096" y="32970"/>
                </a:cubicBezTo>
                <a:lnTo>
                  <a:pt x="500948" y="14586"/>
                </a:lnTo>
                <a:lnTo>
                  <a:pt x="510751" y="14586"/>
                </a:lnTo>
                <a:lnTo>
                  <a:pt x="496436" y="50609"/>
                </a:lnTo>
                <a:lnTo>
                  <a:pt x="487855" y="50609"/>
                </a:lnTo>
                <a:close/>
                <a:moveTo>
                  <a:pt x="522586" y="25711"/>
                </a:moveTo>
                <a:lnTo>
                  <a:pt x="513936" y="24151"/>
                </a:lnTo>
                <a:cubicBezTo>
                  <a:pt x="514909" y="20623"/>
                  <a:pt x="516582" y="18011"/>
                  <a:pt x="518956" y="16316"/>
                </a:cubicBezTo>
                <a:cubicBezTo>
                  <a:pt x="521331" y="14620"/>
                  <a:pt x="524858" y="13772"/>
                  <a:pt x="529539" y="13772"/>
                </a:cubicBezTo>
                <a:cubicBezTo>
                  <a:pt x="533791" y="13772"/>
                  <a:pt x="536957" y="14275"/>
                  <a:pt x="539037" y="15281"/>
                </a:cubicBezTo>
                <a:cubicBezTo>
                  <a:pt x="541117" y="16287"/>
                  <a:pt x="542582" y="17565"/>
                  <a:pt x="543430" y="19114"/>
                </a:cubicBezTo>
                <a:cubicBezTo>
                  <a:pt x="544278" y="20663"/>
                  <a:pt x="544702" y="23507"/>
                  <a:pt x="544702" y="27645"/>
                </a:cubicBezTo>
                <a:lnTo>
                  <a:pt x="544600" y="38771"/>
                </a:lnTo>
                <a:cubicBezTo>
                  <a:pt x="544600" y="41936"/>
                  <a:pt x="544753" y="44271"/>
                  <a:pt x="545058" y="45775"/>
                </a:cubicBezTo>
                <a:cubicBezTo>
                  <a:pt x="545363" y="47279"/>
                  <a:pt x="545934" y="48890"/>
                  <a:pt x="546771" y="50609"/>
                </a:cubicBezTo>
                <a:lnTo>
                  <a:pt x="537341" y="50609"/>
                </a:lnTo>
                <a:cubicBezTo>
                  <a:pt x="537092" y="49975"/>
                  <a:pt x="536787" y="49037"/>
                  <a:pt x="536425" y="47793"/>
                </a:cubicBezTo>
                <a:cubicBezTo>
                  <a:pt x="536267" y="47228"/>
                  <a:pt x="536154" y="46855"/>
                  <a:pt x="536086" y="46674"/>
                </a:cubicBezTo>
                <a:cubicBezTo>
                  <a:pt x="534458" y="48257"/>
                  <a:pt x="532717" y="49444"/>
                  <a:pt x="530862" y="50235"/>
                </a:cubicBezTo>
                <a:cubicBezTo>
                  <a:pt x="529008" y="51027"/>
                  <a:pt x="527029" y="51423"/>
                  <a:pt x="524926" y="51423"/>
                </a:cubicBezTo>
                <a:cubicBezTo>
                  <a:pt x="521218" y="51423"/>
                  <a:pt x="518295" y="50421"/>
                  <a:pt x="516158" y="48417"/>
                </a:cubicBezTo>
                <a:cubicBezTo>
                  <a:pt x="514021" y="46412"/>
                  <a:pt x="512953" y="43879"/>
                  <a:pt x="512953" y="40816"/>
                </a:cubicBezTo>
                <a:cubicBezTo>
                  <a:pt x="512953" y="38790"/>
                  <a:pt x="513439" y="36983"/>
                  <a:pt x="514411" y="35395"/>
                </a:cubicBezTo>
                <a:cubicBezTo>
                  <a:pt x="515384" y="33808"/>
                  <a:pt x="516746" y="32591"/>
                  <a:pt x="518498" y="31747"/>
                </a:cubicBezTo>
                <a:cubicBezTo>
                  <a:pt x="520251" y="30903"/>
                  <a:pt x="522778" y="30165"/>
                  <a:pt x="526080" y="29535"/>
                </a:cubicBezTo>
                <a:cubicBezTo>
                  <a:pt x="530534" y="28702"/>
                  <a:pt x="533621" y="27925"/>
                  <a:pt x="535340" y="27204"/>
                </a:cubicBezTo>
                <a:lnTo>
                  <a:pt x="535340" y="26243"/>
                </a:lnTo>
                <a:cubicBezTo>
                  <a:pt x="535340" y="24391"/>
                  <a:pt x="534887" y="23071"/>
                  <a:pt x="533983" y="22282"/>
                </a:cubicBezTo>
                <a:cubicBezTo>
                  <a:pt x="533078" y="21493"/>
                  <a:pt x="531371" y="21098"/>
                  <a:pt x="528861" y="21098"/>
                </a:cubicBezTo>
                <a:cubicBezTo>
                  <a:pt x="527165" y="21098"/>
                  <a:pt x="525842" y="21440"/>
                  <a:pt x="524892" y="22122"/>
                </a:cubicBezTo>
                <a:cubicBezTo>
                  <a:pt x="523943" y="22804"/>
                  <a:pt x="523174" y="24001"/>
                  <a:pt x="522586" y="25711"/>
                </a:cubicBezTo>
                <a:moveTo>
                  <a:pt x="535340" y="33445"/>
                </a:moveTo>
                <a:cubicBezTo>
                  <a:pt x="534119" y="33847"/>
                  <a:pt x="532185" y="34328"/>
                  <a:pt x="529539" y="34887"/>
                </a:cubicBezTo>
                <a:cubicBezTo>
                  <a:pt x="526894" y="35445"/>
                  <a:pt x="525164" y="35992"/>
                  <a:pt x="524350" y="36529"/>
                </a:cubicBezTo>
                <a:cubicBezTo>
                  <a:pt x="523106" y="37400"/>
                  <a:pt x="522484" y="38506"/>
                  <a:pt x="522484" y="39846"/>
                </a:cubicBezTo>
                <a:cubicBezTo>
                  <a:pt x="522484" y="41165"/>
                  <a:pt x="522982" y="42305"/>
                  <a:pt x="523977" y="43266"/>
                </a:cubicBezTo>
                <a:cubicBezTo>
                  <a:pt x="524972" y="44226"/>
                  <a:pt x="526238" y="44707"/>
                  <a:pt x="527776" y="44707"/>
                </a:cubicBezTo>
                <a:cubicBezTo>
                  <a:pt x="529494" y="44707"/>
                  <a:pt x="531134" y="44148"/>
                  <a:pt x="532694" y="43031"/>
                </a:cubicBezTo>
                <a:cubicBezTo>
                  <a:pt x="533847" y="42182"/>
                  <a:pt x="534605" y="41143"/>
                  <a:pt x="534967" y="39913"/>
                </a:cubicBezTo>
                <a:cubicBezTo>
                  <a:pt x="535215" y="39109"/>
                  <a:pt x="535340" y="37579"/>
                  <a:pt x="535340" y="35322"/>
                </a:cubicBezTo>
                <a:lnTo>
                  <a:pt x="535340" y="33445"/>
                </a:lnTo>
                <a:close/>
                <a:moveTo>
                  <a:pt x="570884" y="14586"/>
                </a:moveTo>
                <a:lnTo>
                  <a:pt x="570884" y="22184"/>
                </a:lnTo>
                <a:lnTo>
                  <a:pt x="564371" y="22184"/>
                </a:lnTo>
                <a:lnTo>
                  <a:pt x="564371" y="36678"/>
                </a:lnTo>
                <a:cubicBezTo>
                  <a:pt x="564371" y="39614"/>
                  <a:pt x="564433" y="41324"/>
                  <a:pt x="564558" y="41810"/>
                </a:cubicBezTo>
                <a:cubicBezTo>
                  <a:pt x="564682" y="42294"/>
                  <a:pt x="564965" y="42695"/>
                  <a:pt x="565406" y="43012"/>
                </a:cubicBezTo>
                <a:cubicBezTo>
                  <a:pt x="565847" y="43327"/>
                  <a:pt x="566384" y="43485"/>
                  <a:pt x="567017" y="43485"/>
                </a:cubicBezTo>
                <a:cubicBezTo>
                  <a:pt x="567899" y="43485"/>
                  <a:pt x="569176" y="43180"/>
                  <a:pt x="570850" y="42570"/>
                </a:cubicBezTo>
                <a:lnTo>
                  <a:pt x="571664" y="49992"/>
                </a:lnTo>
                <a:cubicBezTo>
                  <a:pt x="569448" y="50946"/>
                  <a:pt x="566938" y="51423"/>
                  <a:pt x="564134" y="51423"/>
                </a:cubicBezTo>
                <a:cubicBezTo>
                  <a:pt x="562415" y="51423"/>
                  <a:pt x="560866" y="51134"/>
                  <a:pt x="559487" y="50558"/>
                </a:cubicBezTo>
                <a:cubicBezTo>
                  <a:pt x="558107" y="49981"/>
                  <a:pt x="557095" y="49235"/>
                  <a:pt x="556451" y="48319"/>
                </a:cubicBezTo>
                <a:cubicBezTo>
                  <a:pt x="555806" y="47403"/>
                  <a:pt x="555360" y="46165"/>
                  <a:pt x="555111" y="44605"/>
                </a:cubicBezTo>
                <a:cubicBezTo>
                  <a:pt x="554907" y="43497"/>
                  <a:pt x="554806" y="41258"/>
                  <a:pt x="554806" y="37889"/>
                </a:cubicBezTo>
                <a:lnTo>
                  <a:pt x="554806" y="22184"/>
                </a:lnTo>
                <a:lnTo>
                  <a:pt x="550430" y="22184"/>
                </a:lnTo>
                <a:lnTo>
                  <a:pt x="550430" y="14586"/>
                </a:lnTo>
                <a:lnTo>
                  <a:pt x="554806" y="14586"/>
                </a:lnTo>
                <a:lnTo>
                  <a:pt x="554806" y="7395"/>
                </a:lnTo>
                <a:lnTo>
                  <a:pt x="564371" y="1764"/>
                </a:lnTo>
                <a:lnTo>
                  <a:pt x="564371" y="14586"/>
                </a:lnTo>
                <a:lnTo>
                  <a:pt x="570884" y="14586"/>
                </a:lnTo>
                <a:close/>
                <a:moveTo>
                  <a:pt x="598150" y="39144"/>
                </a:moveTo>
                <a:lnTo>
                  <a:pt x="607647" y="40772"/>
                </a:lnTo>
                <a:cubicBezTo>
                  <a:pt x="606426" y="44243"/>
                  <a:pt x="604498" y="46886"/>
                  <a:pt x="601864" y="48701"/>
                </a:cubicBezTo>
                <a:cubicBezTo>
                  <a:pt x="599230" y="50515"/>
                  <a:pt x="595934" y="51423"/>
                  <a:pt x="591976" y="51423"/>
                </a:cubicBezTo>
                <a:cubicBezTo>
                  <a:pt x="585712" y="51423"/>
                  <a:pt x="581077" y="49376"/>
                  <a:pt x="578069" y="45283"/>
                </a:cubicBezTo>
                <a:cubicBezTo>
                  <a:pt x="575695" y="42004"/>
                  <a:pt x="574508" y="37866"/>
                  <a:pt x="574508" y="32868"/>
                </a:cubicBezTo>
                <a:cubicBezTo>
                  <a:pt x="574508" y="26899"/>
                  <a:pt x="576068" y="22223"/>
                  <a:pt x="579188" y="18843"/>
                </a:cubicBezTo>
                <a:cubicBezTo>
                  <a:pt x="582309" y="15462"/>
                  <a:pt x="586255" y="13772"/>
                  <a:pt x="591027" y="13772"/>
                </a:cubicBezTo>
                <a:cubicBezTo>
                  <a:pt x="596386" y="13772"/>
                  <a:pt x="600615" y="15541"/>
                  <a:pt x="603713" y="19080"/>
                </a:cubicBezTo>
                <a:cubicBezTo>
                  <a:pt x="606811" y="22619"/>
                  <a:pt x="608292" y="28041"/>
                  <a:pt x="608156" y="35345"/>
                </a:cubicBezTo>
                <a:lnTo>
                  <a:pt x="584276" y="35345"/>
                </a:lnTo>
                <a:cubicBezTo>
                  <a:pt x="584344" y="38171"/>
                  <a:pt x="585113" y="40370"/>
                  <a:pt x="586583" y="41942"/>
                </a:cubicBezTo>
                <a:cubicBezTo>
                  <a:pt x="588053" y="43514"/>
                  <a:pt x="589885" y="44299"/>
                  <a:pt x="592078" y="44299"/>
                </a:cubicBezTo>
                <a:cubicBezTo>
                  <a:pt x="593571" y="44299"/>
                  <a:pt x="594826" y="43892"/>
                  <a:pt x="595843" y="43078"/>
                </a:cubicBezTo>
                <a:cubicBezTo>
                  <a:pt x="596861" y="42264"/>
                  <a:pt x="597630" y="40953"/>
                  <a:pt x="598150" y="39144"/>
                </a:cubicBezTo>
                <a:moveTo>
                  <a:pt x="598692" y="29510"/>
                </a:moveTo>
                <a:cubicBezTo>
                  <a:pt x="598625" y="26763"/>
                  <a:pt x="597912" y="24674"/>
                  <a:pt x="596556" y="23244"/>
                </a:cubicBezTo>
                <a:cubicBezTo>
                  <a:pt x="595199" y="21813"/>
                  <a:pt x="593548" y="21098"/>
                  <a:pt x="591603" y="21098"/>
                </a:cubicBezTo>
                <a:cubicBezTo>
                  <a:pt x="589523" y="21098"/>
                  <a:pt x="587804" y="21853"/>
                  <a:pt x="586447" y="23361"/>
                </a:cubicBezTo>
                <a:cubicBezTo>
                  <a:pt x="585091" y="24871"/>
                  <a:pt x="584423" y="26920"/>
                  <a:pt x="584446" y="29510"/>
                </a:cubicBezTo>
                <a:lnTo>
                  <a:pt x="598692" y="29510"/>
                </a:lnTo>
                <a:close/>
                <a:moveTo>
                  <a:pt x="615100" y="37312"/>
                </a:moveTo>
                <a:lnTo>
                  <a:pt x="615100" y="27747"/>
                </a:lnTo>
                <a:lnTo>
                  <a:pt x="633823" y="27747"/>
                </a:lnTo>
                <a:lnTo>
                  <a:pt x="633823" y="37312"/>
                </a:lnTo>
                <a:lnTo>
                  <a:pt x="615100" y="37312"/>
                </a:lnTo>
                <a:close/>
                <a:moveTo>
                  <a:pt x="637345" y="44978"/>
                </a:moveTo>
                <a:lnTo>
                  <a:pt x="637345" y="35345"/>
                </a:lnTo>
                <a:lnTo>
                  <a:pt x="661157" y="26000"/>
                </a:lnTo>
                <a:lnTo>
                  <a:pt x="637345" y="16756"/>
                </a:lnTo>
                <a:lnTo>
                  <a:pt x="637345" y="7191"/>
                </a:lnTo>
                <a:lnTo>
                  <a:pt x="671469" y="21960"/>
                </a:lnTo>
                <a:lnTo>
                  <a:pt x="671469" y="30107"/>
                </a:lnTo>
                <a:lnTo>
                  <a:pt x="637345" y="44978"/>
                </a:lnTo>
                <a:close/>
                <a:moveTo>
                  <a:pt x="712439" y="50609"/>
                </a:moveTo>
                <a:lnTo>
                  <a:pt x="703586" y="50609"/>
                </a:lnTo>
                <a:lnTo>
                  <a:pt x="703586" y="45317"/>
                </a:lnTo>
                <a:cubicBezTo>
                  <a:pt x="702116" y="47375"/>
                  <a:pt x="700380" y="48907"/>
                  <a:pt x="698379" y="49913"/>
                </a:cubicBezTo>
                <a:cubicBezTo>
                  <a:pt x="696378" y="50920"/>
                  <a:pt x="694359" y="51423"/>
                  <a:pt x="692324" y="51423"/>
                </a:cubicBezTo>
                <a:cubicBezTo>
                  <a:pt x="688186" y="51423"/>
                  <a:pt x="684641" y="49755"/>
                  <a:pt x="681690" y="46419"/>
                </a:cubicBezTo>
                <a:cubicBezTo>
                  <a:pt x="678739" y="43084"/>
                  <a:pt x="677264" y="38431"/>
                  <a:pt x="677264" y="32461"/>
                </a:cubicBezTo>
                <a:cubicBezTo>
                  <a:pt x="677264" y="26356"/>
                  <a:pt x="678700" y="21714"/>
                  <a:pt x="681571" y="18537"/>
                </a:cubicBezTo>
                <a:cubicBezTo>
                  <a:pt x="684443" y="15360"/>
                  <a:pt x="688073" y="13772"/>
                  <a:pt x="692460" y="13772"/>
                </a:cubicBezTo>
                <a:cubicBezTo>
                  <a:pt x="696485" y="13772"/>
                  <a:pt x="699967" y="15445"/>
                  <a:pt x="702907" y="18792"/>
                </a:cubicBezTo>
                <a:lnTo>
                  <a:pt x="702907" y="882"/>
                </a:lnTo>
                <a:lnTo>
                  <a:pt x="712439" y="882"/>
                </a:lnTo>
                <a:lnTo>
                  <a:pt x="712439" y="50609"/>
                </a:lnTo>
                <a:moveTo>
                  <a:pt x="686999" y="31835"/>
                </a:moveTo>
                <a:cubicBezTo>
                  <a:pt x="686999" y="35674"/>
                  <a:pt x="687530" y="38451"/>
                  <a:pt x="688593" y="40167"/>
                </a:cubicBezTo>
                <a:cubicBezTo>
                  <a:pt x="690131" y="42650"/>
                  <a:pt x="692279" y="43892"/>
                  <a:pt x="695038" y="43892"/>
                </a:cubicBezTo>
                <a:cubicBezTo>
                  <a:pt x="697231" y="43892"/>
                  <a:pt x="699097" y="42961"/>
                  <a:pt x="700634" y="41098"/>
                </a:cubicBezTo>
                <a:cubicBezTo>
                  <a:pt x="702172" y="39236"/>
                  <a:pt x="702941" y="36453"/>
                  <a:pt x="702941" y="32750"/>
                </a:cubicBezTo>
                <a:cubicBezTo>
                  <a:pt x="702941" y="28617"/>
                  <a:pt x="702195" y="25642"/>
                  <a:pt x="700702" y="23825"/>
                </a:cubicBezTo>
                <a:cubicBezTo>
                  <a:pt x="699210" y="22007"/>
                  <a:pt x="697299" y="21098"/>
                  <a:pt x="694970" y="21098"/>
                </a:cubicBezTo>
                <a:cubicBezTo>
                  <a:pt x="692709" y="21098"/>
                  <a:pt x="690815" y="21996"/>
                  <a:pt x="689288" y="23791"/>
                </a:cubicBezTo>
                <a:cubicBezTo>
                  <a:pt x="687762" y="25586"/>
                  <a:pt x="686999" y="28267"/>
                  <a:pt x="686999" y="31835"/>
                </a:cubicBezTo>
                <a:close/>
                <a:moveTo>
                  <a:pt x="742637" y="39144"/>
                </a:moveTo>
                <a:lnTo>
                  <a:pt x="752135" y="40772"/>
                </a:lnTo>
                <a:cubicBezTo>
                  <a:pt x="750914" y="44243"/>
                  <a:pt x="748986" y="46886"/>
                  <a:pt x="746351" y="48701"/>
                </a:cubicBezTo>
                <a:cubicBezTo>
                  <a:pt x="743717" y="50515"/>
                  <a:pt x="740421" y="51423"/>
                  <a:pt x="736464" y="51423"/>
                </a:cubicBezTo>
                <a:cubicBezTo>
                  <a:pt x="730200" y="51423"/>
                  <a:pt x="725564" y="49376"/>
                  <a:pt x="722557" y="45283"/>
                </a:cubicBezTo>
                <a:cubicBezTo>
                  <a:pt x="720182" y="42004"/>
                  <a:pt x="718995" y="37866"/>
                  <a:pt x="718995" y="32868"/>
                </a:cubicBezTo>
                <a:cubicBezTo>
                  <a:pt x="718995" y="26899"/>
                  <a:pt x="720555" y="22223"/>
                  <a:pt x="723676" y="18843"/>
                </a:cubicBezTo>
                <a:cubicBezTo>
                  <a:pt x="726797" y="15462"/>
                  <a:pt x="730743" y="13772"/>
                  <a:pt x="735514" y="13772"/>
                </a:cubicBezTo>
                <a:cubicBezTo>
                  <a:pt x="740873" y="13772"/>
                  <a:pt x="745102" y="15541"/>
                  <a:pt x="748200" y="19080"/>
                </a:cubicBezTo>
                <a:cubicBezTo>
                  <a:pt x="751298" y="22619"/>
                  <a:pt x="752779" y="28041"/>
                  <a:pt x="752644" y="35345"/>
                </a:cubicBezTo>
                <a:lnTo>
                  <a:pt x="728764" y="35345"/>
                </a:lnTo>
                <a:cubicBezTo>
                  <a:pt x="728832" y="38171"/>
                  <a:pt x="729601" y="40370"/>
                  <a:pt x="731071" y="41942"/>
                </a:cubicBezTo>
                <a:cubicBezTo>
                  <a:pt x="732540" y="43514"/>
                  <a:pt x="734372" y="44299"/>
                  <a:pt x="736566" y="44299"/>
                </a:cubicBezTo>
                <a:cubicBezTo>
                  <a:pt x="738058" y="44299"/>
                  <a:pt x="739313" y="43892"/>
                  <a:pt x="740331" y="43078"/>
                </a:cubicBezTo>
                <a:cubicBezTo>
                  <a:pt x="741348" y="42264"/>
                  <a:pt x="742117" y="40953"/>
                  <a:pt x="742637" y="39144"/>
                </a:cubicBezTo>
                <a:moveTo>
                  <a:pt x="743180" y="29510"/>
                </a:moveTo>
                <a:cubicBezTo>
                  <a:pt x="743112" y="26763"/>
                  <a:pt x="742400" y="24674"/>
                  <a:pt x="741043" y="23244"/>
                </a:cubicBezTo>
                <a:cubicBezTo>
                  <a:pt x="739686" y="21813"/>
                  <a:pt x="738035" y="21098"/>
                  <a:pt x="736091" y="21098"/>
                </a:cubicBezTo>
                <a:cubicBezTo>
                  <a:pt x="734010" y="21098"/>
                  <a:pt x="732292" y="21853"/>
                  <a:pt x="730935" y="23361"/>
                </a:cubicBezTo>
                <a:cubicBezTo>
                  <a:pt x="729578" y="24871"/>
                  <a:pt x="728911" y="26920"/>
                  <a:pt x="728934" y="29510"/>
                </a:cubicBezTo>
                <a:lnTo>
                  <a:pt x="743180" y="29510"/>
                </a:lnTo>
                <a:close/>
                <a:moveTo>
                  <a:pt x="770583" y="50609"/>
                </a:moveTo>
                <a:lnTo>
                  <a:pt x="756065" y="14586"/>
                </a:lnTo>
                <a:lnTo>
                  <a:pt x="766071" y="14586"/>
                </a:lnTo>
                <a:lnTo>
                  <a:pt x="772855" y="32970"/>
                </a:lnTo>
                <a:lnTo>
                  <a:pt x="774823" y="39110"/>
                </a:lnTo>
                <a:cubicBezTo>
                  <a:pt x="775343" y="37549"/>
                  <a:pt x="775671" y="36521"/>
                  <a:pt x="775806" y="36023"/>
                </a:cubicBezTo>
                <a:cubicBezTo>
                  <a:pt x="776123" y="35005"/>
                  <a:pt x="776462" y="33988"/>
                  <a:pt x="776824" y="32970"/>
                </a:cubicBezTo>
                <a:lnTo>
                  <a:pt x="783676" y="14586"/>
                </a:lnTo>
                <a:lnTo>
                  <a:pt x="793479" y="14586"/>
                </a:lnTo>
                <a:lnTo>
                  <a:pt x="779165" y="50609"/>
                </a:lnTo>
                <a:lnTo>
                  <a:pt x="770583" y="50609"/>
                </a:lnTo>
                <a:close/>
                <a:moveTo>
                  <a:pt x="798191" y="9701"/>
                </a:moveTo>
                <a:lnTo>
                  <a:pt x="798191" y="882"/>
                </a:lnTo>
                <a:lnTo>
                  <a:pt x="807723" y="882"/>
                </a:lnTo>
                <a:lnTo>
                  <a:pt x="807723" y="9701"/>
                </a:lnTo>
                <a:lnTo>
                  <a:pt x="798191" y="9701"/>
                </a:lnTo>
                <a:moveTo>
                  <a:pt x="798191" y="50609"/>
                </a:moveTo>
                <a:lnTo>
                  <a:pt x="798191" y="14586"/>
                </a:lnTo>
                <a:lnTo>
                  <a:pt x="807723" y="14586"/>
                </a:lnTo>
                <a:lnTo>
                  <a:pt x="807723" y="50609"/>
                </a:lnTo>
                <a:lnTo>
                  <a:pt x="798191" y="50609"/>
                </a:lnTo>
                <a:close/>
                <a:moveTo>
                  <a:pt x="849052" y="25236"/>
                </a:moveTo>
                <a:lnTo>
                  <a:pt x="839656" y="26932"/>
                </a:lnTo>
                <a:cubicBezTo>
                  <a:pt x="839339" y="25067"/>
                  <a:pt x="838621" y="23662"/>
                  <a:pt x="837502" y="22718"/>
                </a:cubicBezTo>
                <a:cubicBezTo>
                  <a:pt x="836383" y="21774"/>
                  <a:pt x="834930" y="21302"/>
                  <a:pt x="833143" y="21302"/>
                </a:cubicBezTo>
                <a:cubicBezTo>
                  <a:pt x="830769" y="21302"/>
                  <a:pt x="828875" y="22119"/>
                  <a:pt x="827462" y="23754"/>
                </a:cubicBezTo>
                <a:cubicBezTo>
                  <a:pt x="826048" y="25388"/>
                  <a:pt x="825342" y="28121"/>
                  <a:pt x="825342" y="31954"/>
                </a:cubicBezTo>
                <a:cubicBezTo>
                  <a:pt x="825342" y="36215"/>
                  <a:pt x="826060" y="39225"/>
                  <a:pt x="827496" y="40984"/>
                </a:cubicBezTo>
                <a:cubicBezTo>
                  <a:pt x="828932" y="42742"/>
                  <a:pt x="830859" y="43621"/>
                  <a:pt x="833279" y="43621"/>
                </a:cubicBezTo>
                <a:cubicBezTo>
                  <a:pt x="835088" y="43621"/>
                  <a:pt x="836569" y="43107"/>
                  <a:pt x="837722" y="42078"/>
                </a:cubicBezTo>
                <a:cubicBezTo>
                  <a:pt x="838876" y="41049"/>
                  <a:pt x="839690" y="39279"/>
                  <a:pt x="840165" y="36769"/>
                </a:cubicBezTo>
                <a:lnTo>
                  <a:pt x="849527" y="38397"/>
                </a:lnTo>
                <a:cubicBezTo>
                  <a:pt x="848554" y="42694"/>
                  <a:pt x="846689" y="45939"/>
                  <a:pt x="843930" y="48132"/>
                </a:cubicBezTo>
                <a:cubicBezTo>
                  <a:pt x="841171" y="50326"/>
                  <a:pt x="837474" y="51423"/>
                  <a:pt x="832838" y="51423"/>
                </a:cubicBezTo>
                <a:cubicBezTo>
                  <a:pt x="827569" y="51423"/>
                  <a:pt x="823369" y="49761"/>
                  <a:pt x="820237" y="46436"/>
                </a:cubicBezTo>
                <a:cubicBezTo>
                  <a:pt x="817105" y="43112"/>
                  <a:pt x="815539" y="38510"/>
                  <a:pt x="815539" y="32631"/>
                </a:cubicBezTo>
                <a:cubicBezTo>
                  <a:pt x="815539" y="26684"/>
                  <a:pt x="817110" y="22054"/>
                  <a:pt x="820254" y="18741"/>
                </a:cubicBezTo>
                <a:cubicBezTo>
                  <a:pt x="823397" y="15428"/>
                  <a:pt x="827648" y="13772"/>
                  <a:pt x="833008" y="13772"/>
                </a:cubicBezTo>
                <a:cubicBezTo>
                  <a:pt x="837395" y="13772"/>
                  <a:pt x="840883" y="14716"/>
                  <a:pt x="843472" y="16604"/>
                </a:cubicBezTo>
                <a:cubicBezTo>
                  <a:pt x="846061" y="18492"/>
                  <a:pt x="847921" y="21370"/>
                  <a:pt x="849052" y="25236"/>
                </a:cubicBezTo>
                <a:close/>
                <a:moveTo>
                  <a:pt x="877405" y="39144"/>
                </a:moveTo>
                <a:lnTo>
                  <a:pt x="886902" y="40772"/>
                </a:lnTo>
                <a:cubicBezTo>
                  <a:pt x="885681" y="44243"/>
                  <a:pt x="883753" y="46886"/>
                  <a:pt x="881119" y="48701"/>
                </a:cubicBezTo>
                <a:cubicBezTo>
                  <a:pt x="878484" y="50515"/>
                  <a:pt x="875189" y="51423"/>
                  <a:pt x="871231" y="51423"/>
                </a:cubicBezTo>
                <a:cubicBezTo>
                  <a:pt x="864967" y="51423"/>
                  <a:pt x="860332" y="49376"/>
                  <a:pt x="857324" y="45283"/>
                </a:cubicBezTo>
                <a:cubicBezTo>
                  <a:pt x="854950" y="42004"/>
                  <a:pt x="853762" y="37866"/>
                  <a:pt x="853762" y="32868"/>
                </a:cubicBezTo>
                <a:cubicBezTo>
                  <a:pt x="853762" y="26899"/>
                  <a:pt x="855323" y="22223"/>
                  <a:pt x="858443" y="18843"/>
                </a:cubicBezTo>
                <a:cubicBezTo>
                  <a:pt x="861564" y="15462"/>
                  <a:pt x="865510" y="13772"/>
                  <a:pt x="870281" y="13772"/>
                </a:cubicBezTo>
                <a:cubicBezTo>
                  <a:pt x="875641" y="13772"/>
                  <a:pt x="879869" y="15541"/>
                  <a:pt x="882968" y="19080"/>
                </a:cubicBezTo>
                <a:cubicBezTo>
                  <a:pt x="886066" y="22619"/>
                  <a:pt x="887547" y="28041"/>
                  <a:pt x="887411" y="35345"/>
                </a:cubicBezTo>
                <a:lnTo>
                  <a:pt x="863531" y="35345"/>
                </a:lnTo>
                <a:cubicBezTo>
                  <a:pt x="863599" y="38171"/>
                  <a:pt x="864368" y="40370"/>
                  <a:pt x="865838" y="41942"/>
                </a:cubicBezTo>
                <a:cubicBezTo>
                  <a:pt x="867308" y="43514"/>
                  <a:pt x="869139" y="44299"/>
                  <a:pt x="871333" y="44299"/>
                </a:cubicBezTo>
                <a:cubicBezTo>
                  <a:pt x="872825" y="44299"/>
                  <a:pt x="874080" y="43892"/>
                  <a:pt x="875098" y="43078"/>
                </a:cubicBezTo>
                <a:cubicBezTo>
                  <a:pt x="876116" y="42264"/>
                  <a:pt x="876885" y="40953"/>
                  <a:pt x="877405" y="39144"/>
                </a:cubicBezTo>
                <a:moveTo>
                  <a:pt x="877947" y="29510"/>
                </a:moveTo>
                <a:cubicBezTo>
                  <a:pt x="877880" y="26763"/>
                  <a:pt x="877167" y="24674"/>
                  <a:pt x="875810" y="23244"/>
                </a:cubicBezTo>
                <a:cubicBezTo>
                  <a:pt x="874454" y="21813"/>
                  <a:pt x="872803" y="21098"/>
                  <a:pt x="870858" y="21098"/>
                </a:cubicBezTo>
                <a:cubicBezTo>
                  <a:pt x="868778" y="21098"/>
                  <a:pt x="867059" y="21853"/>
                  <a:pt x="865702" y="23361"/>
                </a:cubicBezTo>
                <a:cubicBezTo>
                  <a:pt x="864345" y="24871"/>
                  <a:pt x="863678" y="26920"/>
                  <a:pt x="863701" y="29510"/>
                </a:cubicBezTo>
                <a:lnTo>
                  <a:pt x="877947" y="29510"/>
                </a:lnTo>
                <a:close/>
                <a:moveTo>
                  <a:pt x="895208" y="41043"/>
                </a:moveTo>
                <a:lnTo>
                  <a:pt x="904740" y="41043"/>
                </a:lnTo>
                <a:lnTo>
                  <a:pt x="904740" y="47883"/>
                </a:lnTo>
                <a:cubicBezTo>
                  <a:pt x="904740" y="50651"/>
                  <a:pt x="904502" y="52835"/>
                  <a:pt x="904027" y="54434"/>
                </a:cubicBezTo>
                <a:cubicBezTo>
                  <a:pt x="903552" y="56034"/>
                  <a:pt x="902654" y="57469"/>
                  <a:pt x="901331" y="58740"/>
                </a:cubicBezTo>
                <a:cubicBezTo>
                  <a:pt x="900008" y="60010"/>
                  <a:pt x="898329" y="61009"/>
                  <a:pt x="896294" y="61734"/>
                </a:cubicBezTo>
                <a:lnTo>
                  <a:pt x="894428" y="57800"/>
                </a:lnTo>
                <a:cubicBezTo>
                  <a:pt x="896350" y="57164"/>
                  <a:pt x="897718" y="56289"/>
                  <a:pt x="898532" y="55175"/>
                </a:cubicBezTo>
                <a:cubicBezTo>
                  <a:pt x="899346" y="54062"/>
                  <a:pt x="899776" y="52540"/>
                  <a:pt x="899821" y="50609"/>
                </a:cubicBezTo>
                <a:lnTo>
                  <a:pt x="895208" y="50609"/>
                </a:lnTo>
                <a:lnTo>
                  <a:pt x="895208" y="41043"/>
                </a:lnTo>
                <a:close/>
                <a:moveTo>
                  <a:pt x="936355" y="18588"/>
                </a:moveTo>
                <a:lnTo>
                  <a:pt x="934557" y="9310"/>
                </a:lnTo>
                <a:lnTo>
                  <a:pt x="934557" y="882"/>
                </a:lnTo>
                <a:lnTo>
                  <a:pt x="944936" y="882"/>
                </a:lnTo>
                <a:lnTo>
                  <a:pt x="944936" y="9310"/>
                </a:lnTo>
                <a:lnTo>
                  <a:pt x="943376" y="18588"/>
                </a:lnTo>
                <a:lnTo>
                  <a:pt x="936355" y="18588"/>
                </a:lnTo>
                <a:moveTo>
                  <a:pt x="951653" y="18588"/>
                </a:moveTo>
                <a:lnTo>
                  <a:pt x="949855" y="9310"/>
                </a:lnTo>
                <a:lnTo>
                  <a:pt x="949855" y="882"/>
                </a:lnTo>
                <a:lnTo>
                  <a:pt x="960234" y="882"/>
                </a:lnTo>
                <a:lnTo>
                  <a:pt x="960234" y="9310"/>
                </a:lnTo>
                <a:lnTo>
                  <a:pt x="958674" y="18588"/>
                </a:lnTo>
                <a:lnTo>
                  <a:pt x="951653" y="18588"/>
                </a:lnTo>
                <a:close/>
                <a:moveTo>
                  <a:pt x="1001432" y="50609"/>
                </a:moveTo>
                <a:lnTo>
                  <a:pt x="992579" y="50609"/>
                </a:lnTo>
                <a:lnTo>
                  <a:pt x="992579" y="45317"/>
                </a:lnTo>
                <a:cubicBezTo>
                  <a:pt x="991109" y="47375"/>
                  <a:pt x="989373" y="48907"/>
                  <a:pt x="987372" y="49913"/>
                </a:cubicBezTo>
                <a:cubicBezTo>
                  <a:pt x="985371" y="50920"/>
                  <a:pt x="983353" y="51423"/>
                  <a:pt x="981317" y="51423"/>
                </a:cubicBezTo>
                <a:cubicBezTo>
                  <a:pt x="977179" y="51423"/>
                  <a:pt x="973634" y="49755"/>
                  <a:pt x="970683" y="46419"/>
                </a:cubicBezTo>
                <a:cubicBezTo>
                  <a:pt x="967732" y="43084"/>
                  <a:pt x="966257" y="38431"/>
                  <a:pt x="966257" y="32461"/>
                </a:cubicBezTo>
                <a:cubicBezTo>
                  <a:pt x="966257" y="26356"/>
                  <a:pt x="967693" y="21714"/>
                  <a:pt x="970565" y="18537"/>
                </a:cubicBezTo>
                <a:cubicBezTo>
                  <a:pt x="973437" y="15360"/>
                  <a:pt x="977066" y="13772"/>
                  <a:pt x="981453" y="13772"/>
                </a:cubicBezTo>
                <a:cubicBezTo>
                  <a:pt x="985478" y="13772"/>
                  <a:pt x="988961" y="15445"/>
                  <a:pt x="991900" y="18792"/>
                </a:cubicBezTo>
                <a:lnTo>
                  <a:pt x="991900" y="882"/>
                </a:lnTo>
                <a:lnTo>
                  <a:pt x="1001432" y="882"/>
                </a:lnTo>
                <a:lnTo>
                  <a:pt x="1001432" y="50609"/>
                </a:lnTo>
                <a:moveTo>
                  <a:pt x="975992" y="31835"/>
                </a:moveTo>
                <a:cubicBezTo>
                  <a:pt x="975992" y="35674"/>
                  <a:pt x="976523" y="38451"/>
                  <a:pt x="977586" y="40167"/>
                </a:cubicBezTo>
                <a:cubicBezTo>
                  <a:pt x="979124" y="42650"/>
                  <a:pt x="981272" y="43892"/>
                  <a:pt x="984031" y="43892"/>
                </a:cubicBezTo>
                <a:cubicBezTo>
                  <a:pt x="986224" y="43892"/>
                  <a:pt x="988090" y="42961"/>
                  <a:pt x="989628" y="41098"/>
                </a:cubicBezTo>
                <a:cubicBezTo>
                  <a:pt x="991165" y="39236"/>
                  <a:pt x="991934" y="36453"/>
                  <a:pt x="991934" y="32750"/>
                </a:cubicBezTo>
                <a:cubicBezTo>
                  <a:pt x="991934" y="28617"/>
                  <a:pt x="991188" y="25642"/>
                  <a:pt x="989696" y="23825"/>
                </a:cubicBezTo>
                <a:cubicBezTo>
                  <a:pt x="988203" y="22007"/>
                  <a:pt x="986292" y="21098"/>
                  <a:pt x="983963" y="21098"/>
                </a:cubicBezTo>
                <a:cubicBezTo>
                  <a:pt x="981702" y="21098"/>
                  <a:pt x="979808" y="21996"/>
                  <a:pt x="978282" y="23791"/>
                </a:cubicBezTo>
                <a:cubicBezTo>
                  <a:pt x="976755" y="25586"/>
                  <a:pt x="975992" y="28267"/>
                  <a:pt x="975992" y="31835"/>
                </a:cubicBezTo>
                <a:close/>
                <a:moveTo>
                  <a:pt x="1031630" y="39144"/>
                </a:moveTo>
                <a:lnTo>
                  <a:pt x="1041128" y="40772"/>
                </a:lnTo>
                <a:cubicBezTo>
                  <a:pt x="1039907" y="44243"/>
                  <a:pt x="1037979" y="46886"/>
                  <a:pt x="1035344" y="48701"/>
                </a:cubicBezTo>
                <a:cubicBezTo>
                  <a:pt x="1032710" y="50515"/>
                  <a:pt x="1029414" y="51423"/>
                  <a:pt x="1025457" y="51423"/>
                </a:cubicBezTo>
                <a:cubicBezTo>
                  <a:pt x="1019193" y="51423"/>
                  <a:pt x="1014557" y="49376"/>
                  <a:pt x="1011550" y="45283"/>
                </a:cubicBezTo>
                <a:cubicBezTo>
                  <a:pt x="1009175" y="42004"/>
                  <a:pt x="1007988" y="37866"/>
                  <a:pt x="1007988" y="32868"/>
                </a:cubicBezTo>
                <a:cubicBezTo>
                  <a:pt x="1007988" y="26899"/>
                  <a:pt x="1009548" y="22223"/>
                  <a:pt x="1012669" y="18843"/>
                </a:cubicBezTo>
                <a:cubicBezTo>
                  <a:pt x="1015790" y="15462"/>
                  <a:pt x="1019736" y="13772"/>
                  <a:pt x="1024507" y="13772"/>
                </a:cubicBezTo>
                <a:cubicBezTo>
                  <a:pt x="1029866" y="13772"/>
                  <a:pt x="1034095" y="15541"/>
                  <a:pt x="1037193" y="19080"/>
                </a:cubicBezTo>
                <a:cubicBezTo>
                  <a:pt x="1040291" y="22619"/>
                  <a:pt x="1041772" y="28041"/>
                  <a:pt x="1041637" y="35345"/>
                </a:cubicBezTo>
                <a:lnTo>
                  <a:pt x="1017757" y="35345"/>
                </a:lnTo>
                <a:cubicBezTo>
                  <a:pt x="1017825" y="38171"/>
                  <a:pt x="1018594" y="40370"/>
                  <a:pt x="1020063" y="41942"/>
                </a:cubicBezTo>
                <a:cubicBezTo>
                  <a:pt x="1021533" y="43514"/>
                  <a:pt x="1023365" y="44299"/>
                  <a:pt x="1025559" y="44299"/>
                </a:cubicBezTo>
                <a:cubicBezTo>
                  <a:pt x="1027051" y="44299"/>
                  <a:pt x="1028306" y="43892"/>
                  <a:pt x="1029324" y="43078"/>
                </a:cubicBezTo>
                <a:cubicBezTo>
                  <a:pt x="1030341" y="42264"/>
                  <a:pt x="1031110" y="40953"/>
                  <a:pt x="1031630" y="39144"/>
                </a:cubicBezTo>
                <a:moveTo>
                  <a:pt x="1032173" y="29510"/>
                </a:moveTo>
                <a:cubicBezTo>
                  <a:pt x="1032105" y="26763"/>
                  <a:pt x="1031393" y="24674"/>
                  <a:pt x="1030036" y="23244"/>
                </a:cubicBezTo>
                <a:cubicBezTo>
                  <a:pt x="1028679" y="21813"/>
                  <a:pt x="1027028" y="21098"/>
                  <a:pt x="1025084" y="21098"/>
                </a:cubicBezTo>
                <a:cubicBezTo>
                  <a:pt x="1023003" y="21098"/>
                  <a:pt x="1021285" y="21853"/>
                  <a:pt x="1019928" y="23361"/>
                </a:cubicBezTo>
                <a:cubicBezTo>
                  <a:pt x="1018571" y="24871"/>
                  <a:pt x="1017904" y="26920"/>
                  <a:pt x="1017927" y="29510"/>
                </a:cubicBezTo>
                <a:lnTo>
                  <a:pt x="1032173" y="29510"/>
                </a:lnTo>
                <a:close/>
                <a:moveTo>
                  <a:pt x="1045500" y="14586"/>
                </a:moveTo>
                <a:lnTo>
                  <a:pt x="1050791" y="14586"/>
                </a:lnTo>
                <a:lnTo>
                  <a:pt x="1050791" y="11866"/>
                </a:lnTo>
                <a:cubicBezTo>
                  <a:pt x="1050791" y="8828"/>
                  <a:pt x="1051113" y="6562"/>
                  <a:pt x="1051758" y="5066"/>
                </a:cubicBezTo>
                <a:cubicBezTo>
                  <a:pt x="1052402" y="3570"/>
                  <a:pt x="1053589" y="2351"/>
                  <a:pt x="1055319" y="1411"/>
                </a:cubicBezTo>
                <a:cubicBezTo>
                  <a:pt x="1057049" y="470"/>
                  <a:pt x="1059237" y="0"/>
                  <a:pt x="1061883" y="0"/>
                </a:cubicBezTo>
                <a:cubicBezTo>
                  <a:pt x="1064597" y="0"/>
                  <a:pt x="1067254" y="407"/>
                  <a:pt x="1069854" y="1221"/>
                </a:cubicBezTo>
                <a:lnTo>
                  <a:pt x="1068565" y="7869"/>
                </a:lnTo>
                <a:cubicBezTo>
                  <a:pt x="1067050" y="7508"/>
                  <a:pt x="1065591" y="7327"/>
                  <a:pt x="1064189" y="7327"/>
                </a:cubicBezTo>
                <a:cubicBezTo>
                  <a:pt x="1062810" y="7327"/>
                  <a:pt x="1061821" y="7651"/>
                  <a:pt x="1061221" y="8299"/>
                </a:cubicBezTo>
                <a:cubicBezTo>
                  <a:pt x="1060622" y="8946"/>
                  <a:pt x="1060323" y="10190"/>
                  <a:pt x="1060323" y="12030"/>
                </a:cubicBezTo>
                <a:lnTo>
                  <a:pt x="1060323" y="14586"/>
                </a:lnTo>
                <a:lnTo>
                  <a:pt x="1067446" y="14586"/>
                </a:lnTo>
                <a:lnTo>
                  <a:pt x="1067446" y="22116"/>
                </a:lnTo>
                <a:lnTo>
                  <a:pt x="1060323" y="22116"/>
                </a:lnTo>
                <a:lnTo>
                  <a:pt x="1060323" y="50609"/>
                </a:lnTo>
                <a:lnTo>
                  <a:pt x="1050791" y="50609"/>
                </a:lnTo>
                <a:lnTo>
                  <a:pt x="1050791" y="22116"/>
                </a:lnTo>
                <a:lnTo>
                  <a:pt x="1045500" y="22116"/>
                </a:lnTo>
                <a:lnTo>
                  <a:pt x="1045500" y="14586"/>
                </a:lnTo>
                <a:close/>
                <a:moveTo>
                  <a:pt x="1093457" y="39144"/>
                </a:moveTo>
                <a:lnTo>
                  <a:pt x="1102955" y="40772"/>
                </a:lnTo>
                <a:cubicBezTo>
                  <a:pt x="1101734" y="44243"/>
                  <a:pt x="1099806" y="46886"/>
                  <a:pt x="1097171" y="48701"/>
                </a:cubicBezTo>
                <a:cubicBezTo>
                  <a:pt x="1094537" y="50515"/>
                  <a:pt x="1091241" y="51423"/>
                  <a:pt x="1087284" y="51423"/>
                </a:cubicBezTo>
                <a:cubicBezTo>
                  <a:pt x="1081020" y="51423"/>
                  <a:pt x="1076384" y="49376"/>
                  <a:pt x="1073376" y="45283"/>
                </a:cubicBezTo>
                <a:cubicBezTo>
                  <a:pt x="1071002" y="42004"/>
                  <a:pt x="1069815" y="37866"/>
                  <a:pt x="1069815" y="32868"/>
                </a:cubicBezTo>
                <a:cubicBezTo>
                  <a:pt x="1069815" y="26899"/>
                  <a:pt x="1071375" y="22223"/>
                  <a:pt x="1074496" y="18843"/>
                </a:cubicBezTo>
                <a:cubicBezTo>
                  <a:pt x="1077616" y="15462"/>
                  <a:pt x="1081562" y="13772"/>
                  <a:pt x="1086334" y="13772"/>
                </a:cubicBezTo>
                <a:cubicBezTo>
                  <a:pt x="1091693" y="13772"/>
                  <a:pt x="1095922" y="15541"/>
                  <a:pt x="1099020" y="19080"/>
                </a:cubicBezTo>
                <a:cubicBezTo>
                  <a:pt x="1102118" y="22619"/>
                  <a:pt x="1103599" y="28041"/>
                  <a:pt x="1103463" y="35345"/>
                </a:cubicBezTo>
                <a:lnTo>
                  <a:pt x="1079584" y="35345"/>
                </a:lnTo>
                <a:cubicBezTo>
                  <a:pt x="1079652" y="38171"/>
                  <a:pt x="1080420" y="40370"/>
                  <a:pt x="1081890" y="41942"/>
                </a:cubicBezTo>
                <a:cubicBezTo>
                  <a:pt x="1083360" y="43514"/>
                  <a:pt x="1085192" y="44299"/>
                  <a:pt x="1087385" y="44299"/>
                </a:cubicBezTo>
                <a:cubicBezTo>
                  <a:pt x="1088878" y="44299"/>
                  <a:pt x="1090133" y="43892"/>
                  <a:pt x="1091151" y="43078"/>
                </a:cubicBezTo>
                <a:cubicBezTo>
                  <a:pt x="1092168" y="42264"/>
                  <a:pt x="1092937" y="40953"/>
                  <a:pt x="1093457" y="39144"/>
                </a:cubicBezTo>
                <a:moveTo>
                  <a:pt x="1094000" y="29510"/>
                </a:moveTo>
                <a:cubicBezTo>
                  <a:pt x="1093932" y="26763"/>
                  <a:pt x="1093220" y="24674"/>
                  <a:pt x="1091863" y="23244"/>
                </a:cubicBezTo>
                <a:cubicBezTo>
                  <a:pt x="1090506" y="21813"/>
                  <a:pt x="1088855" y="21098"/>
                  <a:pt x="1086911" y="21098"/>
                </a:cubicBezTo>
                <a:cubicBezTo>
                  <a:pt x="1084830" y="21098"/>
                  <a:pt x="1083111" y="21853"/>
                  <a:pt x="1081755" y="23361"/>
                </a:cubicBezTo>
                <a:cubicBezTo>
                  <a:pt x="1080398" y="24871"/>
                  <a:pt x="1079731" y="26920"/>
                  <a:pt x="1079753" y="29510"/>
                </a:cubicBezTo>
                <a:lnTo>
                  <a:pt x="1094000" y="29510"/>
                </a:lnTo>
                <a:close/>
                <a:moveTo>
                  <a:pt x="1120622" y="50609"/>
                </a:moveTo>
                <a:lnTo>
                  <a:pt x="1111091" y="50609"/>
                </a:lnTo>
                <a:lnTo>
                  <a:pt x="1111091" y="14586"/>
                </a:lnTo>
                <a:lnTo>
                  <a:pt x="1119944" y="14586"/>
                </a:lnTo>
                <a:lnTo>
                  <a:pt x="1119944" y="19708"/>
                </a:lnTo>
                <a:cubicBezTo>
                  <a:pt x="1121459" y="17288"/>
                  <a:pt x="1122822" y="15694"/>
                  <a:pt x="1124031" y="14925"/>
                </a:cubicBezTo>
                <a:cubicBezTo>
                  <a:pt x="1125241" y="14156"/>
                  <a:pt x="1126615" y="13772"/>
                  <a:pt x="1128153" y="13772"/>
                </a:cubicBezTo>
                <a:cubicBezTo>
                  <a:pt x="1130324" y="13772"/>
                  <a:pt x="1132415" y="14371"/>
                  <a:pt x="1134428" y="15569"/>
                </a:cubicBezTo>
                <a:lnTo>
                  <a:pt x="1131477" y="23880"/>
                </a:lnTo>
                <a:cubicBezTo>
                  <a:pt x="1129871" y="22839"/>
                  <a:pt x="1128379" y="22319"/>
                  <a:pt x="1126999" y="22319"/>
                </a:cubicBezTo>
                <a:cubicBezTo>
                  <a:pt x="1125665" y="22319"/>
                  <a:pt x="1124535" y="22687"/>
                  <a:pt x="1123607" y="23422"/>
                </a:cubicBezTo>
                <a:cubicBezTo>
                  <a:pt x="1122680" y="24157"/>
                  <a:pt x="1121951" y="25485"/>
                  <a:pt x="1121420" y="27407"/>
                </a:cubicBezTo>
                <a:cubicBezTo>
                  <a:pt x="1120888" y="29329"/>
                  <a:pt x="1120622" y="33355"/>
                  <a:pt x="1120622" y="39483"/>
                </a:cubicBezTo>
                <a:lnTo>
                  <a:pt x="1120622" y="50609"/>
                </a:lnTo>
                <a:close/>
                <a:moveTo>
                  <a:pt x="1147715" y="50609"/>
                </a:moveTo>
                <a:lnTo>
                  <a:pt x="1138183" y="50609"/>
                </a:lnTo>
                <a:lnTo>
                  <a:pt x="1138183" y="14586"/>
                </a:lnTo>
                <a:lnTo>
                  <a:pt x="1147037" y="14586"/>
                </a:lnTo>
                <a:lnTo>
                  <a:pt x="1147037" y="19708"/>
                </a:lnTo>
                <a:cubicBezTo>
                  <a:pt x="1148552" y="17288"/>
                  <a:pt x="1149914" y="15694"/>
                  <a:pt x="1151124" y="14925"/>
                </a:cubicBezTo>
                <a:cubicBezTo>
                  <a:pt x="1152334" y="14156"/>
                  <a:pt x="1153708" y="13772"/>
                  <a:pt x="1155245" y="13772"/>
                </a:cubicBezTo>
                <a:cubicBezTo>
                  <a:pt x="1157416" y="13772"/>
                  <a:pt x="1159508" y="14371"/>
                  <a:pt x="1161520" y="15569"/>
                </a:cubicBezTo>
                <a:lnTo>
                  <a:pt x="1158569" y="23880"/>
                </a:lnTo>
                <a:cubicBezTo>
                  <a:pt x="1156964" y="22839"/>
                  <a:pt x="1155471" y="22319"/>
                  <a:pt x="1154092" y="22319"/>
                </a:cubicBezTo>
                <a:cubicBezTo>
                  <a:pt x="1152758" y="22319"/>
                  <a:pt x="1151627" y="22687"/>
                  <a:pt x="1150700" y="23422"/>
                </a:cubicBezTo>
                <a:cubicBezTo>
                  <a:pt x="1149773" y="24157"/>
                  <a:pt x="1149044" y="25485"/>
                  <a:pt x="1148512" y="27407"/>
                </a:cubicBezTo>
                <a:cubicBezTo>
                  <a:pt x="1147981" y="29329"/>
                  <a:pt x="1147715" y="33355"/>
                  <a:pt x="1147715" y="39483"/>
                </a:cubicBezTo>
                <a:lnTo>
                  <a:pt x="1147715" y="50609"/>
                </a:lnTo>
                <a:close/>
                <a:moveTo>
                  <a:pt x="1186544" y="39144"/>
                </a:moveTo>
                <a:lnTo>
                  <a:pt x="1196041" y="40772"/>
                </a:lnTo>
                <a:cubicBezTo>
                  <a:pt x="1194820" y="44243"/>
                  <a:pt x="1192893" y="46886"/>
                  <a:pt x="1190258" y="48701"/>
                </a:cubicBezTo>
                <a:cubicBezTo>
                  <a:pt x="1187624" y="50515"/>
                  <a:pt x="1184328" y="51423"/>
                  <a:pt x="1180370" y="51423"/>
                </a:cubicBezTo>
                <a:cubicBezTo>
                  <a:pt x="1174107" y="51423"/>
                  <a:pt x="1169471" y="49376"/>
                  <a:pt x="1166463" y="45283"/>
                </a:cubicBezTo>
                <a:cubicBezTo>
                  <a:pt x="1164089" y="42004"/>
                  <a:pt x="1162902" y="37866"/>
                  <a:pt x="1162902" y="32868"/>
                </a:cubicBezTo>
                <a:cubicBezTo>
                  <a:pt x="1162902" y="26899"/>
                  <a:pt x="1164462" y="22223"/>
                  <a:pt x="1167583" y="18843"/>
                </a:cubicBezTo>
                <a:cubicBezTo>
                  <a:pt x="1170703" y="15462"/>
                  <a:pt x="1174649" y="13772"/>
                  <a:pt x="1179421" y="13772"/>
                </a:cubicBezTo>
                <a:cubicBezTo>
                  <a:pt x="1184780" y="13772"/>
                  <a:pt x="1189009" y="15541"/>
                  <a:pt x="1192107" y="19080"/>
                </a:cubicBezTo>
                <a:cubicBezTo>
                  <a:pt x="1195205" y="22619"/>
                  <a:pt x="1196686" y="28041"/>
                  <a:pt x="1196550" y="35345"/>
                </a:cubicBezTo>
                <a:lnTo>
                  <a:pt x="1172671" y="35345"/>
                </a:lnTo>
                <a:cubicBezTo>
                  <a:pt x="1172738" y="38171"/>
                  <a:pt x="1173507" y="40370"/>
                  <a:pt x="1174977" y="41942"/>
                </a:cubicBezTo>
                <a:cubicBezTo>
                  <a:pt x="1176447" y="43514"/>
                  <a:pt x="1178279" y="44299"/>
                  <a:pt x="1180472" y="44299"/>
                </a:cubicBezTo>
                <a:cubicBezTo>
                  <a:pt x="1181965" y="44299"/>
                  <a:pt x="1183220" y="43892"/>
                  <a:pt x="1184237" y="43078"/>
                </a:cubicBezTo>
                <a:cubicBezTo>
                  <a:pt x="1185255" y="42264"/>
                  <a:pt x="1186024" y="40953"/>
                  <a:pt x="1186544" y="39144"/>
                </a:cubicBezTo>
                <a:moveTo>
                  <a:pt x="1187087" y="29510"/>
                </a:moveTo>
                <a:cubicBezTo>
                  <a:pt x="1187019" y="26763"/>
                  <a:pt x="1186306" y="24674"/>
                  <a:pt x="1184950" y="23244"/>
                </a:cubicBezTo>
                <a:cubicBezTo>
                  <a:pt x="1183593" y="21813"/>
                  <a:pt x="1181942" y="21098"/>
                  <a:pt x="1179997" y="21098"/>
                </a:cubicBezTo>
                <a:cubicBezTo>
                  <a:pt x="1177917" y="21098"/>
                  <a:pt x="1176198" y="21853"/>
                  <a:pt x="1174841" y="23361"/>
                </a:cubicBezTo>
                <a:cubicBezTo>
                  <a:pt x="1173485" y="24871"/>
                  <a:pt x="1172818" y="26920"/>
                  <a:pt x="1172840" y="29510"/>
                </a:cubicBezTo>
                <a:lnTo>
                  <a:pt x="1187087" y="29510"/>
                </a:lnTo>
                <a:close/>
                <a:moveTo>
                  <a:pt x="1237623" y="50609"/>
                </a:moveTo>
                <a:lnTo>
                  <a:pt x="1228770" y="50609"/>
                </a:lnTo>
                <a:lnTo>
                  <a:pt x="1228770" y="45317"/>
                </a:lnTo>
                <a:cubicBezTo>
                  <a:pt x="1227300" y="47375"/>
                  <a:pt x="1225565" y="48907"/>
                  <a:pt x="1223563" y="49913"/>
                </a:cubicBezTo>
                <a:cubicBezTo>
                  <a:pt x="1221562" y="50920"/>
                  <a:pt x="1219544" y="51423"/>
                  <a:pt x="1217509" y="51423"/>
                </a:cubicBezTo>
                <a:cubicBezTo>
                  <a:pt x="1213370" y="51423"/>
                  <a:pt x="1209826" y="49755"/>
                  <a:pt x="1206875" y="46419"/>
                </a:cubicBezTo>
                <a:cubicBezTo>
                  <a:pt x="1203924" y="43084"/>
                  <a:pt x="1202448" y="38431"/>
                  <a:pt x="1202448" y="32461"/>
                </a:cubicBezTo>
                <a:cubicBezTo>
                  <a:pt x="1202448" y="26356"/>
                  <a:pt x="1203884" y="21714"/>
                  <a:pt x="1206756" y="18537"/>
                </a:cubicBezTo>
                <a:cubicBezTo>
                  <a:pt x="1209628" y="15360"/>
                  <a:pt x="1213257" y="13772"/>
                  <a:pt x="1217644" y="13772"/>
                </a:cubicBezTo>
                <a:cubicBezTo>
                  <a:pt x="1221669" y="13772"/>
                  <a:pt x="1225152" y="15445"/>
                  <a:pt x="1228092" y="18792"/>
                </a:cubicBezTo>
                <a:lnTo>
                  <a:pt x="1228092" y="882"/>
                </a:lnTo>
                <a:lnTo>
                  <a:pt x="1237623" y="882"/>
                </a:lnTo>
                <a:lnTo>
                  <a:pt x="1237623" y="50609"/>
                </a:lnTo>
                <a:moveTo>
                  <a:pt x="1212183" y="31835"/>
                </a:moveTo>
                <a:cubicBezTo>
                  <a:pt x="1212183" y="35674"/>
                  <a:pt x="1212715" y="38451"/>
                  <a:pt x="1213777" y="40167"/>
                </a:cubicBezTo>
                <a:cubicBezTo>
                  <a:pt x="1215315" y="42650"/>
                  <a:pt x="1217463" y="43892"/>
                  <a:pt x="1220222" y="43892"/>
                </a:cubicBezTo>
                <a:cubicBezTo>
                  <a:pt x="1222416" y="43892"/>
                  <a:pt x="1224281" y="42961"/>
                  <a:pt x="1225819" y="41098"/>
                </a:cubicBezTo>
                <a:cubicBezTo>
                  <a:pt x="1227357" y="39236"/>
                  <a:pt x="1228126" y="36453"/>
                  <a:pt x="1228126" y="32750"/>
                </a:cubicBezTo>
                <a:cubicBezTo>
                  <a:pt x="1228126" y="28617"/>
                  <a:pt x="1227379" y="25642"/>
                  <a:pt x="1225887" y="23825"/>
                </a:cubicBezTo>
                <a:cubicBezTo>
                  <a:pt x="1224394" y="22007"/>
                  <a:pt x="1222484" y="21098"/>
                  <a:pt x="1220154" y="21098"/>
                </a:cubicBezTo>
                <a:cubicBezTo>
                  <a:pt x="1217893" y="21098"/>
                  <a:pt x="1215999" y="21996"/>
                  <a:pt x="1214473" y="23791"/>
                </a:cubicBezTo>
                <a:cubicBezTo>
                  <a:pt x="1212946" y="25586"/>
                  <a:pt x="1212183" y="28267"/>
                  <a:pt x="1212183" y="31835"/>
                </a:cubicBezTo>
                <a:close/>
                <a:moveTo>
                  <a:pt x="1265445" y="14586"/>
                </a:moveTo>
                <a:lnTo>
                  <a:pt x="1274332" y="14586"/>
                </a:lnTo>
                <a:lnTo>
                  <a:pt x="1274332" y="19877"/>
                </a:lnTo>
                <a:cubicBezTo>
                  <a:pt x="1275486" y="18068"/>
                  <a:pt x="1277046" y="16598"/>
                  <a:pt x="1279013" y="15468"/>
                </a:cubicBezTo>
                <a:cubicBezTo>
                  <a:pt x="1280981" y="14337"/>
                  <a:pt x="1283163" y="13772"/>
                  <a:pt x="1285560" y="13772"/>
                </a:cubicBezTo>
                <a:cubicBezTo>
                  <a:pt x="1289743" y="13772"/>
                  <a:pt x="1293294" y="15411"/>
                  <a:pt x="1296211" y="18690"/>
                </a:cubicBezTo>
                <a:cubicBezTo>
                  <a:pt x="1299128" y="21969"/>
                  <a:pt x="1300586" y="26537"/>
                  <a:pt x="1300586" y="32394"/>
                </a:cubicBezTo>
                <a:cubicBezTo>
                  <a:pt x="1300586" y="38409"/>
                  <a:pt x="1299117" y="43084"/>
                  <a:pt x="1296177" y="46419"/>
                </a:cubicBezTo>
                <a:cubicBezTo>
                  <a:pt x="1293237" y="49755"/>
                  <a:pt x="1289676" y="51423"/>
                  <a:pt x="1285492" y="51423"/>
                </a:cubicBezTo>
                <a:cubicBezTo>
                  <a:pt x="1283502" y="51423"/>
                  <a:pt x="1281699" y="51027"/>
                  <a:pt x="1280082" y="50235"/>
                </a:cubicBezTo>
                <a:cubicBezTo>
                  <a:pt x="1278465" y="49444"/>
                  <a:pt x="1276763" y="48087"/>
                  <a:pt x="1274977" y="46165"/>
                </a:cubicBezTo>
                <a:lnTo>
                  <a:pt x="1274977" y="64312"/>
                </a:lnTo>
                <a:lnTo>
                  <a:pt x="1265445" y="64312"/>
                </a:lnTo>
                <a:lnTo>
                  <a:pt x="1265445" y="14586"/>
                </a:lnTo>
                <a:moveTo>
                  <a:pt x="1274875" y="31971"/>
                </a:moveTo>
                <a:cubicBezTo>
                  <a:pt x="1274875" y="36012"/>
                  <a:pt x="1275678" y="38998"/>
                  <a:pt x="1277283" y="40929"/>
                </a:cubicBezTo>
                <a:cubicBezTo>
                  <a:pt x="1278889" y="42859"/>
                  <a:pt x="1280845" y="43825"/>
                  <a:pt x="1283152" y="43825"/>
                </a:cubicBezTo>
                <a:cubicBezTo>
                  <a:pt x="1285368" y="43825"/>
                  <a:pt x="1287211" y="42938"/>
                  <a:pt x="1288681" y="41166"/>
                </a:cubicBezTo>
                <a:cubicBezTo>
                  <a:pt x="1290150" y="39394"/>
                  <a:pt x="1290885" y="36487"/>
                  <a:pt x="1290885" y="32444"/>
                </a:cubicBezTo>
                <a:cubicBezTo>
                  <a:pt x="1290885" y="28674"/>
                  <a:pt x="1290128" y="25874"/>
                  <a:pt x="1288613" y="24045"/>
                </a:cubicBezTo>
                <a:cubicBezTo>
                  <a:pt x="1287098" y="22216"/>
                  <a:pt x="1285221" y="21302"/>
                  <a:pt x="1282982" y="21302"/>
                </a:cubicBezTo>
                <a:cubicBezTo>
                  <a:pt x="1280653" y="21302"/>
                  <a:pt x="1278719" y="22199"/>
                  <a:pt x="1277182" y="23994"/>
                </a:cubicBezTo>
                <a:cubicBezTo>
                  <a:pt x="1275644" y="25789"/>
                  <a:pt x="1274875" y="28448"/>
                  <a:pt x="1274875" y="31971"/>
                </a:cubicBezTo>
                <a:close/>
                <a:moveTo>
                  <a:pt x="1317217" y="50609"/>
                </a:moveTo>
                <a:lnTo>
                  <a:pt x="1307686" y="50609"/>
                </a:lnTo>
                <a:lnTo>
                  <a:pt x="1307686" y="14586"/>
                </a:lnTo>
                <a:lnTo>
                  <a:pt x="1316539" y="14586"/>
                </a:lnTo>
                <a:lnTo>
                  <a:pt x="1316539" y="19708"/>
                </a:lnTo>
                <a:cubicBezTo>
                  <a:pt x="1318054" y="17288"/>
                  <a:pt x="1319416" y="15694"/>
                  <a:pt x="1320626" y="14925"/>
                </a:cubicBezTo>
                <a:cubicBezTo>
                  <a:pt x="1321836" y="14156"/>
                  <a:pt x="1323210" y="13772"/>
                  <a:pt x="1324748" y="13772"/>
                </a:cubicBezTo>
                <a:cubicBezTo>
                  <a:pt x="1326918" y="13772"/>
                  <a:pt x="1329010" y="14371"/>
                  <a:pt x="1331023" y="15569"/>
                </a:cubicBezTo>
                <a:lnTo>
                  <a:pt x="1328072" y="23880"/>
                </a:lnTo>
                <a:cubicBezTo>
                  <a:pt x="1326466" y="22839"/>
                  <a:pt x="1324974" y="22319"/>
                  <a:pt x="1323594" y="22319"/>
                </a:cubicBezTo>
                <a:cubicBezTo>
                  <a:pt x="1322260" y="22319"/>
                  <a:pt x="1321129" y="22687"/>
                  <a:pt x="1320202" y="23422"/>
                </a:cubicBezTo>
                <a:cubicBezTo>
                  <a:pt x="1319275" y="24157"/>
                  <a:pt x="1318546" y="25485"/>
                  <a:pt x="1318014" y="27407"/>
                </a:cubicBezTo>
                <a:cubicBezTo>
                  <a:pt x="1317483" y="29329"/>
                  <a:pt x="1317217" y="33355"/>
                  <a:pt x="1317217" y="39483"/>
                </a:cubicBezTo>
                <a:lnTo>
                  <a:pt x="1317217" y="50609"/>
                </a:lnTo>
                <a:close/>
                <a:moveTo>
                  <a:pt x="1332981" y="32088"/>
                </a:moveTo>
                <a:cubicBezTo>
                  <a:pt x="1332981" y="28922"/>
                  <a:pt x="1333761" y="25858"/>
                  <a:pt x="1335321" y="22896"/>
                </a:cubicBezTo>
                <a:cubicBezTo>
                  <a:pt x="1336881" y="19934"/>
                  <a:pt x="1339092" y="17672"/>
                  <a:pt x="1341952" y="16112"/>
                </a:cubicBezTo>
                <a:cubicBezTo>
                  <a:pt x="1344813" y="14552"/>
                  <a:pt x="1348007" y="13772"/>
                  <a:pt x="1351535" y="13772"/>
                </a:cubicBezTo>
                <a:cubicBezTo>
                  <a:pt x="1356985" y="13772"/>
                  <a:pt x="1361451" y="15541"/>
                  <a:pt x="1364933" y="19080"/>
                </a:cubicBezTo>
                <a:cubicBezTo>
                  <a:pt x="1368416" y="22619"/>
                  <a:pt x="1370157" y="27091"/>
                  <a:pt x="1370157" y="32495"/>
                </a:cubicBezTo>
                <a:cubicBezTo>
                  <a:pt x="1370157" y="37945"/>
                  <a:pt x="1368399" y="42462"/>
                  <a:pt x="1364882" y="46046"/>
                </a:cubicBezTo>
                <a:cubicBezTo>
                  <a:pt x="1361366" y="49631"/>
                  <a:pt x="1356939" y="51423"/>
                  <a:pt x="1351603" y="51423"/>
                </a:cubicBezTo>
                <a:cubicBezTo>
                  <a:pt x="1348301" y="51423"/>
                  <a:pt x="1345152" y="50676"/>
                  <a:pt x="1342156" y="49184"/>
                </a:cubicBezTo>
                <a:cubicBezTo>
                  <a:pt x="1339160" y="47691"/>
                  <a:pt x="1336881" y="45504"/>
                  <a:pt x="1335321" y="42620"/>
                </a:cubicBezTo>
                <a:cubicBezTo>
                  <a:pt x="1333761" y="39737"/>
                  <a:pt x="1332981" y="36227"/>
                  <a:pt x="1332981" y="32088"/>
                </a:cubicBezTo>
                <a:moveTo>
                  <a:pt x="1342750" y="32597"/>
                </a:moveTo>
                <a:cubicBezTo>
                  <a:pt x="1342750" y="36159"/>
                  <a:pt x="1343598" y="38886"/>
                  <a:pt x="1345294" y="40780"/>
                </a:cubicBezTo>
                <a:cubicBezTo>
                  <a:pt x="1346990" y="42674"/>
                  <a:pt x="1349081" y="43621"/>
                  <a:pt x="1351569" y="43621"/>
                </a:cubicBezTo>
                <a:cubicBezTo>
                  <a:pt x="1354056" y="43621"/>
                  <a:pt x="1356142" y="42674"/>
                  <a:pt x="1357827" y="40780"/>
                </a:cubicBezTo>
                <a:cubicBezTo>
                  <a:pt x="1359512" y="38886"/>
                  <a:pt x="1360354" y="36136"/>
                  <a:pt x="1360354" y="32529"/>
                </a:cubicBezTo>
                <a:cubicBezTo>
                  <a:pt x="1360354" y="29013"/>
                  <a:pt x="1359512" y="26308"/>
                  <a:pt x="1357827" y="24414"/>
                </a:cubicBezTo>
                <a:cubicBezTo>
                  <a:pt x="1356142" y="22520"/>
                  <a:pt x="1354056" y="21573"/>
                  <a:pt x="1351569" y="21573"/>
                </a:cubicBezTo>
                <a:cubicBezTo>
                  <a:pt x="1349081" y="21573"/>
                  <a:pt x="1346990" y="22520"/>
                  <a:pt x="1345294" y="24414"/>
                </a:cubicBezTo>
                <a:cubicBezTo>
                  <a:pt x="1343598" y="26308"/>
                  <a:pt x="1342750" y="29035"/>
                  <a:pt x="1342750" y="32597"/>
                </a:cubicBezTo>
                <a:close/>
                <a:moveTo>
                  <a:pt x="1377154" y="50609"/>
                </a:moveTo>
                <a:lnTo>
                  <a:pt x="1377154" y="882"/>
                </a:lnTo>
                <a:lnTo>
                  <a:pt x="1386685" y="882"/>
                </a:lnTo>
                <a:lnTo>
                  <a:pt x="1386685" y="18792"/>
                </a:lnTo>
                <a:cubicBezTo>
                  <a:pt x="1389625" y="15445"/>
                  <a:pt x="1393107" y="13772"/>
                  <a:pt x="1397133" y="13772"/>
                </a:cubicBezTo>
                <a:cubicBezTo>
                  <a:pt x="1401520" y="13772"/>
                  <a:pt x="1405149" y="15360"/>
                  <a:pt x="1408021" y="18537"/>
                </a:cubicBezTo>
                <a:cubicBezTo>
                  <a:pt x="1410893" y="21714"/>
                  <a:pt x="1412329" y="26277"/>
                  <a:pt x="1412329" y="32224"/>
                </a:cubicBezTo>
                <a:cubicBezTo>
                  <a:pt x="1412329" y="38375"/>
                  <a:pt x="1410864" y="43112"/>
                  <a:pt x="1407936" y="46436"/>
                </a:cubicBezTo>
                <a:cubicBezTo>
                  <a:pt x="1405008" y="49761"/>
                  <a:pt x="1401452" y="51423"/>
                  <a:pt x="1397268" y="51423"/>
                </a:cubicBezTo>
                <a:cubicBezTo>
                  <a:pt x="1395210" y="51423"/>
                  <a:pt x="1393181" y="50908"/>
                  <a:pt x="1391180" y="49879"/>
                </a:cubicBezTo>
                <a:cubicBezTo>
                  <a:pt x="1389178" y="48850"/>
                  <a:pt x="1387454" y="47330"/>
                  <a:pt x="1386007" y="45317"/>
                </a:cubicBezTo>
                <a:lnTo>
                  <a:pt x="1386007" y="50609"/>
                </a:lnTo>
                <a:lnTo>
                  <a:pt x="1377154" y="50609"/>
                </a:lnTo>
                <a:moveTo>
                  <a:pt x="1386617" y="31835"/>
                </a:moveTo>
                <a:cubicBezTo>
                  <a:pt x="1386617" y="35561"/>
                  <a:pt x="1387205" y="38315"/>
                  <a:pt x="1388381" y="40099"/>
                </a:cubicBezTo>
                <a:cubicBezTo>
                  <a:pt x="1390032" y="42628"/>
                  <a:pt x="1392225" y="43892"/>
                  <a:pt x="1394962" y="43892"/>
                </a:cubicBezTo>
                <a:cubicBezTo>
                  <a:pt x="1397065" y="43892"/>
                  <a:pt x="1398857" y="42995"/>
                  <a:pt x="1400338" y="41200"/>
                </a:cubicBezTo>
                <a:cubicBezTo>
                  <a:pt x="1401819" y="39405"/>
                  <a:pt x="1402560" y="36577"/>
                  <a:pt x="1402560" y="32716"/>
                </a:cubicBezTo>
                <a:cubicBezTo>
                  <a:pt x="1402560" y="28606"/>
                  <a:pt x="1401813" y="25642"/>
                  <a:pt x="1400321" y="23825"/>
                </a:cubicBezTo>
                <a:cubicBezTo>
                  <a:pt x="1398829" y="22007"/>
                  <a:pt x="1396918" y="21098"/>
                  <a:pt x="1394589" y="21098"/>
                </a:cubicBezTo>
                <a:cubicBezTo>
                  <a:pt x="1392305" y="21098"/>
                  <a:pt x="1390405" y="21985"/>
                  <a:pt x="1388890" y="23758"/>
                </a:cubicBezTo>
                <a:cubicBezTo>
                  <a:pt x="1387375" y="25530"/>
                  <a:pt x="1386617" y="28222"/>
                  <a:pt x="1386617" y="31835"/>
                </a:cubicBezTo>
                <a:close/>
                <a:moveTo>
                  <a:pt x="1440797" y="39144"/>
                </a:moveTo>
                <a:lnTo>
                  <a:pt x="1450294" y="40772"/>
                </a:lnTo>
                <a:cubicBezTo>
                  <a:pt x="1449073" y="44243"/>
                  <a:pt x="1447145" y="46886"/>
                  <a:pt x="1444511" y="48701"/>
                </a:cubicBezTo>
                <a:cubicBezTo>
                  <a:pt x="1441877" y="50515"/>
                  <a:pt x="1438581" y="51423"/>
                  <a:pt x="1434623" y="51423"/>
                </a:cubicBezTo>
                <a:cubicBezTo>
                  <a:pt x="1428359" y="51423"/>
                  <a:pt x="1423724" y="49376"/>
                  <a:pt x="1420716" y="45283"/>
                </a:cubicBezTo>
                <a:cubicBezTo>
                  <a:pt x="1418342" y="42004"/>
                  <a:pt x="1417155" y="37866"/>
                  <a:pt x="1417155" y="32868"/>
                </a:cubicBezTo>
                <a:cubicBezTo>
                  <a:pt x="1417155" y="26899"/>
                  <a:pt x="1418715" y="22223"/>
                  <a:pt x="1421836" y="18843"/>
                </a:cubicBezTo>
                <a:cubicBezTo>
                  <a:pt x="1424956" y="15462"/>
                  <a:pt x="1428902" y="13772"/>
                  <a:pt x="1433674" y="13772"/>
                </a:cubicBezTo>
                <a:cubicBezTo>
                  <a:pt x="1439033" y="13772"/>
                  <a:pt x="1443262" y="15541"/>
                  <a:pt x="1446360" y="19080"/>
                </a:cubicBezTo>
                <a:cubicBezTo>
                  <a:pt x="1449458" y="22619"/>
                  <a:pt x="1450939" y="28041"/>
                  <a:pt x="1450803" y="35345"/>
                </a:cubicBezTo>
                <a:lnTo>
                  <a:pt x="1426924" y="35345"/>
                </a:lnTo>
                <a:cubicBezTo>
                  <a:pt x="1426991" y="38171"/>
                  <a:pt x="1427760" y="40370"/>
                  <a:pt x="1429230" y="41942"/>
                </a:cubicBezTo>
                <a:cubicBezTo>
                  <a:pt x="1430700" y="43514"/>
                  <a:pt x="1432532" y="44299"/>
                  <a:pt x="1434725" y="44299"/>
                </a:cubicBezTo>
                <a:cubicBezTo>
                  <a:pt x="1436218" y="44299"/>
                  <a:pt x="1437473" y="43892"/>
                  <a:pt x="1438490" y="43078"/>
                </a:cubicBezTo>
                <a:cubicBezTo>
                  <a:pt x="1439508" y="42264"/>
                  <a:pt x="1440277" y="40953"/>
                  <a:pt x="1440797" y="39144"/>
                </a:cubicBezTo>
                <a:moveTo>
                  <a:pt x="1441339" y="29510"/>
                </a:moveTo>
                <a:cubicBezTo>
                  <a:pt x="1441272" y="26763"/>
                  <a:pt x="1440559" y="24674"/>
                  <a:pt x="1439203" y="23244"/>
                </a:cubicBezTo>
                <a:cubicBezTo>
                  <a:pt x="1437846" y="21813"/>
                  <a:pt x="1436195" y="21098"/>
                  <a:pt x="1434250" y="21098"/>
                </a:cubicBezTo>
                <a:cubicBezTo>
                  <a:pt x="1432170" y="21098"/>
                  <a:pt x="1430451" y="21853"/>
                  <a:pt x="1429094" y="23361"/>
                </a:cubicBezTo>
                <a:cubicBezTo>
                  <a:pt x="1427738" y="24871"/>
                  <a:pt x="1427070" y="26920"/>
                  <a:pt x="1427093" y="29510"/>
                </a:cubicBezTo>
                <a:lnTo>
                  <a:pt x="1441339" y="29510"/>
                </a:lnTo>
                <a:close/>
                <a:moveTo>
                  <a:pt x="1478018" y="14586"/>
                </a:moveTo>
                <a:lnTo>
                  <a:pt x="1486905" y="14586"/>
                </a:lnTo>
                <a:lnTo>
                  <a:pt x="1486905" y="19877"/>
                </a:lnTo>
                <a:cubicBezTo>
                  <a:pt x="1488058" y="18068"/>
                  <a:pt x="1489618" y="16598"/>
                  <a:pt x="1491586" y="15468"/>
                </a:cubicBezTo>
                <a:cubicBezTo>
                  <a:pt x="1493553" y="14337"/>
                  <a:pt x="1495735" y="13772"/>
                  <a:pt x="1498132" y="13772"/>
                </a:cubicBezTo>
                <a:cubicBezTo>
                  <a:pt x="1502316" y="13772"/>
                  <a:pt x="1505866" y="15411"/>
                  <a:pt x="1508783" y="18690"/>
                </a:cubicBezTo>
                <a:cubicBezTo>
                  <a:pt x="1511700" y="21969"/>
                  <a:pt x="1513159" y="26537"/>
                  <a:pt x="1513159" y="32394"/>
                </a:cubicBezTo>
                <a:cubicBezTo>
                  <a:pt x="1513159" y="38409"/>
                  <a:pt x="1511689" y="43084"/>
                  <a:pt x="1508749" y="46419"/>
                </a:cubicBezTo>
                <a:cubicBezTo>
                  <a:pt x="1505809" y="49755"/>
                  <a:pt x="1502248" y="51423"/>
                  <a:pt x="1498064" y="51423"/>
                </a:cubicBezTo>
                <a:cubicBezTo>
                  <a:pt x="1496074" y="51423"/>
                  <a:pt x="1494271" y="51027"/>
                  <a:pt x="1492654" y="50235"/>
                </a:cubicBezTo>
                <a:cubicBezTo>
                  <a:pt x="1491037" y="49444"/>
                  <a:pt x="1489336" y="48087"/>
                  <a:pt x="1487549" y="46165"/>
                </a:cubicBezTo>
                <a:lnTo>
                  <a:pt x="1487549" y="64312"/>
                </a:lnTo>
                <a:lnTo>
                  <a:pt x="1478018" y="64312"/>
                </a:lnTo>
                <a:lnTo>
                  <a:pt x="1478018" y="14586"/>
                </a:lnTo>
                <a:moveTo>
                  <a:pt x="1487447" y="31971"/>
                </a:moveTo>
                <a:cubicBezTo>
                  <a:pt x="1487447" y="36012"/>
                  <a:pt x="1488250" y="38998"/>
                  <a:pt x="1489856" y="40929"/>
                </a:cubicBezTo>
                <a:cubicBezTo>
                  <a:pt x="1491461" y="42859"/>
                  <a:pt x="1493417" y="43825"/>
                  <a:pt x="1495724" y="43825"/>
                </a:cubicBezTo>
                <a:cubicBezTo>
                  <a:pt x="1497940" y="43825"/>
                  <a:pt x="1499783" y="42938"/>
                  <a:pt x="1501253" y="41166"/>
                </a:cubicBezTo>
                <a:cubicBezTo>
                  <a:pt x="1502723" y="39394"/>
                  <a:pt x="1503458" y="36487"/>
                  <a:pt x="1503458" y="32444"/>
                </a:cubicBezTo>
                <a:cubicBezTo>
                  <a:pt x="1503458" y="28674"/>
                  <a:pt x="1502700" y="25874"/>
                  <a:pt x="1501185" y="24045"/>
                </a:cubicBezTo>
                <a:cubicBezTo>
                  <a:pt x="1499670" y="22216"/>
                  <a:pt x="1497793" y="21302"/>
                  <a:pt x="1495554" y="21302"/>
                </a:cubicBezTo>
                <a:cubicBezTo>
                  <a:pt x="1493225" y="21302"/>
                  <a:pt x="1491292" y="22199"/>
                  <a:pt x="1489754" y="23994"/>
                </a:cubicBezTo>
                <a:cubicBezTo>
                  <a:pt x="1488216" y="25789"/>
                  <a:pt x="1487447" y="28448"/>
                  <a:pt x="1487447" y="31971"/>
                </a:cubicBezTo>
                <a:close/>
                <a:moveTo>
                  <a:pt x="1541525" y="39144"/>
                </a:moveTo>
                <a:lnTo>
                  <a:pt x="1551023" y="40772"/>
                </a:lnTo>
                <a:cubicBezTo>
                  <a:pt x="1549802" y="44243"/>
                  <a:pt x="1547874" y="46886"/>
                  <a:pt x="1545240" y="48701"/>
                </a:cubicBezTo>
                <a:cubicBezTo>
                  <a:pt x="1542605" y="50515"/>
                  <a:pt x="1539309" y="51423"/>
                  <a:pt x="1535352" y="51423"/>
                </a:cubicBezTo>
                <a:cubicBezTo>
                  <a:pt x="1529088" y="51423"/>
                  <a:pt x="1524452" y="49376"/>
                  <a:pt x="1521445" y="45283"/>
                </a:cubicBezTo>
                <a:cubicBezTo>
                  <a:pt x="1519070" y="42004"/>
                  <a:pt x="1517883" y="37866"/>
                  <a:pt x="1517883" y="32868"/>
                </a:cubicBezTo>
                <a:cubicBezTo>
                  <a:pt x="1517883" y="26899"/>
                  <a:pt x="1519443" y="22223"/>
                  <a:pt x="1522564" y="18843"/>
                </a:cubicBezTo>
                <a:cubicBezTo>
                  <a:pt x="1525685" y="15462"/>
                  <a:pt x="1529631" y="13772"/>
                  <a:pt x="1534402" y="13772"/>
                </a:cubicBezTo>
                <a:cubicBezTo>
                  <a:pt x="1539762" y="13772"/>
                  <a:pt x="1543990" y="15541"/>
                  <a:pt x="1547088" y="19080"/>
                </a:cubicBezTo>
                <a:cubicBezTo>
                  <a:pt x="1550186" y="22619"/>
                  <a:pt x="1551667" y="28041"/>
                  <a:pt x="1551532" y="35345"/>
                </a:cubicBezTo>
                <a:lnTo>
                  <a:pt x="1527652" y="35345"/>
                </a:lnTo>
                <a:cubicBezTo>
                  <a:pt x="1527720" y="38171"/>
                  <a:pt x="1528489" y="40370"/>
                  <a:pt x="1529959" y="41942"/>
                </a:cubicBezTo>
                <a:cubicBezTo>
                  <a:pt x="1531429" y="43514"/>
                  <a:pt x="1533260" y="44299"/>
                  <a:pt x="1535454" y="44299"/>
                </a:cubicBezTo>
                <a:cubicBezTo>
                  <a:pt x="1536946" y="44299"/>
                  <a:pt x="1538201" y="43892"/>
                  <a:pt x="1539219" y="43078"/>
                </a:cubicBezTo>
                <a:cubicBezTo>
                  <a:pt x="1540236" y="42264"/>
                  <a:pt x="1541005" y="40953"/>
                  <a:pt x="1541525" y="39144"/>
                </a:cubicBezTo>
                <a:moveTo>
                  <a:pt x="1542068" y="29510"/>
                </a:moveTo>
                <a:cubicBezTo>
                  <a:pt x="1542000" y="26763"/>
                  <a:pt x="1541288" y="24674"/>
                  <a:pt x="1539931" y="23244"/>
                </a:cubicBezTo>
                <a:cubicBezTo>
                  <a:pt x="1538574" y="21813"/>
                  <a:pt x="1536924" y="21098"/>
                  <a:pt x="1534979" y="21098"/>
                </a:cubicBezTo>
                <a:cubicBezTo>
                  <a:pt x="1532898" y="21098"/>
                  <a:pt x="1531180" y="21853"/>
                  <a:pt x="1529823" y="23361"/>
                </a:cubicBezTo>
                <a:cubicBezTo>
                  <a:pt x="1528466" y="24871"/>
                  <a:pt x="1527799" y="26920"/>
                  <a:pt x="1527822" y="29510"/>
                </a:cubicBezTo>
                <a:lnTo>
                  <a:pt x="1542068" y="29510"/>
                </a:lnTo>
                <a:close/>
                <a:moveTo>
                  <a:pt x="1592334" y="50609"/>
                </a:moveTo>
                <a:lnTo>
                  <a:pt x="1582802" y="50609"/>
                </a:lnTo>
                <a:lnTo>
                  <a:pt x="1582802" y="32245"/>
                </a:lnTo>
                <a:cubicBezTo>
                  <a:pt x="1582802" y="28360"/>
                  <a:pt x="1582599" y="25847"/>
                  <a:pt x="1582191" y="24706"/>
                </a:cubicBezTo>
                <a:cubicBezTo>
                  <a:pt x="1581784" y="23566"/>
                  <a:pt x="1581123" y="22679"/>
                  <a:pt x="1580207" y="22047"/>
                </a:cubicBezTo>
                <a:cubicBezTo>
                  <a:pt x="1579291" y="21414"/>
                  <a:pt x="1578189" y="21098"/>
                  <a:pt x="1576900" y="21098"/>
                </a:cubicBezTo>
                <a:cubicBezTo>
                  <a:pt x="1575249" y="21098"/>
                  <a:pt x="1573768" y="21550"/>
                  <a:pt x="1572456" y="22454"/>
                </a:cubicBezTo>
                <a:cubicBezTo>
                  <a:pt x="1571145" y="23357"/>
                  <a:pt x="1570246" y="24554"/>
                  <a:pt x="1569760" y="26045"/>
                </a:cubicBezTo>
                <a:cubicBezTo>
                  <a:pt x="1569274" y="27536"/>
                  <a:pt x="1569031" y="30291"/>
                  <a:pt x="1569031" y="34312"/>
                </a:cubicBezTo>
                <a:lnTo>
                  <a:pt x="1569031" y="50609"/>
                </a:lnTo>
                <a:lnTo>
                  <a:pt x="1559499" y="50609"/>
                </a:lnTo>
                <a:lnTo>
                  <a:pt x="1559499" y="14586"/>
                </a:lnTo>
                <a:lnTo>
                  <a:pt x="1568352" y="14586"/>
                </a:lnTo>
                <a:lnTo>
                  <a:pt x="1568352" y="19877"/>
                </a:lnTo>
                <a:cubicBezTo>
                  <a:pt x="1571495" y="15807"/>
                  <a:pt x="1575453" y="13772"/>
                  <a:pt x="1580224" y="13772"/>
                </a:cubicBezTo>
                <a:cubicBezTo>
                  <a:pt x="1582327" y="13772"/>
                  <a:pt x="1584249" y="14150"/>
                  <a:pt x="1585991" y="14908"/>
                </a:cubicBezTo>
                <a:cubicBezTo>
                  <a:pt x="1587732" y="15665"/>
                  <a:pt x="1589049" y="16632"/>
                  <a:pt x="1589942" y="17808"/>
                </a:cubicBezTo>
                <a:cubicBezTo>
                  <a:pt x="1590835" y="18984"/>
                  <a:pt x="1591457" y="20318"/>
                  <a:pt x="1591808" y="21811"/>
                </a:cubicBezTo>
                <a:cubicBezTo>
                  <a:pt x="1592158" y="23303"/>
                  <a:pt x="1592334" y="25440"/>
                  <a:pt x="1592334" y="28221"/>
                </a:cubicBezTo>
                <a:lnTo>
                  <a:pt x="1592334" y="50609"/>
                </a:lnTo>
                <a:close/>
                <a:moveTo>
                  <a:pt x="1634980" y="50609"/>
                </a:moveTo>
                <a:lnTo>
                  <a:pt x="1626127" y="50609"/>
                </a:lnTo>
                <a:lnTo>
                  <a:pt x="1626127" y="45317"/>
                </a:lnTo>
                <a:cubicBezTo>
                  <a:pt x="1624657" y="47375"/>
                  <a:pt x="1622922" y="48907"/>
                  <a:pt x="1620920" y="49913"/>
                </a:cubicBezTo>
                <a:cubicBezTo>
                  <a:pt x="1618919" y="50920"/>
                  <a:pt x="1616901" y="51423"/>
                  <a:pt x="1614866" y="51423"/>
                </a:cubicBezTo>
                <a:cubicBezTo>
                  <a:pt x="1610727" y="51423"/>
                  <a:pt x="1607183" y="49755"/>
                  <a:pt x="1604232" y="46419"/>
                </a:cubicBezTo>
                <a:cubicBezTo>
                  <a:pt x="1601281" y="43084"/>
                  <a:pt x="1599805" y="38431"/>
                  <a:pt x="1599805" y="32461"/>
                </a:cubicBezTo>
                <a:cubicBezTo>
                  <a:pt x="1599805" y="26356"/>
                  <a:pt x="1601241" y="21714"/>
                  <a:pt x="1604113" y="18537"/>
                </a:cubicBezTo>
                <a:cubicBezTo>
                  <a:pt x="1606985" y="15360"/>
                  <a:pt x="1610614" y="13772"/>
                  <a:pt x="1615001" y="13772"/>
                </a:cubicBezTo>
                <a:cubicBezTo>
                  <a:pt x="1619027" y="13772"/>
                  <a:pt x="1622509" y="15445"/>
                  <a:pt x="1625449" y="18792"/>
                </a:cubicBezTo>
                <a:lnTo>
                  <a:pt x="1625449" y="882"/>
                </a:lnTo>
                <a:lnTo>
                  <a:pt x="1634980" y="882"/>
                </a:lnTo>
                <a:lnTo>
                  <a:pt x="1634980" y="50609"/>
                </a:lnTo>
                <a:moveTo>
                  <a:pt x="1609540" y="31835"/>
                </a:moveTo>
                <a:cubicBezTo>
                  <a:pt x="1609540" y="35674"/>
                  <a:pt x="1610072" y="38451"/>
                  <a:pt x="1611134" y="40167"/>
                </a:cubicBezTo>
                <a:cubicBezTo>
                  <a:pt x="1612672" y="42650"/>
                  <a:pt x="1614820" y="43892"/>
                  <a:pt x="1617579" y="43892"/>
                </a:cubicBezTo>
                <a:cubicBezTo>
                  <a:pt x="1619773" y="43892"/>
                  <a:pt x="1621638" y="42961"/>
                  <a:pt x="1623176" y="41098"/>
                </a:cubicBezTo>
                <a:cubicBezTo>
                  <a:pt x="1624714" y="39236"/>
                  <a:pt x="1625483" y="36453"/>
                  <a:pt x="1625483" y="32750"/>
                </a:cubicBezTo>
                <a:cubicBezTo>
                  <a:pt x="1625483" y="28617"/>
                  <a:pt x="1624736" y="25642"/>
                  <a:pt x="1623244" y="23825"/>
                </a:cubicBezTo>
                <a:cubicBezTo>
                  <a:pt x="1621751" y="22007"/>
                  <a:pt x="1619841" y="21098"/>
                  <a:pt x="1617511" y="21098"/>
                </a:cubicBezTo>
                <a:cubicBezTo>
                  <a:pt x="1615250" y="21098"/>
                  <a:pt x="1613356" y="21996"/>
                  <a:pt x="1611830" y="23791"/>
                </a:cubicBezTo>
                <a:cubicBezTo>
                  <a:pt x="1610303" y="25586"/>
                  <a:pt x="1609540" y="28267"/>
                  <a:pt x="1609540" y="31835"/>
                </a:cubicBezTo>
                <a:close/>
                <a:moveTo>
                  <a:pt x="1644318" y="9701"/>
                </a:moveTo>
                <a:lnTo>
                  <a:pt x="1644318" y="882"/>
                </a:lnTo>
                <a:lnTo>
                  <a:pt x="1653850" y="882"/>
                </a:lnTo>
                <a:lnTo>
                  <a:pt x="1653850" y="9701"/>
                </a:lnTo>
                <a:lnTo>
                  <a:pt x="1644318" y="9701"/>
                </a:lnTo>
                <a:moveTo>
                  <a:pt x="1644318" y="50609"/>
                </a:moveTo>
                <a:lnTo>
                  <a:pt x="1644318" y="14586"/>
                </a:lnTo>
                <a:lnTo>
                  <a:pt x="1653850" y="14586"/>
                </a:lnTo>
                <a:lnTo>
                  <a:pt x="1653850" y="50609"/>
                </a:lnTo>
                <a:lnTo>
                  <a:pt x="1644318" y="50609"/>
                </a:lnTo>
                <a:close/>
                <a:moveTo>
                  <a:pt x="1696536" y="50609"/>
                </a:moveTo>
                <a:lnTo>
                  <a:pt x="1687004" y="50609"/>
                </a:lnTo>
                <a:lnTo>
                  <a:pt x="1687004" y="32245"/>
                </a:lnTo>
                <a:cubicBezTo>
                  <a:pt x="1687004" y="28360"/>
                  <a:pt x="1686801" y="25847"/>
                  <a:pt x="1686394" y="24706"/>
                </a:cubicBezTo>
                <a:cubicBezTo>
                  <a:pt x="1685987" y="23566"/>
                  <a:pt x="1685325" y="22679"/>
                  <a:pt x="1684409" y="22047"/>
                </a:cubicBezTo>
                <a:cubicBezTo>
                  <a:pt x="1683494" y="21414"/>
                  <a:pt x="1682391" y="21098"/>
                  <a:pt x="1681102" y="21098"/>
                </a:cubicBezTo>
                <a:cubicBezTo>
                  <a:pt x="1679451" y="21098"/>
                  <a:pt x="1677970" y="21550"/>
                  <a:pt x="1676659" y="22454"/>
                </a:cubicBezTo>
                <a:cubicBezTo>
                  <a:pt x="1675347" y="23357"/>
                  <a:pt x="1674448" y="24554"/>
                  <a:pt x="1673962" y="26045"/>
                </a:cubicBezTo>
                <a:cubicBezTo>
                  <a:pt x="1673476" y="27536"/>
                  <a:pt x="1673233" y="30291"/>
                  <a:pt x="1673233" y="34312"/>
                </a:cubicBezTo>
                <a:lnTo>
                  <a:pt x="1673233" y="50609"/>
                </a:lnTo>
                <a:lnTo>
                  <a:pt x="1663701" y="50609"/>
                </a:lnTo>
                <a:lnTo>
                  <a:pt x="1663701" y="14586"/>
                </a:lnTo>
                <a:lnTo>
                  <a:pt x="1672554" y="14586"/>
                </a:lnTo>
                <a:lnTo>
                  <a:pt x="1672554" y="19877"/>
                </a:lnTo>
                <a:cubicBezTo>
                  <a:pt x="1675698" y="15807"/>
                  <a:pt x="1679655" y="13772"/>
                  <a:pt x="1684426" y="13772"/>
                </a:cubicBezTo>
                <a:cubicBezTo>
                  <a:pt x="1686529" y="13772"/>
                  <a:pt x="1688451" y="14150"/>
                  <a:pt x="1690193" y="14908"/>
                </a:cubicBezTo>
                <a:cubicBezTo>
                  <a:pt x="1691934" y="15665"/>
                  <a:pt x="1693251" y="16632"/>
                  <a:pt x="1694144" y="17808"/>
                </a:cubicBezTo>
                <a:cubicBezTo>
                  <a:pt x="1695038" y="18984"/>
                  <a:pt x="1695659" y="20318"/>
                  <a:pt x="1696010" y="21811"/>
                </a:cubicBezTo>
                <a:cubicBezTo>
                  <a:pt x="1696360" y="23303"/>
                  <a:pt x="1696536" y="25440"/>
                  <a:pt x="1696536" y="28221"/>
                </a:cubicBezTo>
                <a:lnTo>
                  <a:pt x="1696536" y="50609"/>
                </a:lnTo>
                <a:close/>
                <a:moveTo>
                  <a:pt x="1705262" y="52915"/>
                </a:moveTo>
                <a:lnTo>
                  <a:pt x="1716151" y="54272"/>
                </a:lnTo>
                <a:cubicBezTo>
                  <a:pt x="1716332" y="55550"/>
                  <a:pt x="1716750" y="56429"/>
                  <a:pt x="1717406" y="56908"/>
                </a:cubicBezTo>
                <a:cubicBezTo>
                  <a:pt x="1718310" y="57593"/>
                  <a:pt x="1719735" y="57935"/>
                  <a:pt x="1721680" y="57935"/>
                </a:cubicBezTo>
                <a:cubicBezTo>
                  <a:pt x="1724167" y="57935"/>
                  <a:pt x="1726033" y="57559"/>
                  <a:pt x="1727276" y="56807"/>
                </a:cubicBezTo>
                <a:cubicBezTo>
                  <a:pt x="1728113" y="56306"/>
                  <a:pt x="1728746" y="55498"/>
                  <a:pt x="1729176" y="54382"/>
                </a:cubicBezTo>
                <a:cubicBezTo>
                  <a:pt x="1729470" y="53585"/>
                  <a:pt x="1729617" y="52116"/>
                  <a:pt x="1729617" y="49976"/>
                </a:cubicBezTo>
                <a:lnTo>
                  <a:pt x="1729617" y="44680"/>
                </a:lnTo>
                <a:cubicBezTo>
                  <a:pt x="1726768" y="48632"/>
                  <a:pt x="1723172" y="50609"/>
                  <a:pt x="1718830" y="50609"/>
                </a:cubicBezTo>
                <a:cubicBezTo>
                  <a:pt x="1713991" y="50609"/>
                  <a:pt x="1710158" y="48562"/>
                  <a:pt x="1707332" y="44469"/>
                </a:cubicBezTo>
                <a:cubicBezTo>
                  <a:pt x="1705115" y="41235"/>
                  <a:pt x="1704007" y="37210"/>
                  <a:pt x="1704007" y="32394"/>
                </a:cubicBezTo>
                <a:cubicBezTo>
                  <a:pt x="1704007" y="26356"/>
                  <a:pt x="1705460" y="21743"/>
                  <a:pt x="1708366" y="18554"/>
                </a:cubicBezTo>
                <a:cubicBezTo>
                  <a:pt x="1711272" y="15366"/>
                  <a:pt x="1714884" y="13772"/>
                  <a:pt x="1719204" y="13772"/>
                </a:cubicBezTo>
                <a:cubicBezTo>
                  <a:pt x="1723658" y="13772"/>
                  <a:pt x="1727333" y="15737"/>
                  <a:pt x="1730228" y="19667"/>
                </a:cubicBezTo>
                <a:lnTo>
                  <a:pt x="1730228" y="14586"/>
                </a:lnTo>
                <a:lnTo>
                  <a:pt x="1739148" y="14586"/>
                </a:lnTo>
                <a:lnTo>
                  <a:pt x="1739148" y="46933"/>
                </a:lnTo>
                <a:cubicBezTo>
                  <a:pt x="1739148" y="51187"/>
                  <a:pt x="1738798" y="54366"/>
                  <a:pt x="1738097" y="56470"/>
                </a:cubicBezTo>
                <a:cubicBezTo>
                  <a:pt x="1737396" y="58575"/>
                  <a:pt x="1736412" y="60227"/>
                  <a:pt x="1735146" y="61426"/>
                </a:cubicBezTo>
                <a:cubicBezTo>
                  <a:pt x="1733880" y="62626"/>
                  <a:pt x="1732189" y="63565"/>
                  <a:pt x="1730075" y="64243"/>
                </a:cubicBezTo>
                <a:cubicBezTo>
                  <a:pt x="1727961" y="64922"/>
                  <a:pt x="1725287" y="65262"/>
                  <a:pt x="1722053" y="65262"/>
                </a:cubicBezTo>
                <a:cubicBezTo>
                  <a:pt x="1715947" y="65262"/>
                  <a:pt x="1711617" y="64207"/>
                  <a:pt x="1709061" y="62098"/>
                </a:cubicBezTo>
                <a:cubicBezTo>
                  <a:pt x="1706506" y="59989"/>
                  <a:pt x="1705228" y="57316"/>
                  <a:pt x="1705228" y="54078"/>
                </a:cubicBezTo>
                <a:cubicBezTo>
                  <a:pt x="1705228" y="53759"/>
                  <a:pt x="1705240" y="53371"/>
                  <a:pt x="1705262" y="52915"/>
                </a:cubicBezTo>
                <a:moveTo>
                  <a:pt x="1713776" y="31851"/>
                </a:moveTo>
                <a:cubicBezTo>
                  <a:pt x="1713776" y="35661"/>
                  <a:pt x="1714517" y="38451"/>
                  <a:pt x="1715998" y="40221"/>
                </a:cubicBezTo>
                <a:cubicBezTo>
                  <a:pt x="1717479" y="41990"/>
                  <a:pt x="1719305" y="42875"/>
                  <a:pt x="1721476" y="42875"/>
                </a:cubicBezTo>
                <a:cubicBezTo>
                  <a:pt x="1723805" y="42875"/>
                  <a:pt x="1725773" y="41967"/>
                  <a:pt x="1727378" y="40153"/>
                </a:cubicBezTo>
                <a:cubicBezTo>
                  <a:pt x="1728984" y="38338"/>
                  <a:pt x="1729787" y="35650"/>
                  <a:pt x="1729787" y="32088"/>
                </a:cubicBezTo>
                <a:cubicBezTo>
                  <a:pt x="1729787" y="28368"/>
                  <a:pt x="1729018" y="25607"/>
                  <a:pt x="1727480" y="23803"/>
                </a:cubicBezTo>
                <a:cubicBezTo>
                  <a:pt x="1725942" y="22000"/>
                  <a:pt x="1723998" y="21098"/>
                  <a:pt x="1721646" y="21098"/>
                </a:cubicBezTo>
                <a:cubicBezTo>
                  <a:pt x="1719362" y="21098"/>
                  <a:pt x="1717479" y="21983"/>
                  <a:pt x="1715998" y="23752"/>
                </a:cubicBezTo>
                <a:cubicBezTo>
                  <a:pt x="1714517" y="25522"/>
                  <a:pt x="1713776" y="28221"/>
                  <a:pt x="1713776" y="31851"/>
                </a:cubicBezTo>
                <a:close/>
                <a:moveTo>
                  <a:pt x="1749131" y="18588"/>
                </a:moveTo>
                <a:lnTo>
                  <a:pt x="1747333" y="9310"/>
                </a:lnTo>
                <a:lnTo>
                  <a:pt x="1747333" y="882"/>
                </a:lnTo>
                <a:lnTo>
                  <a:pt x="1757713" y="882"/>
                </a:lnTo>
                <a:lnTo>
                  <a:pt x="1757713" y="9310"/>
                </a:lnTo>
                <a:lnTo>
                  <a:pt x="1756152" y="18588"/>
                </a:lnTo>
                <a:lnTo>
                  <a:pt x="1749131" y="18588"/>
                </a:lnTo>
                <a:moveTo>
                  <a:pt x="1764429" y="18588"/>
                </a:moveTo>
                <a:lnTo>
                  <a:pt x="1762631" y="9310"/>
                </a:lnTo>
                <a:lnTo>
                  <a:pt x="1762631" y="882"/>
                </a:lnTo>
                <a:lnTo>
                  <a:pt x="1773011" y="882"/>
                </a:lnTo>
                <a:lnTo>
                  <a:pt x="1773011" y="9310"/>
                </a:lnTo>
                <a:lnTo>
                  <a:pt x="1771450" y="18588"/>
                </a:lnTo>
                <a:lnTo>
                  <a:pt x="1764429" y="18588"/>
                </a:lnTo>
                <a:close/>
                <a:moveTo>
                  <a:pt x="1778525" y="65262"/>
                </a:moveTo>
                <a:cubicBezTo>
                  <a:pt x="1780401" y="61233"/>
                  <a:pt x="1781724" y="58143"/>
                  <a:pt x="1782493" y="55992"/>
                </a:cubicBezTo>
                <a:cubicBezTo>
                  <a:pt x="1783262" y="53842"/>
                  <a:pt x="1783974" y="51363"/>
                  <a:pt x="1784630" y="48556"/>
                </a:cubicBezTo>
                <a:cubicBezTo>
                  <a:pt x="1785286" y="45749"/>
                  <a:pt x="1785772" y="43083"/>
                  <a:pt x="1786089" y="40560"/>
                </a:cubicBezTo>
                <a:cubicBezTo>
                  <a:pt x="1786405" y="38036"/>
                  <a:pt x="1786564" y="35449"/>
                  <a:pt x="1786564" y="32801"/>
                </a:cubicBezTo>
                <a:cubicBezTo>
                  <a:pt x="1786564" y="27413"/>
                  <a:pt x="1785987" y="22314"/>
                  <a:pt x="1784834" y="17504"/>
                </a:cubicBezTo>
                <a:cubicBezTo>
                  <a:pt x="1783680" y="12693"/>
                  <a:pt x="1781555" y="6859"/>
                  <a:pt x="1778457" y="0"/>
                </a:cubicBezTo>
                <a:lnTo>
                  <a:pt x="1784935" y="0"/>
                </a:lnTo>
                <a:cubicBezTo>
                  <a:pt x="1788350" y="4867"/>
                  <a:pt x="1791001" y="10028"/>
                  <a:pt x="1792890" y="15483"/>
                </a:cubicBezTo>
                <a:cubicBezTo>
                  <a:pt x="1794778" y="20939"/>
                  <a:pt x="1795722" y="26473"/>
                  <a:pt x="1795722" y="32087"/>
                </a:cubicBezTo>
                <a:cubicBezTo>
                  <a:pt x="1795722" y="36818"/>
                  <a:pt x="1794976" y="41889"/>
                  <a:pt x="1793483" y="47299"/>
                </a:cubicBezTo>
                <a:cubicBezTo>
                  <a:pt x="1791787" y="53366"/>
                  <a:pt x="1788994" y="59354"/>
                  <a:pt x="1785105" y="65262"/>
                </a:cubicBezTo>
                <a:lnTo>
                  <a:pt x="1778525" y="65262"/>
                </a:lnTo>
                <a:close/>
                <a:moveTo>
                  <a:pt x="1805655" y="24151"/>
                </a:moveTo>
                <a:lnTo>
                  <a:pt x="1805655" y="14586"/>
                </a:lnTo>
                <a:lnTo>
                  <a:pt x="1815187" y="14586"/>
                </a:lnTo>
                <a:lnTo>
                  <a:pt x="1815187" y="24151"/>
                </a:lnTo>
                <a:lnTo>
                  <a:pt x="1805655" y="24151"/>
                </a:lnTo>
                <a:moveTo>
                  <a:pt x="1805655" y="41043"/>
                </a:moveTo>
                <a:lnTo>
                  <a:pt x="1815187" y="41043"/>
                </a:lnTo>
                <a:lnTo>
                  <a:pt x="1815187" y="47883"/>
                </a:lnTo>
                <a:cubicBezTo>
                  <a:pt x="1815187" y="50651"/>
                  <a:pt x="1814950" y="52835"/>
                  <a:pt x="1814475" y="54434"/>
                </a:cubicBezTo>
                <a:cubicBezTo>
                  <a:pt x="1814000" y="56034"/>
                  <a:pt x="1813101" y="57469"/>
                  <a:pt x="1811778" y="58740"/>
                </a:cubicBezTo>
                <a:cubicBezTo>
                  <a:pt x="1810455" y="60010"/>
                  <a:pt x="1808776" y="61009"/>
                  <a:pt x="1806741" y="61734"/>
                </a:cubicBezTo>
                <a:lnTo>
                  <a:pt x="1804875" y="57800"/>
                </a:lnTo>
                <a:cubicBezTo>
                  <a:pt x="1806797" y="57164"/>
                  <a:pt x="1808166" y="56277"/>
                  <a:pt x="1808980" y="55141"/>
                </a:cubicBezTo>
                <a:cubicBezTo>
                  <a:pt x="1809794" y="54006"/>
                  <a:pt x="1810223" y="52495"/>
                  <a:pt x="1810269" y="50609"/>
                </a:cubicBezTo>
                <a:lnTo>
                  <a:pt x="1805655" y="50609"/>
                </a:lnTo>
                <a:lnTo>
                  <a:pt x="1805655" y="41043"/>
                </a:lnTo>
                <a:close/>
              </a:path>
            </a:pathLst>
          </a:custGeom>
          <a:solidFill xmlns:a="http://schemas.openxmlformats.org/drawingml/2006/main">
            <a:srgbClr val="ED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…">
            <a:extLst xmlns:a="http://schemas.openxmlformats.org/drawingml/2006/main">
              <a:ext uri="{FF2B5EF4-FFF2-40B4-BE49-F238E27FC236}">
                <a16:creationId xmlns:a16="http://schemas.microsoft.com/office/drawing/2014/main" id="{9D089468-A195-46A0-9C57-965A3E4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749" y="3175303"/>
            <a:ext cx="55866" cy="9565"/>
          </a:xfrm>
          <a:custGeom xmlns:a="http://schemas.openxmlformats.org/drawingml/2006/main">
            <a:pathLst>
              <a:path w="55866" h="9565">
                <a:moveTo>
                  <a:pt x="46301" y="9565"/>
                </a:moveTo>
                <a:lnTo>
                  <a:pt x="46301" y="0"/>
                </a:lnTo>
                <a:lnTo>
                  <a:pt x="55866" y="0"/>
                </a:lnTo>
                <a:lnTo>
                  <a:pt x="55866" y="9565"/>
                </a:lnTo>
                <a:lnTo>
                  <a:pt x="46301" y="9565"/>
                </a:lnTo>
                <a:moveTo>
                  <a:pt x="23167" y="9565"/>
                </a:moveTo>
                <a:lnTo>
                  <a:pt x="23167" y="0"/>
                </a:lnTo>
                <a:lnTo>
                  <a:pt x="32699" y="0"/>
                </a:lnTo>
                <a:lnTo>
                  <a:pt x="32699" y="9565"/>
                </a:lnTo>
                <a:lnTo>
                  <a:pt x="23167" y="9565"/>
                </a:lnTo>
                <a:moveTo>
                  <a:pt x="0" y="9565"/>
                </a:moveTo>
                <a:lnTo>
                  <a:pt x="0" y="0"/>
                </a:lnTo>
                <a:lnTo>
                  <a:pt x="9532" y="0"/>
                </a:lnTo>
                <a:lnTo>
                  <a:pt x="9532" y="9565"/>
                </a:lnTo>
                <a:lnTo>
                  <a:pt x="0" y="95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e20ff8cb1431f"/>
          <a:stretch xmlns:a="http://schemas.openxmlformats.org/drawingml/2006/main"/>
        </p:blipFill>
        <p:spPr>
          <a:xfrm xmlns:a="http://schemas.openxmlformats.org/drawingml/2006/main">
            <a:off x="2578917" y="1890122"/>
            <a:ext cx="208115" cy="307725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a1e94d11a4aa8"/>
          <a:stretch xmlns:a="http://schemas.openxmlformats.org/drawingml/2006/main"/>
        </p:blipFill>
        <p:spPr>
          <a:xfrm xmlns:a="http://schemas.openxmlformats.org/drawingml/2006/main">
            <a:off x="3159348" y="1426943"/>
            <a:ext cx="253802" cy="253802"/>
          </a:xfrm>
          <a:prstGeom xmlns:a="http://schemas.openxmlformats.org/drawingml/2006/main" prst="rect">
            <a:avLst/>
          </a:prstGeom>
        </p:spPr>
      </p:pic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C73AC-CEFC-4321-A117-663C6168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279" y="289454"/>
            <a:ext cx="1656589" cy="774888"/>
          </a:xfrm>
          <a:custGeom xmlns:a="http://schemas.openxmlformats.org/drawingml/2006/main">
            <a:pathLst>
              <a:path w="1656589" h="774888">
                <a:moveTo>
                  <a:pt x="0" y="0"/>
                </a:moveTo>
                <a:lnTo>
                  <a:pt x="1656589" y="0"/>
                </a:lnTo>
                <a:lnTo>
                  <a:pt x="1656589" y="774888"/>
                </a:lnTo>
                <a:lnTo>
                  <a:pt x="0" y="774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E8B28-6501-427E-977C-3C288B9C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279" y="289454"/>
            <a:ext cx="1656589" cy="774888"/>
          </a:xfrm>
          <a:custGeom xmlns:a="http://schemas.openxmlformats.org/drawingml/2006/main">
            <a:pathLst>
              <a:path w="1656589" h="774888" fill="none">
                <a:moveTo>
                  <a:pt x="0" y="0"/>
                </a:moveTo>
                <a:lnTo>
                  <a:pt x="1656589" y="0"/>
                </a:lnTo>
                <a:lnTo>
                  <a:pt x="1656589" y="774888"/>
                </a:lnTo>
                <a:lnTo>
                  <a:pt x="0" y="7748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172C51"/>
            </a:solidFill>
            <a:miter/>
          </a:ln>
        </p:spPr>
      </p:sp>
      <p:sp>
        <p:nvSpPr>
          <p:cNvPr id="37" name="Text Basedonthecommitmessage,therootcause">
            <a:extLst xmlns:a="http://schemas.openxmlformats.org/drawingml/2006/main">
              <a:ext uri="{FF2B5EF4-FFF2-40B4-BE49-F238E27FC236}">
                <a16:creationId xmlns:a16="http://schemas.microsoft.com/office/drawing/2014/main" id="{B9DF368E-2BC8-43E2-9923-CABF6422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784" y="356900"/>
            <a:ext cx="1522265" cy="69848"/>
          </a:xfrm>
          <a:custGeom xmlns:a="http://schemas.openxmlformats.org/drawingml/2006/main">
            <a:pathLst>
              <a:path w="1522265" h="69848">
                <a:moveTo>
                  <a:pt x="33852" y="40599"/>
                </a:moveTo>
                <a:cubicBezTo>
                  <a:pt x="33852" y="42213"/>
                  <a:pt x="33647" y="43701"/>
                  <a:pt x="33237" y="45064"/>
                </a:cubicBezTo>
                <a:cubicBezTo>
                  <a:pt x="32827" y="46426"/>
                  <a:pt x="32252" y="47650"/>
                  <a:pt x="31511" y="48735"/>
                </a:cubicBezTo>
                <a:cubicBezTo>
                  <a:pt x="30770" y="49820"/>
                  <a:pt x="29877" y="50772"/>
                  <a:pt x="28832" y="51592"/>
                </a:cubicBezTo>
                <a:cubicBezTo>
                  <a:pt x="27787" y="52412"/>
                  <a:pt x="26610" y="53100"/>
                  <a:pt x="25300" y="53656"/>
                </a:cubicBezTo>
                <a:cubicBezTo>
                  <a:pt x="23990" y="54212"/>
                  <a:pt x="22588" y="54628"/>
                  <a:pt x="21093" y="54906"/>
                </a:cubicBezTo>
                <a:cubicBezTo>
                  <a:pt x="19598" y="55184"/>
                  <a:pt x="17885" y="55323"/>
                  <a:pt x="15954" y="55323"/>
                </a:cubicBezTo>
                <a:lnTo>
                  <a:pt x="2540" y="55323"/>
                </a:lnTo>
                <a:cubicBezTo>
                  <a:pt x="1931" y="55323"/>
                  <a:pt x="1356" y="55118"/>
                  <a:pt x="814" y="54708"/>
                </a:cubicBezTo>
                <a:cubicBezTo>
                  <a:pt x="271" y="54298"/>
                  <a:pt x="0" y="53577"/>
                  <a:pt x="0" y="52545"/>
                </a:cubicBezTo>
                <a:lnTo>
                  <a:pt x="0" y="6747"/>
                </a:lnTo>
                <a:cubicBezTo>
                  <a:pt x="0" y="5715"/>
                  <a:pt x="271" y="4994"/>
                  <a:pt x="814" y="4584"/>
                </a:cubicBezTo>
                <a:cubicBezTo>
                  <a:pt x="1356" y="4174"/>
                  <a:pt x="1931" y="3969"/>
                  <a:pt x="2540" y="3969"/>
                </a:cubicBezTo>
                <a:lnTo>
                  <a:pt x="14208" y="3969"/>
                </a:lnTo>
                <a:cubicBezTo>
                  <a:pt x="17277" y="3969"/>
                  <a:pt x="19790" y="4260"/>
                  <a:pt x="21748" y="4842"/>
                </a:cubicBezTo>
                <a:cubicBezTo>
                  <a:pt x="23706" y="5424"/>
                  <a:pt x="25340" y="6270"/>
                  <a:pt x="26649" y="7382"/>
                </a:cubicBezTo>
                <a:cubicBezTo>
                  <a:pt x="27959" y="8493"/>
                  <a:pt x="28945" y="9855"/>
                  <a:pt x="29606" y="11469"/>
                </a:cubicBezTo>
                <a:cubicBezTo>
                  <a:pt x="30267" y="13083"/>
                  <a:pt x="30598" y="14909"/>
                  <a:pt x="30598" y="16946"/>
                </a:cubicBezTo>
                <a:cubicBezTo>
                  <a:pt x="30598" y="18163"/>
                  <a:pt x="30453" y="19327"/>
                  <a:pt x="30162" y="20438"/>
                </a:cubicBezTo>
                <a:cubicBezTo>
                  <a:pt x="29871" y="21550"/>
                  <a:pt x="29441" y="22575"/>
                  <a:pt x="28872" y="23514"/>
                </a:cubicBezTo>
                <a:cubicBezTo>
                  <a:pt x="28303" y="24453"/>
                  <a:pt x="27589" y="25293"/>
                  <a:pt x="26729" y="26034"/>
                </a:cubicBezTo>
                <a:cubicBezTo>
                  <a:pt x="25869" y="26775"/>
                  <a:pt x="24883" y="27384"/>
                  <a:pt x="23772" y="27860"/>
                </a:cubicBezTo>
                <a:cubicBezTo>
                  <a:pt x="25174" y="28124"/>
                  <a:pt x="26484" y="28607"/>
                  <a:pt x="27701" y="29308"/>
                </a:cubicBezTo>
                <a:cubicBezTo>
                  <a:pt x="28918" y="30010"/>
                  <a:pt x="29983" y="30902"/>
                  <a:pt x="30896" y="31987"/>
                </a:cubicBezTo>
                <a:cubicBezTo>
                  <a:pt x="31809" y="33072"/>
                  <a:pt x="32530" y="34342"/>
                  <a:pt x="33059" y="35797"/>
                </a:cubicBezTo>
                <a:cubicBezTo>
                  <a:pt x="33588" y="37252"/>
                  <a:pt x="33852" y="38853"/>
                  <a:pt x="33852" y="40599"/>
                </a:cubicBezTo>
                <a:moveTo>
                  <a:pt x="23574" y="17621"/>
                </a:moveTo>
                <a:cubicBezTo>
                  <a:pt x="23574" y="16377"/>
                  <a:pt x="23402" y="15253"/>
                  <a:pt x="23058" y="14247"/>
                </a:cubicBezTo>
                <a:cubicBezTo>
                  <a:pt x="22714" y="13242"/>
                  <a:pt x="22171" y="12389"/>
                  <a:pt x="21431" y="11688"/>
                </a:cubicBezTo>
                <a:cubicBezTo>
                  <a:pt x="20690" y="10987"/>
                  <a:pt x="19724" y="10451"/>
                  <a:pt x="18534" y="10080"/>
                </a:cubicBezTo>
                <a:cubicBezTo>
                  <a:pt x="17343" y="9710"/>
                  <a:pt x="15769" y="9525"/>
                  <a:pt x="13811" y="9525"/>
                </a:cubicBezTo>
                <a:lnTo>
                  <a:pt x="6747" y="9525"/>
                </a:lnTo>
                <a:lnTo>
                  <a:pt x="6747" y="26153"/>
                </a:lnTo>
                <a:lnTo>
                  <a:pt x="14525" y="26153"/>
                </a:lnTo>
                <a:cubicBezTo>
                  <a:pt x="16298" y="26153"/>
                  <a:pt x="17727" y="25922"/>
                  <a:pt x="18811" y="25459"/>
                </a:cubicBezTo>
                <a:cubicBezTo>
                  <a:pt x="19896" y="24996"/>
                  <a:pt x="20796" y="24374"/>
                  <a:pt x="21510" y="23594"/>
                </a:cubicBezTo>
                <a:cubicBezTo>
                  <a:pt x="22224" y="22813"/>
                  <a:pt x="22747" y="21900"/>
                  <a:pt x="23078" y="20855"/>
                </a:cubicBezTo>
                <a:cubicBezTo>
                  <a:pt x="23408" y="19810"/>
                  <a:pt x="23574" y="18732"/>
                  <a:pt x="23574" y="17621"/>
                </a:cubicBezTo>
                <a:moveTo>
                  <a:pt x="26669" y="40996"/>
                </a:moveTo>
                <a:cubicBezTo>
                  <a:pt x="26669" y="39461"/>
                  <a:pt x="26425" y="38112"/>
                  <a:pt x="25935" y="36948"/>
                </a:cubicBezTo>
                <a:cubicBezTo>
                  <a:pt x="25446" y="35784"/>
                  <a:pt x="24731" y="34805"/>
                  <a:pt x="23792" y="34011"/>
                </a:cubicBezTo>
                <a:cubicBezTo>
                  <a:pt x="22853" y="33217"/>
                  <a:pt x="21675" y="32616"/>
                  <a:pt x="20260" y="32205"/>
                </a:cubicBezTo>
                <a:cubicBezTo>
                  <a:pt x="18844" y="31795"/>
                  <a:pt x="17065" y="31590"/>
                  <a:pt x="14922" y="31590"/>
                </a:cubicBezTo>
                <a:lnTo>
                  <a:pt x="6747" y="31590"/>
                </a:lnTo>
                <a:lnTo>
                  <a:pt x="6747" y="49687"/>
                </a:lnTo>
                <a:lnTo>
                  <a:pt x="16668" y="49687"/>
                </a:lnTo>
                <a:cubicBezTo>
                  <a:pt x="18229" y="49687"/>
                  <a:pt x="19592" y="49502"/>
                  <a:pt x="20756" y="49132"/>
                </a:cubicBezTo>
                <a:cubicBezTo>
                  <a:pt x="21920" y="48761"/>
                  <a:pt x="22945" y="48212"/>
                  <a:pt x="23832" y="47485"/>
                </a:cubicBezTo>
                <a:cubicBezTo>
                  <a:pt x="24718" y="46757"/>
                  <a:pt x="25413" y="45851"/>
                  <a:pt x="25915" y="44766"/>
                </a:cubicBezTo>
                <a:cubicBezTo>
                  <a:pt x="26418" y="43681"/>
                  <a:pt x="26669" y="42425"/>
                  <a:pt x="26669" y="40996"/>
                </a:cubicBezTo>
                <a:close/>
                <a:moveTo>
                  <a:pt x="70612" y="54370"/>
                </a:moveTo>
                <a:cubicBezTo>
                  <a:pt x="70612" y="54688"/>
                  <a:pt x="70506" y="54926"/>
                  <a:pt x="70295" y="55085"/>
                </a:cubicBezTo>
                <a:cubicBezTo>
                  <a:pt x="70083" y="55243"/>
                  <a:pt x="69792" y="55362"/>
                  <a:pt x="69422" y="55442"/>
                </a:cubicBezTo>
                <a:cubicBezTo>
                  <a:pt x="69051" y="55521"/>
                  <a:pt x="68509" y="55561"/>
                  <a:pt x="67795" y="55561"/>
                </a:cubicBezTo>
                <a:cubicBezTo>
                  <a:pt x="67107" y="55561"/>
                  <a:pt x="66558" y="55521"/>
                  <a:pt x="66148" y="55442"/>
                </a:cubicBezTo>
                <a:cubicBezTo>
                  <a:pt x="65737" y="55362"/>
                  <a:pt x="65440" y="55243"/>
                  <a:pt x="65255" y="55085"/>
                </a:cubicBezTo>
                <a:cubicBezTo>
                  <a:pt x="65069" y="54926"/>
                  <a:pt x="64977" y="54688"/>
                  <a:pt x="64977" y="54370"/>
                </a:cubicBezTo>
                <a:lnTo>
                  <a:pt x="64977" y="50799"/>
                </a:lnTo>
                <a:cubicBezTo>
                  <a:pt x="63416" y="52465"/>
                  <a:pt x="61676" y="53768"/>
                  <a:pt x="59758" y="54708"/>
                </a:cubicBezTo>
                <a:cubicBezTo>
                  <a:pt x="57840" y="55647"/>
                  <a:pt x="55809" y="56117"/>
                  <a:pt x="53666" y="56117"/>
                </a:cubicBezTo>
                <a:cubicBezTo>
                  <a:pt x="51788" y="56117"/>
                  <a:pt x="50088" y="55871"/>
                  <a:pt x="48567" y="55380"/>
                </a:cubicBezTo>
                <a:cubicBezTo>
                  <a:pt x="47045" y="54889"/>
                  <a:pt x="45749" y="54179"/>
                  <a:pt x="44677" y="53249"/>
                </a:cubicBezTo>
                <a:cubicBezTo>
                  <a:pt x="43606" y="52320"/>
                  <a:pt x="42772" y="51178"/>
                  <a:pt x="42177" y="49825"/>
                </a:cubicBezTo>
                <a:cubicBezTo>
                  <a:pt x="41582" y="48471"/>
                  <a:pt x="41284" y="46930"/>
                  <a:pt x="41284" y="45204"/>
                </a:cubicBezTo>
                <a:cubicBezTo>
                  <a:pt x="41284" y="43187"/>
                  <a:pt x="41694" y="41435"/>
                  <a:pt x="42514" y="39948"/>
                </a:cubicBezTo>
                <a:cubicBezTo>
                  <a:pt x="43335" y="38461"/>
                  <a:pt x="44512" y="37226"/>
                  <a:pt x="46046" y="36244"/>
                </a:cubicBezTo>
                <a:cubicBezTo>
                  <a:pt x="47581" y="35261"/>
                  <a:pt x="49459" y="34525"/>
                  <a:pt x="51682" y="34034"/>
                </a:cubicBezTo>
                <a:cubicBezTo>
                  <a:pt x="53904" y="33542"/>
                  <a:pt x="56405" y="33297"/>
                  <a:pt x="59183" y="33297"/>
                </a:cubicBezTo>
                <a:lnTo>
                  <a:pt x="64104" y="33297"/>
                </a:lnTo>
                <a:lnTo>
                  <a:pt x="64104" y="30529"/>
                </a:lnTo>
                <a:cubicBezTo>
                  <a:pt x="64104" y="29158"/>
                  <a:pt x="63958" y="27945"/>
                  <a:pt x="63667" y="26891"/>
                </a:cubicBezTo>
                <a:cubicBezTo>
                  <a:pt x="63376" y="25836"/>
                  <a:pt x="62907" y="24959"/>
                  <a:pt x="62258" y="24261"/>
                </a:cubicBezTo>
                <a:cubicBezTo>
                  <a:pt x="61610" y="23562"/>
                  <a:pt x="60770" y="23035"/>
                  <a:pt x="59738" y="22680"/>
                </a:cubicBezTo>
                <a:cubicBezTo>
                  <a:pt x="58706" y="22323"/>
                  <a:pt x="57436" y="22145"/>
                  <a:pt x="55928" y="22145"/>
                </a:cubicBezTo>
                <a:cubicBezTo>
                  <a:pt x="54314" y="22145"/>
                  <a:pt x="52866" y="22335"/>
                  <a:pt x="51583" y="22714"/>
                </a:cubicBezTo>
                <a:cubicBezTo>
                  <a:pt x="50299" y="23094"/>
                  <a:pt x="49175" y="23513"/>
                  <a:pt x="48209" y="23971"/>
                </a:cubicBezTo>
                <a:cubicBezTo>
                  <a:pt x="47244" y="24429"/>
                  <a:pt x="46437" y="24847"/>
                  <a:pt x="45788" y="25227"/>
                </a:cubicBezTo>
                <a:cubicBezTo>
                  <a:pt x="45140" y="25606"/>
                  <a:pt x="44657" y="25796"/>
                  <a:pt x="44340" y="25796"/>
                </a:cubicBezTo>
                <a:cubicBezTo>
                  <a:pt x="44128" y="25796"/>
                  <a:pt x="43943" y="25743"/>
                  <a:pt x="43784" y="25637"/>
                </a:cubicBezTo>
                <a:cubicBezTo>
                  <a:pt x="43626" y="25532"/>
                  <a:pt x="43487" y="25373"/>
                  <a:pt x="43368" y="25161"/>
                </a:cubicBezTo>
                <a:cubicBezTo>
                  <a:pt x="43249" y="24950"/>
                  <a:pt x="43163" y="24678"/>
                  <a:pt x="43110" y="24348"/>
                </a:cubicBezTo>
                <a:cubicBezTo>
                  <a:pt x="43057" y="24017"/>
                  <a:pt x="43030" y="23653"/>
                  <a:pt x="43030" y="23256"/>
                </a:cubicBezTo>
                <a:cubicBezTo>
                  <a:pt x="43030" y="22595"/>
                  <a:pt x="43077" y="22072"/>
                  <a:pt x="43169" y="21689"/>
                </a:cubicBezTo>
                <a:cubicBezTo>
                  <a:pt x="43262" y="21305"/>
                  <a:pt x="43487" y="20941"/>
                  <a:pt x="43844" y="20597"/>
                </a:cubicBezTo>
                <a:cubicBezTo>
                  <a:pt x="44201" y="20253"/>
                  <a:pt x="44816" y="19853"/>
                  <a:pt x="45689" y="19395"/>
                </a:cubicBezTo>
                <a:cubicBezTo>
                  <a:pt x="46562" y="18937"/>
                  <a:pt x="47568" y="18519"/>
                  <a:pt x="48705" y="18140"/>
                </a:cubicBezTo>
                <a:cubicBezTo>
                  <a:pt x="49843" y="17762"/>
                  <a:pt x="51087" y="17448"/>
                  <a:pt x="52436" y="17200"/>
                </a:cubicBezTo>
                <a:cubicBezTo>
                  <a:pt x="53785" y="16951"/>
                  <a:pt x="55148" y="16827"/>
                  <a:pt x="56524" y="16827"/>
                </a:cubicBezTo>
                <a:cubicBezTo>
                  <a:pt x="59090" y="16827"/>
                  <a:pt x="61273" y="17118"/>
                  <a:pt x="63072" y="17700"/>
                </a:cubicBezTo>
                <a:cubicBezTo>
                  <a:pt x="64871" y="18282"/>
                  <a:pt x="66326" y="19135"/>
                  <a:pt x="67437" y="20260"/>
                </a:cubicBezTo>
                <a:cubicBezTo>
                  <a:pt x="68549" y="21384"/>
                  <a:pt x="69356" y="22780"/>
                  <a:pt x="69858" y="24447"/>
                </a:cubicBezTo>
                <a:cubicBezTo>
                  <a:pt x="70361" y="26114"/>
                  <a:pt x="70612" y="28058"/>
                  <a:pt x="70612" y="30281"/>
                </a:cubicBezTo>
                <a:lnTo>
                  <a:pt x="70612" y="54370"/>
                </a:lnTo>
                <a:moveTo>
                  <a:pt x="64104" y="38020"/>
                </a:moveTo>
                <a:lnTo>
                  <a:pt x="58508" y="38020"/>
                </a:lnTo>
                <a:cubicBezTo>
                  <a:pt x="56709" y="38020"/>
                  <a:pt x="55148" y="38173"/>
                  <a:pt x="53825" y="38480"/>
                </a:cubicBezTo>
                <a:cubicBezTo>
                  <a:pt x="52502" y="38786"/>
                  <a:pt x="51404" y="39238"/>
                  <a:pt x="50531" y="39836"/>
                </a:cubicBezTo>
                <a:cubicBezTo>
                  <a:pt x="49658" y="40435"/>
                  <a:pt x="49016" y="41154"/>
                  <a:pt x="48606" y="41993"/>
                </a:cubicBezTo>
                <a:cubicBezTo>
                  <a:pt x="48196" y="42832"/>
                  <a:pt x="47991" y="43796"/>
                  <a:pt x="47991" y="44888"/>
                </a:cubicBezTo>
                <a:cubicBezTo>
                  <a:pt x="47991" y="46751"/>
                  <a:pt x="48580" y="48235"/>
                  <a:pt x="49757" y="49340"/>
                </a:cubicBezTo>
                <a:cubicBezTo>
                  <a:pt x="50934" y="50445"/>
                  <a:pt x="52581" y="50997"/>
                  <a:pt x="54698" y="50997"/>
                </a:cubicBezTo>
                <a:cubicBezTo>
                  <a:pt x="56418" y="50997"/>
                  <a:pt x="58012" y="50558"/>
                  <a:pt x="59480" y="49680"/>
                </a:cubicBezTo>
                <a:cubicBezTo>
                  <a:pt x="60949" y="48801"/>
                  <a:pt x="62490" y="47457"/>
                  <a:pt x="64104" y="45647"/>
                </a:cubicBezTo>
                <a:lnTo>
                  <a:pt x="64104" y="38020"/>
                </a:lnTo>
                <a:close/>
                <a:moveTo>
                  <a:pt x="105027" y="44636"/>
                </a:moveTo>
                <a:cubicBezTo>
                  <a:pt x="105027" y="46463"/>
                  <a:pt x="104690" y="48092"/>
                  <a:pt x="104015" y="49522"/>
                </a:cubicBezTo>
                <a:cubicBezTo>
                  <a:pt x="103341" y="50952"/>
                  <a:pt x="102381" y="52157"/>
                  <a:pt x="101138" y="53138"/>
                </a:cubicBezTo>
                <a:cubicBezTo>
                  <a:pt x="99894" y="54117"/>
                  <a:pt x="98413" y="54859"/>
                  <a:pt x="96693" y="55361"/>
                </a:cubicBezTo>
                <a:cubicBezTo>
                  <a:pt x="94973" y="55865"/>
                  <a:pt x="93082" y="56117"/>
                  <a:pt x="91018" y="56117"/>
                </a:cubicBezTo>
                <a:cubicBezTo>
                  <a:pt x="89748" y="56117"/>
                  <a:pt x="88537" y="56017"/>
                  <a:pt x="87387" y="55819"/>
                </a:cubicBezTo>
                <a:cubicBezTo>
                  <a:pt x="86236" y="55620"/>
                  <a:pt x="85204" y="55369"/>
                  <a:pt x="84291" y="55065"/>
                </a:cubicBezTo>
                <a:cubicBezTo>
                  <a:pt x="83378" y="54761"/>
                  <a:pt x="82604" y="54443"/>
                  <a:pt x="81969" y="54112"/>
                </a:cubicBezTo>
                <a:cubicBezTo>
                  <a:pt x="81334" y="53782"/>
                  <a:pt x="80871" y="53484"/>
                  <a:pt x="80580" y="53219"/>
                </a:cubicBezTo>
                <a:cubicBezTo>
                  <a:pt x="80289" y="52955"/>
                  <a:pt x="80078" y="52584"/>
                  <a:pt x="79945" y="52108"/>
                </a:cubicBezTo>
                <a:cubicBezTo>
                  <a:pt x="79813" y="51632"/>
                  <a:pt x="79747" y="50984"/>
                  <a:pt x="79747" y="50164"/>
                </a:cubicBezTo>
                <a:cubicBezTo>
                  <a:pt x="79747" y="49661"/>
                  <a:pt x="79773" y="49238"/>
                  <a:pt x="79826" y="48894"/>
                </a:cubicBezTo>
                <a:cubicBezTo>
                  <a:pt x="79879" y="48550"/>
                  <a:pt x="79945" y="48272"/>
                  <a:pt x="80025" y="48060"/>
                </a:cubicBezTo>
                <a:cubicBezTo>
                  <a:pt x="80104" y="47849"/>
                  <a:pt x="80217" y="47696"/>
                  <a:pt x="80362" y="47604"/>
                </a:cubicBezTo>
                <a:cubicBezTo>
                  <a:pt x="80508" y="47511"/>
                  <a:pt x="80673" y="47465"/>
                  <a:pt x="80858" y="47465"/>
                </a:cubicBezTo>
                <a:cubicBezTo>
                  <a:pt x="81149" y="47465"/>
                  <a:pt x="81579" y="47643"/>
                  <a:pt x="82148" y="48001"/>
                </a:cubicBezTo>
                <a:cubicBezTo>
                  <a:pt x="82717" y="48358"/>
                  <a:pt x="83418" y="48748"/>
                  <a:pt x="84251" y="49171"/>
                </a:cubicBezTo>
                <a:cubicBezTo>
                  <a:pt x="85085" y="49595"/>
                  <a:pt x="86070" y="49985"/>
                  <a:pt x="87208" y="50342"/>
                </a:cubicBezTo>
                <a:cubicBezTo>
                  <a:pt x="88346" y="50699"/>
                  <a:pt x="89655" y="50878"/>
                  <a:pt x="91137" y="50878"/>
                </a:cubicBezTo>
                <a:cubicBezTo>
                  <a:pt x="92248" y="50878"/>
                  <a:pt x="93254" y="50759"/>
                  <a:pt x="94153" y="50521"/>
                </a:cubicBezTo>
                <a:cubicBezTo>
                  <a:pt x="95053" y="50282"/>
                  <a:pt x="95833" y="49930"/>
                  <a:pt x="96495" y="49467"/>
                </a:cubicBezTo>
                <a:cubicBezTo>
                  <a:pt x="97156" y="49003"/>
                  <a:pt x="97665" y="48413"/>
                  <a:pt x="98023" y="47697"/>
                </a:cubicBezTo>
                <a:cubicBezTo>
                  <a:pt x="98380" y="46981"/>
                  <a:pt x="98558" y="46133"/>
                  <a:pt x="98558" y="45152"/>
                </a:cubicBezTo>
                <a:cubicBezTo>
                  <a:pt x="98558" y="44146"/>
                  <a:pt x="98300" y="43298"/>
                  <a:pt x="97784" y="42610"/>
                </a:cubicBezTo>
                <a:cubicBezTo>
                  <a:pt x="97268" y="41921"/>
                  <a:pt x="96587" y="41312"/>
                  <a:pt x="95741" y="40783"/>
                </a:cubicBezTo>
                <a:cubicBezTo>
                  <a:pt x="94894" y="40253"/>
                  <a:pt x="93941" y="39783"/>
                  <a:pt x="92883" y="39373"/>
                </a:cubicBezTo>
                <a:cubicBezTo>
                  <a:pt x="91825" y="38962"/>
                  <a:pt x="90733" y="38531"/>
                  <a:pt x="89609" y="38082"/>
                </a:cubicBezTo>
                <a:cubicBezTo>
                  <a:pt x="88485" y="37631"/>
                  <a:pt x="87387" y="37121"/>
                  <a:pt x="86315" y="36551"/>
                </a:cubicBezTo>
                <a:cubicBezTo>
                  <a:pt x="85244" y="35981"/>
                  <a:pt x="84284" y="35286"/>
                  <a:pt x="83438" y="34465"/>
                </a:cubicBezTo>
                <a:cubicBezTo>
                  <a:pt x="82591" y="33644"/>
                  <a:pt x="81910" y="32664"/>
                  <a:pt x="81394" y="31526"/>
                </a:cubicBezTo>
                <a:cubicBezTo>
                  <a:pt x="80878" y="30387"/>
                  <a:pt x="80620" y="29024"/>
                  <a:pt x="80620" y="27434"/>
                </a:cubicBezTo>
                <a:cubicBezTo>
                  <a:pt x="80620" y="26031"/>
                  <a:pt x="80891" y="24687"/>
                  <a:pt x="81434" y="23403"/>
                </a:cubicBezTo>
                <a:cubicBezTo>
                  <a:pt x="81976" y="22118"/>
                  <a:pt x="82790" y="20992"/>
                  <a:pt x="83874" y="20025"/>
                </a:cubicBezTo>
                <a:cubicBezTo>
                  <a:pt x="84959" y="19058"/>
                  <a:pt x="86315" y="18283"/>
                  <a:pt x="87942" y="17701"/>
                </a:cubicBezTo>
                <a:cubicBezTo>
                  <a:pt x="89569" y="17118"/>
                  <a:pt x="91468" y="16827"/>
                  <a:pt x="93637" y="16827"/>
                </a:cubicBezTo>
                <a:cubicBezTo>
                  <a:pt x="94590" y="16827"/>
                  <a:pt x="95542" y="16908"/>
                  <a:pt x="96495" y="17069"/>
                </a:cubicBezTo>
                <a:cubicBezTo>
                  <a:pt x="97447" y="17230"/>
                  <a:pt x="98307" y="17431"/>
                  <a:pt x="99074" y="17673"/>
                </a:cubicBezTo>
                <a:cubicBezTo>
                  <a:pt x="99841" y="17914"/>
                  <a:pt x="100496" y="18176"/>
                  <a:pt x="101039" y="18458"/>
                </a:cubicBezTo>
                <a:cubicBezTo>
                  <a:pt x="101581" y="18740"/>
                  <a:pt x="101991" y="18988"/>
                  <a:pt x="102269" y="19203"/>
                </a:cubicBezTo>
                <a:cubicBezTo>
                  <a:pt x="102547" y="19418"/>
                  <a:pt x="102732" y="19605"/>
                  <a:pt x="102825" y="19764"/>
                </a:cubicBezTo>
                <a:cubicBezTo>
                  <a:pt x="102917" y="19923"/>
                  <a:pt x="102983" y="20101"/>
                  <a:pt x="103023" y="20300"/>
                </a:cubicBezTo>
                <a:cubicBezTo>
                  <a:pt x="103063" y="20498"/>
                  <a:pt x="103102" y="20743"/>
                  <a:pt x="103142" y="21034"/>
                </a:cubicBezTo>
                <a:cubicBezTo>
                  <a:pt x="103182" y="21325"/>
                  <a:pt x="103202" y="21682"/>
                  <a:pt x="103202" y="22105"/>
                </a:cubicBezTo>
                <a:cubicBezTo>
                  <a:pt x="103202" y="22555"/>
                  <a:pt x="103182" y="22945"/>
                  <a:pt x="103142" y="23276"/>
                </a:cubicBezTo>
                <a:cubicBezTo>
                  <a:pt x="103102" y="23607"/>
                  <a:pt x="103036" y="23878"/>
                  <a:pt x="102944" y="24090"/>
                </a:cubicBezTo>
                <a:cubicBezTo>
                  <a:pt x="102851" y="24301"/>
                  <a:pt x="102739" y="24453"/>
                  <a:pt x="102606" y="24546"/>
                </a:cubicBezTo>
                <a:cubicBezTo>
                  <a:pt x="102474" y="24639"/>
                  <a:pt x="102329" y="24685"/>
                  <a:pt x="102170" y="24685"/>
                </a:cubicBezTo>
                <a:cubicBezTo>
                  <a:pt x="101932" y="24685"/>
                  <a:pt x="101588" y="24537"/>
                  <a:pt x="101138" y="24242"/>
                </a:cubicBezTo>
                <a:cubicBezTo>
                  <a:pt x="100688" y="23947"/>
                  <a:pt x="100106" y="23632"/>
                  <a:pt x="99392" y="23296"/>
                </a:cubicBezTo>
                <a:cubicBezTo>
                  <a:pt x="98677" y="22960"/>
                  <a:pt x="97837" y="22645"/>
                  <a:pt x="96872" y="22350"/>
                </a:cubicBezTo>
                <a:cubicBezTo>
                  <a:pt x="95906" y="22054"/>
                  <a:pt x="94801" y="21907"/>
                  <a:pt x="93558" y="21907"/>
                </a:cubicBezTo>
                <a:cubicBezTo>
                  <a:pt x="92447" y="21907"/>
                  <a:pt x="91468" y="22033"/>
                  <a:pt x="90621" y="22285"/>
                </a:cubicBezTo>
                <a:cubicBezTo>
                  <a:pt x="89774" y="22536"/>
                  <a:pt x="89080" y="22894"/>
                  <a:pt x="88537" y="23358"/>
                </a:cubicBezTo>
                <a:cubicBezTo>
                  <a:pt x="87995" y="23822"/>
                  <a:pt x="87585" y="24372"/>
                  <a:pt x="87307" y="25009"/>
                </a:cubicBezTo>
                <a:cubicBezTo>
                  <a:pt x="87029" y="25644"/>
                  <a:pt x="86891" y="26334"/>
                  <a:pt x="86891" y="27076"/>
                </a:cubicBezTo>
                <a:cubicBezTo>
                  <a:pt x="86891" y="28109"/>
                  <a:pt x="87155" y="28976"/>
                  <a:pt x="87684" y="29678"/>
                </a:cubicBezTo>
                <a:cubicBezTo>
                  <a:pt x="88213" y="30380"/>
                  <a:pt x="88901" y="30996"/>
                  <a:pt x="89748" y="31526"/>
                </a:cubicBezTo>
                <a:cubicBezTo>
                  <a:pt x="90595" y="32055"/>
                  <a:pt x="91560" y="32532"/>
                  <a:pt x="92645" y="32956"/>
                </a:cubicBezTo>
                <a:cubicBezTo>
                  <a:pt x="93730" y="33379"/>
                  <a:pt x="94834" y="33816"/>
                  <a:pt x="95959" y="34267"/>
                </a:cubicBezTo>
                <a:cubicBezTo>
                  <a:pt x="97083" y="34716"/>
                  <a:pt x="98195" y="35220"/>
                  <a:pt x="99292" y="35776"/>
                </a:cubicBezTo>
                <a:cubicBezTo>
                  <a:pt x="100390" y="36332"/>
                  <a:pt x="101363" y="37008"/>
                  <a:pt x="102209" y="37803"/>
                </a:cubicBezTo>
                <a:cubicBezTo>
                  <a:pt x="103056" y="38597"/>
                  <a:pt x="103737" y="39551"/>
                  <a:pt x="104253" y="40664"/>
                </a:cubicBezTo>
                <a:cubicBezTo>
                  <a:pt x="104769" y="41776"/>
                  <a:pt x="105027" y="43100"/>
                  <a:pt x="105027" y="44636"/>
                </a:cubicBezTo>
                <a:close/>
                <a:moveTo>
                  <a:pt x="145042" y="34924"/>
                </a:moveTo>
                <a:cubicBezTo>
                  <a:pt x="145042" y="35956"/>
                  <a:pt x="144784" y="36690"/>
                  <a:pt x="144268" y="37127"/>
                </a:cubicBezTo>
                <a:cubicBezTo>
                  <a:pt x="143752" y="37563"/>
                  <a:pt x="143163" y="37781"/>
                  <a:pt x="142502" y="37781"/>
                </a:cubicBezTo>
                <a:lnTo>
                  <a:pt x="119087" y="37781"/>
                </a:lnTo>
                <a:cubicBezTo>
                  <a:pt x="119087" y="39772"/>
                  <a:pt x="119285" y="41563"/>
                  <a:pt x="119682" y="43155"/>
                </a:cubicBezTo>
                <a:cubicBezTo>
                  <a:pt x="120079" y="44748"/>
                  <a:pt x="120740" y="46114"/>
                  <a:pt x="121666" y="47255"/>
                </a:cubicBezTo>
                <a:cubicBezTo>
                  <a:pt x="122592" y="48396"/>
                  <a:pt x="123796" y="49272"/>
                  <a:pt x="125278" y="49883"/>
                </a:cubicBezTo>
                <a:cubicBezTo>
                  <a:pt x="126760" y="50493"/>
                  <a:pt x="128572" y="50799"/>
                  <a:pt x="130715" y="50799"/>
                </a:cubicBezTo>
                <a:cubicBezTo>
                  <a:pt x="132408" y="50799"/>
                  <a:pt x="133916" y="50660"/>
                  <a:pt x="135239" y="50382"/>
                </a:cubicBezTo>
                <a:cubicBezTo>
                  <a:pt x="136562" y="50104"/>
                  <a:pt x="137706" y="49793"/>
                  <a:pt x="138672" y="49449"/>
                </a:cubicBezTo>
                <a:cubicBezTo>
                  <a:pt x="139638" y="49105"/>
                  <a:pt x="140432" y="48794"/>
                  <a:pt x="141053" y="48517"/>
                </a:cubicBezTo>
                <a:cubicBezTo>
                  <a:pt x="141675" y="48239"/>
                  <a:pt x="142145" y="48100"/>
                  <a:pt x="142462" y="48100"/>
                </a:cubicBezTo>
                <a:cubicBezTo>
                  <a:pt x="142647" y="48100"/>
                  <a:pt x="142813" y="48146"/>
                  <a:pt x="142958" y="48239"/>
                </a:cubicBezTo>
                <a:cubicBezTo>
                  <a:pt x="143104" y="48331"/>
                  <a:pt x="143216" y="48470"/>
                  <a:pt x="143296" y="48655"/>
                </a:cubicBezTo>
                <a:cubicBezTo>
                  <a:pt x="143375" y="48841"/>
                  <a:pt x="143434" y="49099"/>
                  <a:pt x="143474" y="49429"/>
                </a:cubicBezTo>
                <a:cubicBezTo>
                  <a:pt x="143514" y="49760"/>
                  <a:pt x="143534" y="50164"/>
                  <a:pt x="143534" y="50640"/>
                </a:cubicBezTo>
                <a:cubicBezTo>
                  <a:pt x="143534" y="50984"/>
                  <a:pt x="143520" y="51281"/>
                  <a:pt x="143494" y="51533"/>
                </a:cubicBezTo>
                <a:cubicBezTo>
                  <a:pt x="143468" y="51784"/>
                  <a:pt x="143434" y="52009"/>
                  <a:pt x="143395" y="52207"/>
                </a:cubicBezTo>
                <a:cubicBezTo>
                  <a:pt x="143355" y="52406"/>
                  <a:pt x="143289" y="52584"/>
                  <a:pt x="143196" y="52743"/>
                </a:cubicBezTo>
                <a:cubicBezTo>
                  <a:pt x="143104" y="52902"/>
                  <a:pt x="142985" y="53054"/>
                  <a:pt x="142839" y="53200"/>
                </a:cubicBezTo>
                <a:cubicBezTo>
                  <a:pt x="142694" y="53345"/>
                  <a:pt x="142264" y="53583"/>
                  <a:pt x="141549" y="53914"/>
                </a:cubicBezTo>
                <a:cubicBezTo>
                  <a:pt x="140835" y="54245"/>
                  <a:pt x="139909" y="54569"/>
                  <a:pt x="138771" y="54886"/>
                </a:cubicBezTo>
                <a:cubicBezTo>
                  <a:pt x="137634" y="55204"/>
                  <a:pt x="136317" y="55488"/>
                  <a:pt x="134822" y="55740"/>
                </a:cubicBezTo>
                <a:cubicBezTo>
                  <a:pt x="133328" y="55991"/>
                  <a:pt x="131734" y="56117"/>
                  <a:pt x="130040" y="56117"/>
                </a:cubicBezTo>
                <a:cubicBezTo>
                  <a:pt x="127103" y="56117"/>
                  <a:pt x="124530" y="55706"/>
                  <a:pt x="122321" y="54885"/>
                </a:cubicBezTo>
                <a:cubicBezTo>
                  <a:pt x="120112" y="54064"/>
                  <a:pt x="118253" y="52846"/>
                  <a:pt x="116745" y="51230"/>
                </a:cubicBezTo>
                <a:cubicBezTo>
                  <a:pt x="115237" y="49615"/>
                  <a:pt x="114100" y="47589"/>
                  <a:pt x="113332" y="45152"/>
                </a:cubicBezTo>
                <a:cubicBezTo>
                  <a:pt x="112565" y="42715"/>
                  <a:pt x="112181" y="39882"/>
                  <a:pt x="112181" y="36650"/>
                </a:cubicBezTo>
                <a:cubicBezTo>
                  <a:pt x="112181" y="33578"/>
                  <a:pt x="112578" y="30817"/>
                  <a:pt x="113372" y="28367"/>
                </a:cubicBezTo>
                <a:cubicBezTo>
                  <a:pt x="114166" y="25917"/>
                  <a:pt x="115310" y="23838"/>
                  <a:pt x="116805" y="22130"/>
                </a:cubicBezTo>
                <a:cubicBezTo>
                  <a:pt x="118300" y="20422"/>
                  <a:pt x="120105" y="19111"/>
                  <a:pt x="122222" y="18197"/>
                </a:cubicBezTo>
                <a:cubicBezTo>
                  <a:pt x="124339" y="17284"/>
                  <a:pt x="126707" y="16827"/>
                  <a:pt x="129326" y="16827"/>
                </a:cubicBezTo>
                <a:cubicBezTo>
                  <a:pt x="132130" y="16827"/>
                  <a:pt x="134518" y="17277"/>
                  <a:pt x="136489" y="18176"/>
                </a:cubicBezTo>
                <a:cubicBezTo>
                  <a:pt x="138460" y="19076"/>
                  <a:pt x="140081" y="20286"/>
                  <a:pt x="141351" y="21808"/>
                </a:cubicBezTo>
                <a:cubicBezTo>
                  <a:pt x="142621" y="23329"/>
                  <a:pt x="143553" y="25115"/>
                  <a:pt x="144149" y="27165"/>
                </a:cubicBezTo>
                <a:cubicBezTo>
                  <a:pt x="144744" y="29216"/>
                  <a:pt x="145042" y="31405"/>
                  <a:pt x="145042" y="33733"/>
                </a:cubicBezTo>
                <a:lnTo>
                  <a:pt x="145042" y="34924"/>
                </a:lnTo>
                <a:moveTo>
                  <a:pt x="138454" y="32979"/>
                </a:moveTo>
                <a:cubicBezTo>
                  <a:pt x="138533" y="29540"/>
                  <a:pt x="137773" y="26841"/>
                  <a:pt x="136172" y="24883"/>
                </a:cubicBezTo>
                <a:cubicBezTo>
                  <a:pt x="134571" y="22925"/>
                  <a:pt x="132197" y="21947"/>
                  <a:pt x="129048" y="21947"/>
                </a:cubicBezTo>
                <a:cubicBezTo>
                  <a:pt x="127434" y="21947"/>
                  <a:pt x="126019" y="22251"/>
                  <a:pt x="124802" y="22859"/>
                </a:cubicBezTo>
                <a:cubicBezTo>
                  <a:pt x="123585" y="23468"/>
                  <a:pt x="122566" y="24275"/>
                  <a:pt x="121746" y="25280"/>
                </a:cubicBezTo>
                <a:cubicBezTo>
                  <a:pt x="120926" y="26286"/>
                  <a:pt x="120291" y="27456"/>
                  <a:pt x="119841" y="28792"/>
                </a:cubicBezTo>
                <a:cubicBezTo>
                  <a:pt x="119391" y="30129"/>
                  <a:pt x="119140" y="31524"/>
                  <a:pt x="119087" y="32979"/>
                </a:cubicBezTo>
                <a:lnTo>
                  <a:pt x="138454" y="32979"/>
                </a:lnTo>
                <a:close/>
                <a:moveTo>
                  <a:pt x="185450" y="54329"/>
                </a:moveTo>
                <a:cubicBezTo>
                  <a:pt x="185450" y="54541"/>
                  <a:pt x="185404" y="54727"/>
                  <a:pt x="185311" y="54886"/>
                </a:cubicBezTo>
                <a:cubicBezTo>
                  <a:pt x="185219" y="55045"/>
                  <a:pt x="185060" y="55171"/>
                  <a:pt x="184835" y="55263"/>
                </a:cubicBezTo>
                <a:cubicBezTo>
                  <a:pt x="184610" y="55356"/>
                  <a:pt x="184312" y="55429"/>
                  <a:pt x="183942" y="55482"/>
                </a:cubicBezTo>
                <a:cubicBezTo>
                  <a:pt x="183572" y="55534"/>
                  <a:pt x="183122" y="55561"/>
                  <a:pt x="182593" y="55561"/>
                </a:cubicBezTo>
                <a:cubicBezTo>
                  <a:pt x="182037" y="55561"/>
                  <a:pt x="181574" y="55534"/>
                  <a:pt x="181204" y="55482"/>
                </a:cubicBezTo>
                <a:cubicBezTo>
                  <a:pt x="180833" y="55429"/>
                  <a:pt x="180529" y="55358"/>
                  <a:pt x="180291" y="55266"/>
                </a:cubicBezTo>
                <a:cubicBezTo>
                  <a:pt x="180053" y="55173"/>
                  <a:pt x="179881" y="55048"/>
                  <a:pt x="179775" y="54890"/>
                </a:cubicBezTo>
                <a:cubicBezTo>
                  <a:pt x="179669" y="54732"/>
                  <a:pt x="179616" y="54548"/>
                  <a:pt x="179616" y="54338"/>
                </a:cubicBezTo>
                <a:lnTo>
                  <a:pt x="179616" y="49641"/>
                </a:lnTo>
                <a:cubicBezTo>
                  <a:pt x="177738" y="51680"/>
                  <a:pt x="175786" y="53269"/>
                  <a:pt x="173762" y="54409"/>
                </a:cubicBezTo>
                <a:cubicBezTo>
                  <a:pt x="171738" y="55547"/>
                  <a:pt x="169523" y="56117"/>
                  <a:pt x="167115" y="56117"/>
                </a:cubicBezTo>
                <a:cubicBezTo>
                  <a:pt x="164496" y="56117"/>
                  <a:pt x="162260" y="55607"/>
                  <a:pt x="160408" y="54587"/>
                </a:cubicBezTo>
                <a:cubicBezTo>
                  <a:pt x="158556" y="53568"/>
                  <a:pt x="157055" y="52191"/>
                  <a:pt x="155904" y="50456"/>
                </a:cubicBezTo>
                <a:cubicBezTo>
                  <a:pt x="154753" y="48721"/>
                  <a:pt x="153913" y="46682"/>
                  <a:pt x="153384" y="44338"/>
                </a:cubicBezTo>
                <a:cubicBezTo>
                  <a:pt x="152854" y="41994"/>
                  <a:pt x="152590" y="39524"/>
                  <a:pt x="152590" y="36928"/>
                </a:cubicBezTo>
                <a:cubicBezTo>
                  <a:pt x="152590" y="33857"/>
                  <a:pt x="152921" y="31083"/>
                  <a:pt x="153582" y="28606"/>
                </a:cubicBezTo>
                <a:cubicBezTo>
                  <a:pt x="154243" y="26130"/>
                  <a:pt x="155222" y="24018"/>
                  <a:pt x="156519" y="22270"/>
                </a:cubicBezTo>
                <a:cubicBezTo>
                  <a:pt x="157815" y="20522"/>
                  <a:pt x="159422" y="19177"/>
                  <a:pt x="161341" y="18237"/>
                </a:cubicBezTo>
                <a:cubicBezTo>
                  <a:pt x="163259" y="17297"/>
                  <a:pt x="165475" y="16827"/>
                  <a:pt x="167988" y="16827"/>
                </a:cubicBezTo>
                <a:cubicBezTo>
                  <a:pt x="170078" y="16827"/>
                  <a:pt x="171990" y="17284"/>
                  <a:pt x="173723" y="18197"/>
                </a:cubicBezTo>
                <a:cubicBezTo>
                  <a:pt x="175456" y="19111"/>
                  <a:pt x="177169" y="20455"/>
                  <a:pt x="178862" y="22229"/>
                </a:cubicBezTo>
                <a:lnTo>
                  <a:pt x="178862" y="1431"/>
                </a:lnTo>
                <a:cubicBezTo>
                  <a:pt x="178862" y="1246"/>
                  <a:pt x="178908" y="1067"/>
                  <a:pt x="179001" y="895"/>
                </a:cubicBezTo>
                <a:cubicBezTo>
                  <a:pt x="179094" y="723"/>
                  <a:pt x="179272" y="590"/>
                  <a:pt x="179537" y="497"/>
                </a:cubicBezTo>
                <a:cubicBezTo>
                  <a:pt x="179801" y="404"/>
                  <a:pt x="180139" y="324"/>
                  <a:pt x="180549" y="258"/>
                </a:cubicBezTo>
                <a:cubicBezTo>
                  <a:pt x="180959" y="192"/>
                  <a:pt x="181481" y="159"/>
                  <a:pt x="182116" y="159"/>
                </a:cubicBezTo>
                <a:cubicBezTo>
                  <a:pt x="182778" y="159"/>
                  <a:pt x="183320" y="192"/>
                  <a:pt x="183744" y="258"/>
                </a:cubicBezTo>
                <a:cubicBezTo>
                  <a:pt x="184167" y="324"/>
                  <a:pt x="184498" y="403"/>
                  <a:pt x="184736" y="496"/>
                </a:cubicBezTo>
                <a:cubicBezTo>
                  <a:pt x="184974" y="589"/>
                  <a:pt x="185152" y="721"/>
                  <a:pt x="185272" y="894"/>
                </a:cubicBezTo>
                <a:cubicBezTo>
                  <a:pt x="185391" y="1066"/>
                  <a:pt x="185450" y="1245"/>
                  <a:pt x="185450" y="1430"/>
                </a:cubicBezTo>
                <a:lnTo>
                  <a:pt x="185450" y="54329"/>
                </a:lnTo>
                <a:moveTo>
                  <a:pt x="178862" y="29222"/>
                </a:moveTo>
                <a:cubicBezTo>
                  <a:pt x="177090" y="27021"/>
                  <a:pt x="175376" y="25345"/>
                  <a:pt x="173723" y="24193"/>
                </a:cubicBezTo>
                <a:cubicBezTo>
                  <a:pt x="172069" y="23039"/>
                  <a:pt x="170343" y="22462"/>
                  <a:pt x="168544" y="22462"/>
                </a:cubicBezTo>
                <a:cubicBezTo>
                  <a:pt x="166877" y="22462"/>
                  <a:pt x="165461" y="22860"/>
                  <a:pt x="164297" y="23656"/>
                </a:cubicBezTo>
                <a:cubicBezTo>
                  <a:pt x="163133" y="24450"/>
                  <a:pt x="162187" y="25496"/>
                  <a:pt x="161460" y="26795"/>
                </a:cubicBezTo>
                <a:cubicBezTo>
                  <a:pt x="160732" y="28093"/>
                  <a:pt x="160203" y="29563"/>
                  <a:pt x="159872" y="31206"/>
                </a:cubicBezTo>
                <a:cubicBezTo>
                  <a:pt x="159542" y="32849"/>
                  <a:pt x="159376" y="34518"/>
                  <a:pt x="159376" y="36214"/>
                </a:cubicBezTo>
                <a:cubicBezTo>
                  <a:pt x="159376" y="38015"/>
                  <a:pt x="159515" y="39777"/>
                  <a:pt x="159793" y="41500"/>
                </a:cubicBezTo>
                <a:cubicBezTo>
                  <a:pt x="160071" y="43222"/>
                  <a:pt x="160554" y="44752"/>
                  <a:pt x="161241" y="46090"/>
                </a:cubicBezTo>
                <a:cubicBezTo>
                  <a:pt x="161929" y="47427"/>
                  <a:pt x="162842" y="48500"/>
                  <a:pt x="163980" y="49309"/>
                </a:cubicBezTo>
                <a:cubicBezTo>
                  <a:pt x="165117" y="50117"/>
                  <a:pt x="166546" y="50521"/>
                  <a:pt x="168266" y="50521"/>
                </a:cubicBezTo>
                <a:cubicBezTo>
                  <a:pt x="169139" y="50521"/>
                  <a:pt x="169979" y="50402"/>
                  <a:pt x="170786" y="50164"/>
                </a:cubicBezTo>
                <a:cubicBezTo>
                  <a:pt x="171593" y="49925"/>
                  <a:pt x="172420" y="49527"/>
                  <a:pt x="173266" y="48971"/>
                </a:cubicBezTo>
                <a:cubicBezTo>
                  <a:pt x="174113" y="48414"/>
                  <a:pt x="174999" y="47692"/>
                  <a:pt x="175925" y="46804"/>
                </a:cubicBezTo>
                <a:cubicBezTo>
                  <a:pt x="176851" y="45916"/>
                  <a:pt x="177830" y="44822"/>
                  <a:pt x="178862" y="43524"/>
                </a:cubicBezTo>
                <a:lnTo>
                  <a:pt x="178862" y="29222"/>
                </a:lnTo>
                <a:close/>
                <a:moveTo>
                  <a:pt x="248459" y="36095"/>
                </a:moveTo>
                <a:cubicBezTo>
                  <a:pt x="248459" y="39008"/>
                  <a:pt x="248075" y="41689"/>
                  <a:pt x="247308" y="44139"/>
                </a:cubicBezTo>
                <a:cubicBezTo>
                  <a:pt x="246541" y="46588"/>
                  <a:pt x="245396" y="48701"/>
                  <a:pt x="243875" y="50476"/>
                </a:cubicBezTo>
                <a:cubicBezTo>
                  <a:pt x="242354" y="52250"/>
                  <a:pt x="240449" y="53634"/>
                  <a:pt x="238160" y="54627"/>
                </a:cubicBezTo>
                <a:cubicBezTo>
                  <a:pt x="235872" y="55620"/>
                  <a:pt x="233219" y="56117"/>
                  <a:pt x="230203" y="56117"/>
                </a:cubicBezTo>
                <a:cubicBezTo>
                  <a:pt x="227266" y="56117"/>
                  <a:pt x="224706" y="55680"/>
                  <a:pt x="222524" y="54806"/>
                </a:cubicBezTo>
                <a:cubicBezTo>
                  <a:pt x="220341" y="53932"/>
                  <a:pt x="218522" y="52661"/>
                  <a:pt x="217067" y="50992"/>
                </a:cubicBezTo>
                <a:cubicBezTo>
                  <a:pt x="215612" y="49324"/>
                  <a:pt x="214527" y="47297"/>
                  <a:pt x="213813" y="44914"/>
                </a:cubicBezTo>
                <a:cubicBezTo>
                  <a:pt x="213098" y="42530"/>
                  <a:pt x="212741" y="39829"/>
                  <a:pt x="212741" y="36809"/>
                </a:cubicBezTo>
                <a:cubicBezTo>
                  <a:pt x="212741" y="33896"/>
                  <a:pt x="213118" y="31215"/>
                  <a:pt x="213872" y="28765"/>
                </a:cubicBezTo>
                <a:cubicBezTo>
                  <a:pt x="214626" y="26315"/>
                  <a:pt x="215764" y="24203"/>
                  <a:pt x="217285" y="22429"/>
                </a:cubicBezTo>
                <a:cubicBezTo>
                  <a:pt x="218806" y="20654"/>
                  <a:pt x="220705" y="19276"/>
                  <a:pt x="222980" y="18297"/>
                </a:cubicBezTo>
                <a:cubicBezTo>
                  <a:pt x="225255" y="17317"/>
                  <a:pt x="227914" y="16827"/>
                  <a:pt x="230957" y="16827"/>
                </a:cubicBezTo>
                <a:cubicBezTo>
                  <a:pt x="233894" y="16827"/>
                  <a:pt x="236454" y="17264"/>
                  <a:pt x="238636" y="18138"/>
                </a:cubicBezTo>
                <a:cubicBezTo>
                  <a:pt x="240819" y="19012"/>
                  <a:pt x="242638" y="20283"/>
                  <a:pt x="244093" y="21952"/>
                </a:cubicBezTo>
                <a:cubicBezTo>
                  <a:pt x="245548" y="23620"/>
                  <a:pt x="246640" y="25646"/>
                  <a:pt x="247367" y="28030"/>
                </a:cubicBezTo>
                <a:cubicBezTo>
                  <a:pt x="248095" y="30413"/>
                  <a:pt x="248459" y="33102"/>
                  <a:pt x="248459" y="36095"/>
                </a:cubicBezTo>
                <a:moveTo>
                  <a:pt x="241553" y="36531"/>
                </a:moveTo>
                <a:cubicBezTo>
                  <a:pt x="241553" y="34597"/>
                  <a:pt x="241375" y="32769"/>
                  <a:pt x="241018" y="31047"/>
                </a:cubicBezTo>
                <a:cubicBezTo>
                  <a:pt x="240660" y="29325"/>
                  <a:pt x="240072" y="27815"/>
                  <a:pt x="239251" y="26517"/>
                </a:cubicBezTo>
                <a:cubicBezTo>
                  <a:pt x="238431" y="25219"/>
                  <a:pt x="237320" y="24192"/>
                  <a:pt x="235918" y="23437"/>
                </a:cubicBezTo>
                <a:cubicBezTo>
                  <a:pt x="234516" y="22682"/>
                  <a:pt x="232769" y="22304"/>
                  <a:pt x="230679" y="22304"/>
                </a:cubicBezTo>
                <a:cubicBezTo>
                  <a:pt x="228748" y="22304"/>
                  <a:pt x="227088" y="22648"/>
                  <a:pt x="225699" y="23337"/>
                </a:cubicBezTo>
                <a:cubicBezTo>
                  <a:pt x="224310" y="24026"/>
                  <a:pt x="223165" y="25000"/>
                  <a:pt x="222266" y="26259"/>
                </a:cubicBezTo>
                <a:cubicBezTo>
                  <a:pt x="221366" y="27517"/>
                  <a:pt x="220698" y="29007"/>
                  <a:pt x="220262" y="30730"/>
                </a:cubicBezTo>
                <a:cubicBezTo>
                  <a:pt x="219825" y="32451"/>
                  <a:pt x="219607" y="34332"/>
                  <a:pt x="219607" y="36373"/>
                </a:cubicBezTo>
                <a:cubicBezTo>
                  <a:pt x="219607" y="38333"/>
                  <a:pt x="219785" y="40174"/>
                  <a:pt x="220143" y="41896"/>
                </a:cubicBezTo>
                <a:cubicBezTo>
                  <a:pt x="220500" y="43619"/>
                  <a:pt x="221095" y="45122"/>
                  <a:pt x="221928" y="46407"/>
                </a:cubicBezTo>
                <a:cubicBezTo>
                  <a:pt x="222762" y="47692"/>
                  <a:pt x="223880" y="48712"/>
                  <a:pt x="225282" y="49468"/>
                </a:cubicBezTo>
                <a:cubicBezTo>
                  <a:pt x="226684" y="50223"/>
                  <a:pt x="228430" y="50600"/>
                  <a:pt x="230520" y="50600"/>
                </a:cubicBezTo>
                <a:cubicBezTo>
                  <a:pt x="232425" y="50600"/>
                  <a:pt x="234079" y="50256"/>
                  <a:pt x="235481" y="49567"/>
                </a:cubicBezTo>
                <a:cubicBezTo>
                  <a:pt x="236884" y="48878"/>
                  <a:pt x="238034" y="47911"/>
                  <a:pt x="238934" y="46666"/>
                </a:cubicBezTo>
                <a:cubicBezTo>
                  <a:pt x="239834" y="45420"/>
                  <a:pt x="240495" y="43937"/>
                  <a:pt x="240918" y="42215"/>
                </a:cubicBezTo>
                <a:cubicBezTo>
                  <a:pt x="241342" y="40493"/>
                  <a:pt x="241553" y="38598"/>
                  <a:pt x="241553" y="36531"/>
                </a:cubicBezTo>
                <a:close/>
                <a:moveTo>
                  <a:pt x="289067" y="54331"/>
                </a:moveTo>
                <a:cubicBezTo>
                  <a:pt x="289067" y="54542"/>
                  <a:pt x="289014" y="54721"/>
                  <a:pt x="288909" y="54866"/>
                </a:cubicBezTo>
                <a:cubicBezTo>
                  <a:pt x="288803" y="55012"/>
                  <a:pt x="288631" y="55138"/>
                  <a:pt x="288393" y="55243"/>
                </a:cubicBezTo>
                <a:cubicBezTo>
                  <a:pt x="288154" y="55349"/>
                  <a:pt x="287824" y="55429"/>
                  <a:pt x="287400" y="55482"/>
                </a:cubicBezTo>
                <a:cubicBezTo>
                  <a:pt x="286977" y="55534"/>
                  <a:pt x="286448" y="55561"/>
                  <a:pt x="285813" y="55561"/>
                </a:cubicBezTo>
                <a:cubicBezTo>
                  <a:pt x="285152" y="55561"/>
                  <a:pt x="284609" y="55534"/>
                  <a:pt x="284186" y="55482"/>
                </a:cubicBezTo>
                <a:cubicBezTo>
                  <a:pt x="283763" y="55429"/>
                  <a:pt x="283432" y="55349"/>
                  <a:pt x="283194" y="55243"/>
                </a:cubicBezTo>
                <a:cubicBezTo>
                  <a:pt x="282956" y="55138"/>
                  <a:pt x="282784" y="55012"/>
                  <a:pt x="282678" y="54866"/>
                </a:cubicBezTo>
                <a:cubicBezTo>
                  <a:pt x="282572" y="54721"/>
                  <a:pt x="282519" y="54542"/>
                  <a:pt x="282519" y="54331"/>
                </a:cubicBezTo>
                <a:lnTo>
                  <a:pt x="282519" y="33416"/>
                </a:lnTo>
                <a:cubicBezTo>
                  <a:pt x="282519" y="31379"/>
                  <a:pt x="282360" y="29738"/>
                  <a:pt x="282043" y="28495"/>
                </a:cubicBezTo>
                <a:cubicBezTo>
                  <a:pt x="281725" y="27251"/>
                  <a:pt x="281262" y="26180"/>
                  <a:pt x="280654" y="25280"/>
                </a:cubicBezTo>
                <a:cubicBezTo>
                  <a:pt x="280045" y="24381"/>
                  <a:pt x="279258" y="23693"/>
                  <a:pt x="278292" y="23217"/>
                </a:cubicBezTo>
                <a:cubicBezTo>
                  <a:pt x="277327" y="22740"/>
                  <a:pt x="276209" y="22502"/>
                  <a:pt x="274939" y="22502"/>
                </a:cubicBezTo>
                <a:cubicBezTo>
                  <a:pt x="273299" y="22502"/>
                  <a:pt x="271658" y="23084"/>
                  <a:pt x="270018" y="24248"/>
                </a:cubicBezTo>
                <a:cubicBezTo>
                  <a:pt x="268377" y="25413"/>
                  <a:pt x="266658" y="27119"/>
                  <a:pt x="264859" y="29368"/>
                </a:cubicBezTo>
                <a:lnTo>
                  <a:pt x="264859" y="54331"/>
                </a:lnTo>
                <a:cubicBezTo>
                  <a:pt x="264859" y="54542"/>
                  <a:pt x="264806" y="54721"/>
                  <a:pt x="264700" y="54866"/>
                </a:cubicBezTo>
                <a:cubicBezTo>
                  <a:pt x="264594" y="55012"/>
                  <a:pt x="264422" y="55138"/>
                  <a:pt x="264184" y="55243"/>
                </a:cubicBezTo>
                <a:cubicBezTo>
                  <a:pt x="263946" y="55349"/>
                  <a:pt x="263615" y="55429"/>
                  <a:pt x="263192" y="55482"/>
                </a:cubicBezTo>
                <a:cubicBezTo>
                  <a:pt x="262768" y="55534"/>
                  <a:pt x="262226" y="55561"/>
                  <a:pt x="261565" y="55561"/>
                </a:cubicBezTo>
                <a:cubicBezTo>
                  <a:pt x="260930" y="55561"/>
                  <a:pt x="260400" y="55534"/>
                  <a:pt x="259977" y="55482"/>
                </a:cubicBezTo>
                <a:cubicBezTo>
                  <a:pt x="259554" y="55429"/>
                  <a:pt x="259217" y="55349"/>
                  <a:pt x="258965" y="55243"/>
                </a:cubicBezTo>
                <a:cubicBezTo>
                  <a:pt x="258714" y="55138"/>
                  <a:pt x="258542" y="55012"/>
                  <a:pt x="258449" y="54866"/>
                </a:cubicBezTo>
                <a:cubicBezTo>
                  <a:pt x="258357" y="54721"/>
                  <a:pt x="258310" y="54542"/>
                  <a:pt x="258310" y="54331"/>
                </a:cubicBezTo>
                <a:lnTo>
                  <a:pt x="258310" y="18613"/>
                </a:lnTo>
                <a:cubicBezTo>
                  <a:pt x="258310" y="18401"/>
                  <a:pt x="258350" y="18223"/>
                  <a:pt x="258429" y="18077"/>
                </a:cubicBezTo>
                <a:cubicBezTo>
                  <a:pt x="258509" y="17932"/>
                  <a:pt x="258668" y="17799"/>
                  <a:pt x="258906" y="17680"/>
                </a:cubicBezTo>
                <a:cubicBezTo>
                  <a:pt x="259144" y="17561"/>
                  <a:pt x="259448" y="17482"/>
                  <a:pt x="259818" y="17442"/>
                </a:cubicBezTo>
                <a:cubicBezTo>
                  <a:pt x="260189" y="17402"/>
                  <a:pt x="260678" y="17383"/>
                  <a:pt x="261287" y="17383"/>
                </a:cubicBezTo>
                <a:cubicBezTo>
                  <a:pt x="261869" y="17383"/>
                  <a:pt x="262352" y="17402"/>
                  <a:pt x="262735" y="17442"/>
                </a:cubicBezTo>
                <a:cubicBezTo>
                  <a:pt x="263119" y="17482"/>
                  <a:pt x="263417" y="17561"/>
                  <a:pt x="263628" y="17680"/>
                </a:cubicBezTo>
                <a:cubicBezTo>
                  <a:pt x="263840" y="17799"/>
                  <a:pt x="263992" y="17932"/>
                  <a:pt x="264085" y="18077"/>
                </a:cubicBezTo>
                <a:cubicBezTo>
                  <a:pt x="264177" y="18223"/>
                  <a:pt x="264224" y="18401"/>
                  <a:pt x="264224" y="18613"/>
                </a:cubicBezTo>
                <a:lnTo>
                  <a:pt x="264224" y="23336"/>
                </a:lnTo>
                <a:cubicBezTo>
                  <a:pt x="266234" y="21087"/>
                  <a:pt x="268239" y="19440"/>
                  <a:pt x="270236" y="18395"/>
                </a:cubicBezTo>
                <a:cubicBezTo>
                  <a:pt x="272234" y="17350"/>
                  <a:pt x="274251" y="16827"/>
                  <a:pt x="276288" y="16827"/>
                </a:cubicBezTo>
                <a:cubicBezTo>
                  <a:pt x="278669" y="16827"/>
                  <a:pt x="280674" y="17231"/>
                  <a:pt x="282301" y="18037"/>
                </a:cubicBezTo>
                <a:cubicBezTo>
                  <a:pt x="283928" y="18844"/>
                  <a:pt x="285244" y="19923"/>
                  <a:pt x="286250" y="21272"/>
                </a:cubicBezTo>
                <a:cubicBezTo>
                  <a:pt x="287255" y="22621"/>
                  <a:pt x="287976" y="24202"/>
                  <a:pt x="288412" y="26014"/>
                </a:cubicBezTo>
                <a:cubicBezTo>
                  <a:pt x="288849" y="27827"/>
                  <a:pt x="289067" y="30003"/>
                  <a:pt x="289067" y="32543"/>
                </a:cubicBezTo>
                <a:lnTo>
                  <a:pt x="289067" y="54331"/>
                </a:lnTo>
                <a:close/>
                <a:moveTo>
                  <a:pt x="337273" y="51751"/>
                </a:moveTo>
                <a:cubicBezTo>
                  <a:pt x="337273" y="52518"/>
                  <a:pt x="337220" y="53127"/>
                  <a:pt x="337114" y="53577"/>
                </a:cubicBezTo>
                <a:cubicBezTo>
                  <a:pt x="337009" y="54026"/>
                  <a:pt x="336850" y="54357"/>
                  <a:pt x="336638" y="54569"/>
                </a:cubicBezTo>
                <a:cubicBezTo>
                  <a:pt x="336426" y="54780"/>
                  <a:pt x="336109" y="54979"/>
                  <a:pt x="335686" y="55164"/>
                </a:cubicBezTo>
                <a:cubicBezTo>
                  <a:pt x="335262" y="55349"/>
                  <a:pt x="334779" y="55501"/>
                  <a:pt x="334237" y="55620"/>
                </a:cubicBezTo>
                <a:cubicBezTo>
                  <a:pt x="333695" y="55740"/>
                  <a:pt x="333119" y="55839"/>
                  <a:pt x="332511" y="55918"/>
                </a:cubicBezTo>
                <a:cubicBezTo>
                  <a:pt x="331902" y="55997"/>
                  <a:pt x="331294" y="56037"/>
                  <a:pt x="330685" y="56037"/>
                </a:cubicBezTo>
                <a:cubicBezTo>
                  <a:pt x="328833" y="56037"/>
                  <a:pt x="327246" y="55792"/>
                  <a:pt x="325923" y="55302"/>
                </a:cubicBezTo>
                <a:cubicBezTo>
                  <a:pt x="324600" y="54811"/>
                  <a:pt x="323515" y="54068"/>
                  <a:pt x="322669" y="53073"/>
                </a:cubicBezTo>
                <a:cubicBezTo>
                  <a:pt x="321822" y="52078"/>
                  <a:pt x="321207" y="50819"/>
                  <a:pt x="320823" y="49294"/>
                </a:cubicBezTo>
                <a:cubicBezTo>
                  <a:pt x="320439" y="47770"/>
                  <a:pt x="320248" y="45973"/>
                  <a:pt x="320248" y="43904"/>
                </a:cubicBezTo>
                <a:lnTo>
                  <a:pt x="320248" y="22978"/>
                </a:lnTo>
                <a:lnTo>
                  <a:pt x="315247" y="22978"/>
                </a:lnTo>
                <a:cubicBezTo>
                  <a:pt x="314850" y="22978"/>
                  <a:pt x="314533" y="22767"/>
                  <a:pt x="314295" y="22343"/>
                </a:cubicBezTo>
                <a:cubicBezTo>
                  <a:pt x="314057" y="21920"/>
                  <a:pt x="313938" y="21232"/>
                  <a:pt x="313938" y="20280"/>
                </a:cubicBezTo>
                <a:cubicBezTo>
                  <a:pt x="313938" y="19777"/>
                  <a:pt x="313971" y="19354"/>
                  <a:pt x="314037" y="19010"/>
                </a:cubicBezTo>
                <a:cubicBezTo>
                  <a:pt x="314103" y="18666"/>
                  <a:pt x="314189" y="18381"/>
                  <a:pt x="314295" y="18157"/>
                </a:cubicBezTo>
                <a:cubicBezTo>
                  <a:pt x="314401" y="17932"/>
                  <a:pt x="314539" y="17773"/>
                  <a:pt x="314711" y="17680"/>
                </a:cubicBezTo>
                <a:cubicBezTo>
                  <a:pt x="314883" y="17588"/>
                  <a:pt x="315075" y="17541"/>
                  <a:pt x="315287" y="17541"/>
                </a:cubicBezTo>
                <a:lnTo>
                  <a:pt x="320248" y="17541"/>
                </a:lnTo>
                <a:lnTo>
                  <a:pt x="320248" y="9048"/>
                </a:lnTo>
                <a:cubicBezTo>
                  <a:pt x="320248" y="8863"/>
                  <a:pt x="320294" y="8691"/>
                  <a:pt x="320387" y="8533"/>
                </a:cubicBezTo>
                <a:cubicBezTo>
                  <a:pt x="320479" y="8374"/>
                  <a:pt x="320651" y="8235"/>
                  <a:pt x="320902" y="8116"/>
                </a:cubicBezTo>
                <a:cubicBezTo>
                  <a:pt x="321154" y="7997"/>
                  <a:pt x="321491" y="7911"/>
                  <a:pt x="321914" y="7858"/>
                </a:cubicBezTo>
                <a:cubicBezTo>
                  <a:pt x="322338" y="7805"/>
                  <a:pt x="322867" y="7779"/>
                  <a:pt x="323502" y="7779"/>
                </a:cubicBezTo>
                <a:cubicBezTo>
                  <a:pt x="324163" y="7779"/>
                  <a:pt x="324706" y="7805"/>
                  <a:pt x="325129" y="7858"/>
                </a:cubicBezTo>
                <a:cubicBezTo>
                  <a:pt x="325552" y="7911"/>
                  <a:pt x="325883" y="7997"/>
                  <a:pt x="326121" y="8116"/>
                </a:cubicBezTo>
                <a:cubicBezTo>
                  <a:pt x="326359" y="8235"/>
                  <a:pt x="326531" y="8374"/>
                  <a:pt x="326637" y="8533"/>
                </a:cubicBezTo>
                <a:cubicBezTo>
                  <a:pt x="326743" y="8691"/>
                  <a:pt x="326796" y="8863"/>
                  <a:pt x="326796" y="9048"/>
                </a:cubicBezTo>
                <a:lnTo>
                  <a:pt x="326796" y="17541"/>
                </a:lnTo>
                <a:lnTo>
                  <a:pt x="335963" y="17541"/>
                </a:lnTo>
                <a:cubicBezTo>
                  <a:pt x="336175" y="17541"/>
                  <a:pt x="336360" y="17588"/>
                  <a:pt x="336519" y="17680"/>
                </a:cubicBezTo>
                <a:cubicBezTo>
                  <a:pt x="336678" y="17773"/>
                  <a:pt x="336817" y="17932"/>
                  <a:pt x="336936" y="18157"/>
                </a:cubicBezTo>
                <a:cubicBezTo>
                  <a:pt x="337055" y="18381"/>
                  <a:pt x="337141" y="18666"/>
                  <a:pt x="337194" y="19010"/>
                </a:cubicBezTo>
                <a:cubicBezTo>
                  <a:pt x="337247" y="19354"/>
                  <a:pt x="337273" y="19777"/>
                  <a:pt x="337273" y="20280"/>
                </a:cubicBezTo>
                <a:cubicBezTo>
                  <a:pt x="337273" y="21232"/>
                  <a:pt x="337154" y="21920"/>
                  <a:pt x="336916" y="22343"/>
                </a:cubicBezTo>
                <a:cubicBezTo>
                  <a:pt x="336678" y="22767"/>
                  <a:pt x="336360" y="22978"/>
                  <a:pt x="335963" y="22978"/>
                </a:cubicBezTo>
                <a:lnTo>
                  <a:pt x="326796" y="22978"/>
                </a:lnTo>
                <a:lnTo>
                  <a:pt x="326796" y="42959"/>
                </a:lnTo>
                <a:cubicBezTo>
                  <a:pt x="326796" y="45426"/>
                  <a:pt x="327160" y="47290"/>
                  <a:pt x="327887" y="48551"/>
                </a:cubicBezTo>
                <a:cubicBezTo>
                  <a:pt x="328615" y="49811"/>
                  <a:pt x="329918" y="50441"/>
                  <a:pt x="331796" y="50441"/>
                </a:cubicBezTo>
                <a:cubicBezTo>
                  <a:pt x="332405" y="50441"/>
                  <a:pt x="332947" y="50382"/>
                  <a:pt x="333424" y="50263"/>
                </a:cubicBezTo>
                <a:cubicBezTo>
                  <a:pt x="333900" y="50144"/>
                  <a:pt x="334323" y="50018"/>
                  <a:pt x="334693" y="49886"/>
                </a:cubicBezTo>
                <a:cubicBezTo>
                  <a:pt x="335064" y="49753"/>
                  <a:pt x="335381" y="49628"/>
                  <a:pt x="335646" y="49509"/>
                </a:cubicBezTo>
                <a:cubicBezTo>
                  <a:pt x="335911" y="49390"/>
                  <a:pt x="336149" y="49330"/>
                  <a:pt x="336360" y="49330"/>
                </a:cubicBezTo>
                <a:cubicBezTo>
                  <a:pt x="336493" y="49330"/>
                  <a:pt x="336618" y="49363"/>
                  <a:pt x="336737" y="49429"/>
                </a:cubicBezTo>
                <a:cubicBezTo>
                  <a:pt x="336856" y="49496"/>
                  <a:pt x="336949" y="49621"/>
                  <a:pt x="337015" y="49806"/>
                </a:cubicBezTo>
                <a:cubicBezTo>
                  <a:pt x="337081" y="49992"/>
                  <a:pt x="337141" y="50243"/>
                  <a:pt x="337194" y="50560"/>
                </a:cubicBezTo>
                <a:cubicBezTo>
                  <a:pt x="337247" y="50878"/>
                  <a:pt x="337273" y="51275"/>
                  <a:pt x="337273" y="51751"/>
                </a:cubicBezTo>
                <a:close/>
                <a:moveTo>
                  <a:pt x="376546" y="54331"/>
                </a:moveTo>
                <a:cubicBezTo>
                  <a:pt x="376546" y="54542"/>
                  <a:pt x="376494" y="54721"/>
                  <a:pt x="376388" y="54866"/>
                </a:cubicBezTo>
                <a:cubicBezTo>
                  <a:pt x="376282" y="55012"/>
                  <a:pt x="376110" y="55138"/>
                  <a:pt x="375872" y="55243"/>
                </a:cubicBezTo>
                <a:cubicBezTo>
                  <a:pt x="375634" y="55349"/>
                  <a:pt x="375303" y="55429"/>
                  <a:pt x="374880" y="55482"/>
                </a:cubicBezTo>
                <a:cubicBezTo>
                  <a:pt x="374456" y="55534"/>
                  <a:pt x="373927" y="55561"/>
                  <a:pt x="373292" y="55561"/>
                </a:cubicBezTo>
                <a:cubicBezTo>
                  <a:pt x="372631" y="55561"/>
                  <a:pt x="372088" y="55534"/>
                  <a:pt x="371665" y="55482"/>
                </a:cubicBezTo>
                <a:cubicBezTo>
                  <a:pt x="371242" y="55429"/>
                  <a:pt x="370911" y="55349"/>
                  <a:pt x="370673" y="55243"/>
                </a:cubicBezTo>
                <a:cubicBezTo>
                  <a:pt x="370435" y="55138"/>
                  <a:pt x="370263" y="55012"/>
                  <a:pt x="370157" y="54866"/>
                </a:cubicBezTo>
                <a:cubicBezTo>
                  <a:pt x="370051" y="54721"/>
                  <a:pt x="369998" y="54542"/>
                  <a:pt x="369998" y="54331"/>
                </a:cubicBezTo>
                <a:lnTo>
                  <a:pt x="369998" y="33416"/>
                </a:lnTo>
                <a:cubicBezTo>
                  <a:pt x="369998" y="31379"/>
                  <a:pt x="369840" y="29738"/>
                  <a:pt x="369522" y="28495"/>
                </a:cubicBezTo>
                <a:cubicBezTo>
                  <a:pt x="369205" y="27251"/>
                  <a:pt x="368742" y="26180"/>
                  <a:pt x="368133" y="25280"/>
                </a:cubicBezTo>
                <a:cubicBezTo>
                  <a:pt x="367524" y="24381"/>
                  <a:pt x="366737" y="23693"/>
                  <a:pt x="365772" y="23217"/>
                </a:cubicBezTo>
                <a:cubicBezTo>
                  <a:pt x="364806" y="22740"/>
                  <a:pt x="363688" y="22502"/>
                  <a:pt x="362418" y="22502"/>
                </a:cubicBezTo>
                <a:cubicBezTo>
                  <a:pt x="360778" y="22502"/>
                  <a:pt x="359137" y="23084"/>
                  <a:pt x="357497" y="24248"/>
                </a:cubicBezTo>
                <a:cubicBezTo>
                  <a:pt x="355857" y="25413"/>
                  <a:pt x="354137" y="27119"/>
                  <a:pt x="352338" y="29368"/>
                </a:cubicBezTo>
                <a:lnTo>
                  <a:pt x="352338" y="54331"/>
                </a:lnTo>
                <a:cubicBezTo>
                  <a:pt x="352338" y="54542"/>
                  <a:pt x="352285" y="54721"/>
                  <a:pt x="352179" y="54866"/>
                </a:cubicBezTo>
                <a:cubicBezTo>
                  <a:pt x="352073" y="55012"/>
                  <a:pt x="351901" y="55138"/>
                  <a:pt x="351663" y="55243"/>
                </a:cubicBezTo>
                <a:cubicBezTo>
                  <a:pt x="351425" y="55349"/>
                  <a:pt x="351094" y="55429"/>
                  <a:pt x="350671" y="55482"/>
                </a:cubicBezTo>
                <a:cubicBezTo>
                  <a:pt x="350248" y="55534"/>
                  <a:pt x="349705" y="55561"/>
                  <a:pt x="349044" y="55561"/>
                </a:cubicBezTo>
                <a:cubicBezTo>
                  <a:pt x="348409" y="55561"/>
                  <a:pt x="347880" y="55534"/>
                  <a:pt x="347456" y="55482"/>
                </a:cubicBezTo>
                <a:cubicBezTo>
                  <a:pt x="347033" y="55429"/>
                  <a:pt x="346696" y="55349"/>
                  <a:pt x="346444" y="55243"/>
                </a:cubicBezTo>
                <a:cubicBezTo>
                  <a:pt x="346193" y="55138"/>
                  <a:pt x="346021" y="55012"/>
                  <a:pt x="345928" y="54866"/>
                </a:cubicBezTo>
                <a:cubicBezTo>
                  <a:pt x="345836" y="54720"/>
                  <a:pt x="345790" y="54541"/>
                  <a:pt x="345790" y="54329"/>
                </a:cubicBezTo>
                <a:lnTo>
                  <a:pt x="345790" y="1271"/>
                </a:lnTo>
                <a:cubicBezTo>
                  <a:pt x="345790" y="1060"/>
                  <a:pt x="345836" y="874"/>
                  <a:pt x="345928" y="716"/>
                </a:cubicBezTo>
                <a:cubicBezTo>
                  <a:pt x="346021" y="556"/>
                  <a:pt x="346193" y="423"/>
                  <a:pt x="346444" y="317"/>
                </a:cubicBezTo>
                <a:cubicBezTo>
                  <a:pt x="346696" y="212"/>
                  <a:pt x="347033" y="132"/>
                  <a:pt x="347456" y="79"/>
                </a:cubicBezTo>
                <a:cubicBezTo>
                  <a:pt x="347880" y="26"/>
                  <a:pt x="348409" y="0"/>
                  <a:pt x="349044" y="0"/>
                </a:cubicBezTo>
                <a:cubicBezTo>
                  <a:pt x="349705" y="0"/>
                  <a:pt x="350248" y="26"/>
                  <a:pt x="350671" y="79"/>
                </a:cubicBezTo>
                <a:cubicBezTo>
                  <a:pt x="351094" y="132"/>
                  <a:pt x="351425" y="212"/>
                  <a:pt x="351663" y="319"/>
                </a:cubicBezTo>
                <a:cubicBezTo>
                  <a:pt x="351901" y="425"/>
                  <a:pt x="352073" y="557"/>
                  <a:pt x="352179" y="716"/>
                </a:cubicBezTo>
                <a:cubicBezTo>
                  <a:pt x="352285" y="874"/>
                  <a:pt x="352338" y="1060"/>
                  <a:pt x="352338" y="1272"/>
                </a:cubicBezTo>
                <a:lnTo>
                  <a:pt x="352338" y="22701"/>
                </a:lnTo>
                <a:cubicBezTo>
                  <a:pt x="354216" y="20716"/>
                  <a:pt x="356108" y="19241"/>
                  <a:pt x="358013" y="18276"/>
                </a:cubicBezTo>
                <a:cubicBezTo>
                  <a:pt x="359918" y="17310"/>
                  <a:pt x="361836" y="16827"/>
                  <a:pt x="363767" y="16827"/>
                </a:cubicBezTo>
                <a:cubicBezTo>
                  <a:pt x="366149" y="16827"/>
                  <a:pt x="368153" y="17231"/>
                  <a:pt x="369780" y="18037"/>
                </a:cubicBezTo>
                <a:cubicBezTo>
                  <a:pt x="371407" y="18844"/>
                  <a:pt x="372723" y="19923"/>
                  <a:pt x="373729" y="21272"/>
                </a:cubicBezTo>
                <a:cubicBezTo>
                  <a:pt x="374734" y="22621"/>
                  <a:pt x="375455" y="24202"/>
                  <a:pt x="375892" y="26014"/>
                </a:cubicBezTo>
                <a:cubicBezTo>
                  <a:pt x="376328" y="27827"/>
                  <a:pt x="376546" y="30016"/>
                  <a:pt x="376546" y="32583"/>
                </a:cubicBezTo>
                <a:lnTo>
                  <a:pt x="376546" y="54331"/>
                </a:lnTo>
                <a:close/>
                <a:moveTo>
                  <a:pt x="418615" y="34924"/>
                </a:moveTo>
                <a:cubicBezTo>
                  <a:pt x="418615" y="35956"/>
                  <a:pt x="418357" y="36690"/>
                  <a:pt x="417841" y="37127"/>
                </a:cubicBezTo>
                <a:cubicBezTo>
                  <a:pt x="417325" y="37563"/>
                  <a:pt x="416736" y="37781"/>
                  <a:pt x="416075" y="37781"/>
                </a:cubicBezTo>
                <a:lnTo>
                  <a:pt x="392660" y="37781"/>
                </a:lnTo>
                <a:cubicBezTo>
                  <a:pt x="392660" y="39772"/>
                  <a:pt x="392858" y="41563"/>
                  <a:pt x="393255" y="43155"/>
                </a:cubicBezTo>
                <a:cubicBezTo>
                  <a:pt x="393652" y="44748"/>
                  <a:pt x="394313" y="46114"/>
                  <a:pt x="395239" y="47255"/>
                </a:cubicBezTo>
                <a:cubicBezTo>
                  <a:pt x="396165" y="48396"/>
                  <a:pt x="397369" y="49272"/>
                  <a:pt x="398851" y="49883"/>
                </a:cubicBezTo>
                <a:cubicBezTo>
                  <a:pt x="400332" y="50493"/>
                  <a:pt x="402145" y="50799"/>
                  <a:pt x="404288" y="50799"/>
                </a:cubicBezTo>
                <a:cubicBezTo>
                  <a:pt x="405981" y="50799"/>
                  <a:pt x="407489" y="50660"/>
                  <a:pt x="408812" y="50382"/>
                </a:cubicBezTo>
                <a:cubicBezTo>
                  <a:pt x="410135" y="50104"/>
                  <a:pt x="411279" y="49793"/>
                  <a:pt x="412245" y="49449"/>
                </a:cubicBezTo>
                <a:cubicBezTo>
                  <a:pt x="413211" y="49105"/>
                  <a:pt x="414004" y="48794"/>
                  <a:pt x="414626" y="48517"/>
                </a:cubicBezTo>
                <a:cubicBezTo>
                  <a:pt x="415248" y="48239"/>
                  <a:pt x="415717" y="48100"/>
                  <a:pt x="416035" y="48100"/>
                </a:cubicBezTo>
                <a:cubicBezTo>
                  <a:pt x="416220" y="48100"/>
                  <a:pt x="416386" y="48146"/>
                  <a:pt x="416531" y="48239"/>
                </a:cubicBezTo>
                <a:cubicBezTo>
                  <a:pt x="416677" y="48331"/>
                  <a:pt x="416789" y="48470"/>
                  <a:pt x="416868" y="48655"/>
                </a:cubicBezTo>
                <a:cubicBezTo>
                  <a:pt x="416948" y="48841"/>
                  <a:pt x="417007" y="49099"/>
                  <a:pt x="417047" y="49429"/>
                </a:cubicBezTo>
                <a:cubicBezTo>
                  <a:pt x="417087" y="49760"/>
                  <a:pt x="417106" y="50164"/>
                  <a:pt x="417106" y="50640"/>
                </a:cubicBezTo>
                <a:cubicBezTo>
                  <a:pt x="417106" y="50984"/>
                  <a:pt x="417093" y="51281"/>
                  <a:pt x="417067" y="51533"/>
                </a:cubicBezTo>
                <a:cubicBezTo>
                  <a:pt x="417040" y="51784"/>
                  <a:pt x="417007" y="52009"/>
                  <a:pt x="416968" y="52207"/>
                </a:cubicBezTo>
                <a:cubicBezTo>
                  <a:pt x="416928" y="52406"/>
                  <a:pt x="416862" y="52584"/>
                  <a:pt x="416769" y="52743"/>
                </a:cubicBezTo>
                <a:cubicBezTo>
                  <a:pt x="416677" y="52902"/>
                  <a:pt x="416557" y="53054"/>
                  <a:pt x="416412" y="53200"/>
                </a:cubicBezTo>
                <a:cubicBezTo>
                  <a:pt x="416266" y="53345"/>
                  <a:pt x="415837" y="53583"/>
                  <a:pt x="415122" y="53914"/>
                </a:cubicBezTo>
                <a:cubicBezTo>
                  <a:pt x="414408" y="54245"/>
                  <a:pt x="413482" y="54569"/>
                  <a:pt x="412344" y="54886"/>
                </a:cubicBezTo>
                <a:cubicBezTo>
                  <a:pt x="411206" y="55204"/>
                  <a:pt x="409890" y="55488"/>
                  <a:pt x="408395" y="55740"/>
                </a:cubicBezTo>
                <a:cubicBezTo>
                  <a:pt x="406900" y="55991"/>
                  <a:pt x="405306" y="56117"/>
                  <a:pt x="403613" y="56117"/>
                </a:cubicBezTo>
                <a:cubicBezTo>
                  <a:pt x="400676" y="56117"/>
                  <a:pt x="398103" y="55706"/>
                  <a:pt x="395894" y="54885"/>
                </a:cubicBezTo>
                <a:cubicBezTo>
                  <a:pt x="393685" y="54064"/>
                  <a:pt x="391826" y="52846"/>
                  <a:pt x="390318" y="51230"/>
                </a:cubicBezTo>
                <a:cubicBezTo>
                  <a:pt x="388810" y="49615"/>
                  <a:pt x="387672" y="47589"/>
                  <a:pt x="386905" y="45152"/>
                </a:cubicBezTo>
                <a:cubicBezTo>
                  <a:pt x="386138" y="42715"/>
                  <a:pt x="385754" y="39882"/>
                  <a:pt x="385754" y="36650"/>
                </a:cubicBezTo>
                <a:cubicBezTo>
                  <a:pt x="385754" y="33578"/>
                  <a:pt x="386151" y="30817"/>
                  <a:pt x="386945" y="28367"/>
                </a:cubicBezTo>
                <a:cubicBezTo>
                  <a:pt x="387739" y="25917"/>
                  <a:pt x="388883" y="23838"/>
                  <a:pt x="390378" y="22130"/>
                </a:cubicBezTo>
                <a:cubicBezTo>
                  <a:pt x="391873" y="20422"/>
                  <a:pt x="393678" y="19111"/>
                  <a:pt x="395795" y="18197"/>
                </a:cubicBezTo>
                <a:cubicBezTo>
                  <a:pt x="397911" y="17284"/>
                  <a:pt x="400279" y="16827"/>
                  <a:pt x="402899" y="16827"/>
                </a:cubicBezTo>
                <a:cubicBezTo>
                  <a:pt x="405703" y="16827"/>
                  <a:pt x="408091" y="17277"/>
                  <a:pt x="410062" y="18176"/>
                </a:cubicBezTo>
                <a:cubicBezTo>
                  <a:pt x="412033" y="19076"/>
                  <a:pt x="413654" y="20286"/>
                  <a:pt x="414924" y="21808"/>
                </a:cubicBezTo>
                <a:cubicBezTo>
                  <a:pt x="416194" y="23329"/>
                  <a:pt x="417126" y="25115"/>
                  <a:pt x="417722" y="27165"/>
                </a:cubicBezTo>
                <a:cubicBezTo>
                  <a:pt x="418317" y="29216"/>
                  <a:pt x="418615" y="31405"/>
                  <a:pt x="418615" y="33733"/>
                </a:cubicBezTo>
                <a:lnTo>
                  <a:pt x="418615" y="34924"/>
                </a:lnTo>
                <a:moveTo>
                  <a:pt x="412027" y="32979"/>
                </a:moveTo>
                <a:cubicBezTo>
                  <a:pt x="412106" y="29540"/>
                  <a:pt x="411345" y="26841"/>
                  <a:pt x="409745" y="24883"/>
                </a:cubicBezTo>
                <a:cubicBezTo>
                  <a:pt x="408144" y="22925"/>
                  <a:pt x="405769" y="21947"/>
                  <a:pt x="402621" y="21947"/>
                </a:cubicBezTo>
                <a:cubicBezTo>
                  <a:pt x="401007" y="21947"/>
                  <a:pt x="399592" y="22251"/>
                  <a:pt x="398375" y="22859"/>
                </a:cubicBezTo>
                <a:cubicBezTo>
                  <a:pt x="397157" y="23468"/>
                  <a:pt x="396139" y="24275"/>
                  <a:pt x="395319" y="25280"/>
                </a:cubicBezTo>
                <a:cubicBezTo>
                  <a:pt x="394498" y="26286"/>
                  <a:pt x="393863" y="27456"/>
                  <a:pt x="393414" y="28792"/>
                </a:cubicBezTo>
                <a:cubicBezTo>
                  <a:pt x="392964" y="30129"/>
                  <a:pt x="392713" y="31524"/>
                  <a:pt x="392660" y="32979"/>
                </a:cubicBezTo>
                <a:lnTo>
                  <a:pt x="412027" y="32979"/>
                </a:lnTo>
                <a:close/>
                <a:moveTo>
                  <a:pt x="473697" y="48338"/>
                </a:moveTo>
                <a:cubicBezTo>
                  <a:pt x="473697" y="49026"/>
                  <a:pt x="473677" y="49601"/>
                  <a:pt x="473637" y="50064"/>
                </a:cubicBezTo>
                <a:cubicBezTo>
                  <a:pt x="473598" y="50527"/>
                  <a:pt x="473545" y="50918"/>
                  <a:pt x="473479" y="51235"/>
                </a:cubicBezTo>
                <a:cubicBezTo>
                  <a:pt x="473413" y="51553"/>
                  <a:pt x="473333" y="51811"/>
                  <a:pt x="473241" y="52009"/>
                </a:cubicBezTo>
                <a:cubicBezTo>
                  <a:pt x="473148" y="52207"/>
                  <a:pt x="472943" y="52459"/>
                  <a:pt x="472625" y="52763"/>
                </a:cubicBezTo>
                <a:cubicBezTo>
                  <a:pt x="472308" y="53067"/>
                  <a:pt x="471766" y="53438"/>
                  <a:pt x="470998" y="53874"/>
                </a:cubicBezTo>
                <a:cubicBezTo>
                  <a:pt x="470231" y="54311"/>
                  <a:pt x="469358" y="54701"/>
                  <a:pt x="468379" y="55045"/>
                </a:cubicBezTo>
                <a:cubicBezTo>
                  <a:pt x="467400" y="55389"/>
                  <a:pt x="466335" y="55667"/>
                  <a:pt x="465184" y="55878"/>
                </a:cubicBezTo>
                <a:cubicBezTo>
                  <a:pt x="464033" y="56090"/>
                  <a:pt x="462849" y="56196"/>
                  <a:pt x="461632" y="56196"/>
                </a:cubicBezTo>
                <a:cubicBezTo>
                  <a:pt x="458907" y="56196"/>
                  <a:pt x="456493" y="55773"/>
                  <a:pt x="454390" y="54926"/>
                </a:cubicBezTo>
                <a:cubicBezTo>
                  <a:pt x="452286" y="54079"/>
                  <a:pt x="450520" y="52829"/>
                  <a:pt x="449091" y="51176"/>
                </a:cubicBezTo>
                <a:cubicBezTo>
                  <a:pt x="447663" y="49522"/>
                  <a:pt x="446585" y="47505"/>
                  <a:pt x="445857" y="45123"/>
                </a:cubicBezTo>
                <a:cubicBezTo>
                  <a:pt x="445129" y="42742"/>
                  <a:pt x="444766" y="40017"/>
                  <a:pt x="444766" y="36948"/>
                </a:cubicBezTo>
                <a:cubicBezTo>
                  <a:pt x="444766" y="33403"/>
                  <a:pt x="445209" y="30340"/>
                  <a:pt x="446095" y="27761"/>
                </a:cubicBezTo>
                <a:cubicBezTo>
                  <a:pt x="446981" y="25181"/>
                  <a:pt x="448218" y="23045"/>
                  <a:pt x="449806" y="21351"/>
                </a:cubicBezTo>
                <a:cubicBezTo>
                  <a:pt x="451393" y="19658"/>
                  <a:pt x="453272" y="18401"/>
                  <a:pt x="455441" y="17581"/>
                </a:cubicBezTo>
                <a:cubicBezTo>
                  <a:pt x="457611" y="16761"/>
                  <a:pt x="459992" y="16351"/>
                  <a:pt x="462585" y="16351"/>
                </a:cubicBezTo>
                <a:cubicBezTo>
                  <a:pt x="463643" y="16351"/>
                  <a:pt x="464682" y="16443"/>
                  <a:pt x="465700" y="16629"/>
                </a:cubicBezTo>
                <a:cubicBezTo>
                  <a:pt x="466719" y="16814"/>
                  <a:pt x="467671" y="17065"/>
                  <a:pt x="468558" y="17383"/>
                </a:cubicBezTo>
                <a:cubicBezTo>
                  <a:pt x="469444" y="17700"/>
                  <a:pt x="470238" y="18057"/>
                  <a:pt x="470939" y="18454"/>
                </a:cubicBezTo>
                <a:cubicBezTo>
                  <a:pt x="471640" y="18851"/>
                  <a:pt x="472136" y="19195"/>
                  <a:pt x="472427" y="19486"/>
                </a:cubicBezTo>
                <a:cubicBezTo>
                  <a:pt x="472718" y="19777"/>
                  <a:pt x="472923" y="20022"/>
                  <a:pt x="473042" y="20220"/>
                </a:cubicBezTo>
                <a:cubicBezTo>
                  <a:pt x="473161" y="20419"/>
                  <a:pt x="473254" y="20677"/>
                  <a:pt x="473320" y="20994"/>
                </a:cubicBezTo>
                <a:cubicBezTo>
                  <a:pt x="473386" y="21312"/>
                  <a:pt x="473439" y="21702"/>
                  <a:pt x="473479" y="22165"/>
                </a:cubicBezTo>
                <a:cubicBezTo>
                  <a:pt x="473518" y="22628"/>
                  <a:pt x="473538" y="23190"/>
                  <a:pt x="473538" y="23852"/>
                </a:cubicBezTo>
                <a:cubicBezTo>
                  <a:pt x="473538" y="25386"/>
                  <a:pt x="473406" y="26464"/>
                  <a:pt x="473141" y="27086"/>
                </a:cubicBezTo>
                <a:cubicBezTo>
                  <a:pt x="472877" y="27708"/>
                  <a:pt x="472533" y="28019"/>
                  <a:pt x="472110" y="28019"/>
                </a:cubicBezTo>
                <a:cubicBezTo>
                  <a:pt x="471660" y="28019"/>
                  <a:pt x="471184" y="27833"/>
                  <a:pt x="470681" y="27463"/>
                </a:cubicBezTo>
                <a:cubicBezTo>
                  <a:pt x="470178" y="27093"/>
                  <a:pt x="469583" y="26682"/>
                  <a:pt x="468895" y="26233"/>
                </a:cubicBezTo>
                <a:cubicBezTo>
                  <a:pt x="468207" y="25783"/>
                  <a:pt x="467387" y="25373"/>
                  <a:pt x="466434" y="25002"/>
                </a:cubicBezTo>
                <a:cubicBezTo>
                  <a:pt x="465482" y="24632"/>
                  <a:pt x="464344" y="24447"/>
                  <a:pt x="463021" y="24447"/>
                </a:cubicBezTo>
                <a:cubicBezTo>
                  <a:pt x="460429" y="24447"/>
                  <a:pt x="458444" y="25446"/>
                  <a:pt x="457068" y="27443"/>
                </a:cubicBezTo>
                <a:cubicBezTo>
                  <a:pt x="455693" y="29441"/>
                  <a:pt x="455005" y="32371"/>
                  <a:pt x="455005" y="36234"/>
                </a:cubicBezTo>
                <a:cubicBezTo>
                  <a:pt x="455005" y="38139"/>
                  <a:pt x="455177" y="39819"/>
                  <a:pt x="455521" y="41274"/>
                </a:cubicBezTo>
                <a:cubicBezTo>
                  <a:pt x="455865" y="42729"/>
                  <a:pt x="456374" y="43946"/>
                  <a:pt x="457049" y="44925"/>
                </a:cubicBezTo>
                <a:cubicBezTo>
                  <a:pt x="457723" y="45904"/>
                  <a:pt x="458570" y="46638"/>
                  <a:pt x="459589" y="47128"/>
                </a:cubicBezTo>
                <a:cubicBezTo>
                  <a:pt x="460607" y="47617"/>
                  <a:pt x="461791" y="47862"/>
                  <a:pt x="463140" y="47862"/>
                </a:cubicBezTo>
                <a:cubicBezTo>
                  <a:pt x="464516" y="47862"/>
                  <a:pt x="465700" y="47657"/>
                  <a:pt x="466692" y="47247"/>
                </a:cubicBezTo>
                <a:cubicBezTo>
                  <a:pt x="467685" y="46837"/>
                  <a:pt x="468551" y="46380"/>
                  <a:pt x="469292" y="45877"/>
                </a:cubicBezTo>
                <a:cubicBezTo>
                  <a:pt x="470033" y="45375"/>
                  <a:pt x="470654" y="44918"/>
                  <a:pt x="471157" y="44508"/>
                </a:cubicBezTo>
                <a:cubicBezTo>
                  <a:pt x="471660" y="44098"/>
                  <a:pt x="472083" y="43893"/>
                  <a:pt x="472427" y="43893"/>
                </a:cubicBezTo>
                <a:cubicBezTo>
                  <a:pt x="472665" y="43893"/>
                  <a:pt x="472864" y="43959"/>
                  <a:pt x="473022" y="44092"/>
                </a:cubicBezTo>
                <a:cubicBezTo>
                  <a:pt x="473181" y="44224"/>
                  <a:pt x="473307" y="44469"/>
                  <a:pt x="473399" y="44826"/>
                </a:cubicBezTo>
                <a:cubicBezTo>
                  <a:pt x="473492" y="45183"/>
                  <a:pt x="473565" y="45639"/>
                  <a:pt x="473618" y="46195"/>
                </a:cubicBezTo>
                <a:cubicBezTo>
                  <a:pt x="473671" y="46751"/>
                  <a:pt x="473697" y="47465"/>
                  <a:pt x="473697" y="48338"/>
                </a:cubicBezTo>
                <a:close/>
                <a:moveTo>
                  <a:pt x="516054" y="35915"/>
                </a:moveTo>
                <a:cubicBezTo>
                  <a:pt x="516054" y="38938"/>
                  <a:pt x="515657" y="41695"/>
                  <a:pt x="514863" y="44187"/>
                </a:cubicBezTo>
                <a:cubicBezTo>
                  <a:pt x="514069" y="46679"/>
                  <a:pt x="512866" y="48826"/>
                  <a:pt x="511252" y="50629"/>
                </a:cubicBezTo>
                <a:cubicBezTo>
                  <a:pt x="509638" y="52431"/>
                  <a:pt x="507614" y="53823"/>
                  <a:pt x="505180" y="54804"/>
                </a:cubicBezTo>
                <a:cubicBezTo>
                  <a:pt x="502746" y="55785"/>
                  <a:pt x="499901" y="56275"/>
                  <a:pt x="496647" y="56275"/>
                </a:cubicBezTo>
                <a:cubicBezTo>
                  <a:pt x="493499" y="56275"/>
                  <a:pt x="490760" y="55838"/>
                  <a:pt x="488432" y="54963"/>
                </a:cubicBezTo>
                <a:cubicBezTo>
                  <a:pt x="486104" y="54088"/>
                  <a:pt x="484172" y="52816"/>
                  <a:pt x="482638" y="51146"/>
                </a:cubicBezTo>
                <a:cubicBezTo>
                  <a:pt x="481103" y="49476"/>
                  <a:pt x="479966" y="47421"/>
                  <a:pt x="479225" y="44982"/>
                </a:cubicBezTo>
                <a:cubicBezTo>
                  <a:pt x="478484" y="42543"/>
                  <a:pt x="478114" y="39760"/>
                  <a:pt x="478114" y="36632"/>
                </a:cubicBezTo>
                <a:cubicBezTo>
                  <a:pt x="478114" y="33609"/>
                  <a:pt x="478517" y="30845"/>
                  <a:pt x="479324" y="28340"/>
                </a:cubicBezTo>
                <a:cubicBezTo>
                  <a:pt x="480131" y="25835"/>
                  <a:pt x="481341" y="23687"/>
                  <a:pt x="482955" y="21898"/>
                </a:cubicBezTo>
                <a:cubicBezTo>
                  <a:pt x="484569" y="20109"/>
                  <a:pt x="486587" y="18724"/>
                  <a:pt x="489008" y="17744"/>
                </a:cubicBezTo>
                <a:cubicBezTo>
                  <a:pt x="491428" y="16762"/>
                  <a:pt x="494266" y="16271"/>
                  <a:pt x="497520" y="16271"/>
                </a:cubicBezTo>
                <a:cubicBezTo>
                  <a:pt x="500695" y="16271"/>
                  <a:pt x="503447" y="16702"/>
                  <a:pt x="505775" y="17564"/>
                </a:cubicBezTo>
                <a:cubicBezTo>
                  <a:pt x="508103" y="18425"/>
                  <a:pt x="510028" y="19691"/>
                  <a:pt x="511549" y="21361"/>
                </a:cubicBezTo>
                <a:cubicBezTo>
                  <a:pt x="513071" y="23031"/>
                  <a:pt x="514202" y="25086"/>
                  <a:pt x="514943" y="27525"/>
                </a:cubicBezTo>
                <a:cubicBezTo>
                  <a:pt x="515683" y="29964"/>
                  <a:pt x="516054" y="32761"/>
                  <a:pt x="516054" y="35915"/>
                </a:cubicBezTo>
                <a:moveTo>
                  <a:pt x="505775" y="36313"/>
                </a:moveTo>
                <a:cubicBezTo>
                  <a:pt x="505775" y="34567"/>
                  <a:pt x="505636" y="32960"/>
                  <a:pt x="505358" y="31491"/>
                </a:cubicBezTo>
                <a:cubicBezTo>
                  <a:pt x="505081" y="30023"/>
                  <a:pt x="504611" y="28746"/>
                  <a:pt x="503949" y="27661"/>
                </a:cubicBezTo>
                <a:cubicBezTo>
                  <a:pt x="503288" y="26577"/>
                  <a:pt x="502408" y="25730"/>
                  <a:pt x="501310" y="25121"/>
                </a:cubicBezTo>
                <a:cubicBezTo>
                  <a:pt x="500212" y="24513"/>
                  <a:pt x="498830" y="24209"/>
                  <a:pt x="497163" y="24209"/>
                </a:cubicBezTo>
                <a:cubicBezTo>
                  <a:pt x="495681" y="24209"/>
                  <a:pt x="494385" y="24480"/>
                  <a:pt x="493274" y="25022"/>
                </a:cubicBezTo>
                <a:cubicBezTo>
                  <a:pt x="492163" y="25565"/>
                  <a:pt x="491250" y="26358"/>
                  <a:pt x="490535" y="27403"/>
                </a:cubicBezTo>
                <a:cubicBezTo>
                  <a:pt x="489821" y="28449"/>
                  <a:pt x="489285" y="29705"/>
                  <a:pt x="488928" y="31174"/>
                </a:cubicBezTo>
                <a:cubicBezTo>
                  <a:pt x="488571" y="32642"/>
                  <a:pt x="488392" y="34315"/>
                  <a:pt x="488392" y="36194"/>
                </a:cubicBezTo>
                <a:cubicBezTo>
                  <a:pt x="488392" y="37940"/>
                  <a:pt x="488538" y="39547"/>
                  <a:pt x="488829" y="41016"/>
                </a:cubicBezTo>
                <a:cubicBezTo>
                  <a:pt x="489120" y="42484"/>
                  <a:pt x="489590" y="43761"/>
                  <a:pt x="490238" y="44846"/>
                </a:cubicBezTo>
                <a:cubicBezTo>
                  <a:pt x="490886" y="45930"/>
                  <a:pt x="491766" y="46770"/>
                  <a:pt x="492877" y="47366"/>
                </a:cubicBezTo>
                <a:cubicBezTo>
                  <a:pt x="493988" y="47961"/>
                  <a:pt x="495364" y="48259"/>
                  <a:pt x="497004" y="48259"/>
                </a:cubicBezTo>
                <a:cubicBezTo>
                  <a:pt x="498512" y="48259"/>
                  <a:pt x="499822" y="47987"/>
                  <a:pt x="500933" y="47445"/>
                </a:cubicBezTo>
                <a:cubicBezTo>
                  <a:pt x="502044" y="46903"/>
                  <a:pt x="502957" y="46116"/>
                  <a:pt x="503672" y="45084"/>
                </a:cubicBezTo>
                <a:cubicBezTo>
                  <a:pt x="504386" y="44052"/>
                  <a:pt x="504915" y="42802"/>
                  <a:pt x="505259" y="41333"/>
                </a:cubicBezTo>
                <a:cubicBezTo>
                  <a:pt x="505603" y="39865"/>
                  <a:pt x="505775" y="38192"/>
                  <a:pt x="505775" y="36313"/>
                </a:cubicBezTo>
                <a:close/>
                <a:moveTo>
                  <a:pt x="580332" y="53972"/>
                </a:moveTo>
                <a:cubicBezTo>
                  <a:pt x="580332" y="54237"/>
                  <a:pt x="580252" y="54469"/>
                  <a:pt x="580094" y="54668"/>
                </a:cubicBezTo>
                <a:cubicBezTo>
                  <a:pt x="579935" y="54866"/>
                  <a:pt x="579670" y="55032"/>
                  <a:pt x="579300" y="55164"/>
                </a:cubicBezTo>
                <a:cubicBezTo>
                  <a:pt x="578929" y="55296"/>
                  <a:pt x="578427" y="55396"/>
                  <a:pt x="577792" y="55462"/>
                </a:cubicBezTo>
                <a:cubicBezTo>
                  <a:pt x="577157" y="55528"/>
                  <a:pt x="576350" y="55561"/>
                  <a:pt x="575371" y="55561"/>
                </a:cubicBezTo>
                <a:cubicBezTo>
                  <a:pt x="574366" y="55561"/>
                  <a:pt x="573545" y="55528"/>
                  <a:pt x="572910" y="55462"/>
                </a:cubicBezTo>
                <a:cubicBezTo>
                  <a:pt x="572275" y="55396"/>
                  <a:pt x="571766" y="55296"/>
                  <a:pt x="571382" y="55164"/>
                </a:cubicBezTo>
                <a:cubicBezTo>
                  <a:pt x="570999" y="55032"/>
                  <a:pt x="570734" y="54866"/>
                  <a:pt x="570589" y="54668"/>
                </a:cubicBezTo>
                <a:cubicBezTo>
                  <a:pt x="570443" y="54470"/>
                  <a:pt x="570370" y="54238"/>
                  <a:pt x="570370" y="53973"/>
                </a:cubicBezTo>
                <a:lnTo>
                  <a:pt x="570370" y="32979"/>
                </a:lnTo>
                <a:cubicBezTo>
                  <a:pt x="570370" y="31789"/>
                  <a:pt x="570258" y="30704"/>
                  <a:pt x="570033" y="29725"/>
                </a:cubicBezTo>
                <a:cubicBezTo>
                  <a:pt x="569808" y="28746"/>
                  <a:pt x="569464" y="27906"/>
                  <a:pt x="569001" y="27205"/>
                </a:cubicBezTo>
                <a:cubicBezTo>
                  <a:pt x="568538" y="26504"/>
                  <a:pt x="567956" y="25962"/>
                  <a:pt x="567255" y="25578"/>
                </a:cubicBezTo>
                <a:cubicBezTo>
                  <a:pt x="566554" y="25194"/>
                  <a:pt x="565714" y="25002"/>
                  <a:pt x="564735" y="25002"/>
                </a:cubicBezTo>
                <a:cubicBezTo>
                  <a:pt x="563544" y="25002"/>
                  <a:pt x="562341" y="25465"/>
                  <a:pt x="561123" y="26391"/>
                </a:cubicBezTo>
                <a:cubicBezTo>
                  <a:pt x="559906" y="27317"/>
                  <a:pt x="558584" y="28667"/>
                  <a:pt x="557155" y="30439"/>
                </a:cubicBezTo>
                <a:lnTo>
                  <a:pt x="557155" y="53973"/>
                </a:lnTo>
                <a:cubicBezTo>
                  <a:pt x="557155" y="54238"/>
                  <a:pt x="557075" y="54470"/>
                  <a:pt x="556917" y="54668"/>
                </a:cubicBezTo>
                <a:cubicBezTo>
                  <a:pt x="556758" y="54866"/>
                  <a:pt x="556487" y="55032"/>
                  <a:pt x="556103" y="55164"/>
                </a:cubicBezTo>
                <a:cubicBezTo>
                  <a:pt x="555720" y="55296"/>
                  <a:pt x="555210" y="55396"/>
                  <a:pt x="554575" y="55462"/>
                </a:cubicBezTo>
                <a:cubicBezTo>
                  <a:pt x="553940" y="55528"/>
                  <a:pt x="553147" y="55561"/>
                  <a:pt x="552194" y="55561"/>
                </a:cubicBezTo>
                <a:cubicBezTo>
                  <a:pt x="551215" y="55561"/>
                  <a:pt x="550408" y="55528"/>
                  <a:pt x="549773" y="55462"/>
                </a:cubicBezTo>
                <a:cubicBezTo>
                  <a:pt x="549138" y="55396"/>
                  <a:pt x="548629" y="55296"/>
                  <a:pt x="548245" y="55164"/>
                </a:cubicBezTo>
                <a:cubicBezTo>
                  <a:pt x="547862" y="55032"/>
                  <a:pt x="547590" y="54866"/>
                  <a:pt x="547432" y="54668"/>
                </a:cubicBezTo>
                <a:cubicBezTo>
                  <a:pt x="547273" y="54470"/>
                  <a:pt x="547194" y="54238"/>
                  <a:pt x="547194" y="53973"/>
                </a:cubicBezTo>
                <a:lnTo>
                  <a:pt x="547194" y="32979"/>
                </a:lnTo>
                <a:cubicBezTo>
                  <a:pt x="547194" y="31789"/>
                  <a:pt x="547081" y="30704"/>
                  <a:pt x="546856" y="29725"/>
                </a:cubicBezTo>
                <a:cubicBezTo>
                  <a:pt x="546631" y="28746"/>
                  <a:pt x="546294" y="27906"/>
                  <a:pt x="545844" y="27205"/>
                </a:cubicBezTo>
                <a:cubicBezTo>
                  <a:pt x="545394" y="26504"/>
                  <a:pt x="544812" y="25962"/>
                  <a:pt x="544098" y="25578"/>
                </a:cubicBezTo>
                <a:cubicBezTo>
                  <a:pt x="543384" y="25194"/>
                  <a:pt x="542550" y="25002"/>
                  <a:pt x="541598" y="25002"/>
                </a:cubicBezTo>
                <a:cubicBezTo>
                  <a:pt x="540381" y="25002"/>
                  <a:pt x="539164" y="25465"/>
                  <a:pt x="537947" y="26391"/>
                </a:cubicBezTo>
                <a:cubicBezTo>
                  <a:pt x="536730" y="27317"/>
                  <a:pt x="535420" y="28667"/>
                  <a:pt x="534018" y="30439"/>
                </a:cubicBezTo>
                <a:lnTo>
                  <a:pt x="534018" y="53973"/>
                </a:lnTo>
                <a:cubicBezTo>
                  <a:pt x="534018" y="54238"/>
                  <a:pt x="533938" y="54470"/>
                  <a:pt x="533780" y="54668"/>
                </a:cubicBezTo>
                <a:cubicBezTo>
                  <a:pt x="533621" y="54866"/>
                  <a:pt x="533350" y="55032"/>
                  <a:pt x="532966" y="55164"/>
                </a:cubicBezTo>
                <a:cubicBezTo>
                  <a:pt x="532582" y="55296"/>
                  <a:pt x="532073" y="55396"/>
                  <a:pt x="531438" y="55462"/>
                </a:cubicBezTo>
                <a:cubicBezTo>
                  <a:pt x="530803" y="55528"/>
                  <a:pt x="529996" y="55561"/>
                  <a:pt x="529017" y="55561"/>
                </a:cubicBezTo>
                <a:cubicBezTo>
                  <a:pt x="528038" y="55561"/>
                  <a:pt x="527231" y="55528"/>
                  <a:pt x="526596" y="55462"/>
                </a:cubicBezTo>
                <a:cubicBezTo>
                  <a:pt x="525961" y="55396"/>
                  <a:pt x="525452" y="55296"/>
                  <a:pt x="525068" y="55164"/>
                </a:cubicBezTo>
                <a:cubicBezTo>
                  <a:pt x="524685" y="55032"/>
                  <a:pt x="524414" y="54866"/>
                  <a:pt x="524255" y="54668"/>
                </a:cubicBezTo>
                <a:cubicBezTo>
                  <a:pt x="524096" y="54470"/>
                  <a:pt x="524017" y="54238"/>
                  <a:pt x="524017" y="53973"/>
                </a:cubicBezTo>
                <a:lnTo>
                  <a:pt x="524017" y="18573"/>
                </a:lnTo>
                <a:cubicBezTo>
                  <a:pt x="524017" y="18309"/>
                  <a:pt x="524083" y="18077"/>
                  <a:pt x="524215" y="17879"/>
                </a:cubicBezTo>
                <a:cubicBezTo>
                  <a:pt x="524347" y="17680"/>
                  <a:pt x="524586" y="17515"/>
                  <a:pt x="524930" y="17383"/>
                </a:cubicBezTo>
                <a:cubicBezTo>
                  <a:pt x="525273" y="17250"/>
                  <a:pt x="525717" y="17151"/>
                  <a:pt x="526259" y="17085"/>
                </a:cubicBezTo>
                <a:cubicBezTo>
                  <a:pt x="526801" y="17019"/>
                  <a:pt x="527483" y="16986"/>
                  <a:pt x="528303" y="16986"/>
                </a:cubicBezTo>
                <a:cubicBezTo>
                  <a:pt x="529149" y="16986"/>
                  <a:pt x="529851" y="17019"/>
                  <a:pt x="530406" y="17085"/>
                </a:cubicBezTo>
                <a:cubicBezTo>
                  <a:pt x="530962" y="17151"/>
                  <a:pt x="531392" y="17250"/>
                  <a:pt x="531696" y="17383"/>
                </a:cubicBezTo>
                <a:cubicBezTo>
                  <a:pt x="532000" y="17515"/>
                  <a:pt x="532219" y="17680"/>
                  <a:pt x="532351" y="17879"/>
                </a:cubicBezTo>
                <a:cubicBezTo>
                  <a:pt x="532483" y="18077"/>
                  <a:pt x="532549" y="18309"/>
                  <a:pt x="532549" y="18573"/>
                </a:cubicBezTo>
                <a:lnTo>
                  <a:pt x="532549" y="22661"/>
                </a:lnTo>
                <a:cubicBezTo>
                  <a:pt x="534507" y="20531"/>
                  <a:pt x="536458" y="18934"/>
                  <a:pt x="538403" y="17869"/>
                </a:cubicBezTo>
                <a:cubicBezTo>
                  <a:pt x="540348" y="16804"/>
                  <a:pt x="542378" y="16271"/>
                  <a:pt x="544495" y="16271"/>
                </a:cubicBezTo>
                <a:cubicBezTo>
                  <a:pt x="545950" y="16271"/>
                  <a:pt x="547260" y="16425"/>
                  <a:pt x="548424" y="16732"/>
                </a:cubicBezTo>
                <a:cubicBezTo>
                  <a:pt x="549588" y="17037"/>
                  <a:pt x="550626" y="17476"/>
                  <a:pt x="551539" y="18049"/>
                </a:cubicBezTo>
                <a:cubicBezTo>
                  <a:pt x="552452" y="18621"/>
                  <a:pt x="553239" y="19306"/>
                  <a:pt x="553901" y="20105"/>
                </a:cubicBezTo>
                <a:cubicBezTo>
                  <a:pt x="554562" y="20904"/>
                  <a:pt x="555118" y="21795"/>
                  <a:pt x="555567" y="22780"/>
                </a:cubicBezTo>
                <a:cubicBezTo>
                  <a:pt x="556626" y="21636"/>
                  <a:pt x="557664" y="20651"/>
                  <a:pt x="558683" y="19826"/>
                </a:cubicBezTo>
                <a:cubicBezTo>
                  <a:pt x="559701" y="19000"/>
                  <a:pt x="560707" y="18328"/>
                  <a:pt x="561699" y="17809"/>
                </a:cubicBezTo>
                <a:cubicBezTo>
                  <a:pt x="562691" y="17290"/>
                  <a:pt x="563683" y="16904"/>
                  <a:pt x="564675" y="16651"/>
                </a:cubicBezTo>
                <a:cubicBezTo>
                  <a:pt x="565668" y="16398"/>
                  <a:pt x="566680" y="16271"/>
                  <a:pt x="567711" y="16271"/>
                </a:cubicBezTo>
                <a:cubicBezTo>
                  <a:pt x="570066" y="16271"/>
                  <a:pt x="572050" y="16669"/>
                  <a:pt x="573664" y="17463"/>
                </a:cubicBezTo>
                <a:cubicBezTo>
                  <a:pt x="575278" y="18258"/>
                  <a:pt x="576581" y="19337"/>
                  <a:pt x="577573" y="20701"/>
                </a:cubicBezTo>
                <a:cubicBezTo>
                  <a:pt x="578566" y="22065"/>
                  <a:pt x="579273" y="23661"/>
                  <a:pt x="579697" y="25489"/>
                </a:cubicBezTo>
                <a:cubicBezTo>
                  <a:pt x="580120" y="27316"/>
                  <a:pt x="580332" y="29249"/>
                  <a:pt x="580332" y="31288"/>
                </a:cubicBezTo>
                <a:lnTo>
                  <a:pt x="580332" y="53972"/>
                </a:lnTo>
                <a:close/>
                <a:moveTo>
                  <a:pt x="646329" y="53972"/>
                </a:moveTo>
                <a:cubicBezTo>
                  <a:pt x="646329" y="54237"/>
                  <a:pt x="646250" y="54469"/>
                  <a:pt x="646091" y="54668"/>
                </a:cubicBezTo>
                <a:cubicBezTo>
                  <a:pt x="645932" y="54866"/>
                  <a:pt x="645668" y="55032"/>
                  <a:pt x="645297" y="55164"/>
                </a:cubicBezTo>
                <a:cubicBezTo>
                  <a:pt x="644927" y="55296"/>
                  <a:pt x="644424" y="55396"/>
                  <a:pt x="643789" y="55462"/>
                </a:cubicBezTo>
                <a:cubicBezTo>
                  <a:pt x="643154" y="55528"/>
                  <a:pt x="642347" y="55561"/>
                  <a:pt x="641369" y="55561"/>
                </a:cubicBezTo>
                <a:cubicBezTo>
                  <a:pt x="640363" y="55561"/>
                  <a:pt x="639543" y="55528"/>
                  <a:pt x="638908" y="55462"/>
                </a:cubicBezTo>
                <a:cubicBezTo>
                  <a:pt x="638273" y="55396"/>
                  <a:pt x="637764" y="55296"/>
                  <a:pt x="637380" y="55164"/>
                </a:cubicBezTo>
                <a:cubicBezTo>
                  <a:pt x="636996" y="55032"/>
                  <a:pt x="636732" y="54866"/>
                  <a:pt x="636586" y="54668"/>
                </a:cubicBezTo>
                <a:cubicBezTo>
                  <a:pt x="636441" y="54470"/>
                  <a:pt x="636368" y="54238"/>
                  <a:pt x="636368" y="53973"/>
                </a:cubicBezTo>
                <a:lnTo>
                  <a:pt x="636368" y="32979"/>
                </a:lnTo>
                <a:cubicBezTo>
                  <a:pt x="636368" y="31789"/>
                  <a:pt x="636256" y="30704"/>
                  <a:pt x="636031" y="29725"/>
                </a:cubicBezTo>
                <a:cubicBezTo>
                  <a:pt x="635806" y="28746"/>
                  <a:pt x="635462" y="27906"/>
                  <a:pt x="634999" y="27205"/>
                </a:cubicBezTo>
                <a:cubicBezTo>
                  <a:pt x="634536" y="26504"/>
                  <a:pt x="633954" y="25962"/>
                  <a:pt x="633253" y="25578"/>
                </a:cubicBezTo>
                <a:cubicBezTo>
                  <a:pt x="632552" y="25194"/>
                  <a:pt x="631712" y="25002"/>
                  <a:pt x="630733" y="25002"/>
                </a:cubicBezTo>
                <a:cubicBezTo>
                  <a:pt x="629542" y="25002"/>
                  <a:pt x="628338" y="25465"/>
                  <a:pt x="627121" y="26391"/>
                </a:cubicBezTo>
                <a:cubicBezTo>
                  <a:pt x="625904" y="27317"/>
                  <a:pt x="624581" y="28667"/>
                  <a:pt x="623152" y="30439"/>
                </a:cubicBezTo>
                <a:lnTo>
                  <a:pt x="623152" y="53973"/>
                </a:lnTo>
                <a:cubicBezTo>
                  <a:pt x="623152" y="54238"/>
                  <a:pt x="623073" y="54470"/>
                  <a:pt x="622914" y="54668"/>
                </a:cubicBezTo>
                <a:cubicBezTo>
                  <a:pt x="622756" y="54866"/>
                  <a:pt x="622484" y="55032"/>
                  <a:pt x="622101" y="55164"/>
                </a:cubicBezTo>
                <a:cubicBezTo>
                  <a:pt x="621717" y="55296"/>
                  <a:pt x="621208" y="55396"/>
                  <a:pt x="620573" y="55462"/>
                </a:cubicBezTo>
                <a:cubicBezTo>
                  <a:pt x="619938" y="55528"/>
                  <a:pt x="619144" y="55561"/>
                  <a:pt x="618192" y="55561"/>
                </a:cubicBezTo>
                <a:cubicBezTo>
                  <a:pt x="617213" y="55561"/>
                  <a:pt x="616406" y="55528"/>
                  <a:pt x="615771" y="55462"/>
                </a:cubicBezTo>
                <a:cubicBezTo>
                  <a:pt x="615136" y="55396"/>
                  <a:pt x="614627" y="55296"/>
                  <a:pt x="614243" y="55164"/>
                </a:cubicBezTo>
                <a:cubicBezTo>
                  <a:pt x="613859" y="55032"/>
                  <a:pt x="613588" y="54866"/>
                  <a:pt x="613429" y="54668"/>
                </a:cubicBezTo>
                <a:cubicBezTo>
                  <a:pt x="613271" y="54470"/>
                  <a:pt x="613191" y="54238"/>
                  <a:pt x="613191" y="53973"/>
                </a:cubicBezTo>
                <a:lnTo>
                  <a:pt x="613191" y="32979"/>
                </a:lnTo>
                <a:cubicBezTo>
                  <a:pt x="613191" y="31789"/>
                  <a:pt x="613079" y="30704"/>
                  <a:pt x="612854" y="29725"/>
                </a:cubicBezTo>
                <a:cubicBezTo>
                  <a:pt x="612629" y="28746"/>
                  <a:pt x="612292" y="27906"/>
                  <a:pt x="611842" y="27205"/>
                </a:cubicBezTo>
                <a:cubicBezTo>
                  <a:pt x="611392" y="26504"/>
                  <a:pt x="610810" y="25962"/>
                  <a:pt x="610096" y="25578"/>
                </a:cubicBezTo>
                <a:cubicBezTo>
                  <a:pt x="609381" y="25194"/>
                  <a:pt x="608548" y="25002"/>
                  <a:pt x="607595" y="25002"/>
                </a:cubicBezTo>
                <a:cubicBezTo>
                  <a:pt x="606378" y="25002"/>
                  <a:pt x="605161" y="25465"/>
                  <a:pt x="603944" y="26391"/>
                </a:cubicBezTo>
                <a:cubicBezTo>
                  <a:pt x="602727" y="27317"/>
                  <a:pt x="601418" y="28667"/>
                  <a:pt x="600015" y="30439"/>
                </a:cubicBezTo>
                <a:lnTo>
                  <a:pt x="600015" y="53973"/>
                </a:lnTo>
                <a:cubicBezTo>
                  <a:pt x="600015" y="54238"/>
                  <a:pt x="599936" y="54470"/>
                  <a:pt x="599777" y="54668"/>
                </a:cubicBezTo>
                <a:cubicBezTo>
                  <a:pt x="599618" y="54866"/>
                  <a:pt x="599347" y="55032"/>
                  <a:pt x="598964" y="55164"/>
                </a:cubicBezTo>
                <a:cubicBezTo>
                  <a:pt x="598580" y="55296"/>
                  <a:pt x="598071" y="55396"/>
                  <a:pt x="597436" y="55462"/>
                </a:cubicBezTo>
                <a:cubicBezTo>
                  <a:pt x="596801" y="55528"/>
                  <a:pt x="595994" y="55561"/>
                  <a:pt x="595015" y="55561"/>
                </a:cubicBezTo>
                <a:cubicBezTo>
                  <a:pt x="594036" y="55561"/>
                  <a:pt x="593229" y="55528"/>
                  <a:pt x="592594" y="55462"/>
                </a:cubicBezTo>
                <a:cubicBezTo>
                  <a:pt x="591959" y="55396"/>
                  <a:pt x="591450" y="55296"/>
                  <a:pt x="591066" y="55164"/>
                </a:cubicBezTo>
                <a:cubicBezTo>
                  <a:pt x="590682" y="55032"/>
                  <a:pt x="590411" y="54866"/>
                  <a:pt x="590252" y="54668"/>
                </a:cubicBezTo>
                <a:cubicBezTo>
                  <a:pt x="590094" y="54470"/>
                  <a:pt x="590014" y="54238"/>
                  <a:pt x="590014" y="53973"/>
                </a:cubicBezTo>
                <a:lnTo>
                  <a:pt x="590014" y="18573"/>
                </a:lnTo>
                <a:cubicBezTo>
                  <a:pt x="590014" y="18309"/>
                  <a:pt x="590081" y="18077"/>
                  <a:pt x="590213" y="17879"/>
                </a:cubicBezTo>
                <a:cubicBezTo>
                  <a:pt x="590345" y="17680"/>
                  <a:pt x="590583" y="17515"/>
                  <a:pt x="590927" y="17383"/>
                </a:cubicBezTo>
                <a:cubicBezTo>
                  <a:pt x="591271" y="17250"/>
                  <a:pt x="591714" y="17151"/>
                  <a:pt x="592257" y="17085"/>
                </a:cubicBezTo>
                <a:cubicBezTo>
                  <a:pt x="592799" y="17019"/>
                  <a:pt x="593480" y="16986"/>
                  <a:pt x="594300" y="16986"/>
                </a:cubicBezTo>
                <a:cubicBezTo>
                  <a:pt x="595147" y="16986"/>
                  <a:pt x="595848" y="17019"/>
                  <a:pt x="596404" y="17085"/>
                </a:cubicBezTo>
                <a:cubicBezTo>
                  <a:pt x="596959" y="17151"/>
                  <a:pt x="597389" y="17250"/>
                  <a:pt x="597694" y="17383"/>
                </a:cubicBezTo>
                <a:cubicBezTo>
                  <a:pt x="597998" y="17515"/>
                  <a:pt x="598216" y="17680"/>
                  <a:pt x="598349" y="17879"/>
                </a:cubicBezTo>
                <a:cubicBezTo>
                  <a:pt x="598481" y="18077"/>
                  <a:pt x="598547" y="18309"/>
                  <a:pt x="598547" y="18573"/>
                </a:cubicBezTo>
                <a:lnTo>
                  <a:pt x="598547" y="22661"/>
                </a:lnTo>
                <a:cubicBezTo>
                  <a:pt x="600505" y="20531"/>
                  <a:pt x="602456" y="18934"/>
                  <a:pt x="604401" y="17869"/>
                </a:cubicBezTo>
                <a:cubicBezTo>
                  <a:pt x="606345" y="16804"/>
                  <a:pt x="608376" y="16271"/>
                  <a:pt x="610493" y="16271"/>
                </a:cubicBezTo>
                <a:cubicBezTo>
                  <a:pt x="611948" y="16271"/>
                  <a:pt x="613257" y="16425"/>
                  <a:pt x="614421" y="16732"/>
                </a:cubicBezTo>
                <a:cubicBezTo>
                  <a:pt x="615586" y="17037"/>
                  <a:pt x="616624" y="17476"/>
                  <a:pt x="617537" y="18049"/>
                </a:cubicBezTo>
                <a:cubicBezTo>
                  <a:pt x="618450" y="18621"/>
                  <a:pt x="619237" y="19306"/>
                  <a:pt x="619898" y="20105"/>
                </a:cubicBezTo>
                <a:cubicBezTo>
                  <a:pt x="620560" y="20904"/>
                  <a:pt x="621115" y="21795"/>
                  <a:pt x="621565" y="22780"/>
                </a:cubicBezTo>
                <a:cubicBezTo>
                  <a:pt x="622623" y="21636"/>
                  <a:pt x="623662" y="20651"/>
                  <a:pt x="624680" y="19826"/>
                </a:cubicBezTo>
                <a:cubicBezTo>
                  <a:pt x="625699" y="19000"/>
                  <a:pt x="626704" y="18328"/>
                  <a:pt x="627697" y="17809"/>
                </a:cubicBezTo>
                <a:cubicBezTo>
                  <a:pt x="628689" y="17290"/>
                  <a:pt x="629681" y="16904"/>
                  <a:pt x="630673" y="16651"/>
                </a:cubicBezTo>
                <a:cubicBezTo>
                  <a:pt x="631665" y="16398"/>
                  <a:pt x="632677" y="16271"/>
                  <a:pt x="633709" y="16271"/>
                </a:cubicBezTo>
                <a:cubicBezTo>
                  <a:pt x="636064" y="16271"/>
                  <a:pt x="638048" y="16669"/>
                  <a:pt x="639662" y="17463"/>
                </a:cubicBezTo>
                <a:cubicBezTo>
                  <a:pt x="641276" y="18258"/>
                  <a:pt x="642579" y="19337"/>
                  <a:pt x="643571" y="20701"/>
                </a:cubicBezTo>
                <a:cubicBezTo>
                  <a:pt x="644563" y="22065"/>
                  <a:pt x="645271" y="23661"/>
                  <a:pt x="645694" y="25489"/>
                </a:cubicBezTo>
                <a:cubicBezTo>
                  <a:pt x="646118" y="27316"/>
                  <a:pt x="646329" y="29249"/>
                  <a:pt x="646329" y="31288"/>
                </a:cubicBezTo>
                <a:lnTo>
                  <a:pt x="646329" y="53972"/>
                </a:lnTo>
                <a:close/>
                <a:moveTo>
                  <a:pt x="666012" y="53973"/>
                </a:moveTo>
                <a:cubicBezTo>
                  <a:pt x="666012" y="54238"/>
                  <a:pt x="665933" y="54470"/>
                  <a:pt x="665774" y="54668"/>
                </a:cubicBezTo>
                <a:cubicBezTo>
                  <a:pt x="665616" y="54866"/>
                  <a:pt x="665344" y="55032"/>
                  <a:pt x="664961" y="55164"/>
                </a:cubicBezTo>
                <a:cubicBezTo>
                  <a:pt x="664577" y="55296"/>
                  <a:pt x="664068" y="55396"/>
                  <a:pt x="663433" y="55462"/>
                </a:cubicBezTo>
                <a:cubicBezTo>
                  <a:pt x="662798" y="55528"/>
                  <a:pt x="661991" y="55561"/>
                  <a:pt x="661012" y="55561"/>
                </a:cubicBezTo>
                <a:cubicBezTo>
                  <a:pt x="660033" y="55561"/>
                  <a:pt x="659226" y="55528"/>
                  <a:pt x="658591" y="55462"/>
                </a:cubicBezTo>
                <a:cubicBezTo>
                  <a:pt x="657956" y="55396"/>
                  <a:pt x="657447" y="55296"/>
                  <a:pt x="657063" y="55164"/>
                </a:cubicBezTo>
                <a:cubicBezTo>
                  <a:pt x="656680" y="55032"/>
                  <a:pt x="656408" y="54866"/>
                  <a:pt x="656250" y="54668"/>
                </a:cubicBezTo>
                <a:cubicBezTo>
                  <a:pt x="656091" y="54470"/>
                  <a:pt x="656012" y="54238"/>
                  <a:pt x="656012" y="53973"/>
                </a:cubicBezTo>
                <a:lnTo>
                  <a:pt x="656012" y="18653"/>
                </a:lnTo>
                <a:cubicBezTo>
                  <a:pt x="656012" y="18388"/>
                  <a:pt x="656091" y="18157"/>
                  <a:pt x="656250" y="17958"/>
                </a:cubicBezTo>
                <a:cubicBezTo>
                  <a:pt x="656408" y="17760"/>
                  <a:pt x="656680" y="17588"/>
                  <a:pt x="657063" y="17442"/>
                </a:cubicBezTo>
                <a:cubicBezTo>
                  <a:pt x="657447" y="17297"/>
                  <a:pt x="657956" y="17184"/>
                  <a:pt x="658591" y="17105"/>
                </a:cubicBezTo>
                <a:cubicBezTo>
                  <a:pt x="659226" y="17025"/>
                  <a:pt x="660033" y="16986"/>
                  <a:pt x="661012" y="16986"/>
                </a:cubicBezTo>
                <a:cubicBezTo>
                  <a:pt x="661991" y="16986"/>
                  <a:pt x="662798" y="17025"/>
                  <a:pt x="663433" y="17105"/>
                </a:cubicBezTo>
                <a:cubicBezTo>
                  <a:pt x="664068" y="17184"/>
                  <a:pt x="664577" y="17297"/>
                  <a:pt x="664961" y="17442"/>
                </a:cubicBezTo>
                <a:cubicBezTo>
                  <a:pt x="665344" y="17588"/>
                  <a:pt x="665616" y="17760"/>
                  <a:pt x="665774" y="17958"/>
                </a:cubicBezTo>
                <a:cubicBezTo>
                  <a:pt x="665933" y="18157"/>
                  <a:pt x="666012" y="18388"/>
                  <a:pt x="666012" y="18653"/>
                </a:cubicBezTo>
                <a:lnTo>
                  <a:pt x="666012" y="53973"/>
                </a:lnTo>
                <a:moveTo>
                  <a:pt x="666767" y="6588"/>
                </a:moveTo>
                <a:cubicBezTo>
                  <a:pt x="666767" y="8599"/>
                  <a:pt x="666356" y="9988"/>
                  <a:pt x="665536" y="10755"/>
                </a:cubicBezTo>
                <a:cubicBezTo>
                  <a:pt x="664716" y="11522"/>
                  <a:pt x="663195" y="11906"/>
                  <a:pt x="660972" y="11906"/>
                </a:cubicBezTo>
                <a:cubicBezTo>
                  <a:pt x="658723" y="11906"/>
                  <a:pt x="657209" y="11536"/>
                  <a:pt x="656428" y="10795"/>
                </a:cubicBezTo>
                <a:cubicBezTo>
                  <a:pt x="655648" y="10054"/>
                  <a:pt x="655257" y="8718"/>
                  <a:pt x="655257" y="6786"/>
                </a:cubicBezTo>
                <a:cubicBezTo>
                  <a:pt x="655257" y="4776"/>
                  <a:pt x="655661" y="3380"/>
                  <a:pt x="656468" y="2599"/>
                </a:cubicBezTo>
                <a:cubicBezTo>
                  <a:pt x="657275" y="1819"/>
                  <a:pt x="658803" y="1429"/>
                  <a:pt x="661052" y="1429"/>
                </a:cubicBezTo>
                <a:cubicBezTo>
                  <a:pt x="663274" y="1429"/>
                  <a:pt x="664782" y="1806"/>
                  <a:pt x="665576" y="2560"/>
                </a:cubicBezTo>
                <a:cubicBezTo>
                  <a:pt x="666370" y="3314"/>
                  <a:pt x="666767" y="4657"/>
                  <a:pt x="666767" y="6588"/>
                </a:cubicBezTo>
                <a:close/>
                <a:moveTo>
                  <a:pt x="697115" y="50454"/>
                </a:moveTo>
                <a:cubicBezTo>
                  <a:pt x="697115" y="51624"/>
                  <a:pt x="697042" y="52521"/>
                  <a:pt x="696897" y="53146"/>
                </a:cubicBezTo>
                <a:cubicBezTo>
                  <a:pt x="696751" y="53770"/>
                  <a:pt x="696559" y="54209"/>
                  <a:pt x="696321" y="54462"/>
                </a:cubicBezTo>
                <a:cubicBezTo>
                  <a:pt x="696083" y="54714"/>
                  <a:pt x="695733" y="54940"/>
                  <a:pt x="695270" y="55139"/>
                </a:cubicBezTo>
                <a:cubicBezTo>
                  <a:pt x="694807" y="55339"/>
                  <a:pt x="694264" y="55511"/>
                  <a:pt x="693642" y="55658"/>
                </a:cubicBezTo>
                <a:cubicBezTo>
                  <a:pt x="693021" y="55804"/>
                  <a:pt x="692346" y="55917"/>
                  <a:pt x="691618" y="55996"/>
                </a:cubicBezTo>
                <a:cubicBezTo>
                  <a:pt x="690891" y="56076"/>
                  <a:pt x="690157" y="56117"/>
                  <a:pt x="689416" y="56117"/>
                </a:cubicBezTo>
                <a:cubicBezTo>
                  <a:pt x="687431" y="56117"/>
                  <a:pt x="685712" y="55865"/>
                  <a:pt x="684257" y="55362"/>
                </a:cubicBezTo>
                <a:cubicBezTo>
                  <a:pt x="682801" y="54860"/>
                  <a:pt x="681598" y="54086"/>
                  <a:pt x="680645" y="53041"/>
                </a:cubicBezTo>
                <a:cubicBezTo>
                  <a:pt x="679693" y="51996"/>
                  <a:pt x="678992" y="50680"/>
                  <a:pt x="678542" y="49092"/>
                </a:cubicBezTo>
                <a:cubicBezTo>
                  <a:pt x="678092" y="47505"/>
                  <a:pt x="677867" y="45626"/>
                  <a:pt x="677867" y="43457"/>
                </a:cubicBezTo>
                <a:lnTo>
                  <a:pt x="677867" y="25320"/>
                </a:lnTo>
                <a:lnTo>
                  <a:pt x="673621" y="25320"/>
                </a:lnTo>
                <a:cubicBezTo>
                  <a:pt x="673118" y="25320"/>
                  <a:pt x="672734" y="25009"/>
                  <a:pt x="672470" y="24387"/>
                </a:cubicBezTo>
                <a:cubicBezTo>
                  <a:pt x="672205" y="23766"/>
                  <a:pt x="672073" y="22727"/>
                  <a:pt x="672073" y="21272"/>
                </a:cubicBezTo>
                <a:cubicBezTo>
                  <a:pt x="672073" y="20505"/>
                  <a:pt x="672106" y="19856"/>
                  <a:pt x="672172" y="19327"/>
                </a:cubicBezTo>
                <a:cubicBezTo>
                  <a:pt x="672238" y="18798"/>
                  <a:pt x="672337" y="18381"/>
                  <a:pt x="672470" y="18077"/>
                </a:cubicBezTo>
                <a:cubicBezTo>
                  <a:pt x="672602" y="17773"/>
                  <a:pt x="672767" y="17555"/>
                  <a:pt x="672966" y="17422"/>
                </a:cubicBezTo>
                <a:cubicBezTo>
                  <a:pt x="673164" y="17290"/>
                  <a:pt x="673396" y="17224"/>
                  <a:pt x="673660" y="17224"/>
                </a:cubicBezTo>
                <a:lnTo>
                  <a:pt x="677867" y="17224"/>
                </a:lnTo>
                <a:lnTo>
                  <a:pt x="677867" y="9294"/>
                </a:lnTo>
                <a:cubicBezTo>
                  <a:pt x="677867" y="9028"/>
                  <a:pt x="677940" y="8788"/>
                  <a:pt x="678085" y="8576"/>
                </a:cubicBezTo>
                <a:cubicBezTo>
                  <a:pt x="678231" y="8363"/>
                  <a:pt x="678495" y="8184"/>
                  <a:pt x="678879" y="8039"/>
                </a:cubicBezTo>
                <a:cubicBezTo>
                  <a:pt x="679263" y="7893"/>
                  <a:pt x="679779" y="7786"/>
                  <a:pt x="680427" y="7720"/>
                </a:cubicBezTo>
                <a:cubicBezTo>
                  <a:pt x="681075" y="7653"/>
                  <a:pt x="681875" y="7620"/>
                  <a:pt x="682828" y="7620"/>
                </a:cubicBezTo>
                <a:cubicBezTo>
                  <a:pt x="683807" y="7620"/>
                  <a:pt x="684620" y="7653"/>
                  <a:pt x="685269" y="7720"/>
                </a:cubicBezTo>
                <a:cubicBezTo>
                  <a:pt x="685917" y="7786"/>
                  <a:pt x="686426" y="7893"/>
                  <a:pt x="686797" y="8039"/>
                </a:cubicBezTo>
                <a:cubicBezTo>
                  <a:pt x="687167" y="8184"/>
                  <a:pt x="687431" y="8363"/>
                  <a:pt x="687590" y="8576"/>
                </a:cubicBezTo>
                <a:cubicBezTo>
                  <a:pt x="687749" y="8788"/>
                  <a:pt x="687828" y="9028"/>
                  <a:pt x="687828" y="9294"/>
                </a:cubicBezTo>
                <a:lnTo>
                  <a:pt x="687828" y="17224"/>
                </a:lnTo>
                <a:lnTo>
                  <a:pt x="695528" y="17224"/>
                </a:lnTo>
                <a:cubicBezTo>
                  <a:pt x="695792" y="17224"/>
                  <a:pt x="696024" y="17290"/>
                  <a:pt x="696222" y="17422"/>
                </a:cubicBezTo>
                <a:cubicBezTo>
                  <a:pt x="696420" y="17555"/>
                  <a:pt x="696586" y="17773"/>
                  <a:pt x="696718" y="18077"/>
                </a:cubicBezTo>
                <a:cubicBezTo>
                  <a:pt x="696850" y="18381"/>
                  <a:pt x="696950" y="18798"/>
                  <a:pt x="697016" y="19327"/>
                </a:cubicBezTo>
                <a:cubicBezTo>
                  <a:pt x="697082" y="19856"/>
                  <a:pt x="697115" y="20505"/>
                  <a:pt x="697115" y="21272"/>
                </a:cubicBezTo>
                <a:cubicBezTo>
                  <a:pt x="697115" y="22727"/>
                  <a:pt x="696983" y="23766"/>
                  <a:pt x="696718" y="24387"/>
                </a:cubicBezTo>
                <a:cubicBezTo>
                  <a:pt x="696454" y="25009"/>
                  <a:pt x="696070" y="25320"/>
                  <a:pt x="695567" y="25320"/>
                </a:cubicBezTo>
                <a:lnTo>
                  <a:pt x="687828" y="25320"/>
                </a:lnTo>
                <a:lnTo>
                  <a:pt x="687828" y="41919"/>
                </a:lnTo>
                <a:cubicBezTo>
                  <a:pt x="687828" y="43847"/>
                  <a:pt x="688133" y="45293"/>
                  <a:pt x="688741" y="46257"/>
                </a:cubicBezTo>
                <a:cubicBezTo>
                  <a:pt x="689350" y="47221"/>
                  <a:pt x="690434" y="47703"/>
                  <a:pt x="691995" y="47703"/>
                </a:cubicBezTo>
                <a:cubicBezTo>
                  <a:pt x="692525" y="47703"/>
                  <a:pt x="693001" y="47657"/>
                  <a:pt x="693424" y="47564"/>
                </a:cubicBezTo>
                <a:cubicBezTo>
                  <a:pt x="693847" y="47472"/>
                  <a:pt x="694224" y="47366"/>
                  <a:pt x="694555" y="47247"/>
                </a:cubicBezTo>
                <a:cubicBezTo>
                  <a:pt x="694886" y="47128"/>
                  <a:pt x="695164" y="47022"/>
                  <a:pt x="695389" y="46929"/>
                </a:cubicBezTo>
                <a:cubicBezTo>
                  <a:pt x="695614" y="46837"/>
                  <a:pt x="695819" y="46790"/>
                  <a:pt x="696004" y="46790"/>
                </a:cubicBezTo>
                <a:cubicBezTo>
                  <a:pt x="696162" y="46790"/>
                  <a:pt x="696315" y="46837"/>
                  <a:pt x="696460" y="46929"/>
                </a:cubicBezTo>
                <a:cubicBezTo>
                  <a:pt x="696606" y="47022"/>
                  <a:pt x="696718" y="47207"/>
                  <a:pt x="696797" y="47486"/>
                </a:cubicBezTo>
                <a:cubicBezTo>
                  <a:pt x="696877" y="47764"/>
                  <a:pt x="696950" y="48142"/>
                  <a:pt x="697016" y="48621"/>
                </a:cubicBezTo>
                <a:cubicBezTo>
                  <a:pt x="697082" y="49099"/>
                  <a:pt x="697115" y="49710"/>
                  <a:pt x="697115" y="50454"/>
                </a:cubicBezTo>
                <a:close/>
                <a:moveTo>
                  <a:pt x="778349" y="53972"/>
                </a:moveTo>
                <a:cubicBezTo>
                  <a:pt x="778349" y="54237"/>
                  <a:pt x="778269" y="54469"/>
                  <a:pt x="778111" y="54668"/>
                </a:cubicBezTo>
                <a:cubicBezTo>
                  <a:pt x="777952" y="54866"/>
                  <a:pt x="777687" y="55032"/>
                  <a:pt x="777317" y="55164"/>
                </a:cubicBezTo>
                <a:cubicBezTo>
                  <a:pt x="776946" y="55296"/>
                  <a:pt x="776444" y="55396"/>
                  <a:pt x="775809" y="55462"/>
                </a:cubicBezTo>
                <a:cubicBezTo>
                  <a:pt x="775174" y="55528"/>
                  <a:pt x="774367" y="55561"/>
                  <a:pt x="773388" y="55561"/>
                </a:cubicBezTo>
                <a:cubicBezTo>
                  <a:pt x="772383" y="55561"/>
                  <a:pt x="771562" y="55528"/>
                  <a:pt x="770927" y="55462"/>
                </a:cubicBezTo>
                <a:cubicBezTo>
                  <a:pt x="770292" y="55396"/>
                  <a:pt x="769783" y="55296"/>
                  <a:pt x="769399" y="55164"/>
                </a:cubicBezTo>
                <a:cubicBezTo>
                  <a:pt x="769016" y="55032"/>
                  <a:pt x="768751" y="54866"/>
                  <a:pt x="768606" y="54668"/>
                </a:cubicBezTo>
                <a:cubicBezTo>
                  <a:pt x="768460" y="54470"/>
                  <a:pt x="768387" y="54238"/>
                  <a:pt x="768387" y="53973"/>
                </a:cubicBezTo>
                <a:lnTo>
                  <a:pt x="768387" y="32979"/>
                </a:lnTo>
                <a:cubicBezTo>
                  <a:pt x="768387" y="31789"/>
                  <a:pt x="768275" y="30704"/>
                  <a:pt x="768050" y="29725"/>
                </a:cubicBezTo>
                <a:cubicBezTo>
                  <a:pt x="767825" y="28746"/>
                  <a:pt x="767481" y="27906"/>
                  <a:pt x="767018" y="27205"/>
                </a:cubicBezTo>
                <a:cubicBezTo>
                  <a:pt x="766555" y="26504"/>
                  <a:pt x="765973" y="25962"/>
                  <a:pt x="765272" y="25578"/>
                </a:cubicBezTo>
                <a:cubicBezTo>
                  <a:pt x="764571" y="25194"/>
                  <a:pt x="763731" y="25002"/>
                  <a:pt x="762752" y="25002"/>
                </a:cubicBezTo>
                <a:cubicBezTo>
                  <a:pt x="761561" y="25002"/>
                  <a:pt x="760358" y="25465"/>
                  <a:pt x="759141" y="26391"/>
                </a:cubicBezTo>
                <a:cubicBezTo>
                  <a:pt x="757923" y="27317"/>
                  <a:pt x="756601" y="28667"/>
                  <a:pt x="755172" y="30439"/>
                </a:cubicBezTo>
                <a:lnTo>
                  <a:pt x="755172" y="53973"/>
                </a:lnTo>
                <a:cubicBezTo>
                  <a:pt x="755172" y="54238"/>
                  <a:pt x="755093" y="54470"/>
                  <a:pt x="754934" y="54668"/>
                </a:cubicBezTo>
                <a:cubicBezTo>
                  <a:pt x="754775" y="54866"/>
                  <a:pt x="754504" y="55032"/>
                  <a:pt x="754120" y="55164"/>
                </a:cubicBezTo>
                <a:cubicBezTo>
                  <a:pt x="753737" y="55296"/>
                  <a:pt x="753227" y="55396"/>
                  <a:pt x="752592" y="55462"/>
                </a:cubicBezTo>
                <a:cubicBezTo>
                  <a:pt x="751957" y="55528"/>
                  <a:pt x="751164" y="55561"/>
                  <a:pt x="750211" y="55561"/>
                </a:cubicBezTo>
                <a:cubicBezTo>
                  <a:pt x="749232" y="55561"/>
                  <a:pt x="748425" y="55528"/>
                  <a:pt x="747790" y="55462"/>
                </a:cubicBezTo>
                <a:cubicBezTo>
                  <a:pt x="747155" y="55396"/>
                  <a:pt x="746646" y="55296"/>
                  <a:pt x="746262" y="55164"/>
                </a:cubicBezTo>
                <a:cubicBezTo>
                  <a:pt x="745879" y="55032"/>
                  <a:pt x="745607" y="54866"/>
                  <a:pt x="745449" y="54668"/>
                </a:cubicBezTo>
                <a:cubicBezTo>
                  <a:pt x="745290" y="54470"/>
                  <a:pt x="745211" y="54238"/>
                  <a:pt x="745211" y="53973"/>
                </a:cubicBezTo>
                <a:lnTo>
                  <a:pt x="745211" y="32979"/>
                </a:lnTo>
                <a:cubicBezTo>
                  <a:pt x="745211" y="31789"/>
                  <a:pt x="745098" y="30704"/>
                  <a:pt x="744873" y="29725"/>
                </a:cubicBezTo>
                <a:cubicBezTo>
                  <a:pt x="744648" y="28746"/>
                  <a:pt x="744311" y="27906"/>
                  <a:pt x="743861" y="27205"/>
                </a:cubicBezTo>
                <a:cubicBezTo>
                  <a:pt x="743411" y="26504"/>
                  <a:pt x="742829" y="25962"/>
                  <a:pt x="742115" y="25578"/>
                </a:cubicBezTo>
                <a:cubicBezTo>
                  <a:pt x="741401" y="25194"/>
                  <a:pt x="740567" y="25002"/>
                  <a:pt x="739615" y="25002"/>
                </a:cubicBezTo>
                <a:cubicBezTo>
                  <a:pt x="738398" y="25002"/>
                  <a:pt x="737181" y="25465"/>
                  <a:pt x="735964" y="26391"/>
                </a:cubicBezTo>
                <a:cubicBezTo>
                  <a:pt x="734747" y="27317"/>
                  <a:pt x="733437" y="28667"/>
                  <a:pt x="732035" y="30439"/>
                </a:cubicBezTo>
                <a:lnTo>
                  <a:pt x="732035" y="53973"/>
                </a:lnTo>
                <a:cubicBezTo>
                  <a:pt x="732035" y="54238"/>
                  <a:pt x="731955" y="54470"/>
                  <a:pt x="731797" y="54668"/>
                </a:cubicBezTo>
                <a:cubicBezTo>
                  <a:pt x="731638" y="54866"/>
                  <a:pt x="731367" y="55032"/>
                  <a:pt x="730983" y="55164"/>
                </a:cubicBezTo>
                <a:cubicBezTo>
                  <a:pt x="730599" y="55296"/>
                  <a:pt x="730090" y="55396"/>
                  <a:pt x="729455" y="55462"/>
                </a:cubicBezTo>
                <a:cubicBezTo>
                  <a:pt x="728820" y="55528"/>
                  <a:pt x="728013" y="55561"/>
                  <a:pt x="727034" y="55561"/>
                </a:cubicBezTo>
                <a:cubicBezTo>
                  <a:pt x="726055" y="55561"/>
                  <a:pt x="725248" y="55528"/>
                  <a:pt x="724613" y="55462"/>
                </a:cubicBezTo>
                <a:cubicBezTo>
                  <a:pt x="723978" y="55396"/>
                  <a:pt x="723469" y="55296"/>
                  <a:pt x="723085" y="55164"/>
                </a:cubicBezTo>
                <a:cubicBezTo>
                  <a:pt x="722702" y="55032"/>
                  <a:pt x="722431" y="54866"/>
                  <a:pt x="722272" y="54668"/>
                </a:cubicBezTo>
                <a:cubicBezTo>
                  <a:pt x="722113" y="54470"/>
                  <a:pt x="722034" y="54238"/>
                  <a:pt x="722034" y="53973"/>
                </a:cubicBezTo>
                <a:lnTo>
                  <a:pt x="722034" y="18573"/>
                </a:lnTo>
                <a:cubicBezTo>
                  <a:pt x="722034" y="18309"/>
                  <a:pt x="722100" y="18077"/>
                  <a:pt x="722232" y="17879"/>
                </a:cubicBezTo>
                <a:cubicBezTo>
                  <a:pt x="722364" y="17680"/>
                  <a:pt x="722603" y="17515"/>
                  <a:pt x="722947" y="17383"/>
                </a:cubicBezTo>
                <a:cubicBezTo>
                  <a:pt x="723290" y="17250"/>
                  <a:pt x="723734" y="17151"/>
                  <a:pt x="724276" y="17085"/>
                </a:cubicBezTo>
                <a:cubicBezTo>
                  <a:pt x="724818" y="17019"/>
                  <a:pt x="725500" y="16986"/>
                  <a:pt x="726320" y="16986"/>
                </a:cubicBezTo>
                <a:cubicBezTo>
                  <a:pt x="727167" y="16986"/>
                  <a:pt x="727868" y="17019"/>
                  <a:pt x="728423" y="17085"/>
                </a:cubicBezTo>
                <a:cubicBezTo>
                  <a:pt x="728979" y="17151"/>
                  <a:pt x="729409" y="17250"/>
                  <a:pt x="729713" y="17383"/>
                </a:cubicBezTo>
                <a:cubicBezTo>
                  <a:pt x="730017" y="17515"/>
                  <a:pt x="730236" y="17680"/>
                  <a:pt x="730368" y="17879"/>
                </a:cubicBezTo>
                <a:cubicBezTo>
                  <a:pt x="730500" y="18077"/>
                  <a:pt x="730566" y="18309"/>
                  <a:pt x="730566" y="18573"/>
                </a:cubicBezTo>
                <a:lnTo>
                  <a:pt x="730566" y="22661"/>
                </a:lnTo>
                <a:cubicBezTo>
                  <a:pt x="732524" y="20531"/>
                  <a:pt x="734475" y="18934"/>
                  <a:pt x="736420" y="17869"/>
                </a:cubicBezTo>
                <a:cubicBezTo>
                  <a:pt x="738365" y="16804"/>
                  <a:pt x="740395" y="16271"/>
                  <a:pt x="742512" y="16271"/>
                </a:cubicBezTo>
                <a:cubicBezTo>
                  <a:pt x="743967" y="16271"/>
                  <a:pt x="745277" y="16425"/>
                  <a:pt x="746441" y="16732"/>
                </a:cubicBezTo>
                <a:cubicBezTo>
                  <a:pt x="747605" y="17037"/>
                  <a:pt x="748643" y="17476"/>
                  <a:pt x="749556" y="18049"/>
                </a:cubicBezTo>
                <a:cubicBezTo>
                  <a:pt x="750469" y="18621"/>
                  <a:pt x="751256" y="19306"/>
                  <a:pt x="751918" y="20105"/>
                </a:cubicBezTo>
                <a:cubicBezTo>
                  <a:pt x="752579" y="20904"/>
                  <a:pt x="753135" y="21795"/>
                  <a:pt x="753584" y="22780"/>
                </a:cubicBezTo>
                <a:cubicBezTo>
                  <a:pt x="754643" y="21636"/>
                  <a:pt x="755681" y="20651"/>
                  <a:pt x="756700" y="19826"/>
                </a:cubicBezTo>
                <a:cubicBezTo>
                  <a:pt x="757718" y="19000"/>
                  <a:pt x="758724" y="18328"/>
                  <a:pt x="759716" y="17809"/>
                </a:cubicBezTo>
                <a:cubicBezTo>
                  <a:pt x="760708" y="17290"/>
                  <a:pt x="761700" y="16904"/>
                  <a:pt x="762692" y="16651"/>
                </a:cubicBezTo>
                <a:cubicBezTo>
                  <a:pt x="763685" y="16398"/>
                  <a:pt x="764697" y="16271"/>
                  <a:pt x="765728" y="16271"/>
                </a:cubicBezTo>
                <a:cubicBezTo>
                  <a:pt x="768083" y="16271"/>
                  <a:pt x="770068" y="16669"/>
                  <a:pt x="771681" y="17463"/>
                </a:cubicBezTo>
                <a:cubicBezTo>
                  <a:pt x="773295" y="18258"/>
                  <a:pt x="774598" y="19337"/>
                  <a:pt x="775591" y="20701"/>
                </a:cubicBezTo>
                <a:cubicBezTo>
                  <a:pt x="776583" y="22065"/>
                  <a:pt x="777290" y="23661"/>
                  <a:pt x="777714" y="25489"/>
                </a:cubicBezTo>
                <a:cubicBezTo>
                  <a:pt x="778137" y="27316"/>
                  <a:pt x="778349" y="29249"/>
                  <a:pt x="778349" y="31288"/>
                </a:cubicBezTo>
                <a:lnTo>
                  <a:pt x="778349" y="53972"/>
                </a:lnTo>
                <a:close/>
                <a:moveTo>
                  <a:pt x="820733" y="35235"/>
                </a:moveTo>
                <a:cubicBezTo>
                  <a:pt x="820733" y="36455"/>
                  <a:pt x="820461" y="37356"/>
                  <a:pt x="819919" y="37939"/>
                </a:cubicBezTo>
                <a:cubicBezTo>
                  <a:pt x="819377" y="38522"/>
                  <a:pt x="818629" y="38813"/>
                  <a:pt x="817677" y="38813"/>
                </a:cubicBezTo>
                <a:lnTo>
                  <a:pt x="796127" y="38813"/>
                </a:lnTo>
                <a:cubicBezTo>
                  <a:pt x="796127" y="40327"/>
                  <a:pt x="796306" y="41702"/>
                  <a:pt x="796663" y="42937"/>
                </a:cubicBezTo>
                <a:cubicBezTo>
                  <a:pt x="797020" y="44172"/>
                  <a:pt x="797589" y="45222"/>
                  <a:pt x="798369" y="46086"/>
                </a:cubicBezTo>
                <a:cubicBezTo>
                  <a:pt x="799150" y="46949"/>
                  <a:pt x="800155" y="47606"/>
                  <a:pt x="801386" y="48058"/>
                </a:cubicBezTo>
                <a:cubicBezTo>
                  <a:pt x="802616" y="48509"/>
                  <a:pt x="804091" y="48735"/>
                  <a:pt x="805811" y="48735"/>
                </a:cubicBezTo>
                <a:cubicBezTo>
                  <a:pt x="807557" y="48735"/>
                  <a:pt x="809091" y="48607"/>
                  <a:pt x="810414" y="48352"/>
                </a:cubicBezTo>
                <a:cubicBezTo>
                  <a:pt x="811737" y="48096"/>
                  <a:pt x="812881" y="47814"/>
                  <a:pt x="813847" y="47505"/>
                </a:cubicBezTo>
                <a:cubicBezTo>
                  <a:pt x="814813" y="47195"/>
                  <a:pt x="815613" y="46913"/>
                  <a:pt x="816248" y="46658"/>
                </a:cubicBezTo>
                <a:cubicBezTo>
                  <a:pt x="816883" y="46402"/>
                  <a:pt x="817399" y="46274"/>
                  <a:pt x="817796" y="46274"/>
                </a:cubicBezTo>
                <a:cubicBezTo>
                  <a:pt x="818034" y="46274"/>
                  <a:pt x="818232" y="46321"/>
                  <a:pt x="818391" y="46414"/>
                </a:cubicBezTo>
                <a:cubicBezTo>
                  <a:pt x="818550" y="46507"/>
                  <a:pt x="818682" y="46673"/>
                  <a:pt x="818788" y="46913"/>
                </a:cubicBezTo>
                <a:cubicBezTo>
                  <a:pt x="818894" y="47152"/>
                  <a:pt x="818967" y="47491"/>
                  <a:pt x="819006" y="47930"/>
                </a:cubicBezTo>
                <a:cubicBezTo>
                  <a:pt x="819046" y="48369"/>
                  <a:pt x="819066" y="48921"/>
                  <a:pt x="819066" y="49586"/>
                </a:cubicBezTo>
                <a:cubicBezTo>
                  <a:pt x="819066" y="50171"/>
                  <a:pt x="819053" y="50670"/>
                  <a:pt x="819026" y="51083"/>
                </a:cubicBezTo>
                <a:cubicBezTo>
                  <a:pt x="819000" y="51494"/>
                  <a:pt x="818960" y="51847"/>
                  <a:pt x="818907" y="52139"/>
                </a:cubicBezTo>
                <a:cubicBezTo>
                  <a:pt x="818854" y="52432"/>
                  <a:pt x="818775" y="52678"/>
                  <a:pt x="818669" y="52878"/>
                </a:cubicBezTo>
                <a:cubicBezTo>
                  <a:pt x="818563" y="53078"/>
                  <a:pt x="818424" y="53270"/>
                  <a:pt x="818252" y="53456"/>
                </a:cubicBezTo>
                <a:cubicBezTo>
                  <a:pt x="818080" y="53642"/>
                  <a:pt x="817611" y="53894"/>
                  <a:pt x="816843" y="54212"/>
                </a:cubicBezTo>
                <a:cubicBezTo>
                  <a:pt x="816076" y="54529"/>
                  <a:pt x="815097" y="54840"/>
                  <a:pt x="813907" y="55144"/>
                </a:cubicBezTo>
                <a:cubicBezTo>
                  <a:pt x="812716" y="55448"/>
                  <a:pt x="811353" y="55713"/>
                  <a:pt x="809819" y="55938"/>
                </a:cubicBezTo>
                <a:cubicBezTo>
                  <a:pt x="808284" y="56163"/>
                  <a:pt x="806644" y="56275"/>
                  <a:pt x="804898" y="56275"/>
                </a:cubicBezTo>
                <a:cubicBezTo>
                  <a:pt x="801749" y="56275"/>
                  <a:pt x="798991" y="55878"/>
                  <a:pt x="796623" y="55082"/>
                </a:cubicBezTo>
                <a:cubicBezTo>
                  <a:pt x="794255" y="54287"/>
                  <a:pt x="792278" y="53081"/>
                  <a:pt x="790690" y="51463"/>
                </a:cubicBezTo>
                <a:cubicBezTo>
                  <a:pt x="789103" y="49846"/>
                  <a:pt x="787919" y="47805"/>
                  <a:pt x="787138" y="45340"/>
                </a:cubicBezTo>
                <a:cubicBezTo>
                  <a:pt x="786358" y="42875"/>
                  <a:pt x="785967" y="39985"/>
                  <a:pt x="785967" y="36671"/>
                </a:cubicBezTo>
                <a:cubicBezTo>
                  <a:pt x="785967" y="33516"/>
                  <a:pt x="786377" y="30673"/>
                  <a:pt x="787198" y="28141"/>
                </a:cubicBezTo>
                <a:cubicBezTo>
                  <a:pt x="788018" y="25610"/>
                  <a:pt x="789208" y="23463"/>
                  <a:pt x="790769" y="21700"/>
                </a:cubicBezTo>
                <a:cubicBezTo>
                  <a:pt x="792330" y="19936"/>
                  <a:pt x="794229" y="18591"/>
                  <a:pt x="796464" y="17663"/>
                </a:cubicBezTo>
                <a:cubicBezTo>
                  <a:pt x="798700" y="16735"/>
                  <a:pt x="801220" y="16271"/>
                  <a:pt x="804025" y="16271"/>
                </a:cubicBezTo>
                <a:cubicBezTo>
                  <a:pt x="806988" y="16271"/>
                  <a:pt x="809521" y="16709"/>
                  <a:pt x="811625" y="17584"/>
                </a:cubicBezTo>
                <a:cubicBezTo>
                  <a:pt x="813728" y="18458"/>
                  <a:pt x="815454" y="19671"/>
                  <a:pt x="816804" y="21221"/>
                </a:cubicBezTo>
                <a:cubicBezTo>
                  <a:pt x="818153" y="22771"/>
                  <a:pt x="819145" y="24607"/>
                  <a:pt x="819780" y="26728"/>
                </a:cubicBezTo>
                <a:cubicBezTo>
                  <a:pt x="820415" y="28847"/>
                  <a:pt x="820733" y="31153"/>
                  <a:pt x="820733" y="33645"/>
                </a:cubicBezTo>
                <a:lnTo>
                  <a:pt x="820733" y="35235"/>
                </a:lnTo>
                <a:moveTo>
                  <a:pt x="811049" y="32384"/>
                </a:moveTo>
                <a:cubicBezTo>
                  <a:pt x="811129" y="29567"/>
                  <a:pt x="810566" y="27355"/>
                  <a:pt x="809362" y="25748"/>
                </a:cubicBezTo>
                <a:cubicBezTo>
                  <a:pt x="808159" y="24140"/>
                  <a:pt x="806300" y="23336"/>
                  <a:pt x="803787" y="23336"/>
                </a:cubicBezTo>
                <a:cubicBezTo>
                  <a:pt x="802517" y="23336"/>
                  <a:pt x="801412" y="23575"/>
                  <a:pt x="800473" y="24054"/>
                </a:cubicBezTo>
                <a:cubicBezTo>
                  <a:pt x="799533" y="24532"/>
                  <a:pt x="798753" y="25176"/>
                  <a:pt x="798131" y="25987"/>
                </a:cubicBezTo>
                <a:cubicBezTo>
                  <a:pt x="797509" y="26797"/>
                  <a:pt x="797033" y="27754"/>
                  <a:pt x="796703" y="28857"/>
                </a:cubicBezTo>
                <a:cubicBezTo>
                  <a:pt x="796372" y="29959"/>
                  <a:pt x="796180" y="31135"/>
                  <a:pt x="796127" y="32384"/>
                </a:cubicBezTo>
                <a:lnTo>
                  <a:pt x="811049" y="32384"/>
                </a:lnTo>
                <a:close/>
                <a:moveTo>
                  <a:pt x="853942" y="43987"/>
                </a:moveTo>
                <a:cubicBezTo>
                  <a:pt x="853942" y="46002"/>
                  <a:pt x="853565" y="47779"/>
                  <a:pt x="852811" y="49317"/>
                </a:cubicBezTo>
                <a:cubicBezTo>
                  <a:pt x="852057" y="50854"/>
                  <a:pt x="850992" y="52139"/>
                  <a:pt x="849617" y="53174"/>
                </a:cubicBezTo>
                <a:cubicBezTo>
                  <a:pt x="848241" y="54207"/>
                  <a:pt x="846614" y="54982"/>
                  <a:pt x="844735" y="55499"/>
                </a:cubicBezTo>
                <a:cubicBezTo>
                  <a:pt x="842857" y="56016"/>
                  <a:pt x="840819" y="56275"/>
                  <a:pt x="838624" y="56275"/>
                </a:cubicBezTo>
                <a:cubicBezTo>
                  <a:pt x="837301" y="56275"/>
                  <a:pt x="836037" y="56175"/>
                  <a:pt x="834833" y="55974"/>
                </a:cubicBezTo>
                <a:cubicBezTo>
                  <a:pt x="833630" y="55773"/>
                  <a:pt x="832551" y="55519"/>
                  <a:pt x="831599" y="55211"/>
                </a:cubicBezTo>
                <a:cubicBezTo>
                  <a:pt x="830647" y="54903"/>
                  <a:pt x="829853" y="54588"/>
                  <a:pt x="829218" y="54267"/>
                </a:cubicBezTo>
                <a:cubicBezTo>
                  <a:pt x="828583" y="53946"/>
                  <a:pt x="828120" y="53644"/>
                  <a:pt x="827829" y="53363"/>
                </a:cubicBezTo>
                <a:cubicBezTo>
                  <a:pt x="827538" y="53082"/>
                  <a:pt x="827313" y="52642"/>
                  <a:pt x="827154" y="52044"/>
                </a:cubicBezTo>
                <a:cubicBezTo>
                  <a:pt x="826995" y="51445"/>
                  <a:pt x="826916" y="50560"/>
                  <a:pt x="826916" y="49390"/>
                </a:cubicBezTo>
                <a:cubicBezTo>
                  <a:pt x="826916" y="48618"/>
                  <a:pt x="826942" y="48000"/>
                  <a:pt x="826995" y="47534"/>
                </a:cubicBezTo>
                <a:cubicBezTo>
                  <a:pt x="827048" y="47069"/>
                  <a:pt x="827128" y="46696"/>
                  <a:pt x="827234" y="46417"/>
                </a:cubicBezTo>
                <a:cubicBezTo>
                  <a:pt x="827339" y="46137"/>
                  <a:pt x="827472" y="45951"/>
                  <a:pt x="827630" y="45859"/>
                </a:cubicBezTo>
                <a:cubicBezTo>
                  <a:pt x="827789" y="45765"/>
                  <a:pt x="827988" y="45719"/>
                  <a:pt x="828226" y="45719"/>
                </a:cubicBezTo>
                <a:cubicBezTo>
                  <a:pt x="828517" y="45719"/>
                  <a:pt x="828947" y="45886"/>
                  <a:pt x="829515" y="46221"/>
                </a:cubicBezTo>
                <a:cubicBezTo>
                  <a:pt x="830084" y="46556"/>
                  <a:pt x="830792" y="46924"/>
                  <a:pt x="831639" y="47326"/>
                </a:cubicBezTo>
                <a:cubicBezTo>
                  <a:pt x="832485" y="47728"/>
                  <a:pt x="833471" y="48103"/>
                  <a:pt x="834595" y="48451"/>
                </a:cubicBezTo>
                <a:cubicBezTo>
                  <a:pt x="835720" y="48799"/>
                  <a:pt x="836996" y="48973"/>
                  <a:pt x="838425" y="48973"/>
                </a:cubicBezTo>
                <a:cubicBezTo>
                  <a:pt x="839325" y="48973"/>
                  <a:pt x="840125" y="48881"/>
                  <a:pt x="840826" y="48696"/>
                </a:cubicBezTo>
                <a:cubicBezTo>
                  <a:pt x="841527" y="48512"/>
                  <a:pt x="842136" y="48249"/>
                  <a:pt x="842652" y="47906"/>
                </a:cubicBezTo>
                <a:cubicBezTo>
                  <a:pt x="843168" y="47563"/>
                  <a:pt x="843558" y="47128"/>
                  <a:pt x="843822" y="46602"/>
                </a:cubicBezTo>
                <a:cubicBezTo>
                  <a:pt x="844087" y="46075"/>
                  <a:pt x="844219" y="45469"/>
                  <a:pt x="844219" y="44784"/>
                </a:cubicBezTo>
                <a:cubicBezTo>
                  <a:pt x="844219" y="43988"/>
                  <a:pt x="843975" y="43306"/>
                  <a:pt x="843485" y="42736"/>
                </a:cubicBezTo>
                <a:cubicBezTo>
                  <a:pt x="842996" y="42166"/>
                  <a:pt x="842347" y="41668"/>
                  <a:pt x="841540" y="41244"/>
                </a:cubicBezTo>
                <a:cubicBezTo>
                  <a:pt x="840734" y="40820"/>
                  <a:pt x="839821" y="40422"/>
                  <a:pt x="838802" y="40051"/>
                </a:cubicBezTo>
                <a:cubicBezTo>
                  <a:pt x="837783" y="39680"/>
                  <a:pt x="836738" y="39269"/>
                  <a:pt x="835667" y="38818"/>
                </a:cubicBezTo>
                <a:cubicBezTo>
                  <a:pt x="834595" y="38368"/>
                  <a:pt x="833550" y="37851"/>
                  <a:pt x="832532" y="37268"/>
                </a:cubicBezTo>
                <a:cubicBezTo>
                  <a:pt x="831513" y="36684"/>
                  <a:pt x="830600" y="35968"/>
                  <a:pt x="829793" y="35120"/>
                </a:cubicBezTo>
                <a:cubicBezTo>
                  <a:pt x="828986" y="34272"/>
                  <a:pt x="828338" y="33251"/>
                  <a:pt x="827849" y="32059"/>
                </a:cubicBezTo>
                <a:cubicBezTo>
                  <a:pt x="827359" y="30866"/>
                  <a:pt x="827114" y="29434"/>
                  <a:pt x="827114" y="27764"/>
                </a:cubicBezTo>
                <a:cubicBezTo>
                  <a:pt x="827114" y="26067"/>
                  <a:pt x="827445" y="24509"/>
                  <a:pt x="828107" y="23091"/>
                </a:cubicBezTo>
                <a:cubicBezTo>
                  <a:pt x="828768" y="21673"/>
                  <a:pt x="829721" y="20461"/>
                  <a:pt x="830964" y="19454"/>
                </a:cubicBezTo>
                <a:cubicBezTo>
                  <a:pt x="832208" y="18446"/>
                  <a:pt x="833722" y="17664"/>
                  <a:pt x="835508" y="17107"/>
                </a:cubicBezTo>
                <a:cubicBezTo>
                  <a:pt x="837294" y="16550"/>
                  <a:pt x="839298" y="16271"/>
                  <a:pt x="841521" y="16271"/>
                </a:cubicBezTo>
                <a:cubicBezTo>
                  <a:pt x="842632" y="16271"/>
                  <a:pt x="843710" y="16351"/>
                  <a:pt x="844755" y="16510"/>
                </a:cubicBezTo>
                <a:cubicBezTo>
                  <a:pt x="845800" y="16668"/>
                  <a:pt x="846746" y="16867"/>
                  <a:pt x="847593" y="17105"/>
                </a:cubicBezTo>
                <a:cubicBezTo>
                  <a:pt x="848439" y="17343"/>
                  <a:pt x="849154" y="17601"/>
                  <a:pt x="849736" y="17879"/>
                </a:cubicBezTo>
                <a:cubicBezTo>
                  <a:pt x="850318" y="18157"/>
                  <a:pt x="850734" y="18395"/>
                  <a:pt x="850986" y="18593"/>
                </a:cubicBezTo>
                <a:cubicBezTo>
                  <a:pt x="851237" y="18791"/>
                  <a:pt x="851416" y="18990"/>
                  <a:pt x="851522" y="19188"/>
                </a:cubicBezTo>
                <a:cubicBezTo>
                  <a:pt x="851627" y="19387"/>
                  <a:pt x="851707" y="19625"/>
                  <a:pt x="851760" y="19903"/>
                </a:cubicBezTo>
                <a:cubicBezTo>
                  <a:pt x="851813" y="20181"/>
                  <a:pt x="851859" y="20524"/>
                  <a:pt x="851899" y="20935"/>
                </a:cubicBezTo>
                <a:cubicBezTo>
                  <a:pt x="851938" y="21345"/>
                  <a:pt x="851958" y="21854"/>
                  <a:pt x="851958" y="22462"/>
                </a:cubicBezTo>
                <a:cubicBezTo>
                  <a:pt x="851958" y="23177"/>
                  <a:pt x="851938" y="23759"/>
                  <a:pt x="851899" y="24209"/>
                </a:cubicBezTo>
                <a:cubicBezTo>
                  <a:pt x="851859" y="24658"/>
                  <a:pt x="851793" y="25016"/>
                  <a:pt x="851700" y="25280"/>
                </a:cubicBezTo>
                <a:cubicBezTo>
                  <a:pt x="851608" y="25545"/>
                  <a:pt x="851482" y="25723"/>
                  <a:pt x="851323" y="25816"/>
                </a:cubicBezTo>
                <a:cubicBezTo>
                  <a:pt x="851164" y="25909"/>
                  <a:pt x="850979" y="25955"/>
                  <a:pt x="850768" y="25955"/>
                </a:cubicBezTo>
                <a:cubicBezTo>
                  <a:pt x="850529" y="25955"/>
                  <a:pt x="850159" y="25816"/>
                  <a:pt x="849656" y="25538"/>
                </a:cubicBezTo>
                <a:cubicBezTo>
                  <a:pt x="849154" y="25260"/>
                  <a:pt x="848525" y="24963"/>
                  <a:pt x="847771" y="24645"/>
                </a:cubicBezTo>
                <a:cubicBezTo>
                  <a:pt x="847017" y="24328"/>
                  <a:pt x="846144" y="24030"/>
                  <a:pt x="845152" y="23752"/>
                </a:cubicBezTo>
                <a:cubicBezTo>
                  <a:pt x="844160" y="23474"/>
                  <a:pt x="843029" y="23336"/>
                  <a:pt x="841759" y="23336"/>
                </a:cubicBezTo>
                <a:cubicBezTo>
                  <a:pt x="840859" y="23336"/>
                  <a:pt x="840079" y="23429"/>
                  <a:pt x="839417" y="23616"/>
                </a:cubicBezTo>
                <a:cubicBezTo>
                  <a:pt x="838756" y="23802"/>
                  <a:pt x="838213" y="24068"/>
                  <a:pt x="837790" y="24413"/>
                </a:cubicBezTo>
                <a:cubicBezTo>
                  <a:pt x="837367" y="24759"/>
                  <a:pt x="837049" y="25164"/>
                  <a:pt x="836838" y="25630"/>
                </a:cubicBezTo>
                <a:cubicBezTo>
                  <a:pt x="836626" y="26095"/>
                  <a:pt x="836520" y="26594"/>
                  <a:pt x="836520" y="27127"/>
                </a:cubicBezTo>
                <a:cubicBezTo>
                  <a:pt x="836520" y="27949"/>
                  <a:pt x="836771" y="28638"/>
                  <a:pt x="837274" y="29196"/>
                </a:cubicBezTo>
                <a:cubicBezTo>
                  <a:pt x="837777" y="29752"/>
                  <a:pt x="838438" y="30242"/>
                  <a:pt x="839258" y="30666"/>
                </a:cubicBezTo>
                <a:cubicBezTo>
                  <a:pt x="840079" y="31091"/>
                  <a:pt x="841011" y="31488"/>
                  <a:pt x="842056" y="31859"/>
                </a:cubicBezTo>
                <a:cubicBezTo>
                  <a:pt x="843101" y="32231"/>
                  <a:pt x="844160" y="32635"/>
                  <a:pt x="845231" y="33072"/>
                </a:cubicBezTo>
                <a:cubicBezTo>
                  <a:pt x="846303" y="33510"/>
                  <a:pt x="847361" y="34020"/>
                  <a:pt x="848406" y="34603"/>
                </a:cubicBezTo>
                <a:cubicBezTo>
                  <a:pt x="849451" y="35186"/>
                  <a:pt x="850384" y="35902"/>
                  <a:pt x="851204" y="36751"/>
                </a:cubicBezTo>
                <a:cubicBezTo>
                  <a:pt x="852024" y="37599"/>
                  <a:pt x="852686" y="38613"/>
                  <a:pt x="853188" y="39793"/>
                </a:cubicBezTo>
                <a:cubicBezTo>
                  <a:pt x="853691" y="40972"/>
                  <a:pt x="853942" y="42370"/>
                  <a:pt x="853942" y="43987"/>
                </a:cubicBezTo>
                <a:close/>
                <a:moveTo>
                  <a:pt x="886591" y="43987"/>
                </a:moveTo>
                <a:cubicBezTo>
                  <a:pt x="886591" y="46002"/>
                  <a:pt x="886214" y="47779"/>
                  <a:pt x="885460" y="49317"/>
                </a:cubicBezTo>
                <a:cubicBezTo>
                  <a:pt x="884706" y="50854"/>
                  <a:pt x="883641" y="52139"/>
                  <a:pt x="882266" y="53174"/>
                </a:cubicBezTo>
                <a:cubicBezTo>
                  <a:pt x="880890" y="54207"/>
                  <a:pt x="879263" y="54982"/>
                  <a:pt x="877384" y="55499"/>
                </a:cubicBezTo>
                <a:cubicBezTo>
                  <a:pt x="875506" y="56016"/>
                  <a:pt x="873468" y="56275"/>
                  <a:pt x="871272" y="56275"/>
                </a:cubicBezTo>
                <a:cubicBezTo>
                  <a:pt x="869950" y="56275"/>
                  <a:pt x="868686" y="56175"/>
                  <a:pt x="867482" y="55974"/>
                </a:cubicBezTo>
                <a:cubicBezTo>
                  <a:pt x="866279" y="55773"/>
                  <a:pt x="865200" y="55519"/>
                  <a:pt x="864248" y="55211"/>
                </a:cubicBezTo>
                <a:cubicBezTo>
                  <a:pt x="863295" y="54903"/>
                  <a:pt x="862502" y="54588"/>
                  <a:pt x="861867" y="54267"/>
                </a:cubicBezTo>
                <a:cubicBezTo>
                  <a:pt x="861232" y="53946"/>
                  <a:pt x="860769" y="53644"/>
                  <a:pt x="860478" y="53363"/>
                </a:cubicBezTo>
                <a:cubicBezTo>
                  <a:pt x="860187" y="53082"/>
                  <a:pt x="859962" y="52642"/>
                  <a:pt x="859803" y="52044"/>
                </a:cubicBezTo>
                <a:cubicBezTo>
                  <a:pt x="859644" y="51445"/>
                  <a:pt x="859565" y="50560"/>
                  <a:pt x="859565" y="49390"/>
                </a:cubicBezTo>
                <a:cubicBezTo>
                  <a:pt x="859565" y="48618"/>
                  <a:pt x="859591" y="48000"/>
                  <a:pt x="859644" y="47534"/>
                </a:cubicBezTo>
                <a:cubicBezTo>
                  <a:pt x="859697" y="47069"/>
                  <a:pt x="859777" y="46696"/>
                  <a:pt x="859882" y="46417"/>
                </a:cubicBezTo>
                <a:cubicBezTo>
                  <a:pt x="859988" y="46137"/>
                  <a:pt x="860121" y="45951"/>
                  <a:pt x="860279" y="45859"/>
                </a:cubicBezTo>
                <a:cubicBezTo>
                  <a:pt x="860438" y="45765"/>
                  <a:pt x="860637" y="45719"/>
                  <a:pt x="860875" y="45719"/>
                </a:cubicBezTo>
                <a:cubicBezTo>
                  <a:pt x="861166" y="45719"/>
                  <a:pt x="861596" y="45886"/>
                  <a:pt x="862164" y="46221"/>
                </a:cubicBezTo>
                <a:cubicBezTo>
                  <a:pt x="862733" y="46556"/>
                  <a:pt x="863441" y="46924"/>
                  <a:pt x="864288" y="47326"/>
                </a:cubicBezTo>
                <a:cubicBezTo>
                  <a:pt x="865134" y="47728"/>
                  <a:pt x="866120" y="48103"/>
                  <a:pt x="867244" y="48451"/>
                </a:cubicBezTo>
                <a:cubicBezTo>
                  <a:pt x="868369" y="48799"/>
                  <a:pt x="869645" y="48973"/>
                  <a:pt x="871074" y="48973"/>
                </a:cubicBezTo>
                <a:cubicBezTo>
                  <a:pt x="871974" y="48973"/>
                  <a:pt x="872774" y="48881"/>
                  <a:pt x="873475" y="48696"/>
                </a:cubicBezTo>
                <a:cubicBezTo>
                  <a:pt x="874176" y="48512"/>
                  <a:pt x="874785" y="48249"/>
                  <a:pt x="875301" y="47906"/>
                </a:cubicBezTo>
                <a:cubicBezTo>
                  <a:pt x="875817" y="47563"/>
                  <a:pt x="876207" y="47128"/>
                  <a:pt x="876471" y="46602"/>
                </a:cubicBezTo>
                <a:cubicBezTo>
                  <a:pt x="876736" y="46075"/>
                  <a:pt x="876868" y="45469"/>
                  <a:pt x="876868" y="44784"/>
                </a:cubicBezTo>
                <a:cubicBezTo>
                  <a:pt x="876868" y="43988"/>
                  <a:pt x="876623" y="43306"/>
                  <a:pt x="876134" y="42736"/>
                </a:cubicBezTo>
                <a:cubicBezTo>
                  <a:pt x="875645" y="42166"/>
                  <a:pt x="874996" y="41668"/>
                  <a:pt x="874189" y="41244"/>
                </a:cubicBezTo>
                <a:cubicBezTo>
                  <a:pt x="873382" y="40820"/>
                  <a:pt x="872470" y="40422"/>
                  <a:pt x="871451" y="40051"/>
                </a:cubicBezTo>
                <a:cubicBezTo>
                  <a:pt x="870432" y="39680"/>
                  <a:pt x="869387" y="39269"/>
                  <a:pt x="868316" y="38818"/>
                </a:cubicBezTo>
                <a:cubicBezTo>
                  <a:pt x="867244" y="38368"/>
                  <a:pt x="866199" y="37851"/>
                  <a:pt x="865181" y="37268"/>
                </a:cubicBezTo>
                <a:cubicBezTo>
                  <a:pt x="864162" y="36684"/>
                  <a:pt x="863249" y="35968"/>
                  <a:pt x="862442" y="35120"/>
                </a:cubicBezTo>
                <a:cubicBezTo>
                  <a:pt x="861635" y="34272"/>
                  <a:pt x="860987" y="33251"/>
                  <a:pt x="860498" y="32059"/>
                </a:cubicBezTo>
                <a:cubicBezTo>
                  <a:pt x="860008" y="30866"/>
                  <a:pt x="859763" y="29434"/>
                  <a:pt x="859763" y="27764"/>
                </a:cubicBezTo>
                <a:cubicBezTo>
                  <a:pt x="859763" y="26067"/>
                  <a:pt x="860094" y="24509"/>
                  <a:pt x="860756" y="23091"/>
                </a:cubicBezTo>
                <a:cubicBezTo>
                  <a:pt x="861417" y="21673"/>
                  <a:pt x="862369" y="20461"/>
                  <a:pt x="863613" y="19454"/>
                </a:cubicBezTo>
                <a:cubicBezTo>
                  <a:pt x="864856" y="18446"/>
                  <a:pt x="866371" y="17664"/>
                  <a:pt x="868157" y="17107"/>
                </a:cubicBezTo>
                <a:cubicBezTo>
                  <a:pt x="869943" y="16550"/>
                  <a:pt x="871947" y="16271"/>
                  <a:pt x="874170" y="16271"/>
                </a:cubicBezTo>
                <a:cubicBezTo>
                  <a:pt x="875281" y="16271"/>
                  <a:pt x="876359" y="16351"/>
                  <a:pt x="877404" y="16510"/>
                </a:cubicBezTo>
                <a:cubicBezTo>
                  <a:pt x="878449" y="16668"/>
                  <a:pt x="879395" y="16867"/>
                  <a:pt x="880242" y="17105"/>
                </a:cubicBezTo>
                <a:cubicBezTo>
                  <a:pt x="881088" y="17343"/>
                  <a:pt x="881803" y="17601"/>
                  <a:pt x="882385" y="17879"/>
                </a:cubicBezTo>
                <a:cubicBezTo>
                  <a:pt x="882967" y="18157"/>
                  <a:pt x="883383" y="18395"/>
                  <a:pt x="883635" y="18593"/>
                </a:cubicBezTo>
                <a:cubicBezTo>
                  <a:pt x="883886" y="18791"/>
                  <a:pt x="884065" y="18990"/>
                  <a:pt x="884171" y="19188"/>
                </a:cubicBezTo>
                <a:cubicBezTo>
                  <a:pt x="884276" y="19387"/>
                  <a:pt x="884356" y="19625"/>
                  <a:pt x="884409" y="19903"/>
                </a:cubicBezTo>
                <a:cubicBezTo>
                  <a:pt x="884462" y="20181"/>
                  <a:pt x="884508" y="20524"/>
                  <a:pt x="884548" y="20935"/>
                </a:cubicBezTo>
                <a:cubicBezTo>
                  <a:pt x="884587" y="21345"/>
                  <a:pt x="884607" y="21854"/>
                  <a:pt x="884607" y="22462"/>
                </a:cubicBezTo>
                <a:cubicBezTo>
                  <a:pt x="884607" y="23177"/>
                  <a:pt x="884587" y="23759"/>
                  <a:pt x="884548" y="24209"/>
                </a:cubicBezTo>
                <a:cubicBezTo>
                  <a:pt x="884508" y="24658"/>
                  <a:pt x="884442" y="25016"/>
                  <a:pt x="884349" y="25280"/>
                </a:cubicBezTo>
                <a:cubicBezTo>
                  <a:pt x="884257" y="25545"/>
                  <a:pt x="884131" y="25723"/>
                  <a:pt x="883972" y="25816"/>
                </a:cubicBezTo>
                <a:cubicBezTo>
                  <a:pt x="883813" y="25909"/>
                  <a:pt x="883628" y="25955"/>
                  <a:pt x="883416" y="25955"/>
                </a:cubicBezTo>
                <a:cubicBezTo>
                  <a:pt x="883178" y="25955"/>
                  <a:pt x="882808" y="25816"/>
                  <a:pt x="882305" y="25538"/>
                </a:cubicBezTo>
                <a:cubicBezTo>
                  <a:pt x="881803" y="25260"/>
                  <a:pt x="881174" y="24963"/>
                  <a:pt x="880420" y="24645"/>
                </a:cubicBezTo>
                <a:cubicBezTo>
                  <a:pt x="879666" y="24328"/>
                  <a:pt x="878793" y="24030"/>
                  <a:pt x="877801" y="23752"/>
                </a:cubicBezTo>
                <a:cubicBezTo>
                  <a:pt x="876809" y="23474"/>
                  <a:pt x="875678" y="23336"/>
                  <a:pt x="874408" y="23336"/>
                </a:cubicBezTo>
                <a:cubicBezTo>
                  <a:pt x="873508" y="23336"/>
                  <a:pt x="872728" y="23429"/>
                  <a:pt x="872066" y="23616"/>
                </a:cubicBezTo>
                <a:cubicBezTo>
                  <a:pt x="871405" y="23802"/>
                  <a:pt x="870862" y="24068"/>
                  <a:pt x="870439" y="24413"/>
                </a:cubicBezTo>
                <a:cubicBezTo>
                  <a:pt x="870016" y="24759"/>
                  <a:pt x="869698" y="25164"/>
                  <a:pt x="869487" y="25630"/>
                </a:cubicBezTo>
                <a:cubicBezTo>
                  <a:pt x="869275" y="26095"/>
                  <a:pt x="869169" y="26594"/>
                  <a:pt x="869169" y="27127"/>
                </a:cubicBezTo>
                <a:cubicBezTo>
                  <a:pt x="869169" y="27949"/>
                  <a:pt x="869420" y="28638"/>
                  <a:pt x="869923" y="29196"/>
                </a:cubicBezTo>
                <a:cubicBezTo>
                  <a:pt x="870426" y="29752"/>
                  <a:pt x="871087" y="30242"/>
                  <a:pt x="871907" y="30666"/>
                </a:cubicBezTo>
                <a:cubicBezTo>
                  <a:pt x="872728" y="31091"/>
                  <a:pt x="873660" y="31488"/>
                  <a:pt x="874705" y="31859"/>
                </a:cubicBezTo>
                <a:cubicBezTo>
                  <a:pt x="875750" y="32231"/>
                  <a:pt x="876809" y="32635"/>
                  <a:pt x="877880" y="33072"/>
                </a:cubicBezTo>
                <a:cubicBezTo>
                  <a:pt x="878952" y="33510"/>
                  <a:pt x="880010" y="34020"/>
                  <a:pt x="881055" y="34603"/>
                </a:cubicBezTo>
                <a:cubicBezTo>
                  <a:pt x="882100" y="35186"/>
                  <a:pt x="883033" y="35902"/>
                  <a:pt x="883853" y="36751"/>
                </a:cubicBezTo>
                <a:cubicBezTo>
                  <a:pt x="884673" y="37599"/>
                  <a:pt x="885335" y="38613"/>
                  <a:pt x="885837" y="39793"/>
                </a:cubicBezTo>
                <a:cubicBezTo>
                  <a:pt x="886340" y="40972"/>
                  <a:pt x="886591" y="42370"/>
                  <a:pt x="886591" y="43987"/>
                </a:cubicBezTo>
                <a:close/>
                <a:moveTo>
                  <a:pt x="924487" y="54091"/>
                </a:moveTo>
                <a:cubicBezTo>
                  <a:pt x="924487" y="54462"/>
                  <a:pt x="924355" y="54753"/>
                  <a:pt x="924090" y="54966"/>
                </a:cubicBezTo>
                <a:cubicBezTo>
                  <a:pt x="923826" y="55177"/>
                  <a:pt x="923409" y="55329"/>
                  <a:pt x="922840" y="55422"/>
                </a:cubicBezTo>
                <a:cubicBezTo>
                  <a:pt x="922271" y="55515"/>
                  <a:pt x="921431" y="55561"/>
                  <a:pt x="920320" y="55561"/>
                </a:cubicBezTo>
                <a:cubicBezTo>
                  <a:pt x="919130" y="55561"/>
                  <a:pt x="918263" y="55515"/>
                  <a:pt x="917721" y="55422"/>
                </a:cubicBezTo>
                <a:cubicBezTo>
                  <a:pt x="917178" y="55329"/>
                  <a:pt x="916795" y="55177"/>
                  <a:pt x="916570" y="54966"/>
                </a:cubicBezTo>
                <a:cubicBezTo>
                  <a:pt x="916345" y="54754"/>
                  <a:pt x="916232" y="54463"/>
                  <a:pt x="916232" y="54093"/>
                </a:cubicBezTo>
                <a:lnTo>
                  <a:pt x="916232" y="51275"/>
                </a:lnTo>
                <a:cubicBezTo>
                  <a:pt x="914777" y="52836"/>
                  <a:pt x="913117" y="54059"/>
                  <a:pt x="911252" y="54946"/>
                </a:cubicBezTo>
                <a:cubicBezTo>
                  <a:pt x="909387" y="55832"/>
                  <a:pt x="907316" y="56275"/>
                  <a:pt x="905041" y="56275"/>
                </a:cubicBezTo>
                <a:cubicBezTo>
                  <a:pt x="903162" y="56275"/>
                  <a:pt x="901436" y="56030"/>
                  <a:pt x="899862" y="55539"/>
                </a:cubicBezTo>
                <a:cubicBezTo>
                  <a:pt x="898288" y="55047"/>
                  <a:pt x="896925" y="54317"/>
                  <a:pt x="895774" y="53348"/>
                </a:cubicBezTo>
                <a:cubicBezTo>
                  <a:pt x="894623" y="52379"/>
                  <a:pt x="893730" y="51178"/>
                  <a:pt x="893095" y="49746"/>
                </a:cubicBezTo>
                <a:cubicBezTo>
                  <a:pt x="892460" y="48312"/>
                  <a:pt x="892143" y="46639"/>
                  <a:pt x="892143" y="44728"/>
                </a:cubicBezTo>
                <a:cubicBezTo>
                  <a:pt x="892143" y="42657"/>
                  <a:pt x="892546" y="40858"/>
                  <a:pt x="893353" y="39332"/>
                </a:cubicBezTo>
                <a:cubicBezTo>
                  <a:pt x="894160" y="37805"/>
                  <a:pt x="895364" y="36545"/>
                  <a:pt x="896965" y="35549"/>
                </a:cubicBezTo>
                <a:cubicBezTo>
                  <a:pt x="898565" y="34554"/>
                  <a:pt x="900556" y="33817"/>
                  <a:pt x="902938" y="33339"/>
                </a:cubicBezTo>
                <a:cubicBezTo>
                  <a:pt x="905319" y="32861"/>
                  <a:pt x="908084" y="32622"/>
                  <a:pt x="911232" y="32622"/>
                </a:cubicBezTo>
                <a:lnTo>
                  <a:pt x="914685" y="32622"/>
                </a:lnTo>
                <a:lnTo>
                  <a:pt x="914685" y="30489"/>
                </a:lnTo>
                <a:cubicBezTo>
                  <a:pt x="914685" y="29383"/>
                  <a:pt x="914572" y="28415"/>
                  <a:pt x="914347" y="27586"/>
                </a:cubicBezTo>
                <a:cubicBezTo>
                  <a:pt x="914122" y="26756"/>
                  <a:pt x="913752" y="26064"/>
                  <a:pt x="913236" y="25511"/>
                </a:cubicBezTo>
                <a:cubicBezTo>
                  <a:pt x="912720" y="24958"/>
                  <a:pt x="912032" y="24550"/>
                  <a:pt x="911172" y="24287"/>
                </a:cubicBezTo>
                <a:cubicBezTo>
                  <a:pt x="910313" y="24023"/>
                  <a:pt x="909248" y="23891"/>
                  <a:pt x="907978" y="23891"/>
                </a:cubicBezTo>
                <a:cubicBezTo>
                  <a:pt x="906311" y="23891"/>
                  <a:pt x="904823" y="24076"/>
                  <a:pt x="903513" y="24447"/>
                </a:cubicBezTo>
                <a:cubicBezTo>
                  <a:pt x="902203" y="24817"/>
                  <a:pt x="901046" y="25227"/>
                  <a:pt x="900040" y="25677"/>
                </a:cubicBezTo>
                <a:cubicBezTo>
                  <a:pt x="899035" y="26127"/>
                  <a:pt x="898195" y="26537"/>
                  <a:pt x="897520" y="26907"/>
                </a:cubicBezTo>
                <a:cubicBezTo>
                  <a:pt x="896846" y="27278"/>
                  <a:pt x="896297" y="27463"/>
                  <a:pt x="895873" y="27463"/>
                </a:cubicBezTo>
                <a:cubicBezTo>
                  <a:pt x="895582" y="27463"/>
                  <a:pt x="895324" y="27370"/>
                  <a:pt x="895099" y="27184"/>
                </a:cubicBezTo>
                <a:cubicBezTo>
                  <a:pt x="894875" y="26998"/>
                  <a:pt x="894689" y="26732"/>
                  <a:pt x="894544" y="26386"/>
                </a:cubicBezTo>
                <a:cubicBezTo>
                  <a:pt x="894398" y="26041"/>
                  <a:pt x="894286" y="25615"/>
                  <a:pt x="894207" y="25110"/>
                </a:cubicBezTo>
                <a:cubicBezTo>
                  <a:pt x="894127" y="24604"/>
                  <a:pt x="894087" y="24046"/>
                  <a:pt x="894087" y="23435"/>
                </a:cubicBezTo>
                <a:cubicBezTo>
                  <a:pt x="894087" y="22610"/>
                  <a:pt x="894154" y="21959"/>
                  <a:pt x="894286" y="21480"/>
                </a:cubicBezTo>
                <a:cubicBezTo>
                  <a:pt x="894418" y="21002"/>
                  <a:pt x="894670" y="20570"/>
                  <a:pt x="895040" y="20184"/>
                </a:cubicBezTo>
                <a:cubicBezTo>
                  <a:pt x="895410" y="19798"/>
                  <a:pt x="896059" y="19374"/>
                  <a:pt x="896985" y="18911"/>
                </a:cubicBezTo>
                <a:cubicBezTo>
                  <a:pt x="897911" y="18448"/>
                  <a:pt x="898995" y="18018"/>
                  <a:pt x="900239" y="17621"/>
                </a:cubicBezTo>
                <a:cubicBezTo>
                  <a:pt x="901482" y="17224"/>
                  <a:pt x="902838" y="16900"/>
                  <a:pt x="904307" y="16648"/>
                </a:cubicBezTo>
                <a:cubicBezTo>
                  <a:pt x="905775" y="16397"/>
                  <a:pt x="907290" y="16271"/>
                  <a:pt x="908851" y="16271"/>
                </a:cubicBezTo>
                <a:cubicBezTo>
                  <a:pt x="911629" y="16271"/>
                  <a:pt x="914003" y="16543"/>
                  <a:pt x="915974" y="17086"/>
                </a:cubicBezTo>
                <a:cubicBezTo>
                  <a:pt x="917946" y="17629"/>
                  <a:pt x="919566" y="18463"/>
                  <a:pt x="920836" y="19589"/>
                </a:cubicBezTo>
                <a:cubicBezTo>
                  <a:pt x="922106" y="20714"/>
                  <a:pt x="923032" y="22164"/>
                  <a:pt x="923614" y="23938"/>
                </a:cubicBezTo>
                <a:cubicBezTo>
                  <a:pt x="924196" y="25713"/>
                  <a:pt x="924487" y="27818"/>
                  <a:pt x="924487" y="30255"/>
                </a:cubicBezTo>
                <a:lnTo>
                  <a:pt x="924487" y="54091"/>
                </a:lnTo>
                <a:moveTo>
                  <a:pt x="914685" y="38893"/>
                </a:moveTo>
                <a:lnTo>
                  <a:pt x="910875" y="38893"/>
                </a:lnTo>
                <a:cubicBezTo>
                  <a:pt x="909261" y="38893"/>
                  <a:pt x="907885" y="39013"/>
                  <a:pt x="906747" y="39252"/>
                </a:cubicBezTo>
                <a:cubicBezTo>
                  <a:pt x="905610" y="39492"/>
                  <a:pt x="904684" y="39852"/>
                  <a:pt x="903969" y="40333"/>
                </a:cubicBezTo>
                <a:cubicBezTo>
                  <a:pt x="903255" y="40812"/>
                  <a:pt x="902732" y="41392"/>
                  <a:pt x="902402" y="42073"/>
                </a:cubicBezTo>
                <a:cubicBezTo>
                  <a:pt x="902071" y="42752"/>
                  <a:pt x="901906" y="43532"/>
                  <a:pt x="901906" y="44412"/>
                </a:cubicBezTo>
                <a:cubicBezTo>
                  <a:pt x="901906" y="45905"/>
                  <a:pt x="902375" y="47078"/>
                  <a:pt x="903315" y="47931"/>
                </a:cubicBezTo>
                <a:cubicBezTo>
                  <a:pt x="904254" y="48784"/>
                  <a:pt x="905557" y="49211"/>
                  <a:pt x="907224" y="49211"/>
                </a:cubicBezTo>
                <a:cubicBezTo>
                  <a:pt x="908626" y="49211"/>
                  <a:pt x="909916" y="48851"/>
                  <a:pt x="911093" y="48132"/>
                </a:cubicBezTo>
                <a:cubicBezTo>
                  <a:pt x="912270" y="47412"/>
                  <a:pt x="913468" y="46359"/>
                  <a:pt x="914685" y="44972"/>
                </a:cubicBezTo>
                <a:lnTo>
                  <a:pt x="914685" y="38893"/>
                </a:lnTo>
                <a:close/>
                <a:moveTo>
                  <a:pt x="966523" y="21034"/>
                </a:moveTo>
                <a:cubicBezTo>
                  <a:pt x="966523" y="22304"/>
                  <a:pt x="966377" y="23243"/>
                  <a:pt x="966086" y="23852"/>
                </a:cubicBezTo>
                <a:cubicBezTo>
                  <a:pt x="965795" y="24460"/>
                  <a:pt x="965438" y="24764"/>
                  <a:pt x="965015" y="24764"/>
                </a:cubicBezTo>
                <a:lnTo>
                  <a:pt x="960848" y="24764"/>
                </a:lnTo>
                <a:cubicBezTo>
                  <a:pt x="961430" y="25393"/>
                  <a:pt x="961846" y="26108"/>
                  <a:pt x="962098" y="26909"/>
                </a:cubicBezTo>
                <a:cubicBezTo>
                  <a:pt x="962349" y="27709"/>
                  <a:pt x="962475" y="28542"/>
                  <a:pt x="962475" y="29408"/>
                </a:cubicBezTo>
                <a:cubicBezTo>
                  <a:pt x="962475" y="31471"/>
                  <a:pt x="962131" y="33303"/>
                  <a:pt x="961443" y="34904"/>
                </a:cubicBezTo>
                <a:cubicBezTo>
                  <a:pt x="960755" y="36505"/>
                  <a:pt x="959769" y="37854"/>
                  <a:pt x="958486" y="38952"/>
                </a:cubicBezTo>
                <a:cubicBezTo>
                  <a:pt x="957203" y="40050"/>
                  <a:pt x="955655" y="40884"/>
                  <a:pt x="953843" y="41452"/>
                </a:cubicBezTo>
                <a:cubicBezTo>
                  <a:pt x="952031" y="42021"/>
                  <a:pt x="950013" y="42306"/>
                  <a:pt x="947791" y="42306"/>
                </a:cubicBezTo>
                <a:cubicBezTo>
                  <a:pt x="946653" y="42306"/>
                  <a:pt x="945568" y="42167"/>
                  <a:pt x="944536" y="41889"/>
                </a:cubicBezTo>
                <a:cubicBezTo>
                  <a:pt x="943505" y="41611"/>
                  <a:pt x="942711" y="41287"/>
                  <a:pt x="942155" y="40917"/>
                </a:cubicBezTo>
                <a:cubicBezTo>
                  <a:pt x="941838" y="41261"/>
                  <a:pt x="941553" y="41671"/>
                  <a:pt x="941302" y="42147"/>
                </a:cubicBezTo>
                <a:cubicBezTo>
                  <a:pt x="941051" y="42623"/>
                  <a:pt x="940925" y="43152"/>
                  <a:pt x="940925" y="43734"/>
                </a:cubicBezTo>
                <a:cubicBezTo>
                  <a:pt x="940925" y="44502"/>
                  <a:pt x="941262" y="45130"/>
                  <a:pt x="941937" y="45619"/>
                </a:cubicBezTo>
                <a:cubicBezTo>
                  <a:pt x="942612" y="46109"/>
                  <a:pt x="943558" y="46380"/>
                  <a:pt x="944775" y="46433"/>
                </a:cubicBezTo>
                <a:lnTo>
                  <a:pt x="953387" y="46752"/>
                </a:lnTo>
                <a:cubicBezTo>
                  <a:pt x="955397" y="46831"/>
                  <a:pt x="957190" y="47116"/>
                  <a:pt x="958764" y="47608"/>
                </a:cubicBezTo>
                <a:cubicBezTo>
                  <a:pt x="960338" y="48099"/>
                  <a:pt x="961661" y="48789"/>
                  <a:pt x="962733" y="49679"/>
                </a:cubicBezTo>
                <a:cubicBezTo>
                  <a:pt x="963804" y="50568"/>
                  <a:pt x="964624" y="51637"/>
                  <a:pt x="965193" y="52885"/>
                </a:cubicBezTo>
                <a:cubicBezTo>
                  <a:pt x="965762" y="54132"/>
                  <a:pt x="966046" y="55552"/>
                  <a:pt x="966046" y="57145"/>
                </a:cubicBezTo>
                <a:cubicBezTo>
                  <a:pt x="966046" y="58897"/>
                  <a:pt x="965663" y="60549"/>
                  <a:pt x="964896" y="62102"/>
                </a:cubicBezTo>
                <a:cubicBezTo>
                  <a:pt x="964128" y="63655"/>
                  <a:pt x="962977" y="65003"/>
                  <a:pt x="961443" y="66145"/>
                </a:cubicBezTo>
                <a:cubicBezTo>
                  <a:pt x="959908" y="67287"/>
                  <a:pt x="957984" y="68189"/>
                  <a:pt x="955668" y="68852"/>
                </a:cubicBezTo>
                <a:cubicBezTo>
                  <a:pt x="953353" y="69516"/>
                  <a:pt x="950648" y="69848"/>
                  <a:pt x="947553" y="69848"/>
                </a:cubicBezTo>
                <a:cubicBezTo>
                  <a:pt x="944536" y="69848"/>
                  <a:pt x="941963" y="69609"/>
                  <a:pt x="939834" y="69132"/>
                </a:cubicBezTo>
                <a:cubicBezTo>
                  <a:pt x="937704" y="68655"/>
                  <a:pt x="935958" y="67993"/>
                  <a:pt x="934595" y="67144"/>
                </a:cubicBezTo>
                <a:cubicBezTo>
                  <a:pt x="933232" y="66297"/>
                  <a:pt x="932240" y="65284"/>
                  <a:pt x="931619" y="64105"/>
                </a:cubicBezTo>
                <a:cubicBezTo>
                  <a:pt x="930997" y="62926"/>
                  <a:pt x="930686" y="61634"/>
                  <a:pt x="930686" y="60230"/>
                </a:cubicBezTo>
                <a:cubicBezTo>
                  <a:pt x="930686" y="59356"/>
                  <a:pt x="930798" y="58520"/>
                  <a:pt x="931023" y="57725"/>
                </a:cubicBezTo>
                <a:cubicBezTo>
                  <a:pt x="931248" y="56931"/>
                  <a:pt x="931579" y="56169"/>
                  <a:pt x="932015" y="55439"/>
                </a:cubicBezTo>
                <a:cubicBezTo>
                  <a:pt x="932452" y="54711"/>
                  <a:pt x="932988" y="54016"/>
                  <a:pt x="933623" y="53353"/>
                </a:cubicBezTo>
                <a:cubicBezTo>
                  <a:pt x="934258" y="52691"/>
                  <a:pt x="934985" y="52055"/>
                  <a:pt x="935805" y="51446"/>
                </a:cubicBezTo>
                <a:cubicBezTo>
                  <a:pt x="934668" y="50835"/>
                  <a:pt x="933788" y="50005"/>
                  <a:pt x="933166" y="48957"/>
                </a:cubicBezTo>
                <a:cubicBezTo>
                  <a:pt x="932545" y="47908"/>
                  <a:pt x="932234" y="46759"/>
                  <a:pt x="932234" y="45510"/>
                </a:cubicBezTo>
                <a:cubicBezTo>
                  <a:pt x="932234" y="43944"/>
                  <a:pt x="932591" y="42516"/>
                  <a:pt x="933305" y="41228"/>
                </a:cubicBezTo>
                <a:cubicBezTo>
                  <a:pt x="934020" y="39940"/>
                  <a:pt x="934946" y="38778"/>
                  <a:pt x="936083" y="37742"/>
                </a:cubicBezTo>
                <a:cubicBezTo>
                  <a:pt x="935157" y="36816"/>
                  <a:pt x="934416" y="35705"/>
                  <a:pt x="933861" y="34408"/>
                </a:cubicBezTo>
                <a:cubicBezTo>
                  <a:pt x="933305" y="33112"/>
                  <a:pt x="933027" y="31498"/>
                  <a:pt x="933027" y="29566"/>
                </a:cubicBezTo>
                <a:cubicBezTo>
                  <a:pt x="933027" y="27503"/>
                  <a:pt x="933391" y="25657"/>
                  <a:pt x="934119" y="24030"/>
                </a:cubicBezTo>
                <a:cubicBezTo>
                  <a:pt x="934846" y="22403"/>
                  <a:pt x="935858" y="21027"/>
                  <a:pt x="937155" y="19903"/>
                </a:cubicBezTo>
                <a:cubicBezTo>
                  <a:pt x="938451" y="18778"/>
                  <a:pt x="939999" y="17918"/>
                  <a:pt x="941798" y="17323"/>
                </a:cubicBezTo>
                <a:cubicBezTo>
                  <a:pt x="943597" y="16728"/>
                  <a:pt x="945582" y="16430"/>
                  <a:pt x="947751" y="16430"/>
                </a:cubicBezTo>
                <a:cubicBezTo>
                  <a:pt x="948862" y="16430"/>
                  <a:pt x="949927" y="16500"/>
                  <a:pt x="950946" y="16640"/>
                </a:cubicBezTo>
                <a:cubicBezTo>
                  <a:pt x="951964" y="16779"/>
                  <a:pt x="952910" y="16973"/>
                  <a:pt x="953783" y="17224"/>
                </a:cubicBezTo>
                <a:lnTo>
                  <a:pt x="965015" y="17224"/>
                </a:lnTo>
                <a:cubicBezTo>
                  <a:pt x="965464" y="17224"/>
                  <a:pt x="965828" y="17515"/>
                  <a:pt x="966106" y="18097"/>
                </a:cubicBezTo>
                <a:cubicBezTo>
                  <a:pt x="966384" y="18679"/>
                  <a:pt x="966523" y="19658"/>
                  <a:pt x="966523" y="21034"/>
                </a:cubicBezTo>
                <a:moveTo>
                  <a:pt x="953704" y="29348"/>
                </a:moveTo>
                <a:cubicBezTo>
                  <a:pt x="953704" y="27450"/>
                  <a:pt x="953175" y="25973"/>
                  <a:pt x="952117" y="24918"/>
                </a:cubicBezTo>
                <a:cubicBezTo>
                  <a:pt x="951058" y="23863"/>
                  <a:pt x="949563" y="23336"/>
                  <a:pt x="947632" y="23336"/>
                </a:cubicBezTo>
                <a:cubicBezTo>
                  <a:pt x="946653" y="23336"/>
                  <a:pt x="945793" y="23501"/>
                  <a:pt x="945052" y="23830"/>
                </a:cubicBezTo>
                <a:cubicBezTo>
                  <a:pt x="944312" y="24159"/>
                  <a:pt x="943696" y="24608"/>
                  <a:pt x="943207" y="25175"/>
                </a:cubicBezTo>
                <a:cubicBezTo>
                  <a:pt x="942718" y="25742"/>
                  <a:pt x="942354" y="26401"/>
                  <a:pt x="942116" y="27153"/>
                </a:cubicBezTo>
                <a:cubicBezTo>
                  <a:pt x="941877" y="27904"/>
                  <a:pt x="941758" y="28689"/>
                  <a:pt x="941758" y="29507"/>
                </a:cubicBezTo>
                <a:cubicBezTo>
                  <a:pt x="941758" y="31299"/>
                  <a:pt x="942288" y="32716"/>
                  <a:pt x="943346" y="33758"/>
                </a:cubicBezTo>
                <a:cubicBezTo>
                  <a:pt x="944404" y="34800"/>
                  <a:pt x="945873" y="35321"/>
                  <a:pt x="947751" y="35321"/>
                </a:cubicBezTo>
                <a:cubicBezTo>
                  <a:pt x="948756" y="35321"/>
                  <a:pt x="949630" y="35163"/>
                  <a:pt x="950370" y="34847"/>
                </a:cubicBezTo>
                <a:cubicBezTo>
                  <a:pt x="951111" y="34530"/>
                  <a:pt x="951726" y="34095"/>
                  <a:pt x="952216" y="33541"/>
                </a:cubicBezTo>
                <a:cubicBezTo>
                  <a:pt x="952705" y="32987"/>
                  <a:pt x="953076" y="32348"/>
                  <a:pt x="953327" y="31623"/>
                </a:cubicBezTo>
                <a:cubicBezTo>
                  <a:pt x="953578" y="30897"/>
                  <a:pt x="953704" y="30139"/>
                  <a:pt x="953704" y="29348"/>
                </a:cubicBezTo>
                <a:moveTo>
                  <a:pt x="956046" y="57658"/>
                </a:moveTo>
                <a:cubicBezTo>
                  <a:pt x="956046" y="56458"/>
                  <a:pt x="955569" y="55537"/>
                  <a:pt x="954617" y="54897"/>
                </a:cubicBezTo>
                <a:cubicBezTo>
                  <a:pt x="953664" y="54257"/>
                  <a:pt x="952355" y="53909"/>
                  <a:pt x="950688" y="53856"/>
                </a:cubicBezTo>
                <a:lnTo>
                  <a:pt x="943584" y="53656"/>
                </a:lnTo>
                <a:cubicBezTo>
                  <a:pt x="942896" y="54163"/>
                  <a:pt x="942347" y="54650"/>
                  <a:pt x="941937" y="55117"/>
                </a:cubicBezTo>
                <a:cubicBezTo>
                  <a:pt x="941527" y="55584"/>
                  <a:pt x="941196" y="56031"/>
                  <a:pt x="940945" y="56458"/>
                </a:cubicBezTo>
                <a:cubicBezTo>
                  <a:pt x="940693" y="56885"/>
                  <a:pt x="940528" y="57299"/>
                  <a:pt x="940449" y="57699"/>
                </a:cubicBezTo>
                <a:cubicBezTo>
                  <a:pt x="940369" y="58099"/>
                  <a:pt x="940330" y="58513"/>
                  <a:pt x="940330" y="58939"/>
                </a:cubicBezTo>
                <a:cubicBezTo>
                  <a:pt x="940330" y="60274"/>
                  <a:pt x="940998" y="61288"/>
                  <a:pt x="942334" y="61981"/>
                </a:cubicBezTo>
                <a:cubicBezTo>
                  <a:pt x="943670" y="62675"/>
                  <a:pt x="945555" y="63022"/>
                  <a:pt x="947989" y="63022"/>
                </a:cubicBezTo>
                <a:cubicBezTo>
                  <a:pt x="949497" y="63022"/>
                  <a:pt x="950767" y="62869"/>
                  <a:pt x="951799" y="62562"/>
                </a:cubicBezTo>
                <a:cubicBezTo>
                  <a:pt x="952831" y="62255"/>
                  <a:pt x="953664" y="61848"/>
                  <a:pt x="954299" y="61340"/>
                </a:cubicBezTo>
                <a:cubicBezTo>
                  <a:pt x="954934" y="60833"/>
                  <a:pt x="955384" y="60266"/>
                  <a:pt x="955649" y="59639"/>
                </a:cubicBezTo>
                <a:cubicBezTo>
                  <a:pt x="955913" y="59012"/>
                  <a:pt x="956046" y="58352"/>
                  <a:pt x="956046" y="57658"/>
                </a:cubicBezTo>
                <a:close/>
                <a:moveTo>
                  <a:pt x="1004826" y="35235"/>
                </a:moveTo>
                <a:cubicBezTo>
                  <a:pt x="1004826" y="36455"/>
                  <a:pt x="1004555" y="37356"/>
                  <a:pt x="1004012" y="37939"/>
                </a:cubicBezTo>
                <a:cubicBezTo>
                  <a:pt x="1003470" y="38522"/>
                  <a:pt x="1002723" y="38813"/>
                  <a:pt x="1001770" y="38813"/>
                </a:cubicBezTo>
                <a:lnTo>
                  <a:pt x="980220" y="38813"/>
                </a:lnTo>
                <a:cubicBezTo>
                  <a:pt x="980220" y="40327"/>
                  <a:pt x="980399" y="41702"/>
                  <a:pt x="980756" y="42937"/>
                </a:cubicBezTo>
                <a:cubicBezTo>
                  <a:pt x="981113" y="44172"/>
                  <a:pt x="981682" y="45222"/>
                  <a:pt x="982463" y="46086"/>
                </a:cubicBezTo>
                <a:cubicBezTo>
                  <a:pt x="983243" y="46949"/>
                  <a:pt x="984249" y="47606"/>
                  <a:pt x="985479" y="48058"/>
                </a:cubicBezTo>
                <a:cubicBezTo>
                  <a:pt x="986709" y="48509"/>
                  <a:pt x="988184" y="48735"/>
                  <a:pt x="989904" y="48735"/>
                </a:cubicBezTo>
                <a:cubicBezTo>
                  <a:pt x="991650" y="48735"/>
                  <a:pt x="993185" y="48607"/>
                  <a:pt x="994508" y="48352"/>
                </a:cubicBezTo>
                <a:cubicBezTo>
                  <a:pt x="995830" y="48096"/>
                  <a:pt x="996975" y="47814"/>
                  <a:pt x="997940" y="47505"/>
                </a:cubicBezTo>
                <a:cubicBezTo>
                  <a:pt x="998906" y="47195"/>
                  <a:pt x="999706" y="46913"/>
                  <a:pt x="1000341" y="46658"/>
                </a:cubicBezTo>
                <a:cubicBezTo>
                  <a:pt x="1000976" y="46402"/>
                  <a:pt x="1001492" y="46274"/>
                  <a:pt x="1001889" y="46274"/>
                </a:cubicBezTo>
                <a:cubicBezTo>
                  <a:pt x="1002127" y="46274"/>
                  <a:pt x="1002326" y="46321"/>
                  <a:pt x="1002485" y="46414"/>
                </a:cubicBezTo>
                <a:cubicBezTo>
                  <a:pt x="1002643" y="46507"/>
                  <a:pt x="1002776" y="46673"/>
                  <a:pt x="1002881" y="46913"/>
                </a:cubicBezTo>
                <a:cubicBezTo>
                  <a:pt x="1002987" y="47152"/>
                  <a:pt x="1003060" y="47491"/>
                  <a:pt x="1003100" y="47930"/>
                </a:cubicBezTo>
                <a:cubicBezTo>
                  <a:pt x="1003139" y="48369"/>
                  <a:pt x="1003159" y="48921"/>
                  <a:pt x="1003159" y="49586"/>
                </a:cubicBezTo>
                <a:cubicBezTo>
                  <a:pt x="1003159" y="50171"/>
                  <a:pt x="1003146" y="50670"/>
                  <a:pt x="1003119" y="51083"/>
                </a:cubicBezTo>
                <a:cubicBezTo>
                  <a:pt x="1003093" y="51494"/>
                  <a:pt x="1003053" y="51847"/>
                  <a:pt x="1003000" y="52139"/>
                </a:cubicBezTo>
                <a:cubicBezTo>
                  <a:pt x="1002948" y="52432"/>
                  <a:pt x="1002868" y="52678"/>
                  <a:pt x="1002762" y="52878"/>
                </a:cubicBezTo>
                <a:cubicBezTo>
                  <a:pt x="1002656" y="53078"/>
                  <a:pt x="1002518" y="53270"/>
                  <a:pt x="1002346" y="53456"/>
                </a:cubicBezTo>
                <a:cubicBezTo>
                  <a:pt x="1002174" y="53642"/>
                  <a:pt x="1001704" y="53894"/>
                  <a:pt x="1000937" y="54212"/>
                </a:cubicBezTo>
                <a:cubicBezTo>
                  <a:pt x="1000169" y="54529"/>
                  <a:pt x="999191" y="54840"/>
                  <a:pt x="998000" y="55144"/>
                </a:cubicBezTo>
                <a:cubicBezTo>
                  <a:pt x="996809" y="55448"/>
                  <a:pt x="995447" y="55713"/>
                  <a:pt x="993912" y="55938"/>
                </a:cubicBezTo>
                <a:cubicBezTo>
                  <a:pt x="992378" y="56163"/>
                  <a:pt x="990737" y="56275"/>
                  <a:pt x="988991" y="56275"/>
                </a:cubicBezTo>
                <a:cubicBezTo>
                  <a:pt x="985843" y="56275"/>
                  <a:pt x="983084" y="55878"/>
                  <a:pt x="980717" y="55082"/>
                </a:cubicBezTo>
                <a:cubicBezTo>
                  <a:pt x="978349" y="54287"/>
                  <a:pt x="976371" y="53081"/>
                  <a:pt x="974783" y="51463"/>
                </a:cubicBezTo>
                <a:cubicBezTo>
                  <a:pt x="973196" y="49846"/>
                  <a:pt x="972012" y="47805"/>
                  <a:pt x="971231" y="45340"/>
                </a:cubicBezTo>
                <a:cubicBezTo>
                  <a:pt x="970451" y="42875"/>
                  <a:pt x="970061" y="39985"/>
                  <a:pt x="970061" y="36671"/>
                </a:cubicBezTo>
                <a:cubicBezTo>
                  <a:pt x="970061" y="33516"/>
                  <a:pt x="970471" y="30673"/>
                  <a:pt x="971291" y="28141"/>
                </a:cubicBezTo>
                <a:cubicBezTo>
                  <a:pt x="972111" y="25610"/>
                  <a:pt x="973302" y="23463"/>
                  <a:pt x="974863" y="21700"/>
                </a:cubicBezTo>
                <a:cubicBezTo>
                  <a:pt x="976424" y="19936"/>
                  <a:pt x="978322" y="18591"/>
                  <a:pt x="980558" y="17663"/>
                </a:cubicBezTo>
                <a:cubicBezTo>
                  <a:pt x="982793" y="16735"/>
                  <a:pt x="985314" y="16271"/>
                  <a:pt x="988118" y="16271"/>
                </a:cubicBezTo>
                <a:cubicBezTo>
                  <a:pt x="991081" y="16271"/>
                  <a:pt x="993615" y="16709"/>
                  <a:pt x="995718" y="17584"/>
                </a:cubicBezTo>
                <a:cubicBezTo>
                  <a:pt x="997821" y="18458"/>
                  <a:pt x="999548" y="19671"/>
                  <a:pt x="1000897" y="21221"/>
                </a:cubicBezTo>
                <a:cubicBezTo>
                  <a:pt x="1002246" y="22771"/>
                  <a:pt x="1003239" y="24607"/>
                  <a:pt x="1003874" y="26728"/>
                </a:cubicBezTo>
                <a:cubicBezTo>
                  <a:pt x="1004509" y="28847"/>
                  <a:pt x="1004826" y="31153"/>
                  <a:pt x="1004826" y="33645"/>
                </a:cubicBezTo>
                <a:lnTo>
                  <a:pt x="1004826" y="35235"/>
                </a:lnTo>
                <a:moveTo>
                  <a:pt x="995143" y="32384"/>
                </a:moveTo>
                <a:cubicBezTo>
                  <a:pt x="995222" y="29567"/>
                  <a:pt x="994660" y="27355"/>
                  <a:pt x="993456" y="25748"/>
                </a:cubicBezTo>
                <a:cubicBezTo>
                  <a:pt x="992252" y="24140"/>
                  <a:pt x="990393" y="23336"/>
                  <a:pt x="987880" y="23336"/>
                </a:cubicBezTo>
                <a:cubicBezTo>
                  <a:pt x="986610" y="23336"/>
                  <a:pt x="985505" y="23575"/>
                  <a:pt x="984566" y="24054"/>
                </a:cubicBezTo>
                <a:cubicBezTo>
                  <a:pt x="983627" y="24532"/>
                  <a:pt x="982846" y="25176"/>
                  <a:pt x="982225" y="25987"/>
                </a:cubicBezTo>
                <a:cubicBezTo>
                  <a:pt x="981603" y="26797"/>
                  <a:pt x="981127" y="27754"/>
                  <a:pt x="980796" y="28857"/>
                </a:cubicBezTo>
                <a:cubicBezTo>
                  <a:pt x="980465" y="29959"/>
                  <a:pt x="980273" y="31135"/>
                  <a:pt x="980220" y="32384"/>
                </a:cubicBezTo>
                <a:lnTo>
                  <a:pt x="995143" y="32384"/>
                </a:lnTo>
                <a:close/>
                <a:moveTo>
                  <a:pt x="1022812" y="49648"/>
                </a:moveTo>
                <a:cubicBezTo>
                  <a:pt x="1022812" y="50468"/>
                  <a:pt x="1022772" y="51222"/>
                  <a:pt x="1022693" y="51910"/>
                </a:cubicBezTo>
                <a:cubicBezTo>
                  <a:pt x="1022614" y="52598"/>
                  <a:pt x="1022481" y="53246"/>
                  <a:pt x="1022296" y="53854"/>
                </a:cubicBezTo>
                <a:cubicBezTo>
                  <a:pt x="1022111" y="54463"/>
                  <a:pt x="1021866" y="55065"/>
                  <a:pt x="1021562" y="55660"/>
                </a:cubicBezTo>
                <a:cubicBezTo>
                  <a:pt x="1021258" y="56255"/>
                  <a:pt x="1020881" y="56884"/>
                  <a:pt x="1020431" y="57545"/>
                </a:cubicBezTo>
                <a:lnTo>
                  <a:pt x="1014994" y="65721"/>
                </a:lnTo>
                <a:cubicBezTo>
                  <a:pt x="1014862" y="65906"/>
                  <a:pt x="1014710" y="66065"/>
                  <a:pt x="1014538" y="66197"/>
                </a:cubicBezTo>
                <a:cubicBezTo>
                  <a:pt x="1014366" y="66329"/>
                  <a:pt x="1014154" y="66448"/>
                  <a:pt x="1013903" y="66554"/>
                </a:cubicBezTo>
                <a:cubicBezTo>
                  <a:pt x="1013651" y="66660"/>
                  <a:pt x="1013360" y="66733"/>
                  <a:pt x="1013029" y="66772"/>
                </a:cubicBezTo>
                <a:cubicBezTo>
                  <a:pt x="1012699" y="66812"/>
                  <a:pt x="1012282" y="66832"/>
                  <a:pt x="1011779" y="66832"/>
                </a:cubicBezTo>
                <a:cubicBezTo>
                  <a:pt x="1011330" y="66832"/>
                  <a:pt x="1010953" y="66812"/>
                  <a:pt x="1010648" y="66772"/>
                </a:cubicBezTo>
                <a:cubicBezTo>
                  <a:pt x="1010344" y="66733"/>
                  <a:pt x="1010126" y="66666"/>
                  <a:pt x="1009993" y="66574"/>
                </a:cubicBezTo>
                <a:cubicBezTo>
                  <a:pt x="1009861" y="66481"/>
                  <a:pt x="1009788" y="66356"/>
                  <a:pt x="1009775" y="66197"/>
                </a:cubicBezTo>
                <a:cubicBezTo>
                  <a:pt x="1009762" y="66038"/>
                  <a:pt x="1009808" y="65853"/>
                  <a:pt x="1009914" y="65641"/>
                </a:cubicBezTo>
                <a:lnTo>
                  <a:pt x="1015192" y="54728"/>
                </a:lnTo>
                <a:lnTo>
                  <a:pt x="1015192" y="49648"/>
                </a:lnTo>
                <a:cubicBezTo>
                  <a:pt x="1015192" y="48933"/>
                  <a:pt x="1015265" y="48364"/>
                  <a:pt x="1015411" y="47941"/>
                </a:cubicBezTo>
                <a:cubicBezTo>
                  <a:pt x="1015556" y="47518"/>
                  <a:pt x="1015788" y="47200"/>
                  <a:pt x="1016105" y="46989"/>
                </a:cubicBezTo>
                <a:cubicBezTo>
                  <a:pt x="1016423" y="46777"/>
                  <a:pt x="1016820" y="46631"/>
                  <a:pt x="1017296" y="46552"/>
                </a:cubicBezTo>
                <a:cubicBezTo>
                  <a:pt x="1017772" y="46473"/>
                  <a:pt x="1018354" y="46433"/>
                  <a:pt x="1019042" y="46433"/>
                </a:cubicBezTo>
                <a:cubicBezTo>
                  <a:pt x="1019703" y="46433"/>
                  <a:pt x="1020272" y="46473"/>
                  <a:pt x="1020748" y="46552"/>
                </a:cubicBezTo>
                <a:cubicBezTo>
                  <a:pt x="1021225" y="46631"/>
                  <a:pt x="1021615" y="46777"/>
                  <a:pt x="1021919" y="46989"/>
                </a:cubicBezTo>
                <a:cubicBezTo>
                  <a:pt x="1022223" y="47200"/>
                  <a:pt x="1022448" y="47518"/>
                  <a:pt x="1022594" y="47941"/>
                </a:cubicBezTo>
                <a:cubicBezTo>
                  <a:pt x="1022739" y="48364"/>
                  <a:pt x="1022812" y="48933"/>
                  <a:pt x="1022812" y="49648"/>
                </a:cubicBezTo>
                <a:close/>
                <a:moveTo>
                  <a:pt x="1069552" y="51751"/>
                </a:moveTo>
                <a:cubicBezTo>
                  <a:pt x="1069552" y="52518"/>
                  <a:pt x="1069499" y="53127"/>
                  <a:pt x="1069394" y="53577"/>
                </a:cubicBezTo>
                <a:cubicBezTo>
                  <a:pt x="1069288" y="54026"/>
                  <a:pt x="1069129" y="54357"/>
                  <a:pt x="1068917" y="54569"/>
                </a:cubicBezTo>
                <a:cubicBezTo>
                  <a:pt x="1068706" y="54780"/>
                  <a:pt x="1068388" y="54979"/>
                  <a:pt x="1067965" y="55164"/>
                </a:cubicBezTo>
                <a:cubicBezTo>
                  <a:pt x="1067542" y="55349"/>
                  <a:pt x="1067059" y="55501"/>
                  <a:pt x="1066516" y="55620"/>
                </a:cubicBezTo>
                <a:cubicBezTo>
                  <a:pt x="1065974" y="55740"/>
                  <a:pt x="1065399" y="55839"/>
                  <a:pt x="1064790" y="55918"/>
                </a:cubicBezTo>
                <a:cubicBezTo>
                  <a:pt x="1064181" y="55997"/>
                  <a:pt x="1063573" y="56037"/>
                  <a:pt x="1062964" y="56037"/>
                </a:cubicBezTo>
                <a:cubicBezTo>
                  <a:pt x="1061112" y="56037"/>
                  <a:pt x="1059525" y="55792"/>
                  <a:pt x="1058202" y="55302"/>
                </a:cubicBezTo>
                <a:cubicBezTo>
                  <a:pt x="1056879" y="54811"/>
                  <a:pt x="1055794" y="54068"/>
                  <a:pt x="1054948" y="53073"/>
                </a:cubicBezTo>
                <a:cubicBezTo>
                  <a:pt x="1054101" y="52078"/>
                  <a:pt x="1053486" y="50819"/>
                  <a:pt x="1053102" y="49294"/>
                </a:cubicBezTo>
                <a:cubicBezTo>
                  <a:pt x="1052719" y="47770"/>
                  <a:pt x="1052527" y="45973"/>
                  <a:pt x="1052527" y="43904"/>
                </a:cubicBezTo>
                <a:lnTo>
                  <a:pt x="1052527" y="22978"/>
                </a:lnTo>
                <a:lnTo>
                  <a:pt x="1047526" y="22978"/>
                </a:lnTo>
                <a:cubicBezTo>
                  <a:pt x="1047130" y="22978"/>
                  <a:pt x="1046812" y="22767"/>
                  <a:pt x="1046574" y="22343"/>
                </a:cubicBezTo>
                <a:cubicBezTo>
                  <a:pt x="1046336" y="21920"/>
                  <a:pt x="1046217" y="21232"/>
                  <a:pt x="1046217" y="20280"/>
                </a:cubicBezTo>
                <a:cubicBezTo>
                  <a:pt x="1046217" y="19777"/>
                  <a:pt x="1046250" y="19354"/>
                  <a:pt x="1046316" y="19010"/>
                </a:cubicBezTo>
                <a:cubicBezTo>
                  <a:pt x="1046382" y="18666"/>
                  <a:pt x="1046468" y="18381"/>
                  <a:pt x="1046574" y="18157"/>
                </a:cubicBezTo>
                <a:cubicBezTo>
                  <a:pt x="1046680" y="17932"/>
                  <a:pt x="1046819" y="17773"/>
                  <a:pt x="1046991" y="17680"/>
                </a:cubicBezTo>
                <a:cubicBezTo>
                  <a:pt x="1047163" y="17588"/>
                  <a:pt x="1047354" y="17541"/>
                  <a:pt x="1047566" y="17541"/>
                </a:cubicBezTo>
                <a:lnTo>
                  <a:pt x="1052527" y="17541"/>
                </a:lnTo>
                <a:lnTo>
                  <a:pt x="1052527" y="9048"/>
                </a:lnTo>
                <a:cubicBezTo>
                  <a:pt x="1052527" y="8863"/>
                  <a:pt x="1052573" y="8691"/>
                  <a:pt x="1052666" y="8533"/>
                </a:cubicBezTo>
                <a:cubicBezTo>
                  <a:pt x="1052758" y="8374"/>
                  <a:pt x="1052930" y="8235"/>
                  <a:pt x="1053182" y="8116"/>
                </a:cubicBezTo>
                <a:cubicBezTo>
                  <a:pt x="1053433" y="7997"/>
                  <a:pt x="1053770" y="7911"/>
                  <a:pt x="1054194" y="7858"/>
                </a:cubicBezTo>
                <a:cubicBezTo>
                  <a:pt x="1054617" y="7805"/>
                  <a:pt x="1055146" y="7779"/>
                  <a:pt x="1055781" y="7779"/>
                </a:cubicBezTo>
                <a:cubicBezTo>
                  <a:pt x="1056443" y="7779"/>
                  <a:pt x="1056985" y="7805"/>
                  <a:pt x="1057408" y="7858"/>
                </a:cubicBezTo>
                <a:cubicBezTo>
                  <a:pt x="1057832" y="7911"/>
                  <a:pt x="1058162" y="7997"/>
                  <a:pt x="1058400" y="8116"/>
                </a:cubicBezTo>
                <a:cubicBezTo>
                  <a:pt x="1058639" y="8235"/>
                  <a:pt x="1058811" y="8374"/>
                  <a:pt x="1058916" y="8533"/>
                </a:cubicBezTo>
                <a:cubicBezTo>
                  <a:pt x="1059022" y="8691"/>
                  <a:pt x="1059075" y="8863"/>
                  <a:pt x="1059075" y="9048"/>
                </a:cubicBezTo>
                <a:lnTo>
                  <a:pt x="1059075" y="17541"/>
                </a:lnTo>
                <a:lnTo>
                  <a:pt x="1068243" y="17541"/>
                </a:lnTo>
                <a:cubicBezTo>
                  <a:pt x="1068454" y="17541"/>
                  <a:pt x="1068640" y="17588"/>
                  <a:pt x="1068798" y="17680"/>
                </a:cubicBezTo>
                <a:cubicBezTo>
                  <a:pt x="1068957" y="17773"/>
                  <a:pt x="1069096" y="17932"/>
                  <a:pt x="1069215" y="18157"/>
                </a:cubicBezTo>
                <a:cubicBezTo>
                  <a:pt x="1069334" y="18381"/>
                  <a:pt x="1069420" y="18666"/>
                  <a:pt x="1069473" y="19010"/>
                </a:cubicBezTo>
                <a:cubicBezTo>
                  <a:pt x="1069526" y="19354"/>
                  <a:pt x="1069552" y="19777"/>
                  <a:pt x="1069552" y="20280"/>
                </a:cubicBezTo>
                <a:cubicBezTo>
                  <a:pt x="1069552" y="21232"/>
                  <a:pt x="1069433" y="21920"/>
                  <a:pt x="1069195" y="22343"/>
                </a:cubicBezTo>
                <a:cubicBezTo>
                  <a:pt x="1068957" y="22767"/>
                  <a:pt x="1068640" y="22978"/>
                  <a:pt x="1068243" y="22978"/>
                </a:cubicBezTo>
                <a:lnTo>
                  <a:pt x="1059075" y="22978"/>
                </a:lnTo>
                <a:lnTo>
                  <a:pt x="1059075" y="42959"/>
                </a:lnTo>
                <a:cubicBezTo>
                  <a:pt x="1059075" y="45426"/>
                  <a:pt x="1059439" y="47290"/>
                  <a:pt x="1060167" y="48551"/>
                </a:cubicBezTo>
                <a:cubicBezTo>
                  <a:pt x="1060894" y="49811"/>
                  <a:pt x="1062197" y="50441"/>
                  <a:pt x="1064076" y="50441"/>
                </a:cubicBezTo>
                <a:cubicBezTo>
                  <a:pt x="1064684" y="50441"/>
                  <a:pt x="1065227" y="50382"/>
                  <a:pt x="1065703" y="50263"/>
                </a:cubicBezTo>
                <a:cubicBezTo>
                  <a:pt x="1066179" y="50144"/>
                  <a:pt x="1066602" y="50018"/>
                  <a:pt x="1066973" y="49886"/>
                </a:cubicBezTo>
                <a:cubicBezTo>
                  <a:pt x="1067343" y="49753"/>
                  <a:pt x="1067661" y="49628"/>
                  <a:pt x="1067925" y="49509"/>
                </a:cubicBezTo>
                <a:cubicBezTo>
                  <a:pt x="1068190" y="49390"/>
                  <a:pt x="1068428" y="49330"/>
                  <a:pt x="1068640" y="49330"/>
                </a:cubicBezTo>
                <a:cubicBezTo>
                  <a:pt x="1068772" y="49330"/>
                  <a:pt x="1068898" y="49363"/>
                  <a:pt x="1069017" y="49429"/>
                </a:cubicBezTo>
                <a:cubicBezTo>
                  <a:pt x="1069136" y="49496"/>
                  <a:pt x="1069228" y="49621"/>
                  <a:pt x="1069294" y="49806"/>
                </a:cubicBezTo>
                <a:cubicBezTo>
                  <a:pt x="1069361" y="49992"/>
                  <a:pt x="1069420" y="50243"/>
                  <a:pt x="1069473" y="50560"/>
                </a:cubicBezTo>
                <a:cubicBezTo>
                  <a:pt x="1069526" y="50878"/>
                  <a:pt x="1069552" y="51275"/>
                  <a:pt x="1069552" y="51751"/>
                </a:cubicBezTo>
                <a:close/>
                <a:moveTo>
                  <a:pt x="1108801" y="54331"/>
                </a:moveTo>
                <a:cubicBezTo>
                  <a:pt x="1108801" y="54542"/>
                  <a:pt x="1108749" y="54721"/>
                  <a:pt x="1108643" y="54866"/>
                </a:cubicBezTo>
                <a:cubicBezTo>
                  <a:pt x="1108537" y="55012"/>
                  <a:pt x="1108365" y="55138"/>
                  <a:pt x="1108127" y="55243"/>
                </a:cubicBezTo>
                <a:cubicBezTo>
                  <a:pt x="1107889" y="55349"/>
                  <a:pt x="1107558" y="55429"/>
                  <a:pt x="1107135" y="55482"/>
                </a:cubicBezTo>
                <a:cubicBezTo>
                  <a:pt x="1106711" y="55534"/>
                  <a:pt x="1106182" y="55561"/>
                  <a:pt x="1105547" y="55561"/>
                </a:cubicBezTo>
                <a:cubicBezTo>
                  <a:pt x="1104886" y="55561"/>
                  <a:pt x="1104343" y="55534"/>
                  <a:pt x="1103920" y="55482"/>
                </a:cubicBezTo>
                <a:cubicBezTo>
                  <a:pt x="1103497" y="55429"/>
                  <a:pt x="1103166" y="55349"/>
                  <a:pt x="1102928" y="55243"/>
                </a:cubicBezTo>
                <a:cubicBezTo>
                  <a:pt x="1102690" y="55138"/>
                  <a:pt x="1102518" y="55012"/>
                  <a:pt x="1102412" y="54866"/>
                </a:cubicBezTo>
                <a:cubicBezTo>
                  <a:pt x="1102306" y="54721"/>
                  <a:pt x="1102253" y="54542"/>
                  <a:pt x="1102253" y="54331"/>
                </a:cubicBezTo>
                <a:lnTo>
                  <a:pt x="1102253" y="33416"/>
                </a:lnTo>
                <a:cubicBezTo>
                  <a:pt x="1102253" y="31379"/>
                  <a:pt x="1102094" y="29738"/>
                  <a:pt x="1101777" y="28495"/>
                </a:cubicBezTo>
                <a:cubicBezTo>
                  <a:pt x="1101459" y="27251"/>
                  <a:pt x="1100996" y="26180"/>
                  <a:pt x="1100388" y="25280"/>
                </a:cubicBezTo>
                <a:cubicBezTo>
                  <a:pt x="1099779" y="24381"/>
                  <a:pt x="1098992" y="23693"/>
                  <a:pt x="1098027" y="23217"/>
                </a:cubicBezTo>
                <a:cubicBezTo>
                  <a:pt x="1097061" y="22740"/>
                  <a:pt x="1095943" y="22502"/>
                  <a:pt x="1094673" y="22502"/>
                </a:cubicBezTo>
                <a:cubicBezTo>
                  <a:pt x="1093033" y="22502"/>
                  <a:pt x="1091392" y="23084"/>
                  <a:pt x="1089752" y="24248"/>
                </a:cubicBezTo>
                <a:cubicBezTo>
                  <a:pt x="1088112" y="25413"/>
                  <a:pt x="1086392" y="27119"/>
                  <a:pt x="1084593" y="29368"/>
                </a:cubicBezTo>
                <a:lnTo>
                  <a:pt x="1084593" y="54331"/>
                </a:lnTo>
                <a:cubicBezTo>
                  <a:pt x="1084593" y="54542"/>
                  <a:pt x="1084540" y="54721"/>
                  <a:pt x="1084434" y="54866"/>
                </a:cubicBezTo>
                <a:cubicBezTo>
                  <a:pt x="1084328" y="55012"/>
                  <a:pt x="1084156" y="55138"/>
                  <a:pt x="1083918" y="55243"/>
                </a:cubicBezTo>
                <a:cubicBezTo>
                  <a:pt x="1083680" y="55349"/>
                  <a:pt x="1083349" y="55429"/>
                  <a:pt x="1082926" y="55482"/>
                </a:cubicBezTo>
                <a:cubicBezTo>
                  <a:pt x="1082503" y="55534"/>
                  <a:pt x="1081960" y="55561"/>
                  <a:pt x="1081299" y="55561"/>
                </a:cubicBezTo>
                <a:cubicBezTo>
                  <a:pt x="1080664" y="55561"/>
                  <a:pt x="1080135" y="55534"/>
                  <a:pt x="1079711" y="55482"/>
                </a:cubicBezTo>
                <a:cubicBezTo>
                  <a:pt x="1079288" y="55429"/>
                  <a:pt x="1078951" y="55349"/>
                  <a:pt x="1078699" y="55243"/>
                </a:cubicBezTo>
                <a:cubicBezTo>
                  <a:pt x="1078448" y="55138"/>
                  <a:pt x="1078276" y="55012"/>
                  <a:pt x="1078183" y="54866"/>
                </a:cubicBezTo>
                <a:cubicBezTo>
                  <a:pt x="1078091" y="54720"/>
                  <a:pt x="1078045" y="54541"/>
                  <a:pt x="1078045" y="54329"/>
                </a:cubicBezTo>
                <a:lnTo>
                  <a:pt x="1078045" y="1271"/>
                </a:lnTo>
                <a:cubicBezTo>
                  <a:pt x="1078045" y="1060"/>
                  <a:pt x="1078091" y="874"/>
                  <a:pt x="1078183" y="716"/>
                </a:cubicBezTo>
                <a:cubicBezTo>
                  <a:pt x="1078276" y="556"/>
                  <a:pt x="1078448" y="423"/>
                  <a:pt x="1078699" y="317"/>
                </a:cubicBezTo>
                <a:cubicBezTo>
                  <a:pt x="1078951" y="212"/>
                  <a:pt x="1079288" y="132"/>
                  <a:pt x="1079711" y="79"/>
                </a:cubicBezTo>
                <a:cubicBezTo>
                  <a:pt x="1080135" y="26"/>
                  <a:pt x="1080664" y="0"/>
                  <a:pt x="1081299" y="0"/>
                </a:cubicBezTo>
                <a:cubicBezTo>
                  <a:pt x="1081960" y="0"/>
                  <a:pt x="1082503" y="26"/>
                  <a:pt x="1082926" y="79"/>
                </a:cubicBezTo>
                <a:cubicBezTo>
                  <a:pt x="1083349" y="132"/>
                  <a:pt x="1083680" y="212"/>
                  <a:pt x="1083918" y="319"/>
                </a:cubicBezTo>
                <a:cubicBezTo>
                  <a:pt x="1084156" y="425"/>
                  <a:pt x="1084328" y="557"/>
                  <a:pt x="1084434" y="716"/>
                </a:cubicBezTo>
                <a:cubicBezTo>
                  <a:pt x="1084540" y="874"/>
                  <a:pt x="1084593" y="1060"/>
                  <a:pt x="1084593" y="1272"/>
                </a:cubicBezTo>
                <a:lnTo>
                  <a:pt x="1084593" y="22701"/>
                </a:lnTo>
                <a:cubicBezTo>
                  <a:pt x="1086471" y="20716"/>
                  <a:pt x="1088363" y="19241"/>
                  <a:pt x="1090268" y="18276"/>
                </a:cubicBezTo>
                <a:cubicBezTo>
                  <a:pt x="1092173" y="17310"/>
                  <a:pt x="1094091" y="16827"/>
                  <a:pt x="1096022" y="16827"/>
                </a:cubicBezTo>
                <a:cubicBezTo>
                  <a:pt x="1098404" y="16827"/>
                  <a:pt x="1100408" y="17231"/>
                  <a:pt x="1102035" y="18037"/>
                </a:cubicBezTo>
                <a:cubicBezTo>
                  <a:pt x="1103662" y="18844"/>
                  <a:pt x="1104978" y="19923"/>
                  <a:pt x="1105984" y="21272"/>
                </a:cubicBezTo>
                <a:cubicBezTo>
                  <a:pt x="1106989" y="22621"/>
                  <a:pt x="1107710" y="24202"/>
                  <a:pt x="1108147" y="26014"/>
                </a:cubicBezTo>
                <a:cubicBezTo>
                  <a:pt x="1108583" y="27827"/>
                  <a:pt x="1108801" y="30016"/>
                  <a:pt x="1108801" y="32583"/>
                </a:cubicBezTo>
                <a:lnTo>
                  <a:pt x="1108801" y="54331"/>
                </a:lnTo>
                <a:close/>
                <a:moveTo>
                  <a:pt x="1150902" y="34924"/>
                </a:moveTo>
                <a:cubicBezTo>
                  <a:pt x="1150902" y="35956"/>
                  <a:pt x="1150644" y="36690"/>
                  <a:pt x="1150128" y="37127"/>
                </a:cubicBezTo>
                <a:cubicBezTo>
                  <a:pt x="1149612" y="37563"/>
                  <a:pt x="1149023" y="37781"/>
                  <a:pt x="1148362" y="37781"/>
                </a:cubicBezTo>
                <a:lnTo>
                  <a:pt x="1124947" y="37781"/>
                </a:lnTo>
                <a:cubicBezTo>
                  <a:pt x="1124947" y="39772"/>
                  <a:pt x="1125145" y="41563"/>
                  <a:pt x="1125542" y="43155"/>
                </a:cubicBezTo>
                <a:cubicBezTo>
                  <a:pt x="1125939" y="44748"/>
                  <a:pt x="1126600" y="46114"/>
                  <a:pt x="1127526" y="47255"/>
                </a:cubicBezTo>
                <a:cubicBezTo>
                  <a:pt x="1128452" y="48396"/>
                  <a:pt x="1129656" y="49272"/>
                  <a:pt x="1131138" y="49883"/>
                </a:cubicBezTo>
                <a:cubicBezTo>
                  <a:pt x="1132619" y="50493"/>
                  <a:pt x="1134432" y="50799"/>
                  <a:pt x="1136575" y="50799"/>
                </a:cubicBezTo>
                <a:cubicBezTo>
                  <a:pt x="1138268" y="50799"/>
                  <a:pt x="1139776" y="50660"/>
                  <a:pt x="1141099" y="50382"/>
                </a:cubicBezTo>
                <a:cubicBezTo>
                  <a:pt x="1142422" y="50104"/>
                  <a:pt x="1143566" y="49793"/>
                  <a:pt x="1144532" y="49449"/>
                </a:cubicBezTo>
                <a:cubicBezTo>
                  <a:pt x="1145498" y="49105"/>
                  <a:pt x="1146291" y="48794"/>
                  <a:pt x="1146913" y="48517"/>
                </a:cubicBezTo>
                <a:cubicBezTo>
                  <a:pt x="1147535" y="48239"/>
                  <a:pt x="1148004" y="48100"/>
                  <a:pt x="1148322" y="48100"/>
                </a:cubicBezTo>
                <a:cubicBezTo>
                  <a:pt x="1148507" y="48100"/>
                  <a:pt x="1148672" y="48146"/>
                  <a:pt x="1148818" y="48239"/>
                </a:cubicBezTo>
                <a:cubicBezTo>
                  <a:pt x="1148963" y="48331"/>
                  <a:pt x="1149076" y="48470"/>
                  <a:pt x="1149155" y="48655"/>
                </a:cubicBezTo>
                <a:cubicBezTo>
                  <a:pt x="1149235" y="48841"/>
                  <a:pt x="1149294" y="49099"/>
                  <a:pt x="1149334" y="49429"/>
                </a:cubicBezTo>
                <a:cubicBezTo>
                  <a:pt x="1149374" y="49760"/>
                  <a:pt x="1149393" y="50164"/>
                  <a:pt x="1149393" y="50640"/>
                </a:cubicBezTo>
                <a:cubicBezTo>
                  <a:pt x="1149393" y="50984"/>
                  <a:pt x="1149380" y="51281"/>
                  <a:pt x="1149354" y="51533"/>
                </a:cubicBezTo>
                <a:cubicBezTo>
                  <a:pt x="1149327" y="51784"/>
                  <a:pt x="1149294" y="52009"/>
                  <a:pt x="1149255" y="52207"/>
                </a:cubicBezTo>
                <a:cubicBezTo>
                  <a:pt x="1149215" y="52406"/>
                  <a:pt x="1149149" y="52584"/>
                  <a:pt x="1149056" y="52743"/>
                </a:cubicBezTo>
                <a:cubicBezTo>
                  <a:pt x="1148963" y="52902"/>
                  <a:pt x="1148844" y="53054"/>
                  <a:pt x="1148699" y="53200"/>
                </a:cubicBezTo>
                <a:cubicBezTo>
                  <a:pt x="1148553" y="53345"/>
                  <a:pt x="1148123" y="53583"/>
                  <a:pt x="1147409" y="53914"/>
                </a:cubicBezTo>
                <a:cubicBezTo>
                  <a:pt x="1146695" y="54245"/>
                  <a:pt x="1145769" y="54569"/>
                  <a:pt x="1144631" y="54886"/>
                </a:cubicBezTo>
                <a:cubicBezTo>
                  <a:pt x="1143493" y="55204"/>
                  <a:pt x="1142177" y="55488"/>
                  <a:pt x="1140682" y="55740"/>
                </a:cubicBezTo>
                <a:cubicBezTo>
                  <a:pt x="1139187" y="55991"/>
                  <a:pt x="1137593" y="56117"/>
                  <a:pt x="1135900" y="56117"/>
                </a:cubicBezTo>
                <a:cubicBezTo>
                  <a:pt x="1132963" y="56117"/>
                  <a:pt x="1130390" y="55706"/>
                  <a:pt x="1128181" y="54885"/>
                </a:cubicBezTo>
                <a:cubicBezTo>
                  <a:pt x="1125972" y="54064"/>
                  <a:pt x="1124113" y="52846"/>
                  <a:pt x="1122605" y="51230"/>
                </a:cubicBezTo>
                <a:cubicBezTo>
                  <a:pt x="1121097" y="49615"/>
                  <a:pt x="1119959" y="47589"/>
                  <a:pt x="1119192" y="45152"/>
                </a:cubicBezTo>
                <a:cubicBezTo>
                  <a:pt x="1118425" y="42715"/>
                  <a:pt x="1118041" y="39882"/>
                  <a:pt x="1118041" y="36650"/>
                </a:cubicBezTo>
                <a:cubicBezTo>
                  <a:pt x="1118041" y="33578"/>
                  <a:pt x="1118438" y="30817"/>
                  <a:pt x="1119232" y="28367"/>
                </a:cubicBezTo>
                <a:cubicBezTo>
                  <a:pt x="1120026" y="25917"/>
                  <a:pt x="1121170" y="23838"/>
                  <a:pt x="1122665" y="22130"/>
                </a:cubicBezTo>
                <a:cubicBezTo>
                  <a:pt x="1124160" y="20422"/>
                  <a:pt x="1125965" y="19111"/>
                  <a:pt x="1128082" y="18197"/>
                </a:cubicBezTo>
                <a:cubicBezTo>
                  <a:pt x="1130198" y="17284"/>
                  <a:pt x="1132566" y="16827"/>
                  <a:pt x="1135186" y="16827"/>
                </a:cubicBezTo>
                <a:cubicBezTo>
                  <a:pt x="1137990" y="16827"/>
                  <a:pt x="1140378" y="17277"/>
                  <a:pt x="1142349" y="18176"/>
                </a:cubicBezTo>
                <a:cubicBezTo>
                  <a:pt x="1144320" y="19076"/>
                  <a:pt x="1145941" y="20286"/>
                  <a:pt x="1147211" y="21808"/>
                </a:cubicBezTo>
                <a:cubicBezTo>
                  <a:pt x="1148481" y="23329"/>
                  <a:pt x="1149413" y="25115"/>
                  <a:pt x="1150009" y="27165"/>
                </a:cubicBezTo>
                <a:cubicBezTo>
                  <a:pt x="1150604" y="29216"/>
                  <a:pt x="1150902" y="31405"/>
                  <a:pt x="1150902" y="33733"/>
                </a:cubicBezTo>
                <a:lnTo>
                  <a:pt x="1150902" y="34924"/>
                </a:lnTo>
                <a:moveTo>
                  <a:pt x="1144314" y="32979"/>
                </a:moveTo>
                <a:cubicBezTo>
                  <a:pt x="1144393" y="29540"/>
                  <a:pt x="1143632" y="26841"/>
                  <a:pt x="1142032" y="24883"/>
                </a:cubicBezTo>
                <a:cubicBezTo>
                  <a:pt x="1140431" y="22925"/>
                  <a:pt x="1138056" y="21947"/>
                  <a:pt x="1134908" y="21947"/>
                </a:cubicBezTo>
                <a:cubicBezTo>
                  <a:pt x="1133294" y="21947"/>
                  <a:pt x="1131879" y="22251"/>
                  <a:pt x="1130661" y="22859"/>
                </a:cubicBezTo>
                <a:cubicBezTo>
                  <a:pt x="1129444" y="23468"/>
                  <a:pt x="1128426" y="24275"/>
                  <a:pt x="1127606" y="25280"/>
                </a:cubicBezTo>
                <a:cubicBezTo>
                  <a:pt x="1126785" y="26286"/>
                  <a:pt x="1126150" y="27456"/>
                  <a:pt x="1125701" y="28792"/>
                </a:cubicBezTo>
                <a:cubicBezTo>
                  <a:pt x="1125251" y="30129"/>
                  <a:pt x="1125000" y="31524"/>
                  <a:pt x="1124947" y="32979"/>
                </a:cubicBezTo>
                <a:lnTo>
                  <a:pt x="1144314" y="32979"/>
                </a:lnTo>
                <a:close/>
                <a:moveTo>
                  <a:pt x="1201148" y="21828"/>
                </a:moveTo>
                <a:cubicBezTo>
                  <a:pt x="1201148" y="22780"/>
                  <a:pt x="1201122" y="23560"/>
                  <a:pt x="1201069" y="24169"/>
                </a:cubicBezTo>
                <a:cubicBezTo>
                  <a:pt x="1201016" y="24778"/>
                  <a:pt x="1200937" y="25254"/>
                  <a:pt x="1200831" y="25598"/>
                </a:cubicBezTo>
                <a:cubicBezTo>
                  <a:pt x="1200725" y="25942"/>
                  <a:pt x="1200586" y="26180"/>
                  <a:pt x="1200414" y="26312"/>
                </a:cubicBezTo>
                <a:cubicBezTo>
                  <a:pt x="1200242" y="26444"/>
                  <a:pt x="1200024" y="26510"/>
                  <a:pt x="1199759" y="26510"/>
                </a:cubicBezTo>
                <a:cubicBezTo>
                  <a:pt x="1199548" y="26510"/>
                  <a:pt x="1199309" y="26464"/>
                  <a:pt x="1199045" y="26372"/>
                </a:cubicBezTo>
                <a:cubicBezTo>
                  <a:pt x="1198780" y="26279"/>
                  <a:pt x="1198483" y="26180"/>
                  <a:pt x="1198152" y="26074"/>
                </a:cubicBezTo>
                <a:cubicBezTo>
                  <a:pt x="1197821" y="25968"/>
                  <a:pt x="1197457" y="25869"/>
                  <a:pt x="1197061" y="25776"/>
                </a:cubicBezTo>
                <a:cubicBezTo>
                  <a:pt x="1196664" y="25684"/>
                  <a:pt x="1196227" y="25637"/>
                  <a:pt x="1195751" y="25637"/>
                </a:cubicBezTo>
                <a:cubicBezTo>
                  <a:pt x="1195195" y="25637"/>
                  <a:pt x="1194640" y="25751"/>
                  <a:pt x="1194084" y="25977"/>
                </a:cubicBezTo>
                <a:cubicBezTo>
                  <a:pt x="1193528" y="26203"/>
                  <a:pt x="1192953" y="26556"/>
                  <a:pt x="1192358" y="27035"/>
                </a:cubicBezTo>
                <a:cubicBezTo>
                  <a:pt x="1191762" y="27515"/>
                  <a:pt x="1191141" y="28154"/>
                  <a:pt x="1190492" y="28952"/>
                </a:cubicBezTo>
                <a:cubicBezTo>
                  <a:pt x="1189844" y="29751"/>
                  <a:pt x="1189150" y="30736"/>
                  <a:pt x="1188409" y="31908"/>
                </a:cubicBezTo>
                <a:lnTo>
                  <a:pt x="1188409" y="53973"/>
                </a:lnTo>
                <a:cubicBezTo>
                  <a:pt x="1188409" y="54238"/>
                  <a:pt x="1188330" y="54470"/>
                  <a:pt x="1188171" y="54668"/>
                </a:cubicBezTo>
                <a:cubicBezTo>
                  <a:pt x="1188012" y="54866"/>
                  <a:pt x="1187741" y="55032"/>
                  <a:pt x="1187357" y="55164"/>
                </a:cubicBezTo>
                <a:cubicBezTo>
                  <a:pt x="1186974" y="55296"/>
                  <a:pt x="1186464" y="55396"/>
                  <a:pt x="1185829" y="55462"/>
                </a:cubicBezTo>
                <a:cubicBezTo>
                  <a:pt x="1185194" y="55528"/>
                  <a:pt x="1184387" y="55561"/>
                  <a:pt x="1183408" y="55561"/>
                </a:cubicBezTo>
                <a:cubicBezTo>
                  <a:pt x="1182429" y="55561"/>
                  <a:pt x="1181623" y="55528"/>
                  <a:pt x="1180988" y="55462"/>
                </a:cubicBezTo>
                <a:cubicBezTo>
                  <a:pt x="1180353" y="55396"/>
                  <a:pt x="1179843" y="55296"/>
                  <a:pt x="1179460" y="55164"/>
                </a:cubicBezTo>
                <a:cubicBezTo>
                  <a:pt x="1179076" y="55032"/>
                  <a:pt x="1178805" y="54866"/>
                  <a:pt x="1178646" y="54668"/>
                </a:cubicBezTo>
                <a:cubicBezTo>
                  <a:pt x="1178487" y="54470"/>
                  <a:pt x="1178408" y="54238"/>
                  <a:pt x="1178408" y="53973"/>
                </a:cubicBezTo>
                <a:lnTo>
                  <a:pt x="1178408" y="18573"/>
                </a:lnTo>
                <a:cubicBezTo>
                  <a:pt x="1178408" y="18309"/>
                  <a:pt x="1178474" y="18077"/>
                  <a:pt x="1178606" y="17879"/>
                </a:cubicBezTo>
                <a:cubicBezTo>
                  <a:pt x="1178739" y="17680"/>
                  <a:pt x="1178977" y="17515"/>
                  <a:pt x="1179321" y="17383"/>
                </a:cubicBezTo>
                <a:cubicBezTo>
                  <a:pt x="1179665" y="17250"/>
                  <a:pt x="1180108" y="17151"/>
                  <a:pt x="1180650" y="17085"/>
                </a:cubicBezTo>
                <a:cubicBezTo>
                  <a:pt x="1181193" y="17019"/>
                  <a:pt x="1181874" y="16986"/>
                  <a:pt x="1182694" y="16986"/>
                </a:cubicBezTo>
                <a:cubicBezTo>
                  <a:pt x="1183541" y="16986"/>
                  <a:pt x="1184242" y="17019"/>
                  <a:pt x="1184797" y="17085"/>
                </a:cubicBezTo>
                <a:cubicBezTo>
                  <a:pt x="1185353" y="17151"/>
                  <a:pt x="1185783" y="17250"/>
                  <a:pt x="1186087" y="17383"/>
                </a:cubicBezTo>
                <a:cubicBezTo>
                  <a:pt x="1186392" y="17515"/>
                  <a:pt x="1186610" y="17680"/>
                  <a:pt x="1186742" y="17879"/>
                </a:cubicBezTo>
                <a:cubicBezTo>
                  <a:pt x="1186874" y="18077"/>
                  <a:pt x="1186941" y="18309"/>
                  <a:pt x="1186941" y="18573"/>
                </a:cubicBezTo>
                <a:lnTo>
                  <a:pt x="1186941" y="22978"/>
                </a:lnTo>
                <a:cubicBezTo>
                  <a:pt x="1187867" y="21647"/>
                  <a:pt x="1188740" y="20549"/>
                  <a:pt x="1189560" y="19684"/>
                </a:cubicBezTo>
                <a:cubicBezTo>
                  <a:pt x="1190380" y="18820"/>
                  <a:pt x="1191160" y="18135"/>
                  <a:pt x="1191901" y="17629"/>
                </a:cubicBezTo>
                <a:cubicBezTo>
                  <a:pt x="1192642" y="17123"/>
                  <a:pt x="1193383" y="16771"/>
                  <a:pt x="1194124" y="16572"/>
                </a:cubicBezTo>
                <a:cubicBezTo>
                  <a:pt x="1194865" y="16371"/>
                  <a:pt x="1195605" y="16271"/>
                  <a:pt x="1196346" y="16271"/>
                </a:cubicBezTo>
                <a:cubicBezTo>
                  <a:pt x="1196690" y="16271"/>
                  <a:pt x="1197061" y="16291"/>
                  <a:pt x="1197457" y="16331"/>
                </a:cubicBezTo>
                <a:cubicBezTo>
                  <a:pt x="1197854" y="16371"/>
                  <a:pt x="1198264" y="16437"/>
                  <a:pt x="1198688" y="16529"/>
                </a:cubicBezTo>
                <a:cubicBezTo>
                  <a:pt x="1199111" y="16622"/>
                  <a:pt x="1199481" y="16728"/>
                  <a:pt x="1199799" y="16847"/>
                </a:cubicBezTo>
                <a:cubicBezTo>
                  <a:pt x="1200116" y="16966"/>
                  <a:pt x="1200348" y="17092"/>
                  <a:pt x="1200493" y="17224"/>
                </a:cubicBezTo>
                <a:cubicBezTo>
                  <a:pt x="1200639" y="17356"/>
                  <a:pt x="1200745" y="17502"/>
                  <a:pt x="1200811" y="17660"/>
                </a:cubicBezTo>
                <a:cubicBezTo>
                  <a:pt x="1200877" y="17819"/>
                  <a:pt x="1200937" y="18037"/>
                  <a:pt x="1200989" y="18315"/>
                </a:cubicBezTo>
                <a:cubicBezTo>
                  <a:pt x="1201042" y="18593"/>
                  <a:pt x="1201082" y="19010"/>
                  <a:pt x="1201109" y="19565"/>
                </a:cubicBezTo>
                <a:cubicBezTo>
                  <a:pt x="1201135" y="20121"/>
                  <a:pt x="1201148" y="20875"/>
                  <a:pt x="1201148" y="21828"/>
                </a:cubicBezTo>
                <a:close/>
                <a:moveTo>
                  <a:pt x="1242685" y="35915"/>
                </a:moveTo>
                <a:cubicBezTo>
                  <a:pt x="1242685" y="38938"/>
                  <a:pt x="1242288" y="41695"/>
                  <a:pt x="1241494" y="44187"/>
                </a:cubicBezTo>
                <a:cubicBezTo>
                  <a:pt x="1240700" y="46679"/>
                  <a:pt x="1239496" y="48826"/>
                  <a:pt x="1237883" y="50629"/>
                </a:cubicBezTo>
                <a:cubicBezTo>
                  <a:pt x="1236269" y="52431"/>
                  <a:pt x="1234245" y="53823"/>
                  <a:pt x="1231811" y="54804"/>
                </a:cubicBezTo>
                <a:cubicBezTo>
                  <a:pt x="1229376" y="55785"/>
                  <a:pt x="1226532" y="56275"/>
                  <a:pt x="1223278" y="56275"/>
                </a:cubicBezTo>
                <a:cubicBezTo>
                  <a:pt x="1220130" y="56275"/>
                  <a:pt x="1217391" y="55838"/>
                  <a:pt x="1215063" y="54963"/>
                </a:cubicBezTo>
                <a:cubicBezTo>
                  <a:pt x="1212735" y="54088"/>
                  <a:pt x="1210803" y="52816"/>
                  <a:pt x="1209269" y="51146"/>
                </a:cubicBezTo>
                <a:cubicBezTo>
                  <a:pt x="1207734" y="49476"/>
                  <a:pt x="1206596" y="47421"/>
                  <a:pt x="1205856" y="44982"/>
                </a:cubicBezTo>
                <a:cubicBezTo>
                  <a:pt x="1205115" y="42543"/>
                  <a:pt x="1204744" y="39760"/>
                  <a:pt x="1204744" y="36632"/>
                </a:cubicBezTo>
                <a:cubicBezTo>
                  <a:pt x="1204744" y="33609"/>
                  <a:pt x="1205148" y="30845"/>
                  <a:pt x="1205955" y="28340"/>
                </a:cubicBezTo>
                <a:cubicBezTo>
                  <a:pt x="1206762" y="25835"/>
                  <a:pt x="1207972" y="23687"/>
                  <a:pt x="1209586" y="21898"/>
                </a:cubicBezTo>
                <a:cubicBezTo>
                  <a:pt x="1211200" y="20109"/>
                  <a:pt x="1213217" y="18724"/>
                  <a:pt x="1215638" y="17744"/>
                </a:cubicBezTo>
                <a:cubicBezTo>
                  <a:pt x="1218059" y="16762"/>
                  <a:pt x="1220897" y="16271"/>
                  <a:pt x="1224151" y="16271"/>
                </a:cubicBezTo>
                <a:cubicBezTo>
                  <a:pt x="1227326" y="16271"/>
                  <a:pt x="1230078" y="16702"/>
                  <a:pt x="1232406" y="17564"/>
                </a:cubicBezTo>
                <a:cubicBezTo>
                  <a:pt x="1234734" y="18425"/>
                  <a:pt x="1236659" y="19691"/>
                  <a:pt x="1238180" y="21361"/>
                </a:cubicBezTo>
                <a:cubicBezTo>
                  <a:pt x="1239702" y="23031"/>
                  <a:pt x="1240833" y="25086"/>
                  <a:pt x="1241573" y="27525"/>
                </a:cubicBezTo>
                <a:cubicBezTo>
                  <a:pt x="1242314" y="29964"/>
                  <a:pt x="1242685" y="32761"/>
                  <a:pt x="1242685" y="35915"/>
                </a:cubicBezTo>
                <a:moveTo>
                  <a:pt x="1232406" y="36313"/>
                </a:moveTo>
                <a:cubicBezTo>
                  <a:pt x="1232406" y="34567"/>
                  <a:pt x="1232267" y="32960"/>
                  <a:pt x="1231989" y="31491"/>
                </a:cubicBezTo>
                <a:cubicBezTo>
                  <a:pt x="1231711" y="30023"/>
                  <a:pt x="1231242" y="28746"/>
                  <a:pt x="1230580" y="27661"/>
                </a:cubicBezTo>
                <a:cubicBezTo>
                  <a:pt x="1229919" y="26577"/>
                  <a:pt x="1229039" y="25730"/>
                  <a:pt x="1227941" y="25121"/>
                </a:cubicBezTo>
                <a:cubicBezTo>
                  <a:pt x="1226843" y="24513"/>
                  <a:pt x="1225461" y="24209"/>
                  <a:pt x="1223794" y="24209"/>
                </a:cubicBezTo>
                <a:cubicBezTo>
                  <a:pt x="1222312" y="24209"/>
                  <a:pt x="1221016" y="24480"/>
                  <a:pt x="1219905" y="25022"/>
                </a:cubicBezTo>
                <a:cubicBezTo>
                  <a:pt x="1218793" y="25565"/>
                  <a:pt x="1217881" y="26358"/>
                  <a:pt x="1217166" y="27403"/>
                </a:cubicBezTo>
                <a:cubicBezTo>
                  <a:pt x="1216452" y="28449"/>
                  <a:pt x="1215916" y="29705"/>
                  <a:pt x="1215559" y="31174"/>
                </a:cubicBezTo>
                <a:cubicBezTo>
                  <a:pt x="1215202" y="32642"/>
                  <a:pt x="1215023" y="34315"/>
                  <a:pt x="1215023" y="36194"/>
                </a:cubicBezTo>
                <a:cubicBezTo>
                  <a:pt x="1215023" y="37940"/>
                  <a:pt x="1215169" y="39547"/>
                  <a:pt x="1215460" y="41016"/>
                </a:cubicBezTo>
                <a:cubicBezTo>
                  <a:pt x="1215751" y="42484"/>
                  <a:pt x="1216220" y="43761"/>
                  <a:pt x="1216869" y="44846"/>
                </a:cubicBezTo>
                <a:cubicBezTo>
                  <a:pt x="1217517" y="45930"/>
                  <a:pt x="1218397" y="46770"/>
                  <a:pt x="1219508" y="47366"/>
                </a:cubicBezTo>
                <a:cubicBezTo>
                  <a:pt x="1220619" y="47961"/>
                  <a:pt x="1221995" y="48259"/>
                  <a:pt x="1223635" y="48259"/>
                </a:cubicBezTo>
                <a:cubicBezTo>
                  <a:pt x="1225143" y="48259"/>
                  <a:pt x="1226453" y="47987"/>
                  <a:pt x="1227564" y="47445"/>
                </a:cubicBezTo>
                <a:cubicBezTo>
                  <a:pt x="1228675" y="46903"/>
                  <a:pt x="1229588" y="46116"/>
                  <a:pt x="1230302" y="45084"/>
                </a:cubicBezTo>
                <a:cubicBezTo>
                  <a:pt x="1231017" y="44052"/>
                  <a:pt x="1231546" y="42802"/>
                  <a:pt x="1231890" y="41333"/>
                </a:cubicBezTo>
                <a:cubicBezTo>
                  <a:pt x="1232234" y="39865"/>
                  <a:pt x="1232406" y="38192"/>
                  <a:pt x="1232406" y="36313"/>
                </a:cubicBezTo>
                <a:close/>
                <a:moveTo>
                  <a:pt x="1286453" y="35915"/>
                </a:moveTo>
                <a:cubicBezTo>
                  <a:pt x="1286453" y="38938"/>
                  <a:pt x="1286056" y="41695"/>
                  <a:pt x="1285262" y="44187"/>
                </a:cubicBezTo>
                <a:cubicBezTo>
                  <a:pt x="1284468" y="46679"/>
                  <a:pt x="1283265" y="48826"/>
                  <a:pt x="1281651" y="50629"/>
                </a:cubicBezTo>
                <a:cubicBezTo>
                  <a:pt x="1280037" y="52431"/>
                  <a:pt x="1278013" y="53823"/>
                  <a:pt x="1275579" y="54804"/>
                </a:cubicBezTo>
                <a:cubicBezTo>
                  <a:pt x="1273144" y="55785"/>
                  <a:pt x="1270300" y="56275"/>
                  <a:pt x="1267046" y="56275"/>
                </a:cubicBezTo>
                <a:cubicBezTo>
                  <a:pt x="1263898" y="56275"/>
                  <a:pt x="1261159" y="55838"/>
                  <a:pt x="1258831" y="54963"/>
                </a:cubicBezTo>
                <a:cubicBezTo>
                  <a:pt x="1256503" y="54088"/>
                  <a:pt x="1254571" y="52816"/>
                  <a:pt x="1253037" y="51146"/>
                </a:cubicBezTo>
                <a:cubicBezTo>
                  <a:pt x="1251502" y="49476"/>
                  <a:pt x="1250365" y="47421"/>
                  <a:pt x="1249624" y="44982"/>
                </a:cubicBezTo>
                <a:cubicBezTo>
                  <a:pt x="1248883" y="42543"/>
                  <a:pt x="1248512" y="39760"/>
                  <a:pt x="1248512" y="36632"/>
                </a:cubicBezTo>
                <a:cubicBezTo>
                  <a:pt x="1248512" y="33609"/>
                  <a:pt x="1248916" y="30845"/>
                  <a:pt x="1249723" y="28340"/>
                </a:cubicBezTo>
                <a:cubicBezTo>
                  <a:pt x="1250530" y="25835"/>
                  <a:pt x="1251740" y="23687"/>
                  <a:pt x="1253354" y="21898"/>
                </a:cubicBezTo>
                <a:cubicBezTo>
                  <a:pt x="1254968" y="20109"/>
                  <a:pt x="1256986" y="18724"/>
                  <a:pt x="1259406" y="17744"/>
                </a:cubicBezTo>
                <a:cubicBezTo>
                  <a:pt x="1261827" y="16762"/>
                  <a:pt x="1264665" y="16271"/>
                  <a:pt x="1267919" y="16271"/>
                </a:cubicBezTo>
                <a:cubicBezTo>
                  <a:pt x="1271094" y="16271"/>
                  <a:pt x="1273846" y="16702"/>
                  <a:pt x="1276174" y="17564"/>
                </a:cubicBezTo>
                <a:cubicBezTo>
                  <a:pt x="1278502" y="18425"/>
                  <a:pt x="1280427" y="19691"/>
                  <a:pt x="1281948" y="21361"/>
                </a:cubicBezTo>
                <a:cubicBezTo>
                  <a:pt x="1283470" y="23031"/>
                  <a:pt x="1284601" y="25086"/>
                  <a:pt x="1285341" y="27525"/>
                </a:cubicBezTo>
                <a:cubicBezTo>
                  <a:pt x="1286082" y="29964"/>
                  <a:pt x="1286453" y="32761"/>
                  <a:pt x="1286453" y="35915"/>
                </a:cubicBezTo>
                <a:moveTo>
                  <a:pt x="1276174" y="36313"/>
                </a:moveTo>
                <a:cubicBezTo>
                  <a:pt x="1276174" y="34567"/>
                  <a:pt x="1276035" y="32960"/>
                  <a:pt x="1275757" y="31491"/>
                </a:cubicBezTo>
                <a:cubicBezTo>
                  <a:pt x="1275479" y="30023"/>
                  <a:pt x="1275010" y="28746"/>
                  <a:pt x="1274348" y="27661"/>
                </a:cubicBezTo>
                <a:cubicBezTo>
                  <a:pt x="1273687" y="26577"/>
                  <a:pt x="1272807" y="25730"/>
                  <a:pt x="1271709" y="25121"/>
                </a:cubicBezTo>
                <a:cubicBezTo>
                  <a:pt x="1270611" y="24513"/>
                  <a:pt x="1269229" y="24209"/>
                  <a:pt x="1267562" y="24209"/>
                </a:cubicBezTo>
                <a:cubicBezTo>
                  <a:pt x="1266080" y="24209"/>
                  <a:pt x="1264784" y="24480"/>
                  <a:pt x="1263673" y="25022"/>
                </a:cubicBezTo>
                <a:cubicBezTo>
                  <a:pt x="1262561" y="25565"/>
                  <a:pt x="1261649" y="26358"/>
                  <a:pt x="1260934" y="27403"/>
                </a:cubicBezTo>
                <a:cubicBezTo>
                  <a:pt x="1260220" y="28449"/>
                  <a:pt x="1259684" y="29705"/>
                  <a:pt x="1259327" y="31174"/>
                </a:cubicBezTo>
                <a:cubicBezTo>
                  <a:pt x="1258970" y="32642"/>
                  <a:pt x="1258791" y="34315"/>
                  <a:pt x="1258791" y="36194"/>
                </a:cubicBezTo>
                <a:cubicBezTo>
                  <a:pt x="1258791" y="37940"/>
                  <a:pt x="1258937" y="39547"/>
                  <a:pt x="1259228" y="41016"/>
                </a:cubicBezTo>
                <a:cubicBezTo>
                  <a:pt x="1259519" y="42484"/>
                  <a:pt x="1259988" y="43761"/>
                  <a:pt x="1260637" y="44846"/>
                </a:cubicBezTo>
                <a:cubicBezTo>
                  <a:pt x="1261285" y="45930"/>
                  <a:pt x="1262165" y="46770"/>
                  <a:pt x="1263276" y="47366"/>
                </a:cubicBezTo>
                <a:cubicBezTo>
                  <a:pt x="1264387" y="47961"/>
                  <a:pt x="1265763" y="48259"/>
                  <a:pt x="1267403" y="48259"/>
                </a:cubicBezTo>
                <a:cubicBezTo>
                  <a:pt x="1268911" y="48259"/>
                  <a:pt x="1270221" y="47987"/>
                  <a:pt x="1271332" y="47445"/>
                </a:cubicBezTo>
                <a:cubicBezTo>
                  <a:pt x="1272443" y="46903"/>
                  <a:pt x="1273356" y="46116"/>
                  <a:pt x="1274071" y="45084"/>
                </a:cubicBezTo>
                <a:cubicBezTo>
                  <a:pt x="1274785" y="44052"/>
                  <a:pt x="1275314" y="42802"/>
                  <a:pt x="1275658" y="41333"/>
                </a:cubicBezTo>
                <a:cubicBezTo>
                  <a:pt x="1276002" y="39865"/>
                  <a:pt x="1276174" y="38192"/>
                  <a:pt x="1276174" y="36313"/>
                </a:cubicBezTo>
                <a:close/>
                <a:moveTo>
                  <a:pt x="1315370" y="50454"/>
                </a:moveTo>
                <a:cubicBezTo>
                  <a:pt x="1315370" y="51624"/>
                  <a:pt x="1315298" y="52521"/>
                  <a:pt x="1315152" y="53146"/>
                </a:cubicBezTo>
                <a:cubicBezTo>
                  <a:pt x="1315006" y="53770"/>
                  <a:pt x="1314815" y="54209"/>
                  <a:pt x="1314577" y="54462"/>
                </a:cubicBezTo>
                <a:cubicBezTo>
                  <a:pt x="1314338" y="54714"/>
                  <a:pt x="1313988" y="54940"/>
                  <a:pt x="1313525" y="55139"/>
                </a:cubicBezTo>
                <a:cubicBezTo>
                  <a:pt x="1313062" y="55339"/>
                  <a:pt x="1312519" y="55511"/>
                  <a:pt x="1311898" y="55658"/>
                </a:cubicBezTo>
                <a:cubicBezTo>
                  <a:pt x="1311276" y="55804"/>
                  <a:pt x="1310601" y="55917"/>
                  <a:pt x="1309874" y="55996"/>
                </a:cubicBezTo>
                <a:cubicBezTo>
                  <a:pt x="1309146" y="56076"/>
                  <a:pt x="1308412" y="56117"/>
                  <a:pt x="1307671" y="56117"/>
                </a:cubicBezTo>
                <a:cubicBezTo>
                  <a:pt x="1305687" y="56117"/>
                  <a:pt x="1303967" y="55865"/>
                  <a:pt x="1302512" y="55362"/>
                </a:cubicBezTo>
                <a:cubicBezTo>
                  <a:pt x="1301057" y="54860"/>
                  <a:pt x="1299853" y="54086"/>
                  <a:pt x="1298900" y="53041"/>
                </a:cubicBezTo>
                <a:cubicBezTo>
                  <a:pt x="1297948" y="51996"/>
                  <a:pt x="1297247" y="50680"/>
                  <a:pt x="1296797" y="49092"/>
                </a:cubicBezTo>
                <a:cubicBezTo>
                  <a:pt x="1296347" y="47505"/>
                  <a:pt x="1296122" y="45626"/>
                  <a:pt x="1296122" y="43457"/>
                </a:cubicBezTo>
                <a:lnTo>
                  <a:pt x="1296122" y="25320"/>
                </a:lnTo>
                <a:lnTo>
                  <a:pt x="1291876" y="25320"/>
                </a:lnTo>
                <a:cubicBezTo>
                  <a:pt x="1291373" y="25320"/>
                  <a:pt x="1290990" y="25009"/>
                  <a:pt x="1290725" y="24387"/>
                </a:cubicBezTo>
                <a:cubicBezTo>
                  <a:pt x="1290460" y="23766"/>
                  <a:pt x="1290328" y="22727"/>
                  <a:pt x="1290328" y="21272"/>
                </a:cubicBezTo>
                <a:cubicBezTo>
                  <a:pt x="1290328" y="20505"/>
                  <a:pt x="1290361" y="19856"/>
                  <a:pt x="1290427" y="19327"/>
                </a:cubicBezTo>
                <a:cubicBezTo>
                  <a:pt x="1290494" y="18798"/>
                  <a:pt x="1290593" y="18381"/>
                  <a:pt x="1290725" y="18077"/>
                </a:cubicBezTo>
                <a:cubicBezTo>
                  <a:pt x="1290857" y="17773"/>
                  <a:pt x="1291023" y="17555"/>
                  <a:pt x="1291221" y="17422"/>
                </a:cubicBezTo>
                <a:cubicBezTo>
                  <a:pt x="1291420" y="17290"/>
                  <a:pt x="1291651" y="17224"/>
                  <a:pt x="1291916" y="17224"/>
                </a:cubicBezTo>
                <a:lnTo>
                  <a:pt x="1296122" y="17224"/>
                </a:lnTo>
                <a:lnTo>
                  <a:pt x="1296122" y="9294"/>
                </a:lnTo>
                <a:cubicBezTo>
                  <a:pt x="1296122" y="9028"/>
                  <a:pt x="1296195" y="8788"/>
                  <a:pt x="1296341" y="8576"/>
                </a:cubicBezTo>
                <a:cubicBezTo>
                  <a:pt x="1296486" y="8363"/>
                  <a:pt x="1296751" y="8184"/>
                  <a:pt x="1297134" y="8039"/>
                </a:cubicBezTo>
                <a:cubicBezTo>
                  <a:pt x="1297518" y="7893"/>
                  <a:pt x="1298034" y="7786"/>
                  <a:pt x="1298682" y="7720"/>
                </a:cubicBezTo>
                <a:cubicBezTo>
                  <a:pt x="1299330" y="7653"/>
                  <a:pt x="1300131" y="7620"/>
                  <a:pt x="1301083" y="7620"/>
                </a:cubicBezTo>
                <a:cubicBezTo>
                  <a:pt x="1302062" y="7620"/>
                  <a:pt x="1302876" y="7653"/>
                  <a:pt x="1303524" y="7720"/>
                </a:cubicBezTo>
                <a:cubicBezTo>
                  <a:pt x="1304172" y="7786"/>
                  <a:pt x="1304681" y="7893"/>
                  <a:pt x="1305052" y="8039"/>
                </a:cubicBezTo>
                <a:cubicBezTo>
                  <a:pt x="1305422" y="8184"/>
                  <a:pt x="1305687" y="8363"/>
                  <a:pt x="1305846" y="8576"/>
                </a:cubicBezTo>
                <a:cubicBezTo>
                  <a:pt x="1306004" y="8788"/>
                  <a:pt x="1306084" y="9028"/>
                  <a:pt x="1306084" y="9294"/>
                </a:cubicBezTo>
                <a:lnTo>
                  <a:pt x="1306084" y="17224"/>
                </a:lnTo>
                <a:lnTo>
                  <a:pt x="1313783" y="17224"/>
                </a:lnTo>
                <a:cubicBezTo>
                  <a:pt x="1314047" y="17224"/>
                  <a:pt x="1314279" y="17290"/>
                  <a:pt x="1314477" y="17422"/>
                </a:cubicBezTo>
                <a:cubicBezTo>
                  <a:pt x="1314676" y="17555"/>
                  <a:pt x="1314841" y="17773"/>
                  <a:pt x="1314973" y="18077"/>
                </a:cubicBezTo>
                <a:cubicBezTo>
                  <a:pt x="1315106" y="18381"/>
                  <a:pt x="1315205" y="18798"/>
                  <a:pt x="1315271" y="19327"/>
                </a:cubicBezTo>
                <a:cubicBezTo>
                  <a:pt x="1315337" y="19856"/>
                  <a:pt x="1315370" y="20505"/>
                  <a:pt x="1315370" y="21272"/>
                </a:cubicBezTo>
                <a:cubicBezTo>
                  <a:pt x="1315370" y="22727"/>
                  <a:pt x="1315238" y="23766"/>
                  <a:pt x="1314973" y="24387"/>
                </a:cubicBezTo>
                <a:cubicBezTo>
                  <a:pt x="1314709" y="25009"/>
                  <a:pt x="1314325" y="25320"/>
                  <a:pt x="1313823" y="25320"/>
                </a:cubicBezTo>
                <a:lnTo>
                  <a:pt x="1306084" y="25320"/>
                </a:lnTo>
                <a:lnTo>
                  <a:pt x="1306084" y="41919"/>
                </a:lnTo>
                <a:cubicBezTo>
                  <a:pt x="1306084" y="43847"/>
                  <a:pt x="1306388" y="45293"/>
                  <a:pt x="1306996" y="46257"/>
                </a:cubicBezTo>
                <a:cubicBezTo>
                  <a:pt x="1307605" y="47221"/>
                  <a:pt x="1308690" y="47703"/>
                  <a:pt x="1310251" y="47703"/>
                </a:cubicBezTo>
                <a:cubicBezTo>
                  <a:pt x="1310780" y="47703"/>
                  <a:pt x="1311256" y="47657"/>
                  <a:pt x="1311679" y="47564"/>
                </a:cubicBezTo>
                <a:cubicBezTo>
                  <a:pt x="1312103" y="47472"/>
                  <a:pt x="1312480" y="47366"/>
                  <a:pt x="1312810" y="47247"/>
                </a:cubicBezTo>
                <a:cubicBezTo>
                  <a:pt x="1313141" y="47128"/>
                  <a:pt x="1313419" y="47022"/>
                  <a:pt x="1313644" y="46929"/>
                </a:cubicBezTo>
                <a:cubicBezTo>
                  <a:pt x="1313869" y="46837"/>
                  <a:pt x="1314074" y="46790"/>
                  <a:pt x="1314259" y="46790"/>
                </a:cubicBezTo>
                <a:cubicBezTo>
                  <a:pt x="1314418" y="46790"/>
                  <a:pt x="1314570" y="46837"/>
                  <a:pt x="1314715" y="46929"/>
                </a:cubicBezTo>
                <a:cubicBezTo>
                  <a:pt x="1314861" y="47022"/>
                  <a:pt x="1314973" y="47207"/>
                  <a:pt x="1315053" y="47486"/>
                </a:cubicBezTo>
                <a:cubicBezTo>
                  <a:pt x="1315132" y="47764"/>
                  <a:pt x="1315205" y="48142"/>
                  <a:pt x="1315271" y="48621"/>
                </a:cubicBezTo>
                <a:cubicBezTo>
                  <a:pt x="1315337" y="49099"/>
                  <a:pt x="1315370" y="49710"/>
                  <a:pt x="1315370" y="50454"/>
                </a:cubicBezTo>
                <a:close/>
                <a:moveTo>
                  <a:pt x="1366345" y="48338"/>
                </a:moveTo>
                <a:cubicBezTo>
                  <a:pt x="1366345" y="49026"/>
                  <a:pt x="1366325" y="49601"/>
                  <a:pt x="1366286" y="50064"/>
                </a:cubicBezTo>
                <a:cubicBezTo>
                  <a:pt x="1366246" y="50527"/>
                  <a:pt x="1366193" y="50918"/>
                  <a:pt x="1366127" y="51235"/>
                </a:cubicBezTo>
                <a:cubicBezTo>
                  <a:pt x="1366061" y="51553"/>
                  <a:pt x="1365981" y="51811"/>
                  <a:pt x="1365889" y="52009"/>
                </a:cubicBezTo>
                <a:cubicBezTo>
                  <a:pt x="1365796" y="52207"/>
                  <a:pt x="1365591" y="52459"/>
                  <a:pt x="1365274" y="52763"/>
                </a:cubicBezTo>
                <a:cubicBezTo>
                  <a:pt x="1364956" y="53067"/>
                  <a:pt x="1364414" y="53438"/>
                  <a:pt x="1363647" y="53874"/>
                </a:cubicBezTo>
                <a:cubicBezTo>
                  <a:pt x="1362879" y="54311"/>
                  <a:pt x="1362006" y="54701"/>
                  <a:pt x="1361027" y="55045"/>
                </a:cubicBezTo>
                <a:cubicBezTo>
                  <a:pt x="1360048" y="55389"/>
                  <a:pt x="1358983" y="55667"/>
                  <a:pt x="1357833" y="55878"/>
                </a:cubicBezTo>
                <a:cubicBezTo>
                  <a:pt x="1356682" y="56090"/>
                  <a:pt x="1355498" y="56196"/>
                  <a:pt x="1354281" y="56196"/>
                </a:cubicBezTo>
                <a:cubicBezTo>
                  <a:pt x="1351555" y="56196"/>
                  <a:pt x="1349141" y="55773"/>
                  <a:pt x="1347038" y="54926"/>
                </a:cubicBezTo>
                <a:cubicBezTo>
                  <a:pt x="1344934" y="54079"/>
                  <a:pt x="1343168" y="52829"/>
                  <a:pt x="1341740" y="51176"/>
                </a:cubicBezTo>
                <a:cubicBezTo>
                  <a:pt x="1340311" y="49522"/>
                  <a:pt x="1339233" y="47505"/>
                  <a:pt x="1338505" y="45123"/>
                </a:cubicBezTo>
                <a:cubicBezTo>
                  <a:pt x="1337778" y="42742"/>
                  <a:pt x="1337414" y="40017"/>
                  <a:pt x="1337414" y="36948"/>
                </a:cubicBezTo>
                <a:cubicBezTo>
                  <a:pt x="1337414" y="33403"/>
                  <a:pt x="1337857" y="30340"/>
                  <a:pt x="1338743" y="27761"/>
                </a:cubicBezTo>
                <a:cubicBezTo>
                  <a:pt x="1339630" y="25181"/>
                  <a:pt x="1340867" y="23045"/>
                  <a:pt x="1342454" y="21351"/>
                </a:cubicBezTo>
                <a:cubicBezTo>
                  <a:pt x="1344041" y="19658"/>
                  <a:pt x="1345920" y="18401"/>
                  <a:pt x="1348090" y="17581"/>
                </a:cubicBezTo>
                <a:cubicBezTo>
                  <a:pt x="1350259" y="16761"/>
                  <a:pt x="1352640" y="16351"/>
                  <a:pt x="1355233" y="16351"/>
                </a:cubicBezTo>
                <a:cubicBezTo>
                  <a:pt x="1356291" y="16351"/>
                  <a:pt x="1357330" y="16443"/>
                  <a:pt x="1358348" y="16629"/>
                </a:cubicBezTo>
                <a:cubicBezTo>
                  <a:pt x="1359367" y="16814"/>
                  <a:pt x="1360320" y="17065"/>
                  <a:pt x="1361206" y="17383"/>
                </a:cubicBezTo>
                <a:cubicBezTo>
                  <a:pt x="1362092" y="17700"/>
                  <a:pt x="1362886" y="18057"/>
                  <a:pt x="1363587" y="18454"/>
                </a:cubicBezTo>
                <a:cubicBezTo>
                  <a:pt x="1364288" y="18851"/>
                  <a:pt x="1364784" y="19195"/>
                  <a:pt x="1365075" y="19486"/>
                </a:cubicBezTo>
                <a:cubicBezTo>
                  <a:pt x="1365366" y="19777"/>
                  <a:pt x="1365571" y="20022"/>
                  <a:pt x="1365690" y="20220"/>
                </a:cubicBezTo>
                <a:cubicBezTo>
                  <a:pt x="1365809" y="20419"/>
                  <a:pt x="1365902" y="20677"/>
                  <a:pt x="1365968" y="20994"/>
                </a:cubicBezTo>
                <a:cubicBezTo>
                  <a:pt x="1366034" y="21312"/>
                  <a:pt x="1366087" y="21702"/>
                  <a:pt x="1366127" y="22165"/>
                </a:cubicBezTo>
                <a:cubicBezTo>
                  <a:pt x="1366167" y="22628"/>
                  <a:pt x="1366186" y="23190"/>
                  <a:pt x="1366186" y="23852"/>
                </a:cubicBezTo>
                <a:cubicBezTo>
                  <a:pt x="1366186" y="25386"/>
                  <a:pt x="1366054" y="26464"/>
                  <a:pt x="1365790" y="27086"/>
                </a:cubicBezTo>
                <a:cubicBezTo>
                  <a:pt x="1365525" y="27708"/>
                  <a:pt x="1365181" y="28019"/>
                  <a:pt x="1364758" y="28019"/>
                </a:cubicBezTo>
                <a:cubicBezTo>
                  <a:pt x="1364308" y="28019"/>
                  <a:pt x="1363832" y="27833"/>
                  <a:pt x="1363329" y="27463"/>
                </a:cubicBezTo>
                <a:cubicBezTo>
                  <a:pt x="1362826" y="27093"/>
                  <a:pt x="1362231" y="26682"/>
                  <a:pt x="1361543" y="26233"/>
                </a:cubicBezTo>
                <a:cubicBezTo>
                  <a:pt x="1360855" y="25783"/>
                  <a:pt x="1360035" y="25373"/>
                  <a:pt x="1359083" y="25002"/>
                </a:cubicBezTo>
                <a:cubicBezTo>
                  <a:pt x="1358130" y="24632"/>
                  <a:pt x="1356992" y="24447"/>
                  <a:pt x="1355670" y="24447"/>
                </a:cubicBezTo>
                <a:cubicBezTo>
                  <a:pt x="1353077" y="24447"/>
                  <a:pt x="1351092" y="25446"/>
                  <a:pt x="1349717" y="27443"/>
                </a:cubicBezTo>
                <a:cubicBezTo>
                  <a:pt x="1348341" y="29441"/>
                  <a:pt x="1347653" y="32371"/>
                  <a:pt x="1347653" y="36234"/>
                </a:cubicBezTo>
                <a:cubicBezTo>
                  <a:pt x="1347653" y="38139"/>
                  <a:pt x="1347825" y="39819"/>
                  <a:pt x="1348169" y="41274"/>
                </a:cubicBezTo>
                <a:cubicBezTo>
                  <a:pt x="1348513" y="42729"/>
                  <a:pt x="1349022" y="43946"/>
                  <a:pt x="1349697" y="44925"/>
                </a:cubicBezTo>
                <a:cubicBezTo>
                  <a:pt x="1350371" y="45904"/>
                  <a:pt x="1351218" y="46638"/>
                  <a:pt x="1352237" y="47128"/>
                </a:cubicBezTo>
                <a:cubicBezTo>
                  <a:pt x="1353255" y="47617"/>
                  <a:pt x="1354439" y="47862"/>
                  <a:pt x="1355789" y="47862"/>
                </a:cubicBezTo>
                <a:cubicBezTo>
                  <a:pt x="1357164" y="47862"/>
                  <a:pt x="1358348" y="47657"/>
                  <a:pt x="1359341" y="47247"/>
                </a:cubicBezTo>
                <a:cubicBezTo>
                  <a:pt x="1360333" y="46837"/>
                  <a:pt x="1361199" y="46380"/>
                  <a:pt x="1361940" y="45877"/>
                </a:cubicBezTo>
                <a:cubicBezTo>
                  <a:pt x="1362681" y="45375"/>
                  <a:pt x="1363303" y="44918"/>
                  <a:pt x="1363805" y="44508"/>
                </a:cubicBezTo>
                <a:cubicBezTo>
                  <a:pt x="1364308" y="44098"/>
                  <a:pt x="1364731" y="43893"/>
                  <a:pt x="1365075" y="43893"/>
                </a:cubicBezTo>
                <a:cubicBezTo>
                  <a:pt x="1365313" y="43893"/>
                  <a:pt x="1365512" y="43959"/>
                  <a:pt x="1365671" y="44092"/>
                </a:cubicBezTo>
                <a:cubicBezTo>
                  <a:pt x="1365829" y="44224"/>
                  <a:pt x="1365955" y="44469"/>
                  <a:pt x="1366048" y="44826"/>
                </a:cubicBezTo>
                <a:cubicBezTo>
                  <a:pt x="1366140" y="45183"/>
                  <a:pt x="1366213" y="45639"/>
                  <a:pt x="1366266" y="46195"/>
                </a:cubicBezTo>
                <a:cubicBezTo>
                  <a:pt x="1366319" y="46751"/>
                  <a:pt x="1366345" y="47465"/>
                  <a:pt x="1366345" y="48338"/>
                </a:cubicBezTo>
                <a:close/>
                <a:moveTo>
                  <a:pt x="1403059" y="54091"/>
                </a:moveTo>
                <a:cubicBezTo>
                  <a:pt x="1403059" y="54462"/>
                  <a:pt x="1402926" y="54753"/>
                  <a:pt x="1402662" y="54966"/>
                </a:cubicBezTo>
                <a:cubicBezTo>
                  <a:pt x="1402397" y="55177"/>
                  <a:pt x="1401981" y="55329"/>
                  <a:pt x="1401412" y="55422"/>
                </a:cubicBezTo>
                <a:cubicBezTo>
                  <a:pt x="1400843" y="55515"/>
                  <a:pt x="1400003" y="55561"/>
                  <a:pt x="1398892" y="55561"/>
                </a:cubicBezTo>
                <a:cubicBezTo>
                  <a:pt x="1397701" y="55561"/>
                  <a:pt x="1396835" y="55515"/>
                  <a:pt x="1396292" y="55422"/>
                </a:cubicBezTo>
                <a:cubicBezTo>
                  <a:pt x="1395750" y="55329"/>
                  <a:pt x="1395366" y="55177"/>
                  <a:pt x="1395141" y="54966"/>
                </a:cubicBezTo>
                <a:cubicBezTo>
                  <a:pt x="1394916" y="54754"/>
                  <a:pt x="1394804" y="54463"/>
                  <a:pt x="1394804" y="54093"/>
                </a:cubicBezTo>
                <a:lnTo>
                  <a:pt x="1394804" y="51275"/>
                </a:lnTo>
                <a:cubicBezTo>
                  <a:pt x="1393349" y="52836"/>
                  <a:pt x="1391689" y="54059"/>
                  <a:pt x="1389823" y="54946"/>
                </a:cubicBezTo>
                <a:cubicBezTo>
                  <a:pt x="1387958" y="55832"/>
                  <a:pt x="1385888" y="56275"/>
                  <a:pt x="1383612" y="56275"/>
                </a:cubicBezTo>
                <a:cubicBezTo>
                  <a:pt x="1381734" y="56275"/>
                  <a:pt x="1380008" y="56030"/>
                  <a:pt x="1378433" y="55539"/>
                </a:cubicBezTo>
                <a:cubicBezTo>
                  <a:pt x="1376859" y="55047"/>
                  <a:pt x="1375497" y="54317"/>
                  <a:pt x="1374346" y="53348"/>
                </a:cubicBezTo>
                <a:cubicBezTo>
                  <a:pt x="1373195" y="52379"/>
                  <a:pt x="1372302" y="51178"/>
                  <a:pt x="1371667" y="49746"/>
                </a:cubicBezTo>
                <a:cubicBezTo>
                  <a:pt x="1371032" y="48312"/>
                  <a:pt x="1370714" y="46639"/>
                  <a:pt x="1370714" y="44728"/>
                </a:cubicBezTo>
                <a:cubicBezTo>
                  <a:pt x="1370714" y="42657"/>
                  <a:pt x="1371118" y="40858"/>
                  <a:pt x="1371925" y="39332"/>
                </a:cubicBezTo>
                <a:cubicBezTo>
                  <a:pt x="1372732" y="37805"/>
                  <a:pt x="1373936" y="36545"/>
                  <a:pt x="1375536" y="35549"/>
                </a:cubicBezTo>
                <a:cubicBezTo>
                  <a:pt x="1377137" y="34554"/>
                  <a:pt x="1379128" y="33817"/>
                  <a:pt x="1381509" y="33339"/>
                </a:cubicBezTo>
                <a:cubicBezTo>
                  <a:pt x="1383890" y="32861"/>
                  <a:pt x="1386655" y="32622"/>
                  <a:pt x="1389803" y="32622"/>
                </a:cubicBezTo>
                <a:lnTo>
                  <a:pt x="1393256" y="32622"/>
                </a:lnTo>
                <a:lnTo>
                  <a:pt x="1393256" y="30489"/>
                </a:lnTo>
                <a:cubicBezTo>
                  <a:pt x="1393256" y="29383"/>
                  <a:pt x="1393144" y="28415"/>
                  <a:pt x="1392919" y="27586"/>
                </a:cubicBezTo>
                <a:cubicBezTo>
                  <a:pt x="1392694" y="26756"/>
                  <a:pt x="1392324" y="26064"/>
                  <a:pt x="1391808" y="25511"/>
                </a:cubicBezTo>
                <a:cubicBezTo>
                  <a:pt x="1391292" y="24958"/>
                  <a:pt x="1390604" y="24550"/>
                  <a:pt x="1389744" y="24287"/>
                </a:cubicBezTo>
                <a:cubicBezTo>
                  <a:pt x="1388884" y="24023"/>
                  <a:pt x="1387819" y="23891"/>
                  <a:pt x="1386549" y="23891"/>
                </a:cubicBezTo>
                <a:cubicBezTo>
                  <a:pt x="1384882" y="23891"/>
                  <a:pt x="1383394" y="24076"/>
                  <a:pt x="1382084" y="24447"/>
                </a:cubicBezTo>
                <a:cubicBezTo>
                  <a:pt x="1380775" y="24817"/>
                  <a:pt x="1379617" y="25227"/>
                  <a:pt x="1378612" y="25677"/>
                </a:cubicBezTo>
                <a:cubicBezTo>
                  <a:pt x="1377607" y="26127"/>
                  <a:pt x="1376767" y="26537"/>
                  <a:pt x="1376092" y="26907"/>
                </a:cubicBezTo>
                <a:cubicBezTo>
                  <a:pt x="1375417" y="27278"/>
                  <a:pt x="1374868" y="27463"/>
                  <a:pt x="1374445" y="27463"/>
                </a:cubicBezTo>
                <a:cubicBezTo>
                  <a:pt x="1374154" y="27463"/>
                  <a:pt x="1373896" y="27370"/>
                  <a:pt x="1373671" y="27184"/>
                </a:cubicBezTo>
                <a:cubicBezTo>
                  <a:pt x="1373446" y="26998"/>
                  <a:pt x="1373261" y="26732"/>
                  <a:pt x="1373115" y="26386"/>
                </a:cubicBezTo>
                <a:cubicBezTo>
                  <a:pt x="1372970" y="26041"/>
                  <a:pt x="1372857" y="25615"/>
                  <a:pt x="1372778" y="25110"/>
                </a:cubicBezTo>
                <a:cubicBezTo>
                  <a:pt x="1372699" y="24604"/>
                  <a:pt x="1372659" y="24046"/>
                  <a:pt x="1372659" y="23435"/>
                </a:cubicBezTo>
                <a:cubicBezTo>
                  <a:pt x="1372659" y="22610"/>
                  <a:pt x="1372725" y="21959"/>
                  <a:pt x="1372857" y="21480"/>
                </a:cubicBezTo>
                <a:cubicBezTo>
                  <a:pt x="1372990" y="21002"/>
                  <a:pt x="1373241" y="20570"/>
                  <a:pt x="1373611" y="20184"/>
                </a:cubicBezTo>
                <a:cubicBezTo>
                  <a:pt x="1373982" y="19798"/>
                  <a:pt x="1374630" y="19374"/>
                  <a:pt x="1375556" y="18911"/>
                </a:cubicBezTo>
                <a:cubicBezTo>
                  <a:pt x="1376482" y="18448"/>
                  <a:pt x="1377567" y="18018"/>
                  <a:pt x="1378810" y="17621"/>
                </a:cubicBezTo>
                <a:cubicBezTo>
                  <a:pt x="1380054" y="17224"/>
                  <a:pt x="1381410" y="16900"/>
                  <a:pt x="1382878" y="16648"/>
                </a:cubicBezTo>
                <a:cubicBezTo>
                  <a:pt x="1384347" y="16397"/>
                  <a:pt x="1385861" y="16271"/>
                  <a:pt x="1387422" y="16271"/>
                </a:cubicBezTo>
                <a:cubicBezTo>
                  <a:pt x="1390200" y="16271"/>
                  <a:pt x="1392575" y="16543"/>
                  <a:pt x="1394546" y="17086"/>
                </a:cubicBezTo>
                <a:cubicBezTo>
                  <a:pt x="1396517" y="17629"/>
                  <a:pt x="1398138" y="18463"/>
                  <a:pt x="1399408" y="19589"/>
                </a:cubicBezTo>
                <a:cubicBezTo>
                  <a:pt x="1400678" y="20714"/>
                  <a:pt x="1401604" y="22164"/>
                  <a:pt x="1402186" y="23938"/>
                </a:cubicBezTo>
                <a:cubicBezTo>
                  <a:pt x="1402768" y="25713"/>
                  <a:pt x="1403059" y="27818"/>
                  <a:pt x="1403059" y="30255"/>
                </a:cubicBezTo>
                <a:lnTo>
                  <a:pt x="1403059" y="54091"/>
                </a:lnTo>
                <a:moveTo>
                  <a:pt x="1393256" y="38893"/>
                </a:moveTo>
                <a:lnTo>
                  <a:pt x="1389446" y="38893"/>
                </a:lnTo>
                <a:cubicBezTo>
                  <a:pt x="1387832" y="38893"/>
                  <a:pt x="1386457" y="39013"/>
                  <a:pt x="1385319" y="39252"/>
                </a:cubicBezTo>
                <a:cubicBezTo>
                  <a:pt x="1384181" y="39492"/>
                  <a:pt x="1383255" y="39852"/>
                  <a:pt x="1382541" y="40333"/>
                </a:cubicBezTo>
                <a:cubicBezTo>
                  <a:pt x="1381827" y="40812"/>
                  <a:pt x="1381304" y="41392"/>
                  <a:pt x="1380973" y="42073"/>
                </a:cubicBezTo>
                <a:cubicBezTo>
                  <a:pt x="1380643" y="42752"/>
                  <a:pt x="1380477" y="43532"/>
                  <a:pt x="1380477" y="44412"/>
                </a:cubicBezTo>
                <a:cubicBezTo>
                  <a:pt x="1380477" y="45905"/>
                  <a:pt x="1380947" y="47078"/>
                  <a:pt x="1381886" y="47931"/>
                </a:cubicBezTo>
                <a:cubicBezTo>
                  <a:pt x="1382825" y="48784"/>
                  <a:pt x="1384128" y="49211"/>
                  <a:pt x="1385795" y="49211"/>
                </a:cubicBezTo>
                <a:cubicBezTo>
                  <a:pt x="1387197" y="49211"/>
                  <a:pt x="1388487" y="48851"/>
                  <a:pt x="1389665" y="48132"/>
                </a:cubicBezTo>
                <a:cubicBezTo>
                  <a:pt x="1390842" y="47412"/>
                  <a:pt x="1392039" y="46359"/>
                  <a:pt x="1393256" y="44972"/>
                </a:cubicBezTo>
                <a:lnTo>
                  <a:pt x="1393256" y="38893"/>
                </a:lnTo>
                <a:close/>
                <a:moveTo>
                  <a:pt x="1446761" y="53973"/>
                </a:moveTo>
                <a:cubicBezTo>
                  <a:pt x="1446761" y="54238"/>
                  <a:pt x="1446695" y="54470"/>
                  <a:pt x="1446563" y="54668"/>
                </a:cubicBezTo>
                <a:cubicBezTo>
                  <a:pt x="1446431" y="54866"/>
                  <a:pt x="1446199" y="55032"/>
                  <a:pt x="1445868" y="55164"/>
                </a:cubicBezTo>
                <a:cubicBezTo>
                  <a:pt x="1445538" y="55296"/>
                  <a:pt x="1445101" y="55396"/>
                  <a:pt x="1444559" y="55462"/>
                </a:cubicBezTo>
                <a:cubicBezTo>
                  <a:pt x="1444016" y="55528"/>
                  <a:pt x="1443335" y="55561"/>
                  <a:pt x="1442515" y="55561"/>
                </a:cubicBezTo>
                <a:cubicBezTo>
                  <a:pt x="1441642" y="55561"/>
                  <a:pt x="1440934" y="55528"/>
                  <a:pt x="1440392" y="55462"/>
                </a:cubicBezTo>
                <a:cubicBezTo>
                  <a:pt x="1439849" y="55396"/>
                  <a:pt x="1439419" y="55296"/>
                  <a:pt x="1439102" y="55164"/>
                </a:cubicBezTo>
                <a:cubicBezTo>
                  <a:pt x="1438784" y="55032"/>
                  <a:pt x="1438560" y="54866"/>
                  <a:pt x="1438427" y="54668"/>
                </a:cubicBezTo>
                <a:cubicBezTo>
                  <a:pt x="1438295" y="54470"/>
                  <a:pt x="1438229" y="54238"/>
                  <a:pt x="1438229" y="53973"/>
                </a:cubicBezTo>
                <a:lnTo>
                  <a:pt x="1438229" y="49886"/>
                </a:lnTo>
                <a:cubicBezTo>
                  <a:pt x="1436271" y="52016"/>
                  <a:pt x="1434280" y="53613"/>
                  <a:pt x="1432256" y="54678"/>
                </a:cubicBezTo>
                <a:cubicBezTo>
                  <a:pt x="1430232" y="55743"/>
                  <a:pt x="1428135" y="56275"/>
                  <a:pt x="1425966" y="56275"/>
                </a:cubicBezTo>
                <a:cubicBezTo>
                  <a:pt x="1423532" y="56275"/>
                  <a:pt x="1421488" y="55878"/>
                  <a:pt x="1419834" y="55083"/>
                </a:cubicBezTo>
                <a:cubicBezTo>
                  <a:pt x="1418181" y="54289"/>
                  <a:pt x="1416844" y="53203"/>
                  <a:pt x="1415826" y="51827"/>
                </a:cubicBezTo>
                <a:cubicBezTo>
                  <a:pt x="1414807" y="50449"/>
                  <a:pt x="1414080" y="48854"/>
                  <a:pt x="1413643" y="47040"/>
                </a:cubicBezTo>
                <a:cubicBezTo>
                  <a:pt x="1413207" y="45225"/>
                  <a:pt x="1412988" y="42967"/>
                  <a:pt x="1412988" y="40266"/>
                </a:cubicBezTo>
                <a:lnTo>
                  <a:pt x="1412988" y="18574"/>
                </a:lnTo>
                <a:cubicBezTo>
                  <a:pt x="1412988" y="18310"/>
                  <a:pt x="1413061" y="18078"/>
                  <a:pt x="1413207" y="17880"/>
                </a:cubicBezTo>
                <a:cubicBezTo>
                  <a:pt x="1413352" y="17681"/>
                  <a:pt x="1413617" y="17515"/>
                  <a:pt x="1414000" y="17383"/>
                </a:cubicBezTo>
                <a:cubicBezTo>
                  <a:pt x="1414384" y="17250"/>
                  <a:pt x="1414900" y="17151"/>
                  <a:pt x="1415548" y="17085"/>
                </a:cubicBezTo>
                <a:cubicBezTo>
                  <a:pt x="1416196" y="17019"/>
                  <a:pt x="1416997" y="16986"/>
                  <a:pt x="1417949" y="16986"/>
                </a:cubicBezTo>
                <a:cubicBezTo>
                  <a:pt x="1418928" y="16986"/>
                  <a:pt x="1419735" y="17019"/>
                  <a:pt x="1420370" y="17085"/>
                </a:cubicBezTo>
                <a:cubicBezTo>
                  <a:pt x="1421005" y="17151"/>
                  <a:pt x="1421514" y="17250"/>
                  <a:pt x="1421898" y="17383"/>
                </a:cubicBezTo>
                <a:cubicBezTo>
                  <a:pt x="1422282" y="17515"/>
                  <a:pt x="1422553" y="17680"/>
                  <a:pt x="1422711" y="17879"/>
                </a:cubicBezTo>
                <a:cubicBezTo>
                  <a:pt x="1422870" y="18077"/>
                  <a:pt x="1422950" y="18309"/>
                  <a:pt x="1422950" y="18573"/>
                </a:cubicBezTo>
                <a:lnTo>
                  <a:pt x="1422950" y="38575"/>
                </a:lnTo>
                <a:cubicBezTo>
                  <a:pt x="1422950" y="40427"/>
                  <a:pt x="1423069" y="41843"/>
                  <a:pt x="1423307" y="42822"/>
                </a:cubicBezTo>
                <a:cubicBezTo>
                  <a:pt x="1423545" y="43801"/>
                  <a:pt x="1423909" y="44641"/>
                  <a:pt x="1424398" y="45342"/>
                </a:cubicBezTo>
                <a:cubicBezTo>
                  <a:pt x="1424888" y="46043"/>
                  <a:pt x="1425509" y="46585"/>
                  <a:pt x="1426263" y="46969"/>
                </a:cubicBezTo>
                <a:cubicBezTo>
                  <a:pt x="1427017" y="47352"/>
                  <a:pt x="1427897" y="47544"/>
                  <a:pt x="1428903" y="47544"/>
                </a:cubicBezTo>
                <a:cubicBezTo>
                  <a:pt x="1430172" y="47544"/>
                  <a:pt x="1431449" y="47081"/>
                  <a:pt x="1432732" y="46155"/>
                </a:cubicBezTo>
                <a:cubicBezTo>
                  <a:pt x="1434015" y="45229"/>
                  <a:pt x="1435385" y="43880"/>
                  <a:pt x="1436840" y="42107"/>
                </a:cubicBezTo>
                <a:lnTo>
                  <a:pt x="1436840" y="18573"/>
                </a:lnTo>
                <a:cubicBezTo>
                  <a:pt x="1436840" y="18309"/>
                  <a:pt x="1436913" y="18077"/>
                  <a:pt x="1437058" y="17879"/>
                </a:cubicBezTo>
                <a:cubicBezTo>
                  <a:pt x="1437204" y="17680"/>
                  <a:pt x="1437468" y="17515"/>
                  <a:pt x="1437852" y="17383"/>
                </a:cubicBezTo>
                <a:cubicBezTo>
                  <a:pt x="1438235" y="17250"/>
                  <a:pt x="1438745" y="17151"/>
                  <a:pt x="1439380" y="17085"/>
                </a:cubicBezTo>
                <a:cubicBezTo>
                  <a:pt x="1440015" y="17019"/>
                  <a:pt x="1440822" y="16986"/>
                  <a:pt x="1441801" y="16986"/>
                </a:cubicBezTo>
                <a:cubicBezTo>
                  <a:pt x="1442780" y="16986"/>
                  <a:pt x="1443586" y="17019"/>
                  <a:pt x="1444221" y="17085"/>
                </a:cubicBezTo>
                <a:cubicBezTo>
                  <a:pt x="1444856" y="17151"/>
                  <a:pt x="1445359" y="17250"/>
                  <a:pt x="1445730" y="17383"/>
                </a:cubicBezTo>
                <a:cubicBezTo>
                  <a:pt x="1446100" y="17515"/>
                  <a:pt x="1446365" y="17680"/>
                  <a:pt x="1446523" y="17879"/>
                </a:cubicBezTo>
                <a:cubicBezTo>
                  <a:pt x="1446682" y="18077"/>
                  <a:pt x="1446761" y="18309"/>
                  <a:pt x="1446761" y="18573"/>
                </a:cubicBezTo>
                <a:lnTo>
                  <a:pt x="1446761" y="53973"/>
                </a:lnTo>
                <a:close/>
                <a:moveTo>
                  <a:pt x="1481838" y="43987"/>
                </a:moveTo>
                <a:cubicBezTo>
                  <a:pt x="1481838" y="46002"/>
                  <a:pt x="1481460" y="47779"/>
                  <a:pt x="1480706" y="49317"/>
                </a:cubicBezTo>
                <a:cubicBezTo>
                  <a:pt x="1479952" y="50854"/>
                  <a:pt x="1478887" y="52139"/>
                  <a:pt x="1477512" y="53174"/>
                </a:cubicBezTo>
                <a:cubicBezTo>
                  <a:pt x="1476136" y="54207"/>
                  <a:pt x="1474509" y="54982"/>
                  <a:pt x="1472630" y="55499"/>
                </a:cubicBezTo>
                <a:cubicBezTo>
                  <a:pt x="1470752" y="56016"/>
                  <a:pt x="1468715" y="56275"/>
                  <a:pt x="1466519" y="56275"/>
                </a:cubicBezTo>
                <a:cubicBezTo>
                  <a:pt x="1465196" y="56275"/>
                  <a:pt x="1463932" y="56175"/>
                  <a:pt x="1462729" y="55974"/>
                </a:cubicBezTo>
                <a:cubicBezTo>
                  <a:pt x="1461525" y="55773"/>
                  <a:pt x="1460447" y="55519"/>
                  <a:pt x="1459494" y="55211"/>
                </a:cubicBezTo>
                <a:cubicBezTo>
                  <a:pt x="1458542" y="54903"/>
                  <a:pt x="1457748" y="54588"/>
                  <a:pt x="1457113" y="54267"/>
                </a:cubicBezTo>
                <a:cubicBezTo>
                  <a:pt x="1456478" y="53946"/>
                  <a:pt x="1456015" y="53644"/>
                  <a:pt x="1455724" y="53363"/>
                </a:cubicBezTo>
                <a:cubicBezTo>
                  <a:pt x="1455433" y="53082"/>
                  <a:pt x="1455208" y="52642"/>
                  <a:pt x="1455049" y="52044"/>
                </a:cubicBezTo>
                <a:cubicBezTo>
                  <a:pt x="1454890" y="51445"/>
                  <a:pt x="1454811" y="50560"/>
                  <a:pt x="1454811" y="49390"/>
                </a:cubicBezTo>
                <a:cubicBezTo>
                  <a:pt x="1454811" y="48618"/>
                  <a:pt x="1454838" y="48000"/>
                  <a:pt x="1454890" y="47534"/>
                </a:cubicBezTo>
                <a:cubicBezTo>
                  <a:pt x="1454943" y="47069"/>
                  <a:pt x="1455023" y="46696"/>
                  <a:pt x="1455129" y="46417"/>
                </a:cubicBezTo>
                <a:cubicBezTo>
                  <a:pt x="1455234" y="46137"/>
                  <a:pt x="1455367" y="45951"/>
                  <a:pt x="1455525" y="45859"/>
                </a:cubicBezTo>
                <a:cubicBezTo>
                  <a:pt x="1455684" y="45765"/>
                  <a:pt x="1455883" y="45719"/>
                  <a:pt x="1456121" y="45719"/>
                </a:cubicBezTo>
                <a:cubicBezTo>
                  <a:pt x="1456412" y="45719"/>
                  <a:pt x="1456842" y="45886"/>
                  <a:pt x="1457411" y="46221"/>
                </a:cubicBezTo>
                <a:cubicBezTo>
                  <a:pt x="1457979" y="46556"/>
                  <a:pt x="1458687" y="46924"/>
                  <a:pt x="1459534" y="47326"/>
                </a:cubicBezTo>
                <a:cubicBezTo>
                  <a:pt x="1460380" y="47728"/>
                  <a:pt x="1461366" y="48103"/>
                  <a:pt x="1462490" y="48451"/>
                </a:cubicBezTo>
                <a:cubicBezTo>
                  <a:pt x="1463615" y="48799"/>
                  <a:pt x="1464891" y="48973"/>
                  <a:pt x="1466320" y="48973"/>
                </a:cubicBezTo>
                <a:cubicBezTo>
                  <a:pt x="1467220" y="48973"/>
                  <a:pt x="1468020" y="48881"/>
                  <a:pt x="1468721" y="48696"/>
                </a:cubicBezTo>
                <a:cubicBezTo>
                  <a:pt x="1469422" y="48512"/>
                  <a:pt x="1470031" y="48249"/>
                  <a:pt x="1470547" y="47906"/>
                </a:cubicBezTo>
                <a:cubicBezTo>
                  <a:pt x="1471063" y="47563"/>
                  <a:pt x="1471453" y="47128"/>
                  <a:pt x="1471717" y="46602"/>
                </a:cubicBezTo>
                <a:cubicBezTo>
                  <a:pt x="1471982" y="46075"/>
                  <a:pt x="1472114" y="45469"/>
                  <a:pt x="1472114" y="44784"/>
                </a:cubicBezTo>
                <a:cubicBezTo>
                  <a:pt x="1472114" y="43988"/>
                  <a:pt x="1471870" y="43306"/>
                  <a:pt x="1471380" y="42736"/>
                </a:cubicBezTo>
                <a:cubicBezTo>
                  <a:pt x="1470891" y="42166"/>
                  <a:pt x="1470242" y="41668"/>
                  <a:pt x="1469436" y="41244"/>
                </a:cubicBezTo>
                <a:cubicBezTo>
                  <a:pt x="1468629" y="40820"/>
                  <a:pt x="1467716" y="40422"/>
                  <a:pt x="1466697" y="40051"/>
                </a:cubicBezTo>
                <a:cubicBezTo>
                  <a:pt x="1465679" y="39680"/>
                  <a:pt x="1464633" y="39269"/>
                  <a:pt x="1463562" y="38818"/>
                </a:cubicBezTo>
                <a:cubicBezTo>
                  <a:pt x="1462490" y="38368"/>
                  <a:pt x="1461445" y="37851"/>
                  <a:pt x="1460427" y="37268"/>
                </a:cubicBezTo>
                <a:cubicBezTo>
                  <a:pt x="1459408" y="36684"/>
                  <a:pt x="1458495" y="35968"/>
                  <a:pt x="1457688" y="35120"/>
                </a:cubicBezTo>
                <a:cubicBezTo>
                  <a:pt x="1456881" y="34272"/>
                  <a:pt x="1456233" y="33251"/>
                  <a:pt x="1455744" y="32059"/>
                </a:cubicBezTo>
                <a:cubicBezTo>
                  <a:pt x="1455254" y="30866"/>
                  <a:pt x="1455010" y="29434"/>
                  <a:pt x="1455010" y="27764"/>
                </a:cubicBezTo>
                <a:cubicBezTo>
                  <a:pt x="1455010" y="26067"/>
                  <a:pt x="1455340" y="24509"/>
                  <a:pt x="1456002" y="23091"/>
                </a:cubicBezTo>
                <a:cubicBezTo>
                  <a:pt x="1456663" y="21673"/>
                  <a:pt x="1457616" y="20461"/>
                  <a:pt x="1458859" y="19454"/>
                </a:cubicBezTo>
                <a:cubicBezTo>
                  <a:pt x="1460103" y="18446"/>
                  <a:pt x="1461617" y="17664"/>
                  <a:pt x="1463403" y="17107"/>
                </a:cubicBezTo>
                <a:cubicBezTo>
                  <a:pt x="1465189" y="16550"/>
                  <a:pt x="1467193" y="16271"/>
                  <a:pt x="1469416" y="16271"/>
                </a:cubicBezTo>
                <a:cubicBezTo>
                  <a:pt x="1470527" y="16271"/>
                  <a:pt x="1471605" y="16351"/>
                  <a:pt x="1472650" y="16510"/>
                </a:cubicBezTo>
                <a:cubicBezTo>
                  <a:pt x="1473695" y="16668"/>
                  <a:pt x="1474641" y="16867"/>
                  <a:pt x="1475488" y="17105"/>
                </a:cubicBezTo>
                <a:cubicBezTo>
                  <a:pt x="1476334" y="17343"/>
                  <a:pt x="1477049" y="17601"/>
                  <a:pt x="1477631" y="17879"/>
                </a:cubicBezTo>
                <a:cubicBezTo>
                  <a:pt x="1478213" y="18157"/>
                  <a:pt x="1478630" y="18395"/>
                  <a:pt x="1478881" y="18593"/>
                </a:cubicBezTo>
                <a:cubicBezTo>
                  <a:pt x="1479132" y="18791"/>
                  <a:pt x="1479311" y="18990"/>
                  <a:pt x="1479417" y="19188"/>
                </a:cubicBezTo>
                <a:cubicBezTo>
                  <a:pt x="1479522" y="19387"/>
                  <a:pt x="1479602" y="19625"/>
                  <a:pt x="1479655" y="19903"/>
                </a:cubicBezTo>
                <a:cubicBezTo>
                  <a:pt x="1479708" y="20181"/>
                  <a:pt x="1479754" y="20524"/>
                  <a:pt x="1479794" y="20935"/>
                </a:cubicBezTo>
                <a:cubicBezTo>
                  <a:pt x="1479833" y="21345"/>
                  <a:pt x="1479853" y="21854"/>
                  <a:pt x="1479853" y="22462"/>
                </a:cubicBezTo>
                <a:cubicBezTo>
                  <a:pt x="1479853" y="23177"/>
                  <a:pt x="1479833" y="23759"/>
                  <a:pt x="1479794" y="24209"/>
                </a:cubicBezTo>
                <a:cubicBezTo>
                  <a:pt x="1479754" y="24658"/>
                  <a:pt x="1479688" y="25016"/>
                  <a:pt x="1479595" y="25280"/>
                </a:cubicBezTo>
                <a:cubicBezTo>
                  <a:pt x="1479503" y="25545"/>
                  <a:pt x="1479377" y="25723"/>
                  <a:pt x="1479218" y="25816"/>
                </a:cubicBezTo>
                <a:cubicBezTo>
                  <a:pt x="1479059" y="25909"/>
                  <a:pt x="1478874" y="25955"/>
                  <a:pt x="1478663" y="25955"/>
                </a:cubicBezTo>
                <a:cubicBezTo>
                  <a:pt x="1478424" y="25955"/>
                  <a:pt x="1478054" y="25816"/>
                  <a:pt x="1477551" y="25538"/>
                </a:cubicBezTo>
                <a:cubicBezTo>
                  <a:pt x="1477049" y="25260"/>
                  <a:pt x="1476420" y="24963"/>
                  <a:pt x="1475666" y="24645"/>
                </a:cubicBezTo>
                <a:cubicBezTo>
                  <a:pt x="1474912" y="24328"/>
                  <a:pt x="1474039" y="24030"/>
                  <a:pt x="1473047" y="23752"/>
                </a:cubicBezTo>
                <a:cubicBezTo>
                  <a:pt x="1472055" y="23474"/>
                  <a:pt x="1470924" y="23336"/>
                  <a:pt x="1469654" y="23336"/>
                </a:cubicBezTo>
                <a:cubicBezTo>
                  <a:pt x="1468754" y="23336"/>
                  <a:pt x="1467974" y="23429"/>
                  <a:pt x="1467312" y="23616"/>
                </a:cubicBezTo>
                <a:cubicBezTo>
                  <a:pt x="1466651" y="23802"/>
                  <a:pt x="1466108" y="24068"/>
                  <a:pt x="1465685" y="24413"/>
                </a:cubicBezTo>
                <a:cubicBezTo>
                  <a:pt x="1465262" y="24759"/>
                  <a:pt x="1464944" y="25164"/>
                  <a:pt x="1464733" y="25630"/>
                </a:cubicBezTo>
                <a:cubicBezTo>
                  <a:pt x="1464521" y="26095"/>
                  <a:pt x="1464415" y="26594"/>
                  <a:pt x="1464415" y="27127"/>
                </a:cubicBezTo>
                <a:cubicBezTo>
                  <a:pt x="1464415" y="27949"/>
                  <a:pt x="1464667" y="28638"/>
                  <a:pt x="1465169" y="29196"/>
                </a:cubicBezTo>
                <a:cubicBezTo>
                  <a:pt x="1465672" y="29752"/>
                  <a:pt x="1466333" y="30242"/>
                  <a:pt x="1467154" y="30666"/>
                </a:cubicBezTo>
                <a:cubicBezTo>
                  <a:pt x="1467974" y="31091"/>
                  <a:pt x="1468906" y="31488"/>
                  <a:pt x="1469951" y="31859"/>
                </a:cubicBezTo>
                <a:cubicBezTo>
                  <a:pt x="1470997" y="32231"/>
                  <a:pt x="1472055" y="32635"/>
                  <a:pt x="1473126" y="33072"/>
                </a:cubicBezTo>
                <a:cubicBezTo>
                  <a:pt x="1474198" y="33510"/>
                  <a:pt x="1475256" y="34020"/>
                  <a:pt x="1476301" y="34603"/>
                </a:cubicBezTo>
                <a:cubicBezTo>
                  <a:pt x="1477346" y="35186"/>
                  <a:pt x="1478279" y="35902"/>
                  <a:pt x="1479099" y="36751"/>
                </a:cubicBezTo>
                <a:cubicBezTo>
                  <a:pt x="1479919" y="37599"/>
                  <a:pt x="1480581" y="38613"/>
                  <a:pt x="1481083" y="39793"/>
                </a:cubicBezTo>
                <a:cubicBezTo>
                  <a:pt x="1481586" y="40972"/>
                  <a:pt x="1481838" y="42370"/>
                  <a:pt x="1481838" y="43987"/>
                </a:cubicBezTo>
                <a:close/>
                <a:moveTo>
                  <a:pt x="1522265" y="35235"/>
                </a:moveTo>
                <a:cubicBezTo>
                  <a:pt x="1522265" y="36455"/>
                  <a:pt x="1521994" y="37356"/>
                  <a:pt x="1521451" y="37939"/>
                </a:cubicBezTo>
                <a:cubicBezTo>
                  <a:pt x="1520909" y="38522"/>
                  <a:pt x="1520162" y="38813"/>
                  <a:pt x="1519209" y="38813"/>
                </a:cubicBezTo>
                <a:lnTo>
                  <a:pt x="1497659" y="38813"/>
                </a:lnTo>
                <a:cubicBezTo>
                  <a:pt x="1497659" y="40327"/>
                  <a:pt x="1497838" y="41702"/>
                  <a:pt x="1498195" y="42937"/>
                </a:cubicBezTo>
                <a:cubicBezTo>
                  <a:pt x="1498552" y="44172"/>
                  <a:pt x="1499121" y="45222"/>
                  <a:pt x="1499902" y="46086"/>
                </a:cubicBezTo>
                <a:cubicBezTo>
                  <a:pt x="1500682" y="46949"/>
                  <a:pt x="1501688" y="47606"/>
                  <a:pt x="1502918" y="48058"/>
                </a:cubicBezTo>
                <a:cubicBezTo>
                  <a:pt x="1504148" y="48509"/>
                  <a:pt x="1505623" y="48735"/>
                  <a:pt x="1507343" y="48735"/>
                </a:cubicBezTo>
                <a:cubicBezTo>
                  <a:pt x="1509089" y="48735"/>
                  <a:pt x="1510624" y="48607"/>
                  <a:pt x="1511947" y="48352"/>
                </a:cubicBezTo>
                <a:cubicBezTo>
                  <a:pt x="1513269" y="48096"/>
                  <a:pt x="1514414" y="47814"/>
                  <a:pt x="1515379" y="47505"/>
                </a:cubicBezTo>
                <a:cubicBezTo>
                  <a:pt x="1516345" y="47195"/>
                  <a:pt x="1517145" y="46913"/>
                  <a:pt x="1517780" y="46658"/>
                </a:cubicBezTo>
                <a:cubicBezTo>
                  <a:pt x="1518415" y="46402"/>
                  <a:pt x="1518931" y="46274"/>
                  <a:pt x="1519328" y="46274"/>
                </a:cubicBezTo>
                <a:cubicBezTo>
                  <a:pt x="1519566" y="46274"/>
                  <a:pt x="1519765" y="46321"/>
                  <a:pt x="1519923" y="46414"/>
                </a:cubicBezTo>
                <a:cubicBezTo>
                  <a:pt x="1520082" y="46507"/>
                  <a:pt x="1520215" y="46673"/>
                  <a:pt x="1520320" y="46913"/>
                </a:cubicBezTo>
                <a:cubicBezTo>
                  <a:pt x="1520426" y="47152"/>
                  <a:pt x="1520499" y="47491"/>
                  <a:pt x="1520539" y="47930"/>
                </a:cubicBezTo>
                <a:cubicBezTo>
                  <a:pt x="1520578" y="48369"/>
                  <a:pt x="1520598" y="48921"/>
                  <a:pt x="1520598" y="49586"/>
                </a:cubicBezTo>
                <a:cubicBezTo>
                  <a:pt x="1520598" y="50171"/>
                  <a:pt x="1520585" y="50670"/>
                  <a:pt x="1520558" y="51083"/>
                </a:cubicBezTo>
                <a:cubicBezTo>
                  <a:pt x="1520532" y="51494"/>
                  <a:pt x="1520492" y="51847"/>
                  <a:pt x="1520439" y="52139"/>
                </a:cubicBezTo>
                <a:cubicBezTo>
                  <a:pt x="1520386" y="52432"/>
                  <a:pt x="1520307" y="52678"/>
                  <a:pt x="1520201" y="52878"/>
                </a:cubicBezTo>
                <a:cubicBezTo>
                  <a:pt x="1520095" y="53078"/>
                  <a:pt x="1519957" y="53270"/>
                  <a:pt x="1519785" y="53456"/>
                </a:cubicBezTo>
                <a:cubicBezTo>
                  <a:pt x="1519613" y="53642"/>
                  <a:pt x="1519143" y="53894"/>
                  <a:pt x="1518376" y="54212"/>
                </a:cubicBezTo>
                <a:cubicBezTo>
                  <a:pt x="1517608" y="54529"/>
                  <a:pt x="1516630" y="54840"/>
                  <a:pt x="1515439" y="55144"/>
                </a:cubicBezTo>
                <a:cubicBezTo>
                  <a:pt x="1514248" y="55448"/>
                  <a:pt x="1512886" y="55713"/>
                  <a:pt x="1511351" y="55938"/>
                </a:cubicBezTo>
                <a:cubicBezTo>
                  <a:pt x="1509817" y="56163"/>
                  <a:pt x="1508176" y="56275"/>
                  <a:pt x="1506430" y="56275"/>
                </a:cubicBezTo>
                <a:cubicBezTo>
                  <a:pt x="1503282" y="56275"/>
                  <a:pt x="1500523" y="55878"/>
                  <a:pt x="1498155" y="55082"/>
                </a:cubicBezTo>
                <a:cubicBezTo>
                  <a:pt x="1495788" y="54287"/>
                  <a:pt x="1493810" y="53081"/>
                  <a:pt x="1492222" y="51463"/>
                </a:cubicBezTo>
                <a:cubicBezTo>
                  <a:pt x="1490635" y="49846"/>
                  <a:pt x="1489451" y="47805"/>
                  <a:pt x="1488670" y="45340"/>
                </a:cubicBezTo>
                <a:cubicBezTo>
                  <a:pt x="1487890" y="42875"/>
                  <a:pt x="1487500" y="39985"/>
                  <a:pt x="1487500" y="36671"/>
                </a:cubicBezTo>
                <a:cubicBezTo>
                  <a:pt x="1487500" y="33516"/>
                  <a:pt x="1487910" y="30673"/>
                  <a:pt x="1488730" y="28141"/>
                </a:cubicBezTo>
                <a:cubicBezTo>
                  <a:pt x="1489550" y="25610"/>
                  <a:pt x="1490741" y="23463"/>
                  <a:pt x="1492302" y="21700"/>
                </a:cubicBezTo>
                <a:cubicBezTo>
                  <a:pt x="1493863" y="19936"/>
                  <a:pt x="1495761" y="18591"/>
                  <a:pt x="1497997" y="17663"/>
                </a:cubicBezTo>
                <a:cubicBezTo>
                  <a:pt x="1500232" y="16735"/>
                  <a:pt x="1502753" y="16271"/>
                  <a:pt x="1505557" y="16271"/>
                </a:cubicBezTo>
                <a:cubicBezTo>
                  <a:pt x="1508520" y="16271"/>
                  <a:pt x="1511054" y="16709"/>
                  <a:pt x="1513157" y="17584"/>
                </a:cubicBezTo>
                <a:cubicBezTo>
                  <a:pt x="1515260" y="18458"/>
                  <a:pt x="1516987" y="19671"/>
                  <a:pt x="1518336" y="21221"/>
                </a:cubicBezTo>
                <a:cubicBezTo>
                  <a:pt x="1519685" y="22771"/>
                  <a:pt x="1520678" y="24607"/>
                  <a:pt x="1521312" y="26728"/>
                </a:cubicBezTo>
                <a:cubicBezTo>
                  <a:pt x="1521947" y="28847"/>
                  <a:pt x="1522265" y="31153"/>
                  <a:pt x="1522265" y="33645"/>
                </a:cubicBezTo>
                <a:lnTo>
                  <a:pt x="1522265" y="35235"/>
                </a:lnTo>
                <a:moveTo>
                  <a:pt x="1512581" y="32384"/>
                </a:moveTo>
                <a:cubicBezTo>
                  <a:pt x="1512661" y="29567"/>
                  <a:pt x="1512099" y="27355"/>
                  <a:pt x="1510895" y="25748"/>
                </a:cubicBezTo>
                <a:cubicBezTo>
                  <a:pt x="1509691" y="24140"/>
                  <a:pt x="1507832" y="23336"/>
                  <a:pt x="1505319" y="23336"/>
                </a:cubicBezTo>
                <a:cubicBezTo>
                  <a:pt x="1504049" y="23336"/>
                  <a:pt x="1502944" y="23575"/>
                  <a:pt x="1502005" y="24054"/>
                </a:cubicBezTo>
                <a:cubicBezTo>
                  <a:pt x="1501066" y="24532"/>
                  <a:pt x="1500285" y="25176"/>
                  <a:pt x="1499664" y="25987"/>
                </a:cubicBezTo>
                <a:cubicBezTo>
                  <a:pt x="1499042" y="26797"/>
                  <a:pt x="1498566" y="27754"/>
                  <a:pt x="1498235" y="28857"/>
                </a:cubicBezTo>
                <a:cubicBezTo>
                  <a:pt x="1497904" y="29959"/>
                  <a:pt x="1497712" y="31135"/>
                  <a:pt x="1497659" y="32384"/>
                </a:cubicBezTo>
                <a:lnTo>
                  <a:pt x="1512581" y="32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andthepatchprovidedbelow,youneedto:">
            <a:extLst xmlns:a="http://schemas.openxmlformats.org/drawingml/2006/main">
              <a:ext uri="{FF2B5EF4-FFF2-40B4-BE49-F238E27FC236}">
                <a16:creationId xmlns:a16="http://schemas.microsoft.com/office/drawing/2014/main" id="{79CA1A9C-E9E8-4272-8EF5-48A5B17F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609" y="454189"/>
            <a:ext cx="1426959" cy="69769"/>
          </a:xfrm>
          <a:custGeom xmlns:a="http://schemas.openxmlformats.org/drawingml/2006/main">
            <a:pathLst>
              <a:path w="1426959" h="69769">
                <a:moveTo>
                  <a:pt x="29328" y="54370"/>
                </a:moveTo>
                <a:cubicBezTo>
                  <a:pt x="29328" y="54688"/>
                  <a:pt x="29222" y="54926"/>
                  <a:pt x="29011" y="55085"/>
                </a:cubicBezTo>
                <a:cubicBezTo>
                  <a:pt x="28799" y="55243"/>
                  <a:pt x="28508" y="55362"/>
                  <a:pt x="28138" y="55442"/>
                </a:cubicBezTo>
                <a:cubicBezTo>
                  <a:pt x="27767" y="55521"/>
                  <a:pt x="27225" y="55561"/>
                  <a:pt x="26510" y="55561"/>
                </a:cubicBezTo>
                <a:cubicBezTo>
                  <a:pt x="25823" y="55561"/>
                  <a:pt x="25274" y="55521"/>
                  <a:pt x="24864" y="55442"/>
                </a:cubicBezTo>
                <a:cubicBezTo>
                  <a:pt x="24453" y="55362"/>
                  <a:pt x="24156" y="55243"/>
                  <a:pt x="23971" y="55085"/>
                </a:cubicBezTo>
                <a:cubicBezTo>
                  <a:pt x="23785" y="54926"/>
                  <a:pt x="23693" y="54688"/>
                  <a:pt x="23693" y="54370"/>
                </a:cubicBezTo>
                <a:lnTo>
                  <a:pt x="23693" y="50799"/>
                </a:lnTo>
                <a:cubicBezTo>
                  <a:pt x="22132" y="52465"/>
                  <a:pt x="20392" y="53768"/>
                  <a:pt x="18474" y="54708"/>
                </a:cubicBezTo>
                <a:cubicBezTo>
                  <a:pt x="16556" y="55647"/>
                  <a:pt x="14525" y="56117"/>
                  <a:pt x="12382" y="56117"/>
                </a:cubicBezTo>
                <a:cubicBezTo>
                  <a:pt x="10504" y="56117"/>
                  <a:pt x="8804" y="55871"/>
                  <a:pt x="7282" y="55380"/>
                </a:cubicBezTo>
                <a:cubicBezTo>
                  <a:pt x="5761" y="54889"/>
                  <a:pt x="4465" y="54179"/>
                  <a:pt x="3393" y="53249"/>
                </a:cubicBezTo>
                <a:cubicBezTo>
                  <a:pt x="2322" y="52320"/>
                  <a:pt x="1488" y="51178"/>
                  <a:pt x="893" y="49825"/>
                </a:cubicBezTo>
                <a:cubicBezTo>
                  <a:pt x="298" y="48471"/>
                  <a:pt x="0" y="46930"/>
                  <a:pt x="0" y="45204"/>
                </a:cubicBezTo>
                <a:cubicBezTo>
                  <a:pt x="0" y="43187"/>
                  <a:pt x="410" y="41435"/>
                  <a:pt x="1230" y="39948"/>
                </a:cubicBezTo>
                <a:cubicBezTo>
                  <a:pt x="2050" y="38461"/>
                  <a:pt x="3228" y="37226"/>
                  <a:pt x="4762" y="36244"/>
                </a:cubicBezTo>
                <a:cubicBezTo>
                  <a:pt x="6297" y="35261"/>
                  <a:pt x="8175" y="34525"/>
                  <a:pt x="10398" y="34034"/>
                </a:cubicBezTo>
                <a:cubicBezTo>
                  <a:pt x="12620" y="33542"/>
                  <a:pt x="15121" y="33297"/>
                  <a:pt x="17899" y="33297"/>
                </a:cubicBezTo>
                <a:lnTo>
                  <a:pt x="22820" y="33297"/>
                </a:lnTo>
                <a:lnTo>
                  <a:pt x="22820" y="30529"/>
                </a:lnTo>
                <a:cubicBezTo>
                  <a:pt x="22820" y="29158"/>
                  <a:pt x="22674" y="27945"/>
                  <a:pt x="22383" y="26891"/>
                </a:cubicBezTo>
                <a:cubicBezTo>
                  <a:pt x="22092" y="25836"/>
                  <a:pt x="21622" y="24959"/>
                  <a:pt x="20974" y="24261"/>
                </a:cubicBezTo>
                <a:cubicBezTo>
                  <a:pt x="20326" y="23562"/>
                  <a:pt x="19486" y="23035"/>
                  <a:pt x="18454" y="22680"/>
                </a:cubicBezTo>
                <a:cubicBezTo>
                  <a:pt x="17422" y="22323"/>
                  <a:pt x="16152" y="22145"/>
                  <a:pt x="14644" y="22145"/>
                </a:cubicBezTo>
                <a:cubicBezTo>
                  <a:pt x="13030" y="22145"/>
                  <a:pt x="11582" y="22335"/>
                  <a:pt x="10299" y="22714"/>
                </a:cubicBezTo>
                <a:cubicBezTo>
                  <a:pt x="9015" y="23094"/>
                  <a:pt x="7891" y="23513"/>
                  <a:pt x="6925" y="23971"/>
                </a:cubicBezTo>
                <a:cubicBezTo>
                  <a:pt x="5960" y="24429"/>
                  <a:pt x="5153" y="24847"/>
                  <a:pt x="4504" y="25227"/>
                </a:cubicBezTo>
                <a:cubicBezTo>
                  <a:pt x="3856" y="25606"/>
                  <a:pt x="3373" y="25796"/>
                  <a:pt x="3056" y="25796"/>
                </a:cubicBezTo>
                <a:cubicBezTo>
                  <a:pt x="2844" y="25796"/>
                  <a:pt x="2659" y="25743"/>
                  <a:pt x="2500" y="25637"/>
                </a:cubicBezTo>
                <a:cubicBezTo>
                  <a:pt x="2341" y="25532"/>
                  <a:pt x="2203" y="25373"/>
                  <a:pt x="2084" y="25161"/>
                </a:cubicBezTo>
                <a:cubicBezTo>
                  <a:pt x="1964" y="24950"/>
                  <a:pt x="1878" y="24678"/>
                  <a:pt x="1826" y="24348"/>
                </a:cubicBezTo>
                <a:cubicBezTo>
                  <a:pt x="1773" y="24017"/>
                  <a:pt x="1746" y="23653"/>
                  <a:pt x="1746" y="23256"/>
                </a:cubicBezTo>
                <a:cubicBezTo>
                  <a:pt x="1746" y="22595"/>
                  <a:pt x="1793" y="22072"/>
                  <a:pt x="1885" y="21689"/>
                </a:cubicBezTo>
                <a:cubicBezTo>
                  <a:pt x="1978" y="21305"/>
                  <a:pt x="2203" y="20941"/>
                  <a:pt x="2560" y="20597"/>
                </a:cubicBezTo>
                <a:cubicBezTo>
                  <a:pt x="2917" y="20253"/>
                  <a:pt x="3532" y="19853"/>
                  <a:pt x="4405" y="19395"/>
                </a:cubicBezTo>
                <a:cubicBezTo>
                  <a:pt x="5278" y="18937"/>
                  <a:pt x="6284" y="18519"/>
                  <a:pt x="7421" y="18140"/>
                </a:cubicBezTo>
                <a:cubicBezTo>
                  <a:pt x="8559" y="17762"/>
                  <a:pt x="9803" y="17448"/>
                  <a:pt x="11152" y="17200"/>
                </a:cubicBezTo>
                <a:cubicBezTo>
                  <a:pt x="12501" y="16951"/>
                  <a:pt x="13864" y="16827"/>
                  <a:pt x="15240" y="16827"/>
                </a:cubicBezTo>
                <a:cubicBezTo>
                  <a:pt x="17806" y="16827"/>
                  <a:pt x="19989" y="17118"/>
                  <a:pt x="21788" y="17700"/>
                </a:cubicBezTo>
                <a:cubicBezTo>
                  <a:pt x="23587" y="18282"/>
                  <a:pt x="25042" y="19135"/>
                  <a:pt x="26153" y="20260"/>
                </a:cubicBezTo>
                <a:cubicBezTo>
                  <a:pt x="27265" y="21384"/>
                  <a:pt x="28071" y="22780"/>
                  <a:pt x="28574" y="24447"/>
                </a:cubicBezTo>
                <a:cubicBezTo>
                  <a:pt x="29077" y="26114"/>
                  <a:pt x="29328" y="28058"/>
                  <a:pt x="29328" y="30281"/>
                </a:cubicBezTo>
                <a:lnTo>
                  <a:pt x="29328" y="54370"/>
                </a:lnTo>
                <a:moveTo>
                  <a:pt x="22820" y="38020"/>
                </a:moveTo>
                <a:lnTo>
                  <a:pt x="17224" y="38020"/>
                </a:lnTo>
                <a:cubicBezTo>
                  <a:pt x="15425" y="38020"/>
                  <a:pt x="13864" y="38173"/>
                  <a:pt x="12541" y="38480"/>
                </a:cubicBezTo>
                <a:cubicBezTo>
                  <a:pt x="11218" y="38786"/>
                  <a:pt x="10120" y="39238"/>
                  <a:pt x="9247" y="39836"/>
                </a:cubicBezTo>
                <a:cubicBezTo>
                  <a:pt x="8374" y="40435"/>
                  <a:pt x="7732" y="41154"/>
                  <a:pt x="7322" y="41993"/>
                </a:cubicBezTo>
                <a:cubicBezTo>
                  <a:pt x="6912" y="42832"/>
                  <a:pt x="6707" y="43796"/>
                  <a:pt x="6707" y="44888"/>
                </a:cubicBezTo>
                <a:cubicBezTo>
                  <a:pt x="6707" y="46751"/>
                  <a:pt x="7296" y="48235"/>
                  <a:pt x="8473" y="49340"/>
                </a:cubicBezTo>
                <a:cubicBezTo>
                  <a:pt x="9650" y="50445"/>
                  <a:pt x="11297" y="50997"/>
                  <a:pt x="13414" y="50997"/>
                </a:cubicBezTo>
                <a:cubicBezTo>
                  <a:pt x="15134" y="50997"/>
                  <a:pt x="16728" y="50558"/>
                  <a:pt x="18196" y="49680"/>
                </a:cubicBezTo>
                <a:cubicBezTo>
                  <a:pt x="19665" y="48801"/>
                  <a:pt x="21206" y="47457"/>
                  <a:pt x="22820" y="45647"/>
                </a:cubicBezTo>
                <a:lnTo>
                  <a:pt x="22820" y="38020"/>
                </a:lnTo>
                <a:close/>
                <a:moveTo>
                  <a:pt x="72077" y="54331"/>
                </a:moveTo>
                <a:cubicBezTo>
                  <a:pt x="72077" y="54542"/>
                  <a:pt x="72024" y="54721"/>
                  <a:pt x="71918" y="54866"/>
                </a:cubicBezTo>
                <a:cubicBezTo>
                  <a:pt x="71813" y="55012"/>
                  <a:pt x="71641" y="55138"/>
                  <a:pt x="71403" y="55243"/>
                </a:cubicBezTo>
                <a:cubicBezTo>
                  <a:pt x="71164" y="55349"/>
                  <a:pt x="70834" y="55429"/>
                  <a:pt x="70410" y="55482"/>
                </a:cubicBezTo>
                <a:cubicBezTo>
                  <a:pt x="69987" y="55534"/>
                  <a:pt x="69458" y="55561"/>
                  <a:pt x="68823" y="55561"/>
                </a:cubicBezTo>
                <a:cubicBezTo>
                  <a:pt x="68162" y="55561"/>
                  <a:pt x="67619" y="55534"/>
                  <a:pt x="67196" y="55482"/>
                </a:cubicBezTo>
                <a:cubicBezTo>
                  <a:pt x="66772" y="55429"/>
                  <a:pt x="66442" y="55349"/>
                  <a:pt x="66204" y="55243"/>
                </a:cubicBezTo>
                <a:cubicBezTo>
                  <a:pt x="65966" y="55138"/>
                  <a:pt x="65794" y="55012"/>
                  <a:pt x="65688" y="54866"/>
                </a:cubicBezTo>
                <a:cubicBezTo>
                  <a:pt x="65582" y="54721"/>
                  <a:pt x="65529" y="54542"/>
                  <a:pt x="65529" y="54331"/>
                </a:cubicBezTo>
                <a:lnTo>
                  <a:pt x="65529" y="33416"/>
                </a:lnTo>
                <a:cubicBezTo>
                  <a:pt x="65529" y="31379"/>
                  <a:pt x="65370" y="29738"/>
                  <a:pt x="65053" y="28495"/>
                </a:cubicBezTo>
                <a:cubicBezTo>
                  <a:pt x="64735" y="27251"/>
                  <a:pt x="64272" y="26180"/>
                  <a:pt x="63664" y="25280"/>
                </a:cubicBezTo>
                <a:cubicBezTo>
                  <a:pt x="63055" y="24381"/>
                  <a:pt x="62268" y="23693"/>
                  <a:pt x="61302" y="23217"/>
                </a:cubicBezTo>
                <a:cubicBezTo>
                  <a:pt x="60337" y="22740"/>
                  <a:pt x="59219" y="22502"/>
                  <a:pt x="57949" y="22502"/>
                </a:cubicBezTo>
                <a:cubicBezTo>
                  <a:pt x="56309" y="22502"/>
                  <a:pt x="54668" y="23084"/>
                  <a:pt x="53028" y="24248"/>
                </a:cubicBezTo>
                <a:cubicBezTo>
                  <a:pt x="51387" y="25413"/>
                  <a:pt x="49668" y="27119"/>
                  <a:pt x="47869" y="29368"/>
                </a:cubicBezTo>
                <a:lnTo>
                  <a:pt x="47869" y="54331"/>
                </a:lnTo>
                <a:cubicBezTo>
                  <a:pt x="47869" y="54542"/>
                  <a:pt x="47816" y="54721"/>
                  <a:pt x="47710" y="54866"/>
                </a:cubicBezTo>
                <a:cubicBezTo>
                  <a:pt x="47604" y="55012"/>
                  <a:pt x="47432" y="55138"/>
                  <a:pt x="47194" y="55243"/>
                </a:cubicBezTo>
                <a:cubicBezTo>
                  <a:pt x="46956" y="55349"/>
                  <a:pt x="46625" y="55429"/>
                  <a:pt x="46202" y="55482"/>
                </a:cubicBezTo>
                <a:cubicBezTo>
                  <a:pt x="45778" y="55534"/>
                  <a:pt x="45236" y="55561"/>
                  <a:pt x="44575" y="55561"/>
                </a:cubicBezTo>
                <a:cubicBezTo>
                  <a:pt x="43940" y="55561"/>
                  <a:pt x="43410" y="55534"/>
                  <a:pt x="42987" y="55482"/>
                </a:cubicBezTo>
                <a:cubicBezTo>
                  <a:pt x="42564" y="55429"/>
                  <a:pt x="42226" y="55349"/>
                  <a:pt x="41975" y="55243"/>
                </a:cubicBezTo>
                <a:cubicBezTo>
                  <a:pt x="41724" y="55138"/>
                  <a:pt x="41552" y="55012"/>
                  <a:pt x="41459" y="54866"/>
                </a:cubicBezTo>
                <a:cubicBezTo>
                  <a:pt x="41367" y="54721"/>
                  <a:pt x="41320" y="54542"/>
                  <a:pt x="41320" y="54331"/>
                </a:cubicBezTo>
                <a:lnTo>
                  <a:pt x="41320" y="18613"/>
                </a:lnTo>
                <a:cubicBezTo>
                  <a:pt x="41320" y="18401"/>
                  <a:pt x="41360" y="18223"/>
                  <a:pt x="41439" y="18077"/>
                </a:cubicBezTo>
                <a:cubicBezTo>
                  <a:pt x="41519" y="17932"/>
                  <a:pt x="41677" y="17799"/>
                  <a:pt x="41916" y="17680"/>
                </a:cubicBezTo>
                <a:cubicBezTo>
                  <a:pt x="42154" y="17561"/>
                  <a:pt x="42458" y="17482"/>
                  <a:pt x="42828" y="17442"/>
                </a:cubicBezTo>
                <a:cubicBezTo>
                  <a:pt x="43199" y="17402"/>
                  <a:pt x="43688" y="17383"/>
                  <a:pt x="44297" y="17383"/>
                </a:cubicBezTo>
                <a:cubicBezTo>
                  <a:pt x="44879" y="17383"/>
                  <a:pt x="45362" y="17402"/>
                  <a:pt x="45745" y="17442"/>
                </a:cubicBezTo>
                <a:cubicBezTo>
                  <a:pt x="46129" y="17482"/>
                  <a:pt x="46427" y="17561"/>
                  <a:pt x="46638" y="17680"/>
                </a:cubicBezTo>
                <a:cubicBezTo>
                  <a:pt x="46850" y="17799"/>
                  <a:pt x="47002" y="17932"/>
                  <a:pt x="47095" y="18077"/>
                </a:cubicBezTo>
                <a:cubicBezTo>
                  <a:pt x="47187" y="18223"/>
                  <a:pt x="47234" y="18401"/>
                  <a:pt x="47234" y="18613"/>
                </a:cubicBezTo>
                <a:lnTo>
                  <a:pt x="47234" y="23336"/>
                </a:lnTo>
                <a:cubicBezTo>
                  <a:pt x="49244" y="21087"/>
                  <a:pt x="51249" y="19440"/>
                  <a:pt x="53246" y="18395"/>
                </a:cubicBezTo>
                <a:cubicBezTo>
                  <a:pt x="55244" y="17350"/>
                  <a:pt x="57261" y="16827"/>
                  <a:pt x="59298" y="16827"/>
                </a:cubicBezTo>
                <a:cubicBezTo>
                  <a:pt x="61679" y="16827"/>
                  <a:pt x="63684" y="17231"/>
                  <a:pt x="65311" y="18037"/>
                </a:cubicBezTo>
                <a:cubicBezTo>
                  <a:pt x="66938" y="18844"/>
                  <a:pt x="68254" y="19923"/>
                  <a:pt x="69260" y="21272"/>
                </a:cubicBezTo>
                <a:cubicBezTo>
                  <a:pt x="70265" y="22621"/>
                  <a:pt x="70986" y="24202"/>
                  <a:pt x="71422" y="26014"/>
                </a:cubicBezTo>
                <a:cubicBezTo>
                  <a:pt x="71859" y="27827"/>
                  <a:pt x="72077" y="30003"/>
                  <a:pt x="72077" y="32543"/>
                </a:cubicBezTo>
                <a:lnTo>
                  <a:pt x="72077" y="54331"/>
                </a:lnTo>
                <a:close/>
                <a:moveTo>
                  <a:pt x="114264" y="54329"/>
                </a:moveTo>
                <a:cubicBezTo>
                  <a:pt x="114264" y="54541"/>
                  <a:pt x="114218" y="54727"/>
                  <a:pt x="114125" y="54886"/>
                </a:cubicBezTo>
                <a:cubicBezTo>
                  <a:pt x="114033" y="55045"/>
                  <a:pt x="113874" y="55171"/>
                  <a:pt x="113649" y="55263"/>
                </a:cubicBezTo>
                <a:cubicBezTo>
                  <a:pt x="113424" y="55356"/>
                  <a:pt x="113127" y="55429"/>
                  <a:pt x="112756" y="55482"/>
                </a:cubicBezTo>
                <a:cubicBezTo>
                  <a:pt x="112386" y="55534"/>
                  <a:pt x="111936" y="55561"/>
                  <a:pt x="111407" y="55561"/>
                </a:cubicBezTo>
                <a:cubicBezTo>
                  <a:pt x="110851" y="55561"/>
                  <a:pt x="110388" y="55534"/>
                  <a:pt x="110018" y="55482"/>
                </a:cubicBezTo>
                <a:cubicBezTo>
                  <a:pt x="109648" y="55429"/>
                  <a:pt x="109343" y="55358"/>
                  <a:pt x="109105" y="55266"/>
                </a:cubicBezTo>
                <a:cubicBezTo>
                  <a:pt x="108867" y="55173"/>
                  <a:pt x="108695" y="55048"/>
                  <a:pt x="108589" y="54890"/>
                </a:cubicBezTo>
                <a:cubicBezTo>
                  <a:pt x="108483" y="54732"/>
                  <a:pt x="108430" y="54548"/>
                  <a:pt x="108430" y="54338"/>
                </a:cubicBezTo>
                <a:lnTo>
                  <a:pt x="108430" y="49641"/>
                </a:lnTo>
                <a:cubicBezTo>
                  <a:pt x="106552" y="51680"/>
                  <a:pt x="104601" y="53269"/>
                  <a:pt x="102577" y="54409"/>
                </a:cubicBezTo>
                <a:cubicBezTo>
                  <a:pt x="100553" y="55547"/>
                  <a:pt x="98337" y="56117"/>
                  <a:pt x="95929" y="56117"/>
                </a:cubicBezTo>
                <a:cubicBezTo>
                  <a:pt x="93310" y="56117"/>
                  <a:pt x="91074" y="55607"/>
                  <a:pt x="89222" y="54587"/>
                </a:cubicBezTo>
                <a:cubicBezTo>
                  <a:pt x="87370" y="53568"/>
                  <a:pt x="85869" y="52191"/>
                  <a:pt x="84718" y="50456"/>
                </a:cubicBezTo>
                <a:cubicBezTo>
                  <a:pt x="83567" y="48721"/>
                  <a:pt x="82727" y="46682"/>
                  <a:pt x="82198" y="44338"/>
                </a:cubicBezTo>
                <a:cubicBezTo>
                  <a:pt x="81669" y="41994"/>
                  <a:pt x="81404" y="39524"/>
                  <a:pt x="81404" y="36928"/>
                </a:cubicBezTo>
                <a:cubicBezTo>
                  <a:pt x="81404" y="33857"/>
                  <a:pt x="81735" y="31083"/>
                  <a:pt x="82396" y="28606"/>
                </a:cubicBezTo>
                <a:cubicBezTo>
                  <a:pt x="83058" y="26130"/>
                  <a:pt x="84037" y="24018"/>
                  <a:pt x="85333" y="22270"/>
                </a:cubicBezTo>
                <a:cubicBezTo>
                  <a:pt x="86629" y="20522"/>
                  <a:pt x="88237" y="19177"/>
                  <a:pt x="90155" y="18237"/>
                </a:cubicBezTo>
                <a:cubicBezTo>
                  <a:pt x="92073" y="17297"/>
                  <a:pt x="94289" y="16827"/>
                  <a:pt x="96802" y="16827"/>
                </a:cubicBezTo>
                <a:cubicBezTo>
                  <a:pt x="98893" y="16827"/>
                  <a:pt x="100804" y="17284"/>
                  <a:pt x="102537" y="18197"/>
                </a:cubicBezTo>
                <a:cubicBezTo>
                  <a:pt x="104270" y="19111"/>
                  <a:pt x="105983" y="20455"/>
                  <a:pt x="107676" y="22229"/>
                </a:cubicBezTo>
                <a:lnTo>
                  <a:pt x="107676" y="1431"/>
                </a:lnTo>
                <a:cubicBezTo>
                  <a:pt x="107676" y="1246"/>
                  <a:pt x="107723" y="1067"/>
                  <a:pt x="107815" y="895"/>
                </a:cubicBezTo>
                <a:cubicBezTo>
                  <a:pt x="107908" y="723"/>
                  <a:pt x="108087" y="590"/>
                  <a:pt x="108351" y="497"/>
                </a:cubicBezTo>
                <a:cubicBezTo>
                  <a:pt x="108616" y="404"/>
                  <a:pt x="108953" y="324"/>
                  <a:pt x="109363" y="258"/>
                </a:cubicBezTo>
                <a:cubicBezTo>
                  <a:pt x="109773" y="192"/>
                  <a:pt x="110296" y="159"/>
                  <a:pt x="110931" y="159"/>
                </a:cubicBezTo>
                <a:cubicBezTo>
                  <a:pt x="111592" y="159"/>
                  <a:pt x="112135" y="192"/>
                  <a:pt x="112558" y="258"/>
                </a:cubicBezTo>
                <a:cubicBezTo>
                  <a:pt x="112981" y="324"/>
                  <a:pt x="113312" y="403"/>
                  <a:pt x="113550" y="496"/>
                </a:cubicBezTo>
                <a:cubicBezTo>
                  <a:pt x="113788" y="589"/>
                  <a:pt x="113967" y="721"/>
                  <a:pt x="114086" y="894"/>
                </a:cubicBezTo>
                <a:cubicBezTo>
                  <a:pt x="114205" y="1066"/>
                  <a:pt x="114264" y="1245"/>
                  <a:pt x="114264" y="1430"/>
                </a:cubicBezTo>
                <a:lnTo>
                  <a:pt x="114264" y="54329"/>
                </a:lnTo>
                <a:moveTo>
                  <a:pt x="107676" y="29222"/>
                </a:moveTo>
                <a:cubicBezTo>
                  <a:pt x="105904" y="27021"/>
                  <a:pt x="104191" y="25345"/>
                  <a:pt x="102537" y="24193"/>
                </a:cubicBezTo>
                <a:cubicBezTo>
                  <a:pt x="100883" y="23039"/>
                  <a:pt x="99157" y="22462"/>
                  <a:pt x="97358" y="22462"/>
                </a:cubicBezTo>
                <a:cubicBezTo>
                  <a:pt x="95691" y="22462"/>
                  <a:pt x="94276" y="22860"/>
                  <a:pt x="93112" y="23656"/>
                </a:cubicBezTo>
                <a:cubicBezTo>
                  <a:pt x="91947" y="24450"/>
                  <a:pt x="91002" y="25496"/>
                  <a:pt x="90274" y="26795"/>
                </a:cubicBezTo>
                <a:cubicBezTo>
                  <a:pt x="89546" y="28093"/>
                  <a:pt x="89017" y="29563"/>
                  <a:pt x="88686" y="31206"/>
                </a:cubicBezTo>
                <a:cubicBezTo>
                  <a:pt x="88356" y="32849"/>
                  <a:pt x="88190" y="34518"/>
                  <a:pt x="88190" y="36214"/>
                </a:cubicBezTo>
                <a:cubicBezTo>
                  <a:pt x="88190" y="38015"/>
                  <a:pt x="88329" y="39777"/>
                  <a:pt x="88607" y="41500"/>
                </a:cubicBezTo>
                <a:cubicBezTo>
                  <a:pt x="88885" y="43222"/>
                  <a:pt x="89368" y="44752"/>
                  <a:pt x="90056" y="46090"/>
                </a:cubicBezTo>
                <a:cubicBezTo>
                  <a:pt x="90744" y="47427"/>
                  <a:pt x="91656" y="48500"/>
                  <a:pt x="92794" y="49309"/>
                </a:cubicBezTo>
                <a:cubicBezTo>
                  <a:pt x="93932" y="50117"/>
                  <a:pt x="95360" y="50521"/>
                  <a:pt x="97080" y="50521"/>
                </a:cubicBezTo>
                <a:cubicBezTo>
                  <a:pt x="97953" y="50521"/>
                  <a:pt x="98793" y="50402"/>
                  <a:pt x="99600" y="50164"/>
                </a:cubicBezTo>
                <a:cubicBezTo>
                  <a:pt x="100407" y="49925"/>
                  <a:pt x="101234" y="49527"/>
                  <a:pt x="102081" y="48971"/>
                </a:cubicBezTo>
                <a:cubicBezTo>
                  <a:pt x="102927" y="48414"/>
                  <a:pt x="103814" y="47692"/>
                  <a:pt x="104740" y="46804"/>
                </a:cubicBezTo>
                <a:cubicBezTo>
                  <a:pt x="105666" y="45916"/>
                  <a:pt x="106645" y="44822"/>
                  <a:pt x="107676" y="43524"/>
                </a:cubicBezTo>
                <a:lnTo>
                  <a:pt x="107676" y="29222"/>
                </a:lnTo>
                <a:close/>
                <a:moveTo>
                  <a:pt x="163360" y="51751"/>
                </a:moveTo>
                <a:cubicBezTo>
                  <a:pt x="163360" y="52518"/>
                  <a:pt x="163307" y="53127"/>
                  <a:pt x="163201" y="53577"/>
                </a:cubicBezTo>
                <a:cubicBezTo>
                  <a:pt x="163096" y="54026"/>
                  <a:pt x="162937" y="54357"/>
                  <a:pt x="162725" y="54569"/>
                </a:cubicBezTo>
                <a:cubicBezTo>
                  <a:pt x="162514" y="54780"/>
                  <a:pt x="162196" y="54979"/>
                  <a:pt x="161773" y="55164"/>
                </a:cubicBezTo>
                <a:cubicBezTo>
                  <a:pt x="161349" y="55349"/>
                  <a:pt x="160867" y="55501"/>
                  <a:pt x="160324" y="55620"/>
                </a:cubicBezTo>
                <a:cubicBezTo>
                  <a:pt x="159782" y="55740"/>
                  <a:pt x="159206" y="55839"/>
                  <a:pt x="158598" y="55918"/>
                </a:cubicBezTo>
                <a:cubicBezTo>
                  <a:pt x="157989" y="55997"/>
                  <a:pt x="157381" y="56037"/>
                  <a:pt x="156772" y="56037"/>
                </a:cubicBezTo>
                <a:cubicBezTo>
                  <a:pt x="154920" y="56037"/>
                  <a:pt x="153333" y="55792"/>
                  <a:pt x="152010" y="55302"/>
                </a:cubicBezTo>
                <a:cubicBezTo>
                  <a:pt x="150687" y="54811"/>
                  <a:pt x="149602" y="54068"/>
                  <a:pt x="148756" y="53073"/>
                </a:cubicBezTo>
                <a:cubicBezTo>
                  <a:pt x="147909" y="52078"/>
                  <a:pt x="147294" y="50819"/>
                  <a:pt x="146910" y="49294"/>
                </a:cubicBezTo>
                <a:cubicBezTo>
                  <a:pt x="146527" y="47770"/>
                  <a:pt x="146335" y="45973"/>
                  <a:pt x="146335" y="43904"/>
                </a:cubicBezTo>
                <a:lnTo>
                  <a:pt x="146335" y="22978"/>
                </a:lnTo>
                <a:lnTo>
                  <a:pt x="141334" y="22978"/>
                </a:lnTo>
                <a:cubicBezTo>
                  <a:pt x="140937" y="22978"/>
                  <a:pt x="140620" y="22767"/>
                  <a:pt x="140382" y="22343"/>
                </a:cubicBezTo>
                <a:cubicBezTo>
                  <a:pt x="140144" y="21920"/>
                  <a:pt x="140025" y="21232"/>
                  <a:pt x="140025" y="20280"/>
                </a:cubicBezTo>
                <a:cubicBezTo>
                  <a:pt x="140025" y="19777"/>
                  <a:pt x="140058" y="19354"/>
                  <a:pt x="140124" y="19010"/>
                </a:cubicBezTo>
                <a:cubicBezTo>
                  <a:pt x="140190" y="18666"/>
                  <a:pt x="140276" y="18381"/>
                  <a:pt x="140382" y="18157"/>
                </a:cubicBezTo>
                <a:cubicBezTo>
                  <a:pt x="140488" y="17932"/>
                  <a:pt x="140626" y="17773"/>
                  <a:pt x="140798" y="17680"/>
                </a:cubicBezTo>
                <a:cubicBezTo>
                  <a:pt x="140970" y="17588"/>
                  <a:pt x="141162" y="17541"/>
                  <a:pt x="141374" y="17541"/>
                </a:cubicBezTo>
                <a:lnTo>
                  <a:pt x="146335" y="17541"/>
                </a:lnTo>
                <a:lnTo>
                  <a:pt x="146335" y="9048"/>
                </a:lnTo>
                <a:cubicBezTo>
                  <a:pt x="146335" y="8863"/>
                  <a:pt x="146381" y="8691"/>
                  <a:pt x="146474" y="8533"/>
                </a:cubicBezTo>
                <a:cubicBezTo>
                  <a:pt x="146566" y="8374"/>
                  <a:pt x="146738" y="8235"/>
                  <a:pt x="146990" y="8116"/>
                </a:cubicBezTo>
                <a:cubicBezTo>
                  <a:pt x="147241" y="7997"/>
                  <a:pt x="147578" y="7911"/>
                  <a:pt x="148002" y="7858"/>
                </a:cubicBezTo>
                <a:cubicBezTo>
                  <a:pt x="148425" y="7805"/>
                  <a:pt x="148954" y="7779"/>
                  <a:pt x="149589" y="7779"/>
                </a:cubicBezTo>
                <a:cubicBezTo>
                  <a:pt x="150250" y="7779"/>
                  <a:pt x="150793" y="7805"/>
                  <a:pt x="151216" y="7858"/>
                </a:cubicBezTo>
                <a:cubicBezTo>
                  <a:pt x="151639" y="7911"/>
                  <a:pt x="151970" y="7997"/>
                  <a:pt x="152208" y="8116"/>
                </a:cubicBezTo>
                <a:cubicBezTo>
                  <a:pt x="152446" y="8235"/>
                  <a:pt x="152618" y="8374"/>
                  <a:pt x="152724" y="8533"/>
                </a:cubicBezTo>
                <a:cubicBezTo>
                  <a:pt x="152830" y="8691"/>
                  <a:pt x="152883" y="8863"/>
                  <a:pt x="152883" y="9048"/>
                </a:cubicBezTo>
                <a:lnTo>
                  <a:pt x="152883" y="17541"/>
                </a:lnTo>
                <a:lnTo>
                  <a:pt x="162051" y="17541"/>
                </a:lnTo>
                <a:cubicBezTo>
                  <a:pt x="162262" y="17541"/>
                  <a:pt x="162447" y="17588"/>
                  <a:pt x="162606" y="17680"/>
                </a:cubicBezTo>
                <a:cubicBezTo>
                  <a:pt x="162765" y="17773"/>
                  <a:pt x="162904" y="17932"/>
                  <a:pt x="163023" y="18157"/>
                </a:cubicBezTo>
                <a:cubicBezTo>
                  <a:pt x="163142" y="18381"/>
                  <a:pt x="163228" y="18666"/>
                  <a:pt x="163281" y="19010"/>
                </a:cubicBezTo>
                <a:cubicBezTo>
                  <a:pt x="163334" y="19354"/>
                  <a:pt x="163360" y="19777"/>
                  <a:pt x="163360" y="20280"/>
                </a:cubicBezTo>
                <a:cubicBezTo>
                  <a:pt x="163360" y="21232"/>
                  <a:pt x="163241" y="21920"/>
                  <a:pt x="163003" y="22343"/>
                </a:cubicBezTo>
                <a:cubicBezTo>
                  <a:pt x="162765" y="22767"/>
                  <a:pt x="162447" y="22978"/>
                  <a:pt x="162051" y="22978"/>
                </a:cubicBezTo>
                <a:lnTo>
                  <a:pt x="152883" y="22978"/>
                </a:lnTo>
                <a:lnTo>
                  <a:pt x="152883" y="42959"/>
                </a:lnTo>
                <a:cubicBezTo>
                  <a:pt x="152883" y="45426"/>
                  <a:pt x="153247" y="47290"/>
                  <a:pt x="153974" y="48551"/>
                </a:cubicBezTo>
                <a:cubicBezTo>
                  <a:pt x="154702" y="49811"/>
                  <a:pt x="156005" y="50441"/>
                  <a:pt x="157883" y="50441"/>
                </a:cubicBezTo>
                <a:cubicBezTo>
                  <a:pt x="158492" y="50441"/>
                  <a:pt x="159034" y="50382"/>
                  <a:pt x="159511" y="50263"/>
                </a:cubicBezTo>
                <a:cubicBezTo>
                  <a:pt x="159987" y="50144"/>
                  <a:pt x="160410" y="50018"/>
                  <a:pt x="160781" y="49886"/>
                </a:cubicBezTo>
                <a:cubicBezTo>
                  <a:pt x="161151" y="49753"/>
                  <a:pt x="161468" y="49628"/>
                  <a:pt x="161733" y="49509"/>
                </a:cubicBezTo>
                <a:cubicBezTo>
                  <a:pt x="161998" y="49390"/>
                  <a:pt x="162236" y="49330"/>
                  <a:pt x="162447" y="49330"/>
                </a:cubicBezTo>
                <a:cubicBezTo>
                  <a:pt x="162580" y="49330"/>
                  <a:pt x="162705" y="49363"/>
                  <a:pt x="162824" y="49429"/>
                </a:cubicBezTo>
                <a:cubicBezTo>
                  <a:pt x="162943" y="49496"/>
                  <a:pt x="163036" y="49621"/>
                  <a:pt x="163102" y="49806"/>
                </a:cubicBezTo>
                <a:cubicBezTo>
                  <a:pt x="163168" y="49992"/>
                  <a:pt x="163228" y="50243"/>
                  <a:pt x="163281" y="50560"/>
                </a:cubicBezTo>
                <a:cubicBezTo>
                  <a:pt x="163334" y="50878"/>
                  <a:pt x="163360" y="51275"/>
                  <a:pt x="163360" y="51751"/>
                </a:cubicBezTo>
                <a:close/>
                <a:moveTo>
                  <a:pt x="202642" y="54331"/>
                </a:moveTo>
                <a:cubicBezTo>
                  <a:pt x="202642" y="54542"/>
                  <a:pt x="202589" y="54721"/>
                  <a:pt x="202483" y="54866"/>
                </a:cubicBezTo>
                <a:cubicBezTo>
                  <a:pt x="202377" y="55012"/>
                  <a:pt x="202205" y="55138"/>
                  <a:pt x="201967" y="55243"/>
                </a:cubicBezTo>
                <a:cubicBezTo>
                  <a:pt x="201729" y="55349"/>
                  <a:pt x="201398" y="55429"/>
                  <a:pt x="200975" y="55482"/>
                </a:cubicBezTo>
                <a:cubicBezTo>
                  <a:pt x="200552" y="55534"/>
                  <a:pt x="200023" y="55561"/>
                  <a:pt x="199388" y="55561"/>
                </a:cubicBezTo>
                <a:cubicBezTo>
                  <a:pt x="198726" y="55561"/>
                  <a:pt x="198184" y="55534"/>
                  <a:pt x="197760" y="55482"/>
                </a:cubicBezTo>
                <a:cubicBezTo>
                  <a:pt x="197337" y="55429"/>
                  <a:pt x="197006" y="55349"/>
                  <a:pt x="196768" y="55243"/>
                </a:cubicBezTo>
                <a:cubicBezTo>
                  <a:pt x="196530" y="55138"/>
                  <a:pt x="196358" y="55012"/>
                  <a:pt x="196252" y="54866"/>
                </a:cubicBezTo>
                <a:cubicBezTo>
                  <a:pt x="196147" y="54721"/>
                  <a:pt x="196094" y="54542"/>
                  <a:pt x="196094" y="54331"/>
                </a:cubicBezTo>
                <a:lnTo>
                  <a:pt x="196094" y="33416"/>
                </a:lnTo>
                <a:cubicBezTo>
                  <a:pt x="196094" y="31379"/>
                  <a:pt x="195935" y="29738"/>
                  <a:pt x="195617" y="28495"/>
                </a:cubicBezTo>
                <a:cubicBezTo>
                  <a:pt x="195300" y="27251"/>
                  <a:pt x="194837" y="26180"/>
                  <a:pt x="194228" y="25280"/>
                </a:cubicBezTo>
                <a:cubicBezTo>
                  <a:pt x="193620" y="24381"/>
                  <a:pt x="192833" y="23693"/>
                  <a:pt x="191867" y="23217"/>
                </a:cubicBezTo>
                <a:cubicBezTo>
                  <a:pt x="190901" y="22740"/>
                  <a:pt x="189783" y="22502"/>
                  <a:pt x="188513" y="22502"/>
                </a:cubicBezTo>
                <a:cubicBezTo>
                  <a:pt x="186873" y="22502"/>
                  <a:pt x="185233" y="23084"/>
                  <a:pt x="183592" y="24248"/>
                </a:cubicBezTo>
                <a:cubicBezTo>
                  <a:pt x="181952" y="25413"/>
                  <a:pt x="180232" y="27119"/>
                  <a:pt x="178433" y="29368"/>
                </a:cubicBezTo>
                <a:lnTo>
                  <a:pt x="178433" y="54331"/>
                </a:lnTo>
                <a:cubicBezTo>
                  <a:pt x="178433" y="54542"/>
                  <a:pt x="178380" y="54721"/>
                  <a:pt x="178274" y="54866"/>
                </a:cubicBezTo>
                <a:cubicBezTo>
                  <a:pt x="178169" y="55012"/>
                  <a:pt x="177997" y="55138"/>
                  <a:pt x="177758" y="55243"/>
                </a:cubicBezTo>
                <a:cubicBezTo>
                  <a:pt x="177520" y="55349"/>
                  <a:pt x="177190" y="55429"/>
                  <a:pt x="176766" y="55482"/>
                </a:cubicBezTo>
                <a:cubicBezTo>
                  <a:pt x="176343" y="55534"/>
                  <a:pt x="175801" y="55561"/>
                  <a:pt x="175139" y="55561"/>
                </a:cubicBezTo>
                <a:cubicBezTo>
                  <a:pt x="174504" y="55561"/>
                  <a:pt x="173975" y="55534"/>
                  <a:pt x="173552" y="55482"/>
                </a:cubicBezTo>
                <a:cubicBezTo>
                  <a:pt x="173128" y="55429"/>
                  <a:pt x="172791" y="55349"/>
                  <a:pt x="172540" y="55243"/>
                </a:cubicBezTo>
                <a:cubicBezTo>
                  <a:pt x="172288" y="55138"/>
                  <a:pt x="172116" y="55012"/>
                  <a:pt x="172024" y="54866"/>
                </a:cubicBezTo>
                <a:cubicBezTo>
                  <a:pt x="171931" y="54720"/>
                  <a:pt x="171885" y="54541"/>
                  <a:pt x="171885" y="54329"/>
                </a:cubicBezTo>
                <a:lnTo>
                  <a:pt x="171885" y="1271"/>
                </a:lnTo>
                <a:cubicBezTo>
                  <a:pt x="171885" y="1060"/>
                  <a:pt x="171931" y="874"/>
                  <a:pt x="172024" y="716"/>
                </a:cubicBezTo>
                <a:cubicBezTo>
                  <a:pt x="172116" y="556"/>
                  <a:pt x="172288" y="423"/>
                  <a:pt x="172540" y="317"/>
                </a:cubicBezTo>
                <a:cubicBezTo>
                  <a:pt x="172791" y="212"/>
                  <a:pt x="173128" y="132"/>
                  <a:pt x="173552" y="79"/>
                </a:cubicBezTo>
                <a:cubicBezTo>
                  <a:pt x="173975" y="26"/>
                  <a:pt x="174504" y="0"/>
                  <a:pt x="175139" y="0"/>
                </a:cubicBezTo>
                <a:cubicBezTo>
                  <a:pt x="175801" y="0"/>
                  <a:pt x="176343" y="26"/>
                  <a:pt x="176766" y="79"/>
                </a:cubicBezTo>
                <a:cubicBezTo>
                  <a:pt x="177190" y="132"/>
                  <a:pt x="177520" y="212"/>
                  <a:pt x="177758" y="319"/>
                </a:cubicBezTo>
                <a:cubicBezTo>
                  <a:pt x="177997" y="425"/>
                  <a:pt x="178169" y="557"/>
                  <a:pt x="178274" y="716"/>
                </a:cubicBezTo>
                <a:cubicBezTo>
                  <a:pt x="178380" y="874"/>
                  <a:pt x="178433" y="1060"/>
                  <a:pt x="178433" y="1272"/>
                </a:cubicBezTo>
                <a:lnTo>
                  <a:pt x="178433" y="22701"/>
                </a:lnTo>
                <a:cubicBezTo>
                  <a:pt x="180312" y="20716"/>
                  <a:pt x="182203" y="19241"/>
                  <a:pt x="184108" y="18276"/>
                </a:cubicBezTo>
                <a:cubicBezTo>
                  <a:pt x="186013" y="17310"/>
                  <a:pt x="187931" y="16827"/>
                  <a:pt x="189863" y="16827"/>
                </a:cubicBezTo>
                <a:cubicBezTo>
                  <a:pt x="192244" y="16827"/>
                  <a:pt x="194248" y="17231"/>
                  <a:pt x="195875" y="18037"/>
                </a:cubicBezTo>
                <a:cubicBezTo>
                  <a:pt x="197502" y="18844"/>
                  <a:pt x="198819" y="19923"/>
                  <a:pt x="199824" y="21272"/>
                </a:cubicBezTo>
                <a:cubicBezTo>
                  <a:pt x="200830" y="22621"/>
                  <a:pt x="201550" y="24202"/>
                  <a:pt x="201987" y="26014"/>
                </a:cubicBezTo>
                <a:cubicBezTo>
                  <a:pt x="202424" y="27827"/>
                  <a:pt x="202642" y="30016"/>
                  <a:pt x="202642" y="32583"/>
                </a:cubicBezTo>
                <a:lnTo>
                  <a:pt x="202642" y="54331"/>
                </a:lnTo>
                <a:close/>
                <a:moveTo>
                  <a:pt x="244710" y="34924"/>
                </a:moveTo>
                <a:cubicBezTo>
                  <a:pt x="244710" y="35956"/>
                  <a:pt x="244452" y="36690"/>
                  <a:pt x="243936" y="37127"/>
                </a:cubicBezTo>
                <a:cubicBezTo>
                  <a:pt x="243420" y="37563"/>
                  <a:pt x="242831" y="37781"/>
                  <a:pt x="242170" y="37781"/>
                </a:cubicBezTo>
                <a:lnTo>
                  <a:pt x="218755" y="37781"/>
                </a:lnTo>
                <a:cubicBezTo>
                  <a:pt x="218755" y="39772"/>
                  <a:pt x="218953" y="41563"/>
                  <a:pt x="219350" y="43155"/>
                </a:cubicBezTo>
                <a:cubicBezTo>
                  <a:pt x="219747" y="44748"/>
                  <a:pt x="220409" y="46114"/>
                  <a:pt x="221335" y="47255"/>
                </a:cubicBezTo>
                <a:cubicBezTo>
                  <a:pt x="222261" y="48396"/>
                  <a:pt x="223464" y="49272"/>
                  <a:pt x="224946" y="49883"/>
                </a:cubicBezTo>
                <a:cubicBezTo>
                  <a:pt x="226428" y="50493"/>
                  <a:pt x="228240" y="50799"/>
                  <a:pt x="230383" y="50799"/>
                </a:cubicBezTo>
                <a:cubicBezTo>
                  <a:pt x="232076" y="50799"/>
                  <a:pt x="233584" y="50660"/>
                  <a:pt x="234907" y="50382"/>
                </a:cubicBezTo>
                <a:cubicBezTo>
                  <a:pt x="236230" y="50104"/>
                  <a:pt x="237375" y="49793"/>
                  <a:pt x="238340" y="49449"/>
                </a:cubicBezTo>
                <a:cubicBezTo>
                  <a:pt x="239306" y="49105"/>
                  <a:pt x="240100" y="48794"/>
                  <a:pt x="240721" y="48517"/>
                </a:cubicBezTo>
                <a:cubicBezTo>
                  <a:pt x="241343" y="48239"/>
                  <a:pt x="241813" y="48100"/>
                  <a:pt x="242130" y="48100"/>
                </a:cubicBezTo>
                <a:cubicBezTo>
                  <a:pt x="242315" y="48100"/>
                  <a:pt x="242481" y="48146"/>
                  <a:pt x="242626" y="48239"/>
                </a:cubicBezTo>
                <a:cubicBezTo>
                  <a:pt x="242772" y="48331"/>
                  <a:pt x="242884" y="48470"/>
                  <a:pt x="242964" y="48655"/>
                </a:cubicBezTo>
                <a:cubicBezTo>
                  <a:pt x="243043" y="48841"/>
                  <a:pt x="243103" y="49099"/>
                  <a:pt x="243142" y="49429"/>
                </a:cubicBezTo>
                <a:cubicBezTo>
                  <a:pt x="243182" y="49760"/>
                  <a:pt x="243202" y="50164"/>
                  <a:pt x="243202" y="50640"/>
                </a:cubicBezTo>
                <a:cubicBezTo>
                  <a:pt x="243202" y="50984"/>
                  <a:pt x="243189" y="51281"/>
                  <a:pt x="243162" y="51533"/>
                </a:cubicBezTo>
                <a:cubicBezTo>
                  <a:pt x="243136" y="51784"/>
                  <a:pt x="243103" y="52009"/>
                  <a:pt x="243063" y="52207"/>
                </a:cubicBezTo>
                <a:cubicBezTo>
                  <a:pt x="243023" y="52406"/>
                  <a:pt x="242957" y="52584"/>
                  <a:pt x="242864" y="52743"/>
                </a:cubicBezTo>
                <a:cubicBezTo>
                  <a:pt x="242772" y="52902"/>
                  <a:pt x="242653" y="53054"/>
                  <a:pt x="242507" y="53200"/>
                </a:cubicBezTo>
                <a:cubicBezTo>
                  <a:pt x="242362" y="53345"/>
                  <a:pt x="241932" y="53583"/>
                  <a:pt x="241218" y="53914"/>
                </a:cubicBezTo>
                <a:cubicBezTo>
                  <a:pt x="240503" y="54245"/>
                  <a:pt x="239577" y="54569"/>
                  <a:pt x="238439" y="54886"/>
                </a:cubicBezTo>
                <a:cubicBezTo>
                  <a:pt x="237302" y="55204"/>
                  <a:pt x="235986" y="55488"/>
                  <a:pt x="234491" y="55740"/>
                </a:cubicBezTo>
                <a:cubicBezTo>
                  <a:pt x="232996" y="55991"/>
                  <a:pt x="231402" y="56117"/>
                  <a:pt x="229708" y="56117"/>
                </a:cubicBezTo>
                <a:cubicBezTo>
                  <a:pt x="226772" y="56117"/>
                  <a:pt x="224199" y="55706"/>
                  <a:pt x="221989" y="54885"/>
                </a:cubicBezTo>
                <a:cubicBezTo>
                  <a:pt x="219780" y="54064"/>
                  <a:pt x="217922" y="52846"/>
                  <a:pt x="216414" y="51230"/>
                </a:cubicBezTo>
                <a:cubicBezTo>
                  <a:pt x="214905" y="49615"/>
                  <a:pt x="213768" y="47589"/>
                  <a:pt x="213000" y="45152"/>
                </a:cubicBezTo>
                <a:cubicBezTo>
                  <a:pt x="212233" y="42715"/>
                  <a:pt x="211850" y="39882"/>
                  <a:pt x="211850" y="36650"/>
                </a:cubicBezTo>
                <a:cubicBezTo>
                  <a:pt x="211850" y="33578"/>
                  <a:pt x="212246" y="30817"/>
                  <a:pt x="213040" y="28367"/>
                </a:cubicBezTo>
                <a:cubicBezTo>
                  <a:pt x="213834" y="25917"/>
                  <a:pt x="214978" y="23838"/>
                  <a:pt x="216473" y="22130"/>
                </a:cubicBezTo>
                <a:cubicBezTo>
                  <a:pt x="217968" y="20422"/>
                  <a:pt x="219774" y="19111"/>
                  <a:pt x="221890" y="18197"/>
                </a:cubicBezTo>
                <a:cubicBezTo>
                  <a:pt x="224007" y="17284"/>
                  <a:pt x="226375" y="16827"/>
                  <a:pt x="228994" y="16827"/>
                </a:cubicBezTo>
                <a:cubicBezTo>
                  <a:pt x="231799" y="16827"/>
                  <a:pt x="234186" y="17277"/>
                  <a:pt x="236157" y="18176"/>
                </a:cubicBezTo>
                <a:cubicBezTo>
                  <a:pt x="238129" y="19076"/>
                  <a:pt x="239749" y="20286"/>
                  <a:pt x="241019" y="21808"/>
                </a:cubicBezTo>
                <a:cubicBezTo>
                  <a:pt x="242289" y="23329"/>
                  <a:pt x="243222" y="25115"/>
                  <a:pt x="243817" y="27165"/>
                </a:cubicBezTo>
                <a:cubicBezTo>
                  <a:pt x="244412" y="29216"/>
                  <a:pt x="244710" y="31405"/>
                  <a:pt x="244710" y="33733"/>
                </a:cubicBezTo>
                <a:lnTo>
                  <a:pt x="244710" y="34924"/>
                </a:lnTo>
                <a:moveTo>
                  <a:pt x="238122" y="32979"/>
                </a:moveTo>
                <a:cubicBezTo>
                  <a:pt x="238201" y="29540"/>
                  <a:pt x="237441" y="26841"/>
                  <a:pt x="235840" y="24883"/>
                </a:cubicBezTo>
                <a:cubicBezTo>
                  <a:pt x="234239" y="22925"/>
                  <a:pt x="231865" y="21947"/>
                  <a:pt x="228716" y="21947"/>
                </a:cubicBezTo>
                <a:cubicBezTo>
                  <a:pt x="227102" y="21947"/>
                  <a:pt x="225687" y="22251"/>
                  <a:pt x="224470" y="22859"/>
                </a:cubicBezTo>
                <a:cubicBezTo>
                  <a:pt x="223253" y="23468"/>
                  <a:pt x="222234" y="24275"/>
                  <a:pt x="221414" y="25280"/>
                </a:cubicBezTo>
                <a:cubicBezTo>
                  <a:pt x="220594" y="26286"/>
                  <a:pt x="219959" y="27456"/>
                  <a:pt x="219509" y="28792"/>
                </a:cubicBezTo>
                <a:cubicBezTo>
                  <a:pt x="219059" y="30129"/>
                  <a:pt x="218808" y="31524"/>
                  <a:pt x="218755" y="32979"/>
                </a:cubicBezTo>
                <a:lnTo>
                  <a:pt x="238122" y="32979"/>
                </a:lnTo>
                <a:close/>
                <a:moveTo>
                  <a:pt x="308618" y="35756"/>
                </a:moveTo>
                <a:cubicBezTo>
                  <a:pt x="308618" y="38911"/>
                  <a:pt x="308280" y="41755"/>
                  <a:pt x="307606" y="44286"/>
                </a:cubicBezTo>
                <a:cubicBezTo>
                  <a:pt x="306931" y="46818"/>
                  <a:pt x="305945" y="48972"/>
                  <a:pt x="304649" y="50748"/>
                </a:cubicBezTo>
                <a:cubicBezTo>
                  <a:pt x="303353" y="52524"/>
                  <a:pt x="301739" y="53889"/>
                  <a:pt x="299807" y="54844"/>
                </a:cubicBezTo>
                <a:cubicBezTo>
                  <a:pt x="297876" y="55798"/>
                  <a:pt x="295667" y="56275"/>
                  <a:pt x="293180" y="56275"/>
                </a:cubicBezTo>
                <a:cubicBezTo>
                  <a:pt x="292148" y="56275"/>
                  <a:pt x="291202" y="56176"/>
                  <a:pt x="290342" y="55976"/>
                </a:cubicBezTo>
                <a:cubicBezTo>
                  <a:pt x="289482" y="55778"/>
                  <a:pt x="288649" y="55473"/>
                  <a:pt x="287842" y="55062"/>
                </a:cubicBezTo>
                <a:cubicBezTo>
                  <a:pt x="287035" y="54651"/>
                  <a:pt x="286235" y="54141"/>
                  <a:pt x="285441" y="53532"/>
                </a:cubicBezTo>
                <a:cubicBezTo>
                  <a:pt x="284647" y="52922"/>
                  <a:pt x="283827" y="52206"/>
                  <a:pt x="282980" y="51384"/>
                </a:cubicBezTo>
                <a:lnTo>
                  <a:pt x="282980" y="68061"/>
                </a:lnTo>
                <a:cubicBezTo>
                  <a:pt x="282980" y="68325"/>
                  <a:pt x="282901" y="68564"/>
                  <a:pt x="282742" y="68775"/>
                </a:cubicBezTo>
                <a:cubicBezTo>
                  <a:pt x="282583" y="68988"/>
                  <a:pt x="282312" y="69167"/>
                  <a:pt x="281929" y="69312"/>
                </a:cubicBezTo>
                <a:cubicBezTo>
                  <a:pt x="281545" y="69458"/>
                  <a:pt x="281036" y="69570"/>
                  <a:pt x="280401" y="69650"/>
                </a:cubicBezTo>
                <a:cubicBezTo>
                  <a:pt x="279766" y="69729"/>
                  <a:pt x="278959" y="69769"/>
                  <a:pt x="277980" y="69769"/>
                </a:cubicBezTo>
                <a:cubicBezTo>
                  <a:pt x="277001" y="69769"/>
                  <a:pt x="276194" y="69729"/>
                  <a:pt x="275559" y="69650"/>
                </a:cubicBezTo>
                <a:cubicBezTo>
                  <a:pt x="274924" y="69570"/>
                  <a:pt x="274415" y="69458"/>
                  <a:pt x="274031" y="69312"/>
                </a:cubicBezTo>
                <a:cubicBezTo>
                  <a:pt x="273647" y="69167"/>
                  <a:pt x="273376" y="68988"/>
                  <a:pt x="273217" y="68775"/>
                </a:cubicBezTo>
                <a:cubicBezTo>
                  <a:pt x="273059" y="68564"/>
                  <a:pt x="272979" y="68325"/>
                  <a:pt x="272979" y="68061"/>
                </a:cubicBezTo>
                <a:lnTo>
                  <a:pt x="272979" y="18574"/>
                </a:lnTo>
                <a:cubicBezTo>
                  <a:pt x="272979" y="18310"/>
                  <a:pt x="273045" y="18078"/>
                  <a:pt x="273178" y="17880"/>
                </a:cubicBezTo>
                <a:cubicBezTo>
                  <a:pt x="273310" y="17681"/>
                  <a:pt x="273542" y="17515"/>
                  <a:pt x="273872" y="17383"/>
                </a:cubicBezTo>
                <a:cubicBezTo>
                  <a:pt x="274203" y="17250"/>
                  <a:pt x="274639" y="17151"/>
                  <a:pt x="275182" y="17085"/>
                </a:cubicBezTo>
                <a:cubicBezTo>
                  <a:pt x="275724" y="17019"/>
                  <a:pt x="276406" y="16986"/>
                  <a:pt x="277226" y="16986"/>
                </a:cubicBezTo>
                <a:cubicBezTo>
                  <a:pt x="278019" y="16986"/>
                  <a:pt x="278688" y="17019"/>
                  <a:pt x="279230" y="17085"/>
                </a:cubicBezTo>
                <a:cubicBezTo>
                  <a:pt x="279772" y="17150"/>
                  <a:pt x="280209" y="17249"/>
                  <a:pt x="280540" y="17381"/>
                </a:cubicBezTo>
                <a:cubicBezTo>
                  <a:pt x="280870" y="17513"/>
                  <a:pt x="281102" y="17677"/>
                  <a:pt x="281234" y="17875"/>
                </a:cubicBezTo>
                <a:cubicBezTo>
                  <a:pt x="281366" y="18072"/>
                  <a:pt x="281432" y="18302"/>
                  <a:pt x="281432" y="18566"/>
                </a:cubicBezTo>
                <a:lnTo>
                  <a:pt x="281432" y="22713"/>
                </a:lnTo>
                <a:cubicBezTo>
                  <a:pt x="282464" y="21653"/>
                  <a:pt x="283476" y="20719"/>
                  <a:pt x="284468" y="19910"/>
                </a:cubicBezTo>
                <a:cubicBezTo>
                  <a:pt x="285461" y="19102"/>
                  <a:pt x="286473" y="18426"/>
                  <a:pt x="287504" y="17882"/>
                </a:cubicBezTo>
                <a:cubicBezTo>
                  <a:pt x="288536" y="17338"/>
                  <a:pt x="289601" y="16934"/>
                  <a:pt x="290699" y="16670"/>
                </a:cubicBezTo>
                <a:cubicBezTo>
                  <a:pt x="291797" y="16404"/>
                  <a:pt x="292968" y="16271"/>
                  <a:pt x="294211" y="16271"/>
                </a:cubicBezTo>
                <a:cubicBezTo>
                  <a:pt x="296804" y="16271"/>
                  <a:pt x="299014" y="16782"/>
                  <a:pt x="300839" y="17803"/>
                </a:cubicBezTo>
                <a:cubicBezTo>
                  <a:pt x="302665" y="18823"/>
                  <a:pt x="304153" y="20221"/>
                  <a:pt x="305304" y="21997"/>
                </a:cubicBezTo>
                <a:cubicBezTo>
                  <a:pt x="306455" y="23773"/>
                  <a:pt x="307295" y="25841"/>
                  <a:pt x="307824" y="28201"/>
                </a:cubicBezTo>
                <a:cubicBezTo>
                  <a:pt x="308353" y="30561"/>
                  <a:pt x="308618" y="33079"/>
                  <a:pt x="308618" y="35756"/>
                </a:cubicBezTo>
                <a:moveTo>
                  <a:pt x="298220" y="36492"/>
                </a:moveTo>
                <a:cubicBezTo>
                  <a:pt x="298220" y="34981"/>
                  <a:pt x="298107" y="33530"/>
                  <a:pt x="297882" y="32139"/>
                </a:cubicBezTo>
                <a:cubicBezTo>
                  <a:pt x="297658" y="30747"/>
                  <a:pt x="297274" y="29508"/>
                  <a:pt x="296732" y="28422"/>
                </a:cubicBezTo>
                <a:cubicBezTo>
                  <a:pt x="296189" y="27335"/>
                  <a:pt x="295475" y="26468"/>
                  <a:pt x="294589" y="25818"/>
                </a:cubicBezTo>
                <a:cubicBezTo>
                  <a:pt x="293702" y="25169"/>
                  <a:pt x="292598" y="24844"/>
                  <a:pt x="291275" y="24844"/>
                </a:cubicBezTo>
                <a:cubicBezTo>
                  <a:pt x="290613" y="24844"/>
                  <a:pt x="289958" y="24943"/>
                  <a:pt x="289310" y="25141"/>
                </a:cubicBezTo>
                <a:cubicBezTo>
                  <a:pt x="288662" y="25339"/>
                  <a:pt x="288001" y="25662"/>
                  <a:pt x="287326" y="26111"/>
                </a:cubicBezTo>
                <a:cubicBezTo>
                  <a:pt x="286651" y="26560"/>
                  <a:pt x="285957" y="27141"/>
                  <a:pt x="285242" y="27855"/>
                </a:cubicBezTo>
                <a:cubicBezTo>
                  <a:pt x="284528" y="28568"/>
                  <a:pt x="283774" y="29452"/>
                  <a:pt x="282980" y="30508"/>
                </a:cubicBezTo>
                <a:lnTo>
                  <a:pt x="282980" y="42198"/>
                </a:lnTo>
                <a:cubicBezTo>
                  <a:pt x="284383" y="43980"/>
                  <a:pt x="285719" y="45356"/>
                  <a:pt x="286989" y="46326"/>
                </a:cubicBezTo>
                <a:cubicBezTo>
                  <a:pt x="288259" y="47297"/>
                  <a:pt x="289581" y="47782"/>
                  <a:pt x="290957" y="47782"/>
                </a:cubicBezTo>
                <a:cubicBezTo>
                  <a:pt x="292254" y="47782"/>
                  <a:pt x="293358" y="47451"/>
                  <a:pt x="294271" y="46789"/>
                </a:cubicBezTo>
                <a:cubicBezTo>
                  <a:pt x="295184" y="46126"/>
                  <a:pt x="295931" y="45258"/>
                  <a:pt x="296513" y="44185"/>
                </a:cubicBezTo>
                <a:cubicBezTo>
                  <a:pt x="297095" y="43111"/>
                  <a:pt x="297525" y="41899"/>
                  <a:pt x="297803" y="40547"/>
                </a:cubicBezTo>
                <a:cubicBezTo>
                  <a:pt x="298081" y="39195"/>
                  <a:pt x="298220" y="37843"/>
                  <a:pt x="298220" y="36492"/>
                </a:cubicBezTo>
                <a:close/>
                <a:moveTo>
                  <a:pt x="346909" y="54091"/>
                </a:moveTo>
                <a:cubicBezTo>
                  <a:pt x="346909" y="54462"/>
                  <a:pt x="346777" y="54753"/>
                  <a:pt x="346512" y="54966"/>
                </a:cubicBezTo>
                <a:cubicBezTo>
                  <a:pt x="346248" y="55177"/>
                  <a:pt x="345831" y="55329"/>
                  <a:pt x="345262" y="55422"/>
                </a:cubicBezTo>
                <a:cubicBezTo>
                  <a:pt x="344693" y="55515"/>
                  <a:pt x="343853" y="55561"/>
                  <a:pt x="342742" y="55561"/>
                </a:cubicBezTo>
                <a:cubicBezTo>
                  <a:pt x="341552" y="55561"/>
                  <a:pt x="340685" y="55515"/>
                  <a:pt x="340143" y="55422"/>
                </a:cubicBezTo>
                <a:cubicBezTo>
                  <a:pt x="339600" y="55329"/>
                  <a:pt x="339217" y="55177"/>
                  <a:pt x="338992" y="54966"/>
                </a:cubicBezTo>
                <a:cubicBezTo>
                  <a:pt x="338767" y="54754"/>
                  <a:pt x="338654" y="54463"/>
                  <a:pt x="338654" y="54093"/>
                </a:cubicBezTo>
                <a:lnTo>
                  <a:pt x="338654" y="51275"/>
                </a:lnTo>
                <a:cubicBezTo>
                  <a:pt x="337199" y="52836"/>
                  <a:pt x="335539" y="54059"/>
                  <a:pt x="333674" y="54946"/>
                </a:cubicBezTo>
                <a:cubicBezTo>
                  <a:pt x="331809" y="55832"/>
                  <a:pt x="329738" y="56275"/>
                  <a:pt x="327463" y="56275"/>
                </a:cubicBezTo>
                <a:cubicBezTo>
                  <a:pt x="325584" y="56275"/>
                  <a:pt x="323858" y="56030"/>
                  <a:pt x="322284" y="55539"/>
                </a:cubicBezTo>
                <a:cubicBezTo>
                  <a:pt x="320710" y="55047"/>
                  <a:pt x="319347" y="54317"/>
                  <a:pt x="318196" y="53348"/>
                </a:cubicBezTo>
                <a:cubicBezTo>
                  <a:pt x="317045" y="52379"/>
                  <a:pt x="316152" y="51178"/>
                  <a:pt x="315517" y="49746"/>
                </a:cubicBezTo>
                <a:cubicBezTo>
                  <a:pt x="314882" y="48312"/>
                  <a:pt x="314565" y="46639"/>
                  <a:pt x="314565" y="44728"/>
                </a:cubicBezTo>
                <a:cubicBezTo>
                  <a:pt x="314565" y="42657"/>
                  <a:pt x="314968" y="40858"/>
                  <a:pt x="315775" y="39332"/>
                </a:cubicBezTo>
                <a:cubicBezTo>
                  <a:pt x="316582" y="37805"/>
                  <a:pt x="317786" y="36545"/>
                  <a:pt x="319387" y="35549"/>
                </a:cubicBezTo>
                <a:cubicBezTo>
                  <a:pt x="320987" y="34554"/>
                  <a:pt x="322978" y="33817"/>
                  <a:pt x="325360" y="33339"/>
                </a:cubicBezTo>
                <a:cubicBezTo>
                  <a:pt x="327741" y="32861"/>
                  <a:pt x="330506" y="32622"/>
                  <a:pt x="333654" y="32622"/>
                </a:cubicBezTo>
                <a:lnTo>
                  <a:pt x="337107" y="32622"/>
                </a:lnTo>
                <a:lnTo>
                  <a:pt x="337107" y="30489"/>
                </a:lnTo>
                <a:cubicBezTo>
                  <a:pt x="337107" y="29383"/>
                  <a:pt x="336994" y="28415"/>
                  <a:pt x="336769" y="27586"/>
                </a:cubicBezTo>
                <a:cubicBezTo>
                  <a:pt x="336544" y="26756"/>
                  <a:pt x="336174" y="26064"/>
                  <a:pt x="335658" y="25511"/>
                </a:cubicBezTo>
                <a:cubicBezTo>
                  <a:pt x="335142" y="24958"/>
                  <a:pt x="334454" y="24550"/>
                  <a:pt x="333594" y="24287"/>
                </a:cubicBezTo>
                <a:cubicBezTo>
                  <a:pt x="332735" y="24023"/>
                  <a:pt x="331670" y="23891"/>
                  <a:pt x="330400" y="23891"/>
                </a:cubicBezTo>
                <a:cubicBezTo>
                  <a:pt x="328733" y="23891"/>
                  <a:pt x="327245" y="24076"/>
                  <a:pt x="325935" y="24447"/>
                </a:cubicBezTo>
                <a:cubicBezTo>
                  <a:pt x="324625" y="24817"/>
                  <a:pt x="323468" y="25227"/>
                  <a:pt x="322462" y="25677"/>
                </a:cubicBezTo>
                <a:cubicBezTo>
                  <a:pt x="321457" y="26127"/>
                  <a:pt x="320617" y="26537"/>
                  <a:pt x="319942" y="26907"/>
                </a:cubicBezTo>
                <a:cubicBezTo>
                  <a:pt x="319268" y="27278"/>
                  <a:pt x="318719" y="27463"/>
                  <a:pt x="318295" y="27463"/>
                </a:cubicBezTo>
                <a:cubicBezTo>
                  <a:pt x="318004" y="27463"/>
                  <a:pt x="317746" y="27370"/>
                  <a:pt x="317521" y="27184"/>
                </a:cubicBezTo>
                <a:cubicBezTo>
                  <a:pt x="317297" y="26998"/>
                  <a:pt x="317111" y="26732"/>
                  <a:pt x="316966" y="26386"/>
                </a:cubicBezTo>
                <a:cubicBezTo>
                  <a:pt x="316820" y="26041"/>
                  <a:pt x="316708" y="25615"/>
                  <a:pt x="316629" y="25110"/>
                </a:cubicBezTo>
                <a:cubicBezTo>
                  <a:pt x="316549" y="24604"/>
                  <a:pt x="316509" y="24046"/>
                  <a:pt x="316509" y="23435"/>
                </a:cubicBezTo>
                <a:cubicBezTo>
                  <a:pt x="316509" y="22610"/>
                  <a:pt x="316576" y="21959"/>
                  <a:pt x="316708" y="21480"/>
                </a:cubicBezTo>
                <a:cubicBezTo>
                  <a:pt x="316840" y="21002"/>
                  <a:pt x="317092" y="20570"/>
                  <a:pt x="317462" y="20184"/>
                </a:cubicBezTo>
                <a:cubicBezTo>
                  <a:pt x="317832" y="19798"/>
                  <a:pt x="318481" y="19374"/>
                  <a:pt x="319407" y="18911"/>
                </a:cubicBezTo>
                <a:cubicBezTo>
                  <a:pt x="320333" y="18448"/>
                  <a:pt x="321417" y="18018"/>
                  <a:pt x="322661" y="17621"/>
                </a:cubicBezTo>
                <a:cubicBezTo>
                  <a:pt x="323904" y="17224"/>
                  <a:pt x="325260" y="16900"/>
                  <a:pt x="326729" y="16648"/>
                </a:cubicBezTo>
                <a:cubicBezTo>
                  <a:pt x="328197" y="16397"/>
                  <a:pt x="329712" y="16271"/>
                  <a:pt x="331273" y="16271"/>
                </a:cubicBezTo>
                <a:cubicBezTo>
                  <a:pt x="334051" y="16271"/>
                  <a:pt x="336425" y="16543"/>
                  <a:pt x="338397" y="17086"/>
                </a:cubicBezTo>
                <a:cubicBezTo>
                  <a:pt x="340368" y="17629"/>
                  <a:pt x="341988" y="18463"/>
                  <a:pt x="343258" y="19589"/>
                </a:cubicBezTo>
                <a:cubicBezTo>
                  <a:pt x="344528" y="20714"/>
                  <a:pt x="345454" y="22164"/>
                  <a:pt x="346036" y="23938"/>
                </a:cubicBezTo>
                <a:cubicBezTo>
                  <a:pt x="346618" y="25713"/>
                  <a:pt x="346909" y="27818"/>
                  <a:pt x="346909" y="30255"/>
                </a:cubicBezTo>
                <a:lnTo>
                  <a:pt x="346909" y="54091"/>
                </a:lnTo>
                <a:moveTo>
                  <a:pt x="337107" y="38893"/>
                </a:moveTo>
                <a:lnTo>
                  <a:pt x="333297" y="38893"/>
                </a:lnTo>
                <a:cubicBezTo>
                  <a:pt x="331683" y="38893"/>
                  <a:pt x="330307" y="39013"/>
                  <a:pt x="329169" y="39252"/>
                </a:cubicBezTo>
                <a:cubicBezTo>
                  <a:pt x="328032" y="39492"/>
                  <a:pt x="327106" y="39852"/>
                  <a:pt x="326391" y="40333"/>
                </a:cubicBezTo>
                <a:cubicBezTo>
                  <a:pt x="325677" y="40812"/>
                  <a:pt x="325154" y="41392"/>
                  <a:pt x="324824" y="42073"/>
                </a:cubicBezTo>
                <a:cubicBezTo>
                  <a:pt x="324493" y="42752"/>
                  <a:pt x="324328" y="43532"/>
                  <a:pt x="324328" y="44412"/>
                </a:cubicBezTo>
                <a:cubicBezTo>
                  <a:pt x="324328" y="45905"/>
                  <a:pt x="324797" y="47078"/>
                  <a:pt x="325737" y="47931"/>
                </a:cubicBezTo>
                <a:cubicBezTo>
                  <a:pt x="326676" y="48784"/>
                  <a:pt x="327979" y="49211"/>
                  <a:pt x="329646" y="49211"/>
                </a:cubicBezTo>
                <a:cubicBezTo>
                  <a:pt x="331048" y="49211"/>
                  <a:pt x="332338" y="48851"/>
                  <a:pt x="333515" y="48132"/>
                </a:cubicBezTo>
                <a:cubicBezTo>
                  <a:pt x="334692" y="47412"/>
                  <a:pt x="335890" y="46359"/>
                  <a:pt x="337107" y="44972"/>
                </a:cubicBezTo>
                <a:lnTo>
                  <a:pt x="337107" y="38893"/>
                </a:lnTo>
                <a:close/>
                <a:moveTo>
                  <a:pt x="377292" y="50454"/>
                </a:moveTo>
                <a:cubicBezTo>
                  <a:pt x="377292" y="51624"/>
                  <a:pt x="377219" y="52521"/>
                  <a:pt x="377074" y="53146"/>
                </a:cubicBezTo>
                <a:cubicBezTo>
                  <a:pt x="376928" y="53770"/>
                  <a:pt x="376737" y="54209"/>
                  <a:pt x="376498" y="54462"/>
                </a:cubicBezTo>
                <a:cubicBezTo>
                  <a:pt x="376260" y="54714"/>
                  <a:pt x="375910" y="54940"/>
                  <a:pt x="375447" y="55139"/>
                </a:cubicBezTo>
                <a:cubicBezTo>
                  <a:pt x="374984" y="55339"/>
                  <a:pt x="374441" y="55511"/>
                  <a:pt x="373820" y="55658"/>
                </a:cubicBezTo>
                <a:cubicBezTo>
                  <a:pt x="373198" y="55804"/>
                  <a:pt x="372523" y="55917"/>
                  <a:pt x="371796" y="55996"/>
                </a:cubicBezTo>
                <a:cubicBezTo>
                  <a:pt x="371068" y="56076"/>
                  <a:pt x="370334" y="56117"/>
                  <a:pt x="369593" y="56117"/>
                </a:cubicBezTo>
                <a:cubicBezTo>
                  <a:pt x="367609" y="56117"/>
                  <a:pt x="365889" y="55865"/>
                  <a:pt x="364434" y="55362"/>
                </a:cubicBezTo>
                <a:cubicBezTo>
                  <a:pt x="362979" y="54860"/>
                  <a:pt x="361775" y="54086"/>
                  <a:pt x="360822" y="53041"/>
                </a:cubicBezTo>
                <a:cubicBezTo>
                  <a:pt x="359870" y="51996"/>
                  <a:pt x="359169" y="50680"/>
                  <a:pt x="358719" y="49092"/>
                </a:cubicBezTo>
                <a:cubicBezTo>
                  <a:pt x="358269" y="47505"/>
                  <a:pt x="358044" y="45626"/>
                  <a:pt x="358044" y="43457"/>
                </a:cubicBezTo>
                <a:lnTo>
                  <a:pt x="358044" y="25320"/>
                </a:lnTo>
                <a:lnTo>
                  <a:pt x="353798" y="25320"/>
                </a:lnTo>
                <a:cubicBezTo>
                  <a:pt x="353295" y="25320"/>
                  <a:pt x="352911" y="25009"/>
                  <a:pt x="352647" y="24387"/>
                </a:cubicBezTo>
                <a:cubicBezTo>
                  <a:pt x="352382" y="23766"/>
                  <a:pt x="352250" y="22727"/>
                  <a:pt x="352250" y="21272"/>
                </a:cubicBezTo>
                <a:cubicBezTo>
                  <a:pt x="352250" y="20505"/>
                  <a:pt x="352283" y="19856"/>
                  <a:pt x="352349" y="19327"/>
                </a:cubicBezTo>
                <a:cubicBezTo>
                  <a:pt x="352415" y="18798"/>
                  <a:pt x="352515" y="18381"/>
                  <a:pt x="352647" y="18077"/>
                </a:cubicBezTo>
                <a:cubicBezTo>
                  <a:pt x="352779" y="17773"/>
                  <a:pt x="352945" y="17555"/>
                  <a:pt x="353143" y="17422"/>
                </a:cubicBezTo>
                <a:cubicBezTo>
                  <a:pt x="353341" y="17290"/>
                  <a:pt x="353573" y="17224"/>
                  <a:pt x="353837" y="17224"/>
                </a:cubicBezTo>
                <a:lnTo>
                  <a:pt x="358044" y="17224"/>
                </a:lnTo>
                <a:lnTo>
                  <a:pt x="358044" y="9294"/>
                </a:lnTo>
                <a:cubicBezTo>
                  <a:pt x="358044" y="9028"/>
                  <a:pt x="358117" y="8788"/>
                  <a:pt x="358262" y="8576"/>
                </a:cubicBezTo>
                <a:cubicBezTo>
                  <a:pt x="358408" y="8363"/>
                  <a:pt x="358673" y="8184"/>
                  <a:pt x="359056" y="8039"/>
                </a:cubicBezTo>
                <a:cubicBezTo>
                  <a:pt x="359440" y="7893"/>
                  <a:pt x="359956" y="7786"/>
                  <a:pt x="360604" y="7720"/>
                </a:cubicBezTo>
                <a:cubicBezTo>
                  <a:pt x="361252" y="7653"/>
                  <a:pt x="362053" y="7620"/>
                  <a:pt x="363005" y="7620"/>
                </a:cubicBezTo>
                <a:cubicBezTo>
                  <a:pt x="363984" y="7620"/>
                  <a:pt x="364798" y="7653"/>
                  <a:pt x="365446" y="7720"/>
                </a:cubicBezTo>
                <a:cubicBezTo>
                  <a:pt x="366094" y="7786"/>
                  <a:pt x="366603" y="7893"/>
                  <a:pt x="366974" y="8039"/>
                </a:cubicBezTo>
                <a:cubicBezTo>
                  <a:pt x="367344" y="8184"/>
                  <a:pt x="367609" y="8363"/>
                  <a:pt x="367767" y="8576"/>
                </a:cubicBezTo>
                <a:cubicBezTo>
                  <a:pt x="367926" y="8788"/>
                  <a:pt x="368005" y="9028"/>
                  <a:pt x="368005" y="9294"/>
                </a:cubicBezTo>
                <a:lnTo>
                  <a:pt x="368005" y="17224"/>
                </a:lnTo>
                <a:lnTo>
                  <a:pt x="375705" y="17224"/>
                </a:lnTo>
                <a:cubicBezTo>
                  <a:pt x="375969" y="17224"/>
                  <a:pt x="376201" y="17290"/>
                  <a:pt x="376399" y="17422"/>
                </a:cubicBezTo>
                <a:cubicBezTo>
                  <a:pt x="376598" y="17555"/>
                  <a:pt x="376763" y="17773"/>
                  <a:pt x="376895" y="18077"/>
                </a:cubicBezTo>
                <a:cubicBezTo>
                  <a:pt x="377028" y="18381"/>
                  <a:pt x="377127" y="18798"/>
                  <a:pt x="377193" y="19327"/>
                </a:cubicBezTo>
                <a:cubicBezTo>
                  <a:pt x="377259" y="19856"/>
                  <a:pt x="377292" y="20505"/>
                  <a:pt x="377292" y="21272"/>
                </a:cubicBezTo>
                <a:cubicBezTo>
                  <a:pt x="377292" y="22727"/>
                  <a:pt x="377160" y="23766"/>
                  <a:pt x="376895" y="24387"/>
                </a:cubicBezTo>
                <a:cubicBezTo>
                  <a:pt x="376631" y="25009"/>
                  <a:pt x="376247" y="25320"/>
                  <a:pt x="375744" y="25320"/>
                </a:cubicBezTo>
                <a:lnTo>
                  <a:pt x="368005" y="25320"/>
                </a:lnTo>
                <a:lnTo>
                  <a:pt x="368005" y="41919"/>
                </a:lnTo>
                <a:cubicBezTo>
                  <a:pt x="368005" y="43847"/>
                  <a:pt x="368310" y="45293"/>
                  <a:pt x="368918" y="46257"/>
                </a:cubicBezTo>
                <a:cubicBezTo>
                  <a:pt x="369527" y="47221"/>
                  <a:pt x="370612" y="47703"/>
                  <a:pt x="372173" y="47703"/>
                </a:cubicBezTo>
                <a:cubicBezTo>
                  <a:pt x="372702" y="47703"/>
                  <a:pt x="373178" y="47657"/>
                  <a:pt x="373601" y="47564"/>
                </a:cubicBezTo>
                <a:cubicBezTo>
                  <a:pt x="374025" y="47472"/>
                  <a:pt x="374402" y="47366"/>
                  <a:pt x="374732" y="47247"/>
                </a:cubicBezTo>
                <a:cubicBezTo>
                  <a:pt x="375063" y="47128"/>
                  <a:pt x="375341" y="47022"/>
                  <a:pt x="375566" y="46929"/>
                </a:cubicBezTo>
                <a:cubicBezTo>
                  <a:pt x="375791" y="46837"/>
                  <a:pt x="375996" y="46790"/>
                  <a:pt x="376181" y="46790"/>
                </a:cubicBezTo>
                <a:cubicBezTo>
                  <a:pt x="376340" y="46790"/>
                  <a:pt x="376492" y="46837"/>
                  <a:pt x="376637" y="46929"/>
                </a:cubicBezTo>
                <a:cubicBezTo>
                  <a:pt x="376783" y="47022"/>
                  <a:pt x="376895" y="47207"/>
                  <a:pt x="376975" y="47486"/>
                </a:cubicBezTo>
                <a:cubicBezTo>
                  <a:pt x="377054" y="47764"/>
                  <a:pt x="377127" y="48142"/>
                  <a:pt x="377193" y="48621"/>
                </a:cubicBezTo>
                <a:cubicBezTo>
                  <a:pt x="377259" y="49099"/>
                  <a:pt x="377292" y="49710"/>
                  <a:pt x="377292" y="50454"/>
                </a:cubicBezTo>
                <a:close/>
                <a:moveTo>
                  <a:pt x="410224" y="48338"/>
                </a:moveTo>
                <a:cubicBezTo>
                  <a:pt x="410224" y="49026"/>
                  <a:pt x="410204" y="49601"/>
                  <a:pt x="410164" y="50064"/>
                </a:cubicBezTo>
                <a:cubicBezTo>
                  <a:pt x="410125" y="50527"/>
                  <a:pt x="410072" y="50918"/>
                  <a:pt x="410006" y="51235"/>
                </a:cubicBezTo>
                <a:cubicBezTo>
                  <a:pt x="409940" y="51553"/>
                  <a:pt x="409860" y="51811"/>
                  <a:pt x="409768" y="52009"/>
                </a:cubicBezTo>
                <a:cubicBezTo>
                  <a:pt x="409675" y="52207"/>
                  <a:pt x="409470" y="52459"/>
                  <a:pt x="409152" y="52763"/>
                </a:cubicBezTo>
                <a:cubicBezTo>
                  <a:pt x="408835" y="53067"/>
                  <a:pt x="408293" y="53438"/>
                  <a:pt x="407525" y="53874"/>
                </a:cubicBezTo>
                <a:cubicBezTo>
                  <a:pt x="406758" y="54311"/>
                  <a:pt x="405885" y="54701"/>
                  <a:pt x="404906" y="55045"/>
                </a:cubicBezTo>
                <a:cubicBezTo>
                  <a:pt x="403927" y="55389"/>
                  <a:pt x="402862" y="55667"/>
                  <a:pt x="401711" y="55878"/>
                </a:cubicBezTo>
                <a:cubicBezTo>
                  <a:pt x="400560" y="56090"/>
                  <a:pt x="399376" y="56196"/>
                  <a:pt x="398159" y="56196"/>
                </a:cubicBezTo>
                <a:cubicBezTo>
                  <a:pt x="395434" y="56196"/>
                  <a:pt x="393020" y="55773"/>
                  <a:pt x="390917" y="54926"/>
                </a:cubicBezTo>
                <a:cubicBezTo>
                  <a:pt x="388813" y="54079"/>
                  <a:pt x="387047" y="52829"/>
                  <a:pt x="385618" y="51176"/>
                </a:cubicBezTo>
                <a:cubicBezTo>
                  <a:pt x="384190" y="49522"/>
                  <a:pt x="383112" y="47505"/>
                  <a:pt x="382384" y="45123"/>
                </a:cubicBezTo>
                <a:cubicBezTo>
                  <a:pt x="381656" y="42742"/>
                  <a:pt x="381293" y="40017"/>
                  <a:pt x="381293" y="36948"/>
                </a:cubicBezTo>
                <a:cubicBezTo>
                  <a:pt x="381293" y="33403"/>
                  <a:pt x="381736" y="30340"/>
                  <a:pt x="382622" y="27761"/>
                </a:cubicBezTo>
                <a:cubicBezTo>
                  <a:pt x="383508" y="25181"/>
                  <a:pt x="384745" y="23045"/>
                  <a:pt x="386333" y="21351"/>
                </a:cubicBezTo>
                <a:cubicBezTo>
                  <a:pt x="387920" y="19658"/>
                  <a:pt x="389799" y="18401"/>
                  <a:pt x="391968" y="17581"/>
                </a:cubicBezTo>
                <a:cubicBezTo>
                  <a:pt x="394138" y="16761"/>
                  <a:pt x="396519" y="16351"/>
                  <a:pt x="399112" y="16351"/>
                </a:cubicBezTo>
                <a:cubicBezTo>
                  <a:pt x="400170" y="16351"/>
                  <a:pt x="401209" y="16443"/>
                  <a:pt x="402227" y="16629"/>
                </a:cubicBezTo>
                <a:cubicBezTo>
                  <a:pt x="403246" y="16814"/>
                  <a:pt x="404198" y="17065"/>
                  <a:pt x="405085" y="17383"/>
                </a:cubicBezTo>
                <a:cubicBezTo>
                  <a:pt x="405971" y="17700"/>
                  <a:pt x="406765" y="18057"/>
                  <a:pt x="407466" y="18454"/>
                </a:cubicBezTo>
                <a:cubicBezTo>
                  <a:pt x="408167" y="18851"/>
                  <a:pt x="408663" y="19195"/>
                  <a:pt x="408954" y="19486"/>
                </a:cubicBezTo>
                <a:cubicBezTo>
                  <a:pt x="409245" y="19777"/>
                  <a:pt x="409450" y="20022"/>
                  <a:pt x="409569" y="20220"/>
                </a:cubicBezTo>
                <a:cubicBezTo>
                  <a:pt x="409688" y="20419"/>
                  <a:pt x="409781" y="20677"/>
                  <a:pt x="409847" y="20994"/>
                </a:cubicBezTo>
                <a:cubicBezTo>
                  <a:pt x="409913" y="21312"/>
                  <a:pt x="409966" y="21702"/>
                  <a:pt x="410006" y="22165"/>
                </a:cubicBezTo>
                <a:cubicBezTo>
                  <a:pt x="410045" y="22628"/>
                  <a:pt x="410065" y="23190"/>
                  <a:pt x="410065" y="23852"/>
                </a:cubicBezTo>
                <a:cubicBezTo>
                  <a:pt x="410065" y="25386"/>
                  <a:pt x="409933" y="26464"/>
                  <a:pt x="409668" y="27086"/>
                </a:cubicBezTo>
                <a:cubicBezTo>
                  <a:pt x="409404" y="27708"/>
                  <a:pt x="409060" y="28019"/>
                  <a:pt x="408637" y="28019"/>
                </a:cubicBezTo>
                <a:cubicBezTo>
                  <a:pt x="408187" y="28019"/>
                  <a:pt x="407710" y="27833"/>
                  <a:pt x="407208" y="27463"/>
                </a:cubicBezTo>
                <a:cubicBezTo>
                  <a:pt x="406705" y="27093"/>
                  <a:pt x="406110" y="26682"/>
                  <a:pt x="405422" y="26233"/>
                </a:cubicBezTo>
                <a:cubicBezTo>
                  <a:pt x="404734" y="25783"/>
                  <a:pt x="403914" y="25373"/>
                  <a:pt x="402961" y="25002"/>
                </a:cubicBezTo>
                <a:cubicBezTo>
                  <a:pt x="402009" y="24632"/>
                  <a:pt x="400871" y="24447"/>
                  <a:pt x="399548" y="24447"/>
                </a:cubicBezTo>
                <a:cubicBezTo>
                  <a:pt x="396955" y="24447"/>
                  <a:pt x="394971" y="25446"/>
                  <a:pt x="393595" y="27443"/>
                </a:cubicBezTo>
                <a:cubicBezTo>
                  <a:pt x="392220" y="29441"/>
                  <a:pt x="391532" y="32371"/>
                  <a:pt x="391532" y="36234"/>
                </a:cubicBezTo>
                <a:cubicBezTo>
                  <a:pt x="391532" y="38139"/>
                  <a:pt x="391704" y="39819"/>
                  <a:pt x="392048" y="41274"/>
                </a:cubicBezTo>
                <a:cubicBezTo>
                  <a:pt x="392392" y="42729"/>
                  <a:pt x="392901" y="43946"/>
                  <a:pt x="393576" y="44925"/>
                </a:cubicBezTo>
                <a:cubicBezTo>
                  <a:pt x="394250" y="45904"/>
                  <a:pt x="395097" y="46638"/>
                  <a:pt x="396115" y="47128"/>
                </a:cubicBezTo>
                <a:cubicBezTo>
                  <a:pt x="397134" y="47617"/>
                  <a:pt x="398318" y="47862"/>
                  <a:pt x="399667" y="47862"/>
                </a:cubicBezTo>
                <a:cubicBezTo>
                  <a:pt x="401043" y="47862"/>
                  <a:pt x="402227" y="47657"/>
                  <a:pt x="403219" y="47247"/>
                </a:cubicBezTo>
                <a:cubicBezTo>
                  <a:pt x="404211" y="46837"/>
                  <a:pt x="405078" y="46380"/>
                  <a:pt x="405819" y="45877"/>
                </a:cubicBezTo>
                <a:cubicBezTo>
                  <a:pt x="406560" y="45375"/>
                  <a:pt x="407181" y="44918"/>
                  <a:pt x="407684" y="44508"/>
                </a:cubicBezTo>
                <a:cubicBezTo>
                  <a:pt x="408187" y="44098"/>
                  <a:pt x="408610" y="43893"/>
                  <a:pt x="408954" y="43893"/>
                </a:cubicBezTo>
                <a:cubicBezTo>
                  <a:pt x="409192" y="43893"/>
                  <a:pt x="409391" y="43959"/>
                  <a:pt x="409549" y="44092"/>
                </a:cubicBezTo>
                <a:cubicBezTo>
                  <a:pt x="409708" y="44224"/>
                  <a:pt x="409834" y="44469"/>
                  <a:pt x="409926" y="44826"/>
                </a:cubicBezTo>
                <a:cubicBezTo>
                  <a:pt x="410019" y="45183"/>
                  <a:pt x="410092" y="45639"/>
                  <a:pt x="410145" y="46195"/>
                </a:cubicBezTo>
                <a:cubicBezTo>
                  <a:pt x="410198" y="46751"/>
                  <a:pt x="410224" y="47465"/>
                  <a:pt x="410224" y="48338"/>
                </a:cubicBezTo>
                <a:close/>
                <a:moveTo>
                  <a:pt x="451288" y="53972"/>
                </a:moveTo>
                <a:cubicBezTo>
                  <a:pt x="451288" y="54237"/>
                  <a:pt x="451208" y="54469"/>
                  <a:pt x="451049" y="54668"/>
                </a:cubicBezTo>
                <a:cubicBezTo>
                  <a:pt x="450891" y="54866"/>
                  <a:pt x="450626" y="55032"/>
                  <a:pt x="450256" y="55164"/>
                </a:cubicBezTo>
                <a:cubicBezTo>
                  <a:pt x="449885" y="55296"/>
                  <a:pt x="449376" y="55396"/>
                  <a:pt x="448728" y="55462"/>
                </a:cubicBezTo>
                <a:cubicBezTo>
                  <a:pt x="448080" y="55528"/>
                  <a:pt x="447279" y="55561"/>
                  <a:pt x="446327" y="55561"/>
                </a:cubicBezTo>
                <a:cubicBezTo>
                  <a:pt x="445348" y="55561"/>
                  <a:pt x="444534" y="55528"/>
                  <a:pt x="443886" y="55462"/>
                </a:cubicBezTo>
                <a:cubicBezTo>
                  <a:pt x="443238" y="55396"/>
                  <a:pt x="442729" y="55296"/>
                  <a:pt x="442358" y="55164"/>
                </a:cubicBezTo>
                <a:cubicBezTo>
                  <a:pt x="441988" y="55032"/>
                  <a:pt x="441723" y="54866"/>
                  <a:pt x="441564" y="54668"/>
                </a:cubicBezTo>
                <a:cubicBezTo>
                  <a:pt x="441406" y="54470"/>
                  <a:pt x="441326" y="54238"/>
                  <a:pt x="441326" y="53973"/>
                </a:cubicBezTo>
                <a:lnTo>
                  <a:pt x="441326" y="33773"/>
                </a:lnTo>
                <a:cubicBezTo>
                  <a:pt x="441326" y="32053"/>
                  <a:pt x="441201" y="30704"/>
                  <a:pt x="440949" y="29725"/>
                </a:cubicBezTo>
                <a:cubicBezTo>
                  <a:pt x="440698" y="28746"/>
                  <a:pt x="440334" y="27906"/>
                  <a:pt x="439858" y="27205"/>
                </a:cubicBezTo>
                <a:cubicBezTo>
                  <a:pt x="439382" y="26504"/>
                  <a:pt x="438767" y="25962"/>
                  <a:pt x="438012" y="25578"/>
                </a:cubicBezTo>
                <a:cubicBezTo>
                  <a:pt x="437258" y="25194"/>
                  <a:pt x="436379" y="25002"/>
                  <a:pt x="435373" y="25002"/>
                </a:cubicBezTo>
                <a:cubicBezTo>
                  <a:pt x="434103" y="25002"/>
                  <a:pt x="432820" y="25465"/>
                  <a:pt x="431524" y="26391"/>
                </a:cubicBezTo>
                <a:cubicBezTo>
                  <a:pt x="430227" y="27317"/>
                  <a:pt x="428878" y="28667"/>
                  <a:pt x="427476" y="30439"/>
                </a:cubicBezTo>
                <a:lnTo>
                  <a:pt x="427476" y="53973"/>
                </a:lnTo>
                <a:cubicBezTo>
                  <a:pt x="427476" y="54238"/>
                  <a:pt x="427396" y="54470"/>
                  <a:pt x="427238" y="54668"/>
                </a:cubicBezTo>
                <a:cubicBezTo>
                  <a:pt x="427079" y="54866"/>
                  <a:pt x="426808" y="55032"/>
                  <a:pt x="426424" y="55164"/>
                </a:cubicBezTo>
                <a:cubicBezTo>
                  <a:pt x="426040" y="55296"/>
                  <a:pt x="425531" y="55396"/>
                  <a:pt x="424896" y="55462"/>
                </a:cubicBezTo>
                <a:cubicBezTo>
                  <a:pt x="424261" y="55528"/>
                  <a:pt x="423454" y="55561"/>
                  <a:pt x="422475" y="55561"/>
                </a:cubicBezTo>
                <a:cubicBezTo>
                  <a:pt x="421496" y="55561"/>
                  <a:pt x="420689" y="55528"/>
                  <a:pt x="420054" y="55462"/>
                </a:cubicBezTo>
                <a:cubicBezTo>
                  <a:pt x="419419" y="55396"/>
                  <a:pt x="418910" y="55296"/>
                  <a:pt x="418526" y="55164"/>
                </a:cubicBezTo>
                <a:cubicBezTo>
                  <a:pt x="418143" y="55032"/>
                  <a:pt x="417872" y="54866"/>
                  <a:pt x="417713" y="54668"/>
                </a:cubicBezTo>
                <a:cubicBezTo>
                  <a:pt x="417554" y="54470"/>
                  <a:pt x="417475" y="54238"/>
                  <a:pt x="417475" y="53973"/>
                </a:cubicBezTo>
                <a:lnTo>
                  <a:pt x="417475" y="1786"/>
                </a:lnTo>
                <a:cubicBezTo>
                  <a:pt x="417475" y="1521"/>
                  <a:pt x="417554" y="1283"/>
                  <a:pt x="417713" y="1072"/>
                </a:cubicBezTo>
                <a:cubicBezTo>
                  <a:pt x="417872" y="860"/>
                  <a:pt x="418143" y="681"/>
                  <a:pt x="418526" y="536"/>
                </a:cubicBezTo>
                <a:cubicBezTo>
                  <a:pt x="418910" y="390"/>
                  <a:pt x="419419" y="278"/>
                  <a:pt x="420054" y="198"/>
                </a:cubicBezTo>
                <a:cubicBezTo>
                  <a:pt x="420689" y="119"/>
                  <a:pt x="421496" y="79"/>
                  <a:pt x="422475" y="79"/>
                </a:cubicBezTo>
                <a:cubicBezTo>
                  <a:pt x="423454" y="79"/>
                  <a:pt x="424261" y="119"/>
                  <a:pt x="424896" y="198"/>
                </a:cubicBezTo>
                <a:cubicBezTo>
                  <a:pt x="425531" y="278"/>
                  <a:pt x="426040" y="390"/>
                  <a:pt x="426424" y="536"/>
                </a:cubicBezTo>
                <a:cubicBezTo>
                  <a:pt x="426808" y="680"/>
                  <a:pt x="427079" y="859"/>
                  <a:pt x="427238" y="1070"/>
                </a:cubicBezTo>
                <a:cubicBezTo>
                  <a:pt x="427396" y="1281"/>
                  <a:pt x="427476" y="1519"/>
                  <a:pt x="427476" y="1783"/>
                </a:cubicBezTo>
                <a:lnTo>
                  <a:pt x="427476" y="21317"/>
                </a:lnTo>
                <a:cubicBezTo>
                  <a:pt x="429195" y="19622"/>
                  <a:pt x="430948" y="18357"/>
                  <a:pt x="432734" y="17523"/>
                </a:cubicBezTo>
                <a:cubicBezTo>
                  <a:pt x="434520" y="16689"/>
                  <a:pt x="436379" y="16271"/>
                  <a:pt x="438310" y="16271"/>
                </a:cubicBezTo>
                <a:cubicBezTo>
                  <a:pt x="440718" y="16271"/>
                  <a:pt x="442748" y="16669"/>
                  <a:pt x="444402" y="17463"/>
                </a:cubicBezTo>
                <a:cubicBezTo>
                  <a:pt x="446056" y="18258"/>
                  <a:pt x="447392" y="19344"/>
                  <a:pt x="448410" y="20721"/>
                </a:cubicBezTo>
                <a:cubicBezTo>
                  <a:pt x="449429" y="22098"/>
                  <a:pt x="450163" y="23707"/>
                  <a:pt x="450613" y="25548"/>
                </a:cubicBezTo>
                <a:cubicBezTo>
                  <a:pt x="451063" y="27389"/>
                  <a:pt x="451288" y="29620"/>
                  <a:pt x="451288" y="32241"/>
                </a:cubicBezTo>
                <a:lnTo>
                  <a:pt x="451288" y="53972"/>
                </a:lnTo>
                <a:close/>
                <a:moveTo>
                  <a:pt x="511812" y="35936"/>
                </a:moveTo>
                <a:cubicBezTo>
                  <a:pt x="511812" y="39060"/>
                  <a:pt x="511475" y="41867"/>
                  <a:pt x="510800" y="44357"/>
                </a:cubicBezTo>
                <a:cubicBezTo>
                  <a:pt x="510126" y="46846"/>
                  <a:pt x="509133" y="48959"/>
                  <a:pt x="507824" y="50694"/>
                </a:cubicBezTo>
                <a:cubicBezTo>
                  <a:pt x="506514" y="52429"/>
                  <a:pt x="504894" y="53766"/>
                  <a:pt x="502962" y="54706"/>
                </a:cubicBezTo>
                <a:cubicBezTo>
                  <a:pt x="501031" y="55647"/>
                  <a:pt x="498822" y="56117"/>
                  <a:pt x="496334" y="56117"/>
                </a:cubicBezTo>
                <a:cubicBezTo>
                  <a:pt x="495276" y="56117"/>
                  <a:pt x="494297" y="56011"/>
                  <a:pt x="493398" y="55799"/>
                </a:cubicBezTo>
                <a:cubicBezTo>
                  <a:pt x="492498" y="55587"/>
                  <a:pt x="491618" y="55257"/>
                  <a:pt x="490759" y="54807"/>
                </a:cubicBezTo>
                <a:cubicBezTo>
                  <a:pt x="489899" y="54356"/>
                  <a:pt x="489045" y="53787"/>
                  <a:pt x="488199" y="53098"/>
                </a:cubicBezTo>
                <a:cubicBezTo>
                  <a:pt x="487352" y="52409"/>
                  <a:pt x="486453" y="51601"/>
                  <a:pt x="485500" y="50675"/>
                </a:cubicBezTo>
                <a:lnTo>
                  <a:pt x="485500" y="68501"/>
                </a:lnTo>
                <a:cubicBezTo>
                  <a:pt x="485500" y="68712"/>
                  <a:pt x="485447" y="68897"/>
                  <a:pt x="485341" y="69056"/>
                </a:cubicBezTo>
                <a:cubicBezTo>
                  <a:pt x="485236" y="69214"/>
                  <a:pt x="485064" y="69346"/>
                  <a:pt x="484825" y="69451"/>
                </a:cubicBezTo>
                <a:cubicBezTo>
                  <a:pt x="484587" y="69557"/>
                  <a:pt x="484257" y="69636"/>
                  <a:pt x="483833" y="69689"/>
                </a:cubicBezTo>
                <a:cubicBezTo>
                  <a:pt x="483410" y="69742"/>
                  <a:pt x="482868" y="69769"/>
                  <a:pt x="482206" y="69769"/>
                </a:cubicBezTo>
                <a:cubicBezTo>
                  <a:pt x="481571" y="69769"/>
                  <a:pt x="481042" y="69742"/>
                  <a:pt x="480619" y="69689"/>
                </a:cubicBezTo>
                <a:cubicBezTo>
                  <a:pt x="480195" y="69636"/>
                  <a:pt x="479858" y="69557"/>
                  <a:pt x="479607" y="69451"/>
                </a:cubicBezTo>
                <a:cubicBezTo>
                  <a:pt x="479355" y="69345"/>
                  <a:pt x="479183" y="69213"/>
                  <a:pt x="479091" y="69054"/>
                </a:cubicBezTo>
                <a:cubicBezTo>
                  <a:pt x="478998" y="68896"/>
                  <a:pt x="478952" y="68710"/>
                  <a:pt x="478952" y="68499"/>
                </a:cubicBezTo>
                <a:lnTo>
                  <a:pt x="478952" y="18613"/>
                </a:lnTo>
                <a:cubicBezTo>
                  <a:pt x="478952" y="18375"/>
                  <a:pt x="478992" y="18183"/>
                  <a:pt x="479071" y="18037"/>
                </a:cubicBezTo>
                <a:cubicBezTo>
                  <a:pt x="479150" y="17892"/>
                  <a:pt x="479309" y="17766"/>
                  <a:pt x="479547" y="17660"/>
                </a:cubicBezTo>
                <a:cubicBezTo>
                  <a:pt x="479785" y="17555"/>
                  <a:pt x="480090" y="17482"/>
                  <a:pt x="480460" y="17442"/>
                </a:cubicBezTo>
                <a:cubicBezTo>
                  <a:pt x="480830" y="17402"/>
                  <a:pt x="481280" y="17383"/>
                  <a:pt x="481809" y="17383"/>
                </a:cubicBezTo>
                <a:cubicBezTo>
                  <a:pt x="482365" y="17383"/>
                  <a:pt x="482821" y="17402"/>
                  <a:pt x="483178" y="17442"/>
                </a:cubicBezTo>
                <a:cubicBezTo>
                  <a:pt x="483536" y="17482"/>
                  <a:pt x="483833" y="17555"/>
                  <a:pt x="484071" y="17660"/>
                </a:cubicBezTo>
                <a:cubicBezTo>
                  <a:pt x="484310" y="17766"/>
                  <a:pt x="484475" y="17892"/>
                  <a:pt x="484567" y="18039"/>
                </a:cubicBezTo>
                <a:cubicBezTo>
                  <a:pt x="484660" y="18184"/>
                  <a:pt x="484706" y="18376"/>
                  <a:pt x="484706" y="18614"/>
                </a:cubicBezTo>
                <a:lnTo>
                  <a:pt x="484706" y="23421"/>
                </a:lnTo>
                <a:cubicBezTo>
                  <a:pt x="485791" y="22309"/>
                  <a:pt x="486836" y="21343"/>
                  <a:pt x="487842" y="20522"/>
                </a:cubicBezTo>
                <a:cubicBezTo>
                  <a:pt x="488847" y="19701"/>
                  <a:pt x="489859" y="19019"/>
                  <a:pt x="490878" y="18476"/>
                </a:cubicBezTo>
                <a:cubicBezTo>
                  <a:pt x="491896" y="17933"/>
                  <a:pt x="492941" y="17523"/>
                  <a:pt x="494013" y="17245"/>
                </a:cubicBezTo>
                <a:cubicBezTo>
                  <a:pt x="495084" y="16966"/>
                  <a:pt x="496215" y="16827"/>
                  <a:pt x="497406" y="16827"/>
                </a:cubicBezTo>
                <a:cubicBezTo>
                  <a:pt x="499999" y="16827"/>
                  <a:pt x="502208" y="17330"/>
                  <a:pt x="504034" y="18336"/>
                </a:cubicBezTo>
                <a:cubicBezTo>
                  <a:pt x="505859" y="19343"/>
                  <a:pt x="507347" y="20720"/>
                  <a:pt x="508498" y="22469"/>
                </a:cubicBezTo>
                <a:cubicBezTo>
                  <a:pt x="509649" y="24217"/>
                  <a:pt x="510489" y="26249"/>
                  <a:pt x="511018" y="28567"/>
                </a:cubicBezTo>
                <a:cubicBezTo>
                  <a:pt x="511548" y="30883"/>
                  <a:pt x="511812" y="33340"/>
                  <a:pt x="511812" y="35936"/>
                </a:cubicBezTo>
                <a:moveTo>
                  <a:pt x="504907" y="36690"/>
                </a:moveTo>
                <a:cubicBezTo>
                  <a:pt x="504907" y="34862"/>
                  <a:pt x="504768" y="33093"/>
                  <a:pt x="504490" y="31384"/>
                </a:cubicBezTo>
                <a:cubicBezTo>
                  <a:pt x="504212" y="29675"/>
                  <a:pt x="503736" y="28159"/>
                  <a:pt x="503061" y="26834"/>
                </a:cubicBezTo>
                <a:cubicBezTo>
                  <a:pt x="502387" y="25510"/>
                  <a:pt x="501480" y="24450"/>
                  <a:pt x="500343" y="23656"/>
                </a:cubicBezTo>
                <a:cubicBezTo>
                  <a:pt x="499205" y="22860"/>
                  <a:pt x="497790" y="22462"/>
                  <a:pt x="496096" y="22462"/>
                </a:cubicBezTo>
                <a:cubicBezTo>
                  <a:pt x="495250" y="22462"/>
                  <a:pt x="494416" y="22589"/>
                  <a:pt x="493596" y="22841"/>
                </a:cubicBezTo>
                <a:cubicBezTo>
                  <a:pt x="492776" y="23092"/>
                  <a:pt x="491943" y="23489"/>
                  <a:pt x="491096" y="24033"/>
                </a:cubicBezTo>
                <a:cubicBezTo>
                  <a:pt x="490249" y="24576"/>
                  <a:pt x="489363" y="25291"/>
                  <a:pt x="488437" y="26179"/>
                </a:cubicBezTo>
                <a:cubicBezTo>
                  <a:pt x="487511" y="27067"/>
                  <a:pt x="486532" y="28161"/>
                  <a:pt x="485500" y="29460"/>
                </a:cubicBezTo>
                <a:lnTo>
                  <a:pt x="485500" y="43682"/>
                </a:lnTo>
                <a:cubicBezTo>
                  <a:pt x="487299" y="45882"/>
                  <a:pt x="489006" y="47566"/>
                  <a:pt x="490620" y="48732"/>
                </a:cubicBezTo>
                <a:cubicBezTo>
                  <a:pt x="492234" y="49898"/>
                  <a:pt x="493927" y="50481"/>
                  <a:pt x="495700" y="50481"/>
                </a:cubicBezTo>
                <a:cubicBezTo>
                  <a:pt x="497340" y="50481"/>
                  <a:pt x="498749" y="50084"/>
                  <a:pt x="499926" y="49289"/>
                </a:cubicBezTo>
                <a:cubicBezTo>
                  <a:pt x="501103" y="48494"/>
                  <a:pt x="502056" y="47434"/>
                  <a:pt x="502784" y="46109"/>
                </a:cubicBezTo>
                <a:cubicBezTo>
                  <a:pt x="503511" y="44785"/>
                  <a:pt x="504047" y="43301"/>
                  <a:pt x="504391" y="41658"/>
                </a:cubicBezTo>
                <a:cubicBezTo>
                  <a:pt x="504735" y="40015"/>
                  <a:pt x="504907" y="38359"/>
                  <a:pt x="504907" y="36690"/>
                </a:cubicBezTo>
                <a:close/>
                <a:moveTo>
                  <a:pt x="542173" y="20954"/>
                </a:moveTo>
                <a:cubicBezTo>
                  <a:pt x="542173" y="21536"/>
                  <a:pt x="542160" y="22026"/>
                  <a:pt x="542133" y="22423"/>
                </a:cubicBezTo>
                <a:cubicBezTo>
                  <a:pt x="542107" y="22820"/>
                  <a:pt x="542054" y="23131"/>
                  <a:pt x="541974" y="23355"/>
                </a:cubicBezTo>
                <a:cubicBezTo>
                  <a:pt x="541895" y="23580"/>
                  <a:pt x="541796" y="23752"/>
                  <a:pt x="541677" y="23871"/>
                </a:cubicBezTo>
                <a:cubicBezTo>
                  <a:pt x="541558" y="23990"/>
                  <a:pt x="541392" y="24050"/>
                  <a:pt x="541181" y="24050"/>
                </a:cubicBezTo>
                <a:cubicBezTo>
                  <a:pt x="540969" y="24050"/>
                  <a:pt x="540711" y="23990"/>
                  <a:pt x="540407" y="23871"/>
                </a:cubicBezTo>
                <a:cubicBezTo>
                  <a:pt x="540102" y="23752"/>
                  <a:pt x="539758" y="23633"/>
                  <a:pt x="539375" y="23514"/>
                </a:cubicBezTo>
                <a:cubicBezTo>
                  <a:pt x="538991" y="23395"/>
                  <a:pt x="538561" y="23283"/>
                  <a:pt x="538085" y="23177"/>
                </a:cubicBezTo>
                <a:cubicBezTo>
                  <a:pt x="537609" y="23071"/>
                  <a:pt x="537093" y="23018"/>
                  <a:pt x="536537" y="23018"/>
                </a:cubicBezTo>
                <a:cubicBezTo>
                  <a:pt x="535876" y="23018"/>
                  <a:pt x="535228" y="23150"/>
                  <a:pt x="534593" y="23415"/>
                </a:cubicBezTo>
                <a:cubicBezTo>
                  <a:pt x="533958" y="23680"/>
                  <a:pt x="533290" y="24116"/>
                  <a:pt x="532588" y="24725"/>
                </a:cubicBezTo>
                <a:cubicBezTo>
                  <a:pt x="531887" y="25333"/>
                  <a:pt x="531153" y="26140"/>
                  <a:pt x="530386" y="27145"/>
                </a:cubicBezTo>
                <a:cubicBezTo>
                  <a:pt x="529619" y="28151"/>
                  <a:pt x="528772" y="29381"/>
                  <a:pt x="527846" y="30836"/>
                </a:cubicBezTo>
                <a:lnTo>
                  <a:pt x="527846" y="54331"/>
                </a:lnTo>
                <a:cubicBezTo>
                  <a:pt x="527846" y="54542"/>
                  <a:pt x="527793" y="54721"/>
                  <a:pt x="527687" y="54866"/>
                </a:cubicBezTo>
                <a:cubicBezTo>
                  <a:pt x="527581" y="55012"/>
                  <a:pt x="527409" y="55138"/>
                  <a:pt x="527171" y="55243"/>
                </a:cubicBezTo>
                <a:cubicBezTo>
                  <a:pt x="526933" y="55349"/>
                  <a:pt x="526602" y="55429"/>
                  <a:pt x="526179" y="55482"/>
                </a:cubicBezTo>
                <a:cubicBezTo>
                  <a:pt x="525756" y="55534"/>
                  <a:pt x="525213" y="55561"/>
                  <a:pt x="524552" y="55561"/>
                </a:cubicBezTo>
                <a:cubicBezTo>
                  <a:pt x="523917" y="55561"/>
                  <a:pt x="523388" y="55534"/>
                  <a:pt x="522965" y="55482"/>
                </a:cubicBezTo>
                <a:cubicBezTo>
                  <a:pt x="522541" y="55429"/>
                  <a:pt x="522204" y="55349"/>
                  <a:pt x="521953" y="55243"/>
                </a:cubicBezTo>
                <a:cubicBezTo>
                  <a:pt x="521701" y="55138"/>
                  <a:pt x="521529" y="55012"/>
                  <a:pt x="521437" y="54866"/>
                </a:cubicBezTo>
                <a:cubicBezTo>
                  <a:pt x="521344" y="54721"/>
                  <a:pt x="521298" y="54542"/>
                  <a:pt x="521298" y="54331"/>
                </a:cubicBezTo>
                <a:lnTo>
                  <a:pt x="521298" y="18613"/>
                </a:lnTo>
                <a:cubicBezTo>
                  <a:pt x="521298" y="18401"/>
                  <a:pt x="521337" y="18223"/>
                  <a:pt x="521417" y="18077"/>
                </a:cubicBezTo>
                <a:cubicBezTo>
                  <a:pt x="521496" y="17932"/>
                  <a:pt x="521655" y="17799"/>
                  <a:pt x="521893" y="17680"/>
                </a:cubicBezTo>
                <a:cubicBezTo>
                  <a:pt x="522131" y="17561"/>
                  <a:pt x="522435" y="17482"/>
                  <a:pt x="522806" y="17442"/>
                </a:cubicBezTo>
                <a:cubicBezTo>
                  <a:pt x="523176" y="17402"/>
                  <a:pt x="523666" y="17383"/>
                  <a:pt x="524274" y="17383"/>
                </a:cubicBezTo>
                <a:cubicBezTo>
                  <a:pt x="524856" y="17383"/>
                  <a:pt x="525339" y="17402"/>
                  <a:pt x="525723" y="17442"/>
                </a:cubicBezTo>
                <a:cubicBezTo>
                  <a:pt x="526106" y="17482"/>
                  <a:pt x="526404" y="17561"/>
                  <a:pt x="526616" y="17680"/>
                </a:cubicBezTo>
                <a:cubicBezTo>
                  <a:pt x="526827" y="17799"/>
                  <a:pt x="526979" y="17932"/>
                  <a:pt x="527072" y="18077"/>
                </a:cubicBezTo>
                <a:cubicBezTo>
                  <a:pt x="527165" y="18223"/>
                  <a:pt x="527211" y="18401"/>
                  <a:pt x="527211" y="18613"/>
                </a:cubicBezTo>
                <a:lnTo>
                  <a:pt x="527211" y="23812"/>
                </a:lnTo>
                <a:cubicBezTo>
                  <a:pt x="528190" y="22383"/>
                  <a:pt x="529109" y="21219"/>
                  <a:pt x="529969" y="20319"/>
                </a:cubicBezTo>
                <a:cubicBezTo>
                  <a:pt x="530829" y="19420"/>
                  <a:pt x="531643" y="18712"/>
                  <a:pt x="532410" y="18196"/>
                </a:cubicBezTo>
                <a:cubicBezTo>
                  <a:pt x="533177" y="17680"/>
                  <a:pt x="533938" y="17323"/>
                  <a:pt x="534692" y="17125"/>
                </a:cubicBezTo>
                <a:cubicBezTo>
                  <a:pt x="535446" y="16926"/>
                  <a:pt x="536207" y="16827"/>
                  <a:pt x="536974" y="16827"/>
                </a:cubicBezTo>
                <a:cubicBezTo>
                  <a:pt x="537318" y="16827"/>
                  <a:pt x="537708" y="16847"/>
                  <a:pt x="538145" y="16887"/>
                </a:cubicBezTo>
                <a:cubicBezTo>
                  <a:pt x="538581" y="16926"/>
                  <a:pt x="539038" y="16999"/>
                  <a:pt x="539514" y="17105"/>
                </a:cubicBezTo>
                <a:cubicBezTo>
                  <a:pt x="539990" y="17211"/>
                  <a:pt x="540420" y="17330"/>
                  <a:pt x="540804" y="17462"/>
                </a:cubicBezTo>
                <a:cubicBezTo>
                  <a:pt x="541187" y="17594"/>
                  <a:pt x="541458" y="17727"/>
                  <a:pt x="541617" y="17859"/>
                </a:cubicBezTo>
                <a:cubicBezTo>
                  <a:pt x="541776" y="17991"/>
                  <a:pt x="541882" y="18117"/>
                  <a:pt x="541935" y="18236"/>
                </a:cubicBezTo>
                <a:cubicBezTo>
                  <a:pt x="541988" y="18355"/>
                  <a:pt x="542034" y="18507"/>
                  <a:pt x="542074" y="18692"/>
                </a:cubicBezTo>
                <a:cubicBezTo>
                  <a:pt x="542113" y="18877"/>
                  <a:pt x="542140" y="19149"/>
                  <a:pt x="542153" y="19506"/>
                </a:cubicBezTo>
                <a:cubicBezTo>
                  <a:pt x="542166" y="19863"/>
                  <a:pt x="542173" y="20346"/>
                  <a:pt x="542173" y="20954"/>
                </a:cubicBezTo>
                <a:close/>
                <a:moveTo>
                  <a:pt x="581605" y="36095"/>
                </a:moveTo>
                <a:cubicBezTo>
                  <a:pt x="581605" y="39008"/>
                  <a:pt x="581221" y="41689"/>
                  <a:pt x="580454" y="44139"/>
                </a:cubicBezTo>
                <a:cubicBezTo>
                  <a:pt x="579687" y="46588"/>
                  <a:pt x="578542" y="48701"/>
                  <a:pt x="577021" y="50476"/>
                </a:cubicBezTo>
                <a:cubicBezTo>
                  <a:pt x="575500" y="52250"/>
                  <a:pt x="573595" y="53634"/>
                  <a:pt x="571306" y="54627"/>
                </a:cubicBezTo>
                <a:cubicBezTo>
                  <a:pt x="569018" y="55620"/>
                  <a:pt x="566365" y="56117"/>
                  <a:pt x="563349" y="56117"/>
                </a:cubicBezTo>
                <a:cubicBezTo>
                  <a:pt x="560412" y="56117"/>
                  <a:pt x="557853" y="55680"/>
                  <a:pt x="555670" y="54806"/>
                </a:cubicBezTo>
                <a:cubicBezTo>
                  <a:pt x="553487" y="53932"/>
                  <a:pt x="551668" y="52661"/>
                  <a:pt x="550213" y="50992"/>
                </a:cubicBezTo>
                <a:cubicBezTo>
                  <a:pt x="548758" y="49324"/>
                  <a:pt x="547673" y="47297"/>
                  <a:pt x="546959" y="44914"/>
                </a:cubicBezTo>
                <a:cubicBezTo>
                  <a:pt x="546244" y="42530"/>
                  <a:pt x="545887" y="39829"/>
                  <a:pt x="545887" y="36809"/>
                </a:cubicBezTo>
                <a:cubicBezTo>
                  <a:pt x="545887" y="33896"/>
                  <a:pt x="546264" y="31215"/>
                  <a:pt x="547018" y="28765"/>
                </a:cubicBezTo>
                <a:cubicBezTo>
                  <a:pt x="547772" y="26315"/>
                  <a:pt x="548910" y="24203"/>
                  <a:pt x="550431" y="22429"/>
                </a:cubicBezTo>
                <a:cubicBezTo>
                  <a:pt x="551953" y="20654"/>
                  <a:pt x="553851" y="19276"/>
                  <a:pt x="556126" y="18297"/>
                </a:cubicBezTo>
                <a:cubicBezTo>
                  <a:pt x="558402" y="17317"/>
                  <a:pt x="561061" y="16827"/>
                  <a:pt x="564103" y="16827"/>
                </a:cubicBezTo>
                <a:cubicBezTo>
                  <a:pt x="567040" y="16827"/>
                  <a:pt x="569600" y="17264"/>
                  <a:pt x="571783" y="18138"/>
                </a:cubicBezTo>
                <a:cubicBezTo>
                  <a:pt x="573965" y="19012"/>
                  <a:pt x="575784" y="20283"/>
                  <a:pt x="577239" y="21952"/>
                </a:cubicBezTo>
                <a:cubicBezTo>
                  <a:pt x="578695" y="23620"/>
                  <a:pt x="579786" y="25646"/>
                  <a:pt x="580514" y="28030"/>
                </a:cubicBezTo>
                <a:cubicBezTo>
                  <a:pt x="581241" y="30413"/>
                  <a:pt x="581605" y="33102"/>
                  <a:pt x="581605" y="36095"/>
                </a:cubicBezTo>
                <a:moveTo>
                  <a:pt x="574699" y="36531"/>
                </a:moveTo>
                <a:cubicBezTo>
                  <a:pt x="574699" y="34597"/>
                  <a:pt x="574521" y="32769"/>
                  <a:pt x="574164" y="31047"/>
                </a:cubicBezTo>
                <a:cubicBezTo>
                  <a:pt x="573807" y="29325"/>
                  <a:pt x="573218" y="27815"/>
                  <a:pt x="572398" y="26517"/>
                </a:cubicBezTo>
                <a:cubicBezTo>
                  <a:pt x="571577" y="25219"/>
                  <a:pt x="570466" y="24192"/>
                  <a:pt x="569064" y="23437"/>
                </a:cubicBezTo>
                <a:cubicBezTo>
                  <a:pt x="567662" y="22682"/>
                  <a:pt x="565916" y="22304"/>
                  <a:pt x="563825" y="22304"/>
                </a:cubicBezTo>
                <a:cubicBezTo>
                  <a:pt x="561894" y="22304"/>
                  <a:pt x="560234" y="22648"/>
                  <a:pt x="558845" y="23337"/>
                </a:cubicBezTo>
                <a:cubicBezTo>
                  <a:pt x="557456" y="24026"/>
                  <a:pt x="556311" y="25000"/>
                  <a:pt x="555412" y="26259"/>
                </a:cubicBezTo>
                <a:cubicBezTo>
                  <a:pt x="554512" y="27517"/>
                  <a:pt x="553844" y="29007"/>
                  <a:pt x="553408" y="30730"/>
                </a:cubicBezTo>
                <a:cubicBezTo>
                  <a:pt x="552971" y="32451"/>
                  <a:pt x="552753" y="34332"/>
                  <a:pt x="552753" y="36373"/>
                </a:cubicBezTo>
                <a:cubicBezTo>
                  <a:pt x="552753" y="38333"/>
                  <a:pt x="552931" y="40174"/>
                  <a:pt x="553289" y="41896"/>
                </a:cubicBezTo>
                <a:cubicBezTo>
                  <a:pt x="553646" y="43619"/>
                  <a:pt x="554241" y="45122"/>
                  <a:pt x="555075" y="46407"/>
                </a:cubicBezTo>
                <a:cubicBezTo>
                  <a:pt x="555908" y="47692"/>
                  <a:pt x="557026" y="48712"/>
                  <a:pt x="558428" y="49468"/>
                </a:cubicBezTo>
                <a:cubicBezTo>
                  <a:pt x="559830" y="50223"/>
                  <a:pt x="561576" y="50600"/>
                  <a:pt x="563667" y="50600"/>
                </a:cubicBezTo>
                <a:cubicBezTo>
                  <a:pt x="565572" y="50600"/>
                  <a:pt x="567225" y="50256"/>
                  <a:pt x="568627" y="49567"/>
                </a:cubicBezTo>
                <a:cubicBezTo>
                  <a:pt x="570030" y="48878"/>
                  <a:pt x="571181" y="47911"/>
                  <a:pt x="572080" y="46666"/>
                </a:cubicBezTo>
                <a:cubicBezTo>
                  <a:pt x="572980" y="45420"/>
                  <a:pt x="573641" y="43937"/>
                  <a:pt x="574064" y="42215"/>
                </a:cubicBezTo>
                <a:cubicBezTo>
                  <a:pt x="574488" y="40493"/>
                  <a:pt x="574699" y="38598"/>
                  <a:pt x="574699" y="36531"/>
                </a:cubicBezTo>
                <a:close/>
                <a:moveTo>
                  <a:pt x="620745" y="18534"/>
                </a:moveTo>
                <a:cubicBezTo>
                  <a:pt x="620745" y="18639"/>
                  <a:pt x="620738" y="18752"/>
                  <a:pt x="620725" y="18871"/>
                </a:cubicBezTo>
                <a:cubicBezTo>
                  <a:pt x="620712" y="18990"/>
                  <a:pt x="620692" y="19116"/>
                  <a:pt x="620666" y="19248"/>
                </a:cubicBezTo>
                <a:cubicBezTo>
                  <a:pt x="620639" y="19380"/>
                  <a:pt x="620606" y="19526"/>
                  <a:pt x="620566" y="19684"/>
                </a:cubicBezTo>
                <a:cubicBezTo>
                  <a:pt x="620527" y="19843"/>
                  <a:pt x="620480" y="20015"/>
                  <a:pt x="620428" y="20200"/>
                </a:cubicBezTo>
                <a:lnTo>
                  <a:pt x="608244" y="54132"/>
                </a:lnTo>
                <a:cubicBezTo>
                  <a:pt x="608138" y="54423"/>
                  <a:pt x="607999" y="54661"/>
                  <a:pt x="607827" y="54847"/>
                </a:cubicBezTo>
                <a:cubicBezTo>
                  <a:pt x="607655" y="55032"/>
                  <a:pt x="607397" y="55177"/>
                  <a:pt x="607053" y="55283"/>
                </a:cubicBezTo>
                <a:cubicBezTo>
                  <a:pt x="606709" y="55389"/>
                  <a:pt x="606273" y="55462"/>
                  <a:pt x="605744" y="55501"/>
                </a:cubicBezTo>
                <a:cubicBezTo>
                  <a:pt x="605214" y="55541"/>
                  <a:pt x="604553" y="55561"/>
                  <a:pt x="603759" y="55561"/>
                </a:cubicBezTo>
                <a:cubicBezTo>
                  <a:pt x="602966" y="55561"/>
                  <a:pt x="602304" y="55534"/>
                  <a:pt x="601775" y="55482"/>
                </a:cubicBezTo>
                <a:cubicBezTo>
                  <a:pt x="601246" y="55429"/>
                  <a:pt x="600816" y="55349"/>
                  <a:pt x="600485" y="55243"/>
                </a:cubicBezTo>
                <a:cubicBezTo>
                  <a:pt x="600154" y="55138"/>
                  <a:pt x="599896" y="54992"/>
                  <a:pt x="599711" y="54807"/>
                </a:cubicBezTo>
                <a:cubicBezTo>
                  <a:pt x="599526" y="54622"/>
                  <a:pt x="599381" y="54397"/>
                  <a:pt x="599275" y="54132"/>
                </a:cubicBezTo>
                <a:lnTo>
                  <a:pt x="587131" y="20200"/>
                </a:lnTo>
                <a:cubicBezTo>
                  <a:pt x="587025" y="19883"/>
                  <a:pt x="586939" y="19605"/>
                  <a:pt x="586873" y="19367"/>
                </a:cubicBezTo>
                <a:cubicBezTo>
                  <a:pt x="586807" y="19129"/>
                  <a:pt x="586767" y="18950"/>
                  <a:pt x="586754" y="18831"/>
                </a:cubicBezTo>
                <a:cubicBezTo>
                  <a:pt x="586740" y="18712"/>
                  <a:pt x="586734" y="18613"/>
                  <a:pt x="586734" y="18534"/>
                </a:cubicBezTo>
                <a:cubicBezTo>
                  <a:pt x="586734" y="18322"/>
                  <a:pt x="586787" y="18137"/>
                  <a:pt x="586893" y="17978"/>
                </a:cubicBezTo>
                <a:cubicBezTo>
                  <a:pt x="586998" y="17819"/>
                  <a:pt x="587177" y="17694"/>
                  <a:pt x="587428" y="17601"/>
                </a:cubicBezTo>
                <a:cubicBezTo>
                  <a:pt x="587680" y="17508"/>
                  <a:pt x="588010" y="17449"/>
                  <a:pt x="588420" y="17422"/>
                </a:cubicBezTo>
                <a:cubicBezTo>
                  <a:pt x="588831" y="17396"/>
                  <a:pt x="589340" y="17383"/>
                  <a:pt x="589948" y="17383"/>
                </a:cubicBezTo>
                <a:cubicBezTo>
                  <a:pt x="590716" y="17383"/>
                  <a:pt x="591331" y="17402"/>
                  <a:pt x="591794" y="17442"/>
                </a:cubicBezTo>
                <a:cubicBezTo>
                  <a:pt x="592257" y="17482"/>
                  <a:pt x="592614" y="17555"/>
                  <a:pt x="592865" y="17660"/>
                </a:cubicBezTo>
                <a:cubicBezTo>
                  <a:pt x="593117" y="17766"/>
                  <a:pt x="593302" y="17899"/>
                  <a:pt x="593421" y="18057"/>
                </a:cubicBezTo>
                <a:cubicBezTo>
                  <a:pt x="593540" y="18216"/>
                  <a:pt x="593652" y="18414"/>
                  <a:pt x="593758" y="18653"/>
                </a:cubicBezTo>
                <a:lnTo>
                  <a:pt x="603839" y="48100"/>
                </a:lnTo>
                <a:lnTo>
                  <a:pt x="603997" y="48576"/>
                </a:lnTo>
                <a:lnTo>
                  <a:pt x="604116" y="48100"/>
                </a:lnTo>
                <a:lnTo>
                  <a:pt x="614078" y="18653"/>
                </a:lnTo>
                <a:cubicBezTo>
                  <a:pt x="614131" y="18414"/>
                  <a:pt x="614223" y="18216"/>
                  <a:pt x="614356" y="18057"/>
                </a:cubicBezTo>
                <a:cubicBezTo>
                  <a:pt x="614488" y="17899"/>
                  <a:pt x="614680" y="17766"/>
                  <a:pt x="614931" y="17660"/>
                </a:cubicBezTo>
                <a:cubicBezTo>
                  <a:pt x="615182" y="17555"/>
                  <a:pt x="615526" y="17482"/>
                  <a:pt x="615963" y="17442"/>
                </a:cubicBezTo>
                <a:cubicBezTo>
                  <a:pt x="616399" y="17402"/>
                  <a:pt x="616975" y="17383"/>
                  <a:pt x="617689" y="17383"/>
                </a:cubicBezTo>
                <a:cubicBezTo>
                  <a:pt x="618298" y="17383"/>
                  <a:pt x="618800" y="17396"/>
                  <a:pt x="619197" y="17422"/>
                </a:cubicBezTo>
                <a:cubicBezTo>
                  <a:pt x="619594" y="17449"/>
                  <a:pt x="619905" y="17515"/>
                  <a:pt x="620130" y="17621"/>
                </a:cubicBezTo>
                <a:cubicBezTo>
                  <a:pt x="620355" y="17727"/>
                  <a:pt x="620514" y="17852"/>
                  <a:pt x="620606" y="17998"/>
                </a:cubicBezTo>
                <a:cubicBezTo>
                  <a:pt x="620699" y="18143"/>
                  <a:pt x="620745" y="18322"/>
                  <a:pt x="620745" y="18534"/>
                </a:cubicBezTo>
                <a:close/>
                <a:moveTo>
                  <a:pt x="634823" y="54331"/>
                </a:moveTo>
                <a:cubicBezTo>
                  <a:pt x="634823" y="54542"/>
                  <a:pt x="634770" y="54721"/>
                  <a:pt x="634665" y="54866"/>
                </a:cubicBezTo>
                <a:cubicBezTo>
                  <a:pt x="634559" y="55012"/>
                  <a:pt x="634387" y="55138"/>
                  <a:pt x="634149" y="55243"/>
                </a:cubicBezTo>
                <a:cubicBezTo>
                  <a:pt x="633911" y="55349"/>
                  <a:pt x="633580" y="55429"/>
                  <a:pt x="633157" y="55482"/>
                </a:cubicBezTo>
                <a:cubicBezTo>
                  <a:pt x="632733" y="55534"/>
                  <a:pt x="632191" y="55561"/>
                  <a:pt x="631529" y="55561"/>
                </a:cubicBezTo>
                <a:cubicBezTo>
                  <a:pt x="630894" y="55561"/>
                  <a:pt x="630365" y="55534"/>
                  <a:pt x="629942" y="55482"/>
                </a:cubicBezTo>
                <a:cubicBezTo>
                  <a:pt x="629519" y="55429"/>
                  <a:pt x="629181" y="55349"/>
                  <a:pt x="628930" y="55243"/>
                </a:cubicBezTo>
                <a:cubicBezTo>
                  <a:pt x="628679" y="55138"/>
                  <a:pt x="628507" y="55012"/>
                  <a:pt x="628414" y="54866"/>
                </a:cubicBezTo>
                <a:cubicBezTo>
                  <a:pt x="628321" y="54721"/>
                  <a:pt x="628275" y="54542"/>
                  <a:pt x="628275" y="54331"/>
                </a:cubicBezTo>
                <a:lnTo>
                  <a:pt x="628275" y="18613"/>
                </a:lnTo>
                <a:cubicBezTo>
                  <a:pt x="628275" y="18428"/>
                  <a:pt x="628321" y="18256"/>
                  <a:pt x="628414" y="18097"/>
                </a:cubicBezTo>
                <a:cubicBezTo>
                  <a:pt x="628507" y="17938"/>
                  <a:pt x="628679" y="17806"/>
                  <a:pt x="628930" y="17700"/>
                </a:cubicBezTo>
                <a:cubicBezTo>
                  <a:pt x="629181" y="17594"/>
                  <a:pt x="629519" y="17515"/>
                  <a:pt x="629942" y="17462"/>
                </a:cubicBezTo>
                <a:cubicBezTo>
                  <a:pt x="630365" y="17409"/>
                  <a:pt x="630894" y="17383"/>
                  <a:pt x="631529" y="17383"/>
                </a:cubicBezTo>
                <a:cubicBezTo>
                  <a:pt x="632191" y="17383"/>
                  <a:pt x="632733" y="17409"/>
                  <a:pt x="633157" y="17462"/>
                </a:cubicBezTo>
                <a:cubicBezTo>
                  <a:pt x="633580" y="17515"/>
                  <a:pt x="633911" y="17594"/>
                  <a:pt x="634149" y="17700"/>
                </a:cubicBezTo>
                <a:cubicBezTo>
                  <a:pt x="634387" y="17806"/>
                  <a:pt x="634559" y="17938"/>
                  <a:pt x="634665" y="18097"/>
                </a:cubicBezTo>
                <a:cubicBezTo>
                  <a:pt x="634770" y="18256"/>
                  <a:pt x="634823" y="18428"/>
                  <a:pt x="634823" y="18613"/>
                </a:cubicBezTo>
                <a:lnTo>
                  <a:pt x="634823" y="54331"/>
                </a:lnTo>
                <a:moveTo>
                  <a:pt x="635577" y="6509"/>
                </a:moveTo>
                <a:cubicBezTo>
                  <a:pt x="635577" y="8043"/>
                  <a:pt x="635286" y="9088"/>
                  <a:pt x="634704" y="9644"/>
                </a:cubicBezTo>
                <a:cubicBezTo>
                  <a:pt x="634122" y="10199"/>
                  <a:pt x="633051" y="10477"/>
                  <a:pt x="631490" y="10477"/>
                </a:cubicBezTo>
                <a:cubicBezTo>
                  <a:pt x="629955" y="10477"/>
                  <a:pt x="628903" y="10206"/>
                  <a:pt x="628335" y="9664"/>
                </a:cubicBezTo>
                <a:cubicBezTo>
                  <a:pt x="627766" y="9121"/>
                  <a:pt x="627481" y="8096"/>
                  <a:pt x="627481" y="6588"/>
                </a:cubicBezTo>
                <a:cubicBezTo>
                  <a:pt x="627481" y="5053"/>
                  <a:pt x="627772" y="4008"/>
                  <a:pt x="628354" y="3453"/>
                </a:cubicBezTo>
                <a:cubicBezTo>
                  <a:pt x="628937" y="2897"/>
                  <a:pt x="630008" y="2619"/>
                  <a:pt x="631569" y="2619"/>
                </a:cubicBezTo>
                <a:cubicBezTo>
                  <a:pt x="633104" y="2619"/>
                  <a:pt x="634155" y="2890"/>
                  <a:pt x="634724" y="3433"/>
                </a:cubicBezTo>
                <a:cubicBezTo>
                  <a:pt x="635293" y="3975"/>
                  <a:pt x="635577" y="5000"/>
                  <a:pt x="635577" y="6509"/>
                </a:cubicBezTo>
                <a:close/>
                <a:moveTo>
                  <a:pt x="677632" y="54329"/>
                </a:moveTo>
                <a:cubicBezTo>
                  <a:pt x="677632" y="54541"/>
                  <a:pt x="677586" y="54727"/>
                  <a:pt x="677493" y="54886"/>
                </a:cubicBezTo>
                <a:cubicBezTo>
                  <a:pt x="677401" y="55045"/>
                  <a:pt x="677242" y="55171"/>
                  <a:pt x="677017" y="55263"/>
                </a:cubicBezTo>
                <a:cubicBezTo>
                  <a:pt x="676792" y="55356"/>
                  <a:pt x="676494" y="55429"/>
                  <a:pt x="676124" y="55482"/>
                </a:cubicBezTo>
                <a:cubicBezTo>
                  <a:pt x="675754" y="55534"/>
                  <a:pt x="675304" y="55561"/>
                  <a:pt x="674775" y="55561"/>
                </a:cubicBezTo>
                <a:cubicBezTo>
                  <a:pt x="674219" y="55561"/>
                  <a:pt x="673756" y="55534"/>
                  <a:pt x="673386" y="55482"/>
                </a:cubicBezTo>
                <a:cubicBezTo>
                  <a:pt x="673015" y="55429"/>
                  <a:pt x="672711" y="55358"/>
                  <a:pt x="672473" y="55266"/>
                </a:cubicBezTo>
                <a:cubicBezTo>
                  <a:pt x="672235" y="55173"/>
                  <a:pt x="672063" y="55048"/>
                  <a:pt x="671957" y="54890"/>
                </a:cubicBezTo>
                <a:cubicBezTo>
                  <a:pt x="671851" y="54732"/>
                  <a:pt x="671798" y="54548"/>
                  <a:pt x="671798" y="54338"/>
                </a:cubicBezTo>
                <a:lnTo>
                  <a:pt x="671798" y="49641"/>
                </a:lnTo>
                <a:cubicBezTo>
                  <a:pt x="669920" y="51680"/>
                  <a:pt x="667969" y="53269"/>
                  <a:pt x="665945" y="54409"/>
                </a:cubicBezTo>
                <a:cubicBezTo>
                  <a:pt x="663921" y="55547"/>
                  <a:pt x="661705" y="56117"/>
                  <a:pt x="659297" y="56117"/>
                </a:cubicBezTo>
                <a:cubicBezTo>
                  <a:pt x="656678" y="56117"/>
                  <a:pt x="654442" y="55607"/>
                  <a:pt x="652590" y="54587"/>
                </a:cubicBezTo>
                <a:cubicBezTo>
                  <a:pt x="650738" y="53568"/>
                  <a:pt x="649237" y="52191"/>
                  <a:pt x="648086" y="50456"/>
                </a:cubicBezTo>
                <a:cubicBezTo>
                  <a:pt x="646935" y="48721"/>
                  <a:pt x="646095" y="46682"/>
                  <a:pt x="645566" y="44338"/>
                </a:cubicBezTo>
                <a:cubicBezTo>
                  <a:pt x="645036" y="41994"/>
                  <a:pt x="644772" y="39524"/>
                  <a:pt x="644772" y="36928"/>
                </a:cubicBezTo>
                <a:cubicBezTo>
                  <a:pt x="644772" y="33857"/>
                  <a:pt x="645103" y="31083"/>
                  <a:pt x="645764" y="28606"/>
                </a:cubicBezTo>
                <a:cubicBezTo>
                  <a:pt x="646425" y="26130"/>
                  <a:pt x="647404" y="24018"/>
                  <a:pt x="648701" y="22270"/>
                </a:cubicBezTo>
                <a:cubicBezTo>
                  <a:pt x="649997" y="20522"/>
                  <a:pt x="651605" y="19177"/>
                  <a:pt x="653523" y="18237"/>
                </a:cubicBezTo>
                <a:cubicBezTo>
                  <a:pt x="655441" y="17297"/>
                  <a:pt x="657657" y="16827"/>
                  <a:pt x="660170" y="16827"/>
                </a:cubicBezTo>
                <a:cubicBezTo>
                  <a:pt x="662260" y="16827"/>
                  <a:pt x="664172" y="17284"/>
                  <a:pt x="665905" y="18197"/>
                </a:cubicBezTo>
                <a:cubicBezTo>
                  <a:pt x="667638" y="19111"/>
                  <a:pt x="669351" y="20455"/>
                  <a:pt x="671044" y="22229"/>
                </a:cubicBezTo>
                <a:lnTo>
                  <a:pt x="671044" y="1431"/>
                </a:lnTo>
                <a:cubicBezTo>
                  <a:pt x="671044" y="1246"/>
                  <a:pt x="671091" y="1067"/>
                  <a:pt x="671183" y="895"/>
                </a:cubicBezTo>
                <a:cubicBezTo>
                  <a:pt x="671276" y="723"/>
                  <a:pt x="671454" y="590"/>
                  <a:pt x="671719" y="497"/>
                </a:cubicBezTo>
                <a:cubicBezTo>
                  <a:pt x="671983" y="404"/>
                  <a:pt x="672321" y="324"/>
                  <a:pt x="672731" y="258"/>
                </a:cubicBezTo>
                <a:cubicBezTo>
                  <a:pt x="673141" y="192"/>
                  <a:pt x="673664" y="159"/>
                  <a:pt x="674299" y="159"/>
                </a:cubicBezTo>
                <a:cubicBezTo>
                  <a:pt x="674960" y="159"/>
                  <a:pt x="675502" y="192"/>
                  <a:pt x="675926" y="258"/>
                </a:cubicBezTo>
                <a:cubicBezTo>
                  <a:pt x="676349" y="324"/>
                  <a:pt x="676680" y="403"/>
                  <a:pt x="676918" y="496"/>
                </a:cubicBezTo>
                <a:cubicBezTo>
                  <a:pt x="677156" y="589"/>
                  <a:pt x="677335" y="721"/>
                  <a:pt x="677454" y="894"/>
                </a:cubicBezTo>
                <a:cubicBezTo>
                  <a:pt x="677573" y="1066"/>
                  <a:pt x="677632" y="1245"/>
                  <a:pt x="677632" y="1430"/>
                </a:cubicBezTo>
                <a:lnTo>
                  <a:pt x="677632" y="54329"/>
                </a:lnTo>
                <a:moveTo>
                  <a:pt x="671044" y="29222"/>
                </a:moveTo>
                <a:cubicBezTo>
                  <a:pt x="669272" y="27021"/>
                  <a:pt x="667558" y="25345"/>
                  <a:pt x="665905" y="24193"/>
                </a:cubicBezTo>
                <a:cubicBezTo>
                  <a:pt x="664251" y="23039"/>
                  <a:pt x="662525" y="22462"/>
                  <a:pt x="660726" y="22462"/>
                </a:cubicBezTo>
                <a:cubicBezTo>
                  <a:pt x="659059" y="22462"/>
                  <a:pt x="657643" y="22860"/>
                  <a:pt x="656479" y="23656"/>
                </a:cubicBezTo>
                <a:cubicBezTo>
                  <a:pt x="655315" y="24450"/>
                  <a:pt x="654369" y="25496"/>
                  <a:pt x="653642" y="26795"/>
                </a:cubicBezTo>
                <a:cubicBezTo>
                  <a:pt x="652914" y="28093"/>
                  <a:pt x="652385" y="29563"/>
                  <a:pt x="652054" y="31206"/>
                </a:cubicBezTo>
                <a:cubicBezTo>
                  <a:pt x="651724" y="32849"/>
                  <a:pt x="651558" y="34518"/>
                  <a:pt x="651558" y="36214"/>
                </a:cubicBezTo>
                <a:cubicBezTo>
                  <a:pt x="651558" y="38015"/>
                  <a:pt x="651697" y="39777"/>
                  <a:pt x="651975" y="41500"/>
                </a:cubicBezTo>
                <a:cubicBezTo>
                  <a:pt x="652253" y="43222"/>
                  <a:pt x="652736" y="44752"/>
                  <a:pt x="653423" y="46090"/>
                </a:cubicBezTo>
                <a:cubicBezTo>
                  <a:pt x="654111" y="47427"/>
                  <a:pt x="655024" y="48500"/>
                  <a:pt x="656162" y="49309"/>
                </a:cubicBezTo>
                <a:cubicBezTo>
                  <a:pt x="657300" y="50117"/>
                  <a:pt x="658728" y="50521"/>
                  <a:pt x="660448" y="50521"/>
                </a:cubicBezTo>
                <a:cubicBezTo>
                  <a:pt x="661321" y="50521"/>
                  <a:pt x="662161" y="50402"/>
                  <a:pt x="662968" y="50164"/>
                </a:cubicBezTo>
                <a:cubicBezTo>
                  <a:pt x="663775" y="49925"/>
                  <a:pt x="664602" y="49527"/>
                  <a:pt x="665448" y="48971"/>
                </a:cubicBezTo>
                <a:cubicBezTo>
                  <a:pt x="666295" y="48414"/>
                  <a:pt x="667181" y="47692"/>
                  <a:pt x="668107" y="46804"/>
                </a:cubicBezTo>
                <a:cubicBezTo>
                  <a:pt x="669033" y="45916"/>
                  <a:pt x="670012" y="44822"/>
                  <a:pt x="671044" y="43524"/>
                </a:cubicBezTo>
                <a:lnTo>
                  <a:pt x="671044" y="29222"/>
                </a:lnTo>
                <a:close/>
                <a:moveTo>
                  <a:pt x="719859" y="34924"/>
                </a:moveTo>
                <a:cubicBezTo>
                  <a:pt x="719859" y="35956"/>
                  <a:pt x="719601" y="36690"/>
                  <a:pt x="719085" y="37127"/>
                </a:cubicBezTo>
                <a:cubicBezTo>
                  <a:pt x="718569" y="37563"/>
                  <a:pt x="717980" y="37781"/>
                  <a:pt x="717319" y="37781"/>
                </a:cubicBezTo>
                <a:lnTo>
                  <a:pt x="693904" y="37781"/>
                </a:lnTo>
                <a:cubicBezTo>
                  <a:pt x="693904" y="39772"/>
                  <a:pt x="694102" y="41563"/>
                  <a:pt x="694499" y="43155"/>
                </a:cubicBezTo>
                <a:cubicBezTo>
                  <a:pt x="694896" y="44748"/>
                  <a:pt x="695557" y="46114"/>
                  <a:pt x="696483" y="47255"/>
                </a:cubicBezTo>
                <a:cubicBezTo>
                  <a:pt x="697409" y="48396"/>
                  <a:pt x="698613" y="49272"/>
                  <a:pt x="700095" y="49883"/>
                </a:cubicBezTo>
                <a:cubicBezTo>
                  <a:pt x="701577" y="50493"/>
                  <a:pt x="703389" y="50799"/>
                  <a:pt x="705532" y="50799"/>
                </a:cubicBezTo>
                <a:cubicBezTo>
                  <a:pt x="707225" y="50799"/>
                  <a:pt x="708733" y="50660"/>
                  <a:pt x="710056" y="50382"/>
                </a:cubicBezTo>
                <a:cubicBezTo>
                  <a:pt x="711379" y="50104"/>
                  <a:pt x="712523" y="49793"/>
                  <a:pt x="713489" y="49449"/>
                </a:cubicBezTo>
                <a:cubicBezTo>
                  <a:pt x="714455" y="49105"/>
                  <a:pt x="715248" y="48794"/>
                  <a:pt x="715870" y="48517"/>
                </a:cubicBezTo>
                <a:cubicBezTo>
                  <a:pt x="716492" y="48239"/>
                  <a:pt x="716962" y="48100"/>
                  <a:pt x="717279" y="48100"/>
                </a:cubicBezTo>
                <a:cubicBezTo>
                  <a:pt x="717464" y="48100"/>
                  <a:pt x="717630" y="48146"/>
                  <a:pt x="717775" y="48239"/>
                </a:cubicBezTo>
                <a:cubicBezTo>
                  <a:pt x="717921" y="48331"/>
                  <a:pt x="718033" y="48470"/>
                  <a:pt x="718113" y="48655"/>
                </a:cubicBezTo>
                <a:cubicBezTo>
                  <a:pt x="718192" y="48841"/>
                  <a:pt x="718251" y="49099"/>
                  <a:pt x="718291" y="49429"/>
                </a:cubicBezTo>
                <a:cubicBezTo>
                  <a:pt x="718331" y="49760"/>
                  <a:pt x="718351" y="50164"/>
                  <a:pt x="718351" y="50640"/>
                </a:cubicBezTo>
                <a:cubicBezTo>
                  <a:pt x="718351" y="50984"/>
                  <a:pt x="718337" y="51281"/>
                  <a:pt x="718311" y="51533"/>
                </a:cubicBezTo>
                <a:cubicBezTo>
                  <a:pt x="718284" y="51784"/>
                  <a:pt x="718251" y="52009"/>
                  <a:pt x="718212" y="52207"/>
                </a:cubicBezTo>
                <a:cubicBezTo>
                  <a:pt x="718172" y="52406"/>
                  <a:pt x="718106" y="52584"/>
                  <a:pt x="718013" y="52743"/>
                </a:cubicBezTo>
                <a:cubicBezTo>
                  <a:pt x="717921" y="52902"/>
                  <a:pt x="717802" y="53054"/>
                  <a:pt x="717656" y="53200"/>
                </a:cubicBezTo>
                <a:cubicBezTo>
                  <a:pt x="717511" y="53345"/>
                  <a:pt x="717081" y="53583"/>
                  <a:pt x="716366" y="53914"/>
                </a:cubicBezTo>
                <a:cubicBezTo>
                  <a:pt x="715652" y="54245"/>
                  <a:pt x="714726" y="54569"/>
                  <a:pt x="713588" y="54886"/>
                </a:cubicBezTo>
                <a:cubicBezTo>
                  <a:pt x="712451" y="55204"/>
                  <a:pt x="711134" y="55488"/>
                  <a:pt x="709639" y="55740"/>
                </a:cubicBezTo>
                <a:cubicBezTo>
                  <a:pt x="708145" y="55991"/>
                  <a:pt x="706551" y="56117"/>
                  <a:pt x="704857" y="56117"/>
                </a:cubicBezTo>
                <a:cubicBezTo>
                  <a:pt x="701920" y="56117"/>
                  <a:pt x="699347" y="55706"/>
                  <a:pt x="697138" y="54885"/>
                </a:cubicBezTo>
                <a:cubicBezTo>
                  <a:pt x="694929" y="54064"/>
                  <a:pt x="693070" y="52846"/>
                  <a:pt x="691562" y="51230"/>
                </a:cubicBezTo>
                <a:cubicBezTo>
                  <a:pt x="690054" y="49615"/>
                  <a:pt x="688917" y="47589"/>
                  <a:pt x="688149" y="45152"/>
                </a:cubicBezTo>
                <a:cubicBezTo>
                  <a:pt x="687382" y="42715"/>
                  <a:pt x="686998" y="39882"/>
                  <a:pt x="686998" y="36650"/>
                </a:cubicBezTo>
                <a:cubicBezTo>
                  <a:pt x="686998" y="33578"/>
                  <a:pt x="687395" y="30817"/>
                  <a:pt x="688189" y="28367"/>
                </a:cubicBezTo>
                <a:cubicBezTo>
                  <a:pt x="688983" y="25917"/>
                  <a:pt x="690127" y="23838"/>
                  <a:pt x="691622" y="22130"/>
                </a:cubicBezTo>
                <a:cubicBezTo>
                  <a:pt x="693117" y="20422"/>
                  <a:pt x="694922" y="19111"/>
                  <a:pt x="697039" y="18197"/>
                </a:cubicBezTo>
                <a:cubicBezTo>
                  <a:pt x="699156" y="17284"/>
                  <a:pt x="701524" y="16827"/>
                  <a:pt x="704143" y="16827"/>
                </a:cubicBezTo>
                <a:cubicBezTo>
                  <a:pt x="706947" y="16827"/>
                  <a:pt x="709335" y="17277"/>
                  <a:pt x="711306" y="18176"/>
                </a:cubicBezTo>
                <a:cubicBezTo>
                  <a:pt x="713277" y="19076"/>
                  <a:pt x="714898" y="20286"/>
                  <a:pt x="716168" y="21808"/>
                </a:cubicBezTo>
                <a:cubicBezTo>
                  <a:pt x="717438" y="23329"/>
                  <a:pt x="718370" y="25115"/>
                  <a:pt x="718966" y="27165"/>
                </a:cubicBezTo>
                <a:cubicBezTo>
                  <a:pt x="719561" y="29216"/>
                  <a:pt x="719859" y="31405"/>
                  <a:pt x="719859" y="33733"/>
                </a:cubicBezTo>
                <a:lnTo>
                  <a:pt x="719859" y="34924"/>
                </a:lnTo>
                <a:moveTo>
                  <a:pt x="713271" y="32979"/>
                </a:moveTo>
                <a:cubicBezTo>
                  <a:pt x="713350" y="29540"/>
                  <a:pt x="712589" y="26841"/>
                  <a:pt x="710989" y="24883"/>
                </a:cubicBezTo>
                <a:cubicBezTo>
                  <a:pt x="709388" y="22925"/>
                  <a:pt x="707014" y="21947"/>
                  <a:pt x="703865" y="21947"/>
                </a:cubicBezTo>
                <a:cubicBezTo>
                  <a:pt x="702251" y="21947"/>
                  <a:pt x="700836" y="22251"/>
                  <a:pt x="699619" y="22859"/>
                </a:cubicBezTo>
                <a:cubicBezTo>
                  <a:pt x="698402" y="23468"/>
                  <a:pt x="697383" y="24275"/>
                  <a:pt x="696563" y="25280"/>
                </a:cubicBezTo>
                <a:cubicBezTo>
                  <a:pt x="695743" y="26286"/>
                  <a:pt x="695108" y="27456"/>
                  <a:pt x="694658" y="28792"/>
                </a:cubicBezTo>
                <a:cubicBezTo>
                  <a:pt x="694208" y="30129"/>
                  <a:pt x="693957" y="31524"/>
                  <a:pt x="693904" y="32979"/>
                </a:cubicBezTo>
                <a:lnTo>
                  <a:pt x="713271" y="32979"/>
                </a:lnTo>
                <a:close/>
                <a:moveTo>
                  <a:pt x="760267" y="54329"/>
                </a:moveTo>
                <a:cubicBezTo>
                  <a:pt x="760267" y="54541"/>
                  <a:pt x="760221" y="54727"/>
                  <a:pt x="760128" y="54886"/>
                </a:cubicBezTo>
                <a:cubicBezTo>
                  <a:pt x="760035" y="55045"/>
                  <a:pt x="759877" y="55171"/>
                  <a:pt x="759652" y="55263"/>
                </a:cubicBezTo>
                <a:cubicBezTo>
                  <a:pt x="759427" y="55356"/>
                  <a:pt x="759129" y="55429"/>
                  <a:pt x="758759" y="55482"/>
                </a:cubicBezTo>
                <a:cubicBezTo>
                  <a:pt x="758388" y="55534"/>
                  <a:pt x="757939" y="55561"/>
                  <a:pt x="757409" y="55561"/>
                </a:cubicBezTo>
                <a:cubicBezTo>
                  <a:pt x="756854" y="55561"/>
                  <a:pt x="756391" y="55534"/>
                  <a:pt x="756020" y="55482"/>
                </a:cubicBezTo>
                <a:cubicBezTo>
                  <a:pt x="755650" y="55429"/>
                  <a:pt x="755346" y="55358"/>
                  <a:pt x="755108" y="55266"/>
                </a:cubicBezTo>
                <a:cubicBezTo>
                  <a:pt x="754869" y="55173"/>
                  <a:pt x="754697" y="55048"/>
                  <a:pt x="754592" y="54890"/>
                </a:cubicBezTo>
                <a:cubicBezTo>
                  <a:pt x="754486" y="54732"/>
                  <a:pt x="754433" y="54548"/>
                  <a:pt x="754433" y="54338"/>
                </a:cubicBezTo>
                <a:lnTo>
                  <a:pt x="754433" y="49641"/>
                </a:lnTo>
                <a:cubicBezTo>
                  <a:pt x="752554" y="51680"/>
                  <a:pt x="750603" y="53269"/>
                  <a:pt x="748579" y="54409"/>
                </a:cubicBezTo>
                <a:cubicBezTo>
                  <a:pt x="746555" y="55547"/>
                  <a:pt x="744339" y="56117"/>
                  <a:pt x="741932" y="56117"/>
                </a:cubicBezTo>
                <a:cubicBezTo>
                  <a:pt x="739312" y="56117"/>
                  <a:pt x="737077" y="55607"/>
                  <a:pt x="735225" y="54587"/>
                </a:cubicBezTo>
                <a:cubicBezTo>
                  <a:pt x="733373" y="53568"/>
                  <a:pt x="731871" y="52191"/>
                  <a:pt x="730720" y="50456"/>
                </a:cubicBezTo>
                <a:cubicBezTo>
                  <a:pt x="729569" y="48721"/>
                  <a:pt x="728729" y="46682"/>
                  <a:pt x="728200" y="44338"/>
                </a:cubicBezTo>
                <a:cubicBezTo>
                  <a:pt x="727671" y="41994"/>
                  <a:pt x="727406" y="39524"/>
                  <a:pt x="727406" y="36928"/>
                </a:cubicBezTo>
                <a:cubicBezTo>
                  <a:pt x="727406" y="33857"/>
                  <a:pt x="727737" y="31083"/>
                  <a:pt x="728399" y="28606"/>
                </a:cubicBezTo>
                <a:cubicBezTo>
                  <a:pt x="729060" y="26130"/>
                  <a:pt x="730039" y="24018"/>
                  <a:pt x="731335" y="22270"/>
                </a:cubicBezTo>
                <a:cubicBezTo>
                  <a:pt x="732632" y="20522"/>
                  <a:pt x="734239" y="19177"/>
                  <a:pt x="736157" y="18237"/>
                </a:cubicBezTo>
                <a:cubicBezTo>
                  <a:pt x="738076" y="17297"/>
                  <a:pt x="740291" y="16827"/>
                  <a:pt x="742805" y="16827"/>
                </a:cubicBezTo>
                <a:cubicBezTo>
                  <a:pt x="744895" y="16827"/>
                  <a:pt x="746807" y="17284"/>
                  <a:pt x="748539" y="18197"/>
                </a:cubicBezTo>
                <a:cubicBezTo>
                  <a:pt x="750272" y="19111"/>
                  <a:pt x="751986" y="20455"/>
                  <a:pt x="753679" y="22229"/>
                </a:cubicBezTo>
                <a:lnTo>
                  <a:pt x="753679" y="1431"/>
                </a:lnTo>
                <a:cubicBezTo>
                  <a:pt x="753679" y="1246"/>
                  <a:pt x="753725" y="1067"/>
                  <a:pt x="753818" y="895"/>
                </a:cubicBezTo>
                <a:cubicBezTo>
                  <a:pt x="753910" y="723"/>
                  <a:pt x="754089" y="590"/>
                  <a:pt x="754354" y="497"/>
                </a:cubicBezTo>
                <a:cubicBezTo>
                  <a:pt x="754618" y="404"/>
                  <a:pt x="754955" y="324"/>
                  <a:pt x="755366" y="258"/>
                </a:cubicBezTo>
                <a:cubicBezTo>
                  <a:pt x="755776" y="192"/>
                  <a:pt x="756298" y="159"/>
                  <a:pt x="756933" y="159"/>
                </a:cubicBezTo>
                <a:cubicBezTo>
                  <a:pt x="757595" y="159"/>
                  <a:pt x="758137" y="192"/>
                  <a:pt x="758560" y="258"/>
                </a:cubicBezTo>
                <a:cubicBezTo>
                  <a:pt x="758984" y="324"/>
                  <a:pt x="759314" y="403"/>
                  <a:pt x="759552" y="496"/>
                </a:cubicBezTo>
                <a:cubicBezTo>
                  <a:pt x="759791" y="589"/>
                  <a:pt x="759969" y="721"/>
                  <a:pt x="760088" y="894"/>
                </a:cubicBezTo>
                <a:cubicBezTo>
                  <a:pt x="760207" y="1066"/>
                  <a:pt x="760267" y="1245"/>
                  <a:pt x="760267" y="1430"/>
                </a:cubicBezTo>
                <a:lnTo>
                  <a:pt x="760267" y="54329"/>
                </a:lnTo>
                <a:moveTo>
                  <a:pt x="753679" y="29222"/>
                </a:moveTo>
                <a:cubicBezTo>
                  <a:pt x="751906" y="27021"/>
                  <a:pt x="750193" y="25345"/>
                  <a:pt x="748539" y="24193"/>
                </a:cubicBezTo>
                <a:cubicBezTo>
                  <a:pt x="746886" y="23039"/>
                  <a:pt x="745160" y="22462"/>
                  <a:pt x="743360" y="22462"/>
                </a:cubicBezTo>
                <a:cubicBezTo>
                  <a:pt x="741694" y="22462"/>
                  <a:pt x="740278" y="22860"/>
                  <a:pt x="739114" y="23656"/>
                </a:cubicBezTo>
                <a:cubicBezTo>
                  <a:pt x="737950" y="24450"/>
                  <a:pt x="737004" y="25496"/>
                  <a:pt x="736276" y="26795"/>
                </a:cubicBezTo>
                <a:cubicBezTo>
                  <a:pt x="735549" y="28093"/>
                  <a:pt x="735020" y="29563"/>
                  <a:pt x="734689" y="31206"/>
                </a:cubicBezTo>
                <a:cubicBezTo>
                  <a:pt x="734358" y="32849"/>
                  <a:pt x="734193" y="34518"/>
                  <a:pt x="734193" y="36214"/>
                </a:cubicBezTo>
                <a:cubicBezTo>
                  <a:pt x="734193" y="38015"/>
                  <a:pt x="734332" y="39777"/>
                  <a:pt x="734610" y="41500"/>
                </a:cubicBezTo>
                <a:cubicBezTo>
                  <a:pt x="734887" y="43222"/>
                  <a:pt x="735370" y="44752"/>
                  <a:pt x="736058" y="46090"/>
                </a:cubicBezTo>
                <a:cubicBezTo>
                  <a:pt x="736746" y="47427"/>
                  <a:pt x="737659" y="48500"/>
                  <a:pt x="738796" y="49309"/>
                </a:cubicBezTo>
                <a:cubicBezTo>
                  <a:pt x="739934" y="50117"/>
                  <a:pt x="741363" y="50521"/>
                  <a:pt x="743083" y="50521"/>
                </a:cubicBezTo>
                <a:cubicBezTo>
                  <a:pt x="743956" y="50521"/>
                  <a:pt x="744796" y="50402"/>
                  <a:pt x="745603" y="50164"/>
                </a:cubicBezTo>
                <a:cubicBezTo>
                  <a:pt x="746410" y="49925"/>
                  <a:pt x="747236" y="49527"/>
                  <a:pt x="748083" y="48971"/>
                </a:cubicBezTo>
                <a:cubicBezTo>
                  <a:pt x="748930" y="48414"/>
                  <a:pt x="749816" y="47692"/>
                  <a:pt x="750742" y="46804"/>
                </a:cubicBezTo>
                <a:cubicBezTo>
                  <a:pt x="751668" y="45916"/>
                  <a:pt x="752647" y="44822"/>
                  <a:pt x="753679" y="43524"/>
                </a:cubicBezTo>
                <a:lnTo>
                  <a:pt x="753679" y="29222"/>
                </a:lnTo>
                <a:close/>
                <a:moveTo>
                  <a:pt x="823649" y="36015"/>
                </a:moveTo>
                <a:cubicBezTo>
                  <a:pt x="823649" y="39113"/>
                  <a:pt x="823312" y="41901"/>
                  <a:pt x="822637" y="44377"/>
                </a:cubicBezTo>
                <a:cubicBezTo>
                  <a:pt x="821963" y="46853"/>
                  <a:pt x="820971" y="48966"/>
                  <a:pt x="819661" y="50714"/>
                </a:cubicBezTo>
                <a:cubicBezTo>
                  <a:pt x="818351" y="52462"/>
                  <a:pt x="816744" y="53799"/>
                  <a:pt x="814839" y="54726"/>
                </a:cubicBezTo>
                <a:cubicBezTo>
                  <a:pt x="812934" y="55653"/>
                  <a:pt x="810751" y="56117"/>
                  <a:pt x="808291" y="56117"/>
                </a:cubicBezTo>
                <a:cubicBezTo>
                  <a:pt x="807153" y="56117"/>
                  <a:pt x="806101" y="56004"/>
                  <a:pt x="805136" y="55778"/>
                </a:cubicBezTo>
                <a:cubicBezTo>
                  <a:pt x="804170" y="55553"/>
                  <a:pt x="803224" y="55189"/>
                  <a:pt x="802298" y="54687"/>
                </a:cubicBezTo>
                <a:cubicBezTo>
                  <a:pt x="801372" y="54183"/>
                  <a:pt x="800446" y="53547"/>
                  <a:pt x="799520" y="52779"/>
                </a:cubicBezTo>
                <a:cubicBezTo>
                  <a:pt x="798594" y="52011"/>
                  <a:pt x="797615" y="51084"/>
                  <a:pt x="796583" y="49999"/>
                </a:cubicBezTo>
                <a:lnTo>
                  <a:pt x="796583" y="54338"/>
                </a:lnTo>
                <a:cubicBezTo>
                  <a:pt x="796583" y="54548"/>
                  <a:pt x="796530" y="54732"/>
                  <a:pt x="796425" y="54890"/>
                </a:cubicBezTo>
                <a:cubicBezTo>
                  <a:pt x="796319" y="55048"/>
                  <a:pt x="796147" y="55173"/>
                  <a:pt x="795909" y="55266"/>
                </a:cubicBezTo>
                <a:cubicBezTo>
                  <a:pt x="795671" y="55358"/>
                  <a:pt x="795373" y="55429"/>
                  <a:pt x="795016" y="55482"/>
                </a:cubicBezTo>
                <a:cubicBezTo>
                  <a:pt x="794659" y="55534"/>
                  <a:pt x="794202" y="55561"/>
                  <a:pt x="793647" y="55561"/>
                </a:cubicBezTo>
                <a:cubicBezTo>
                  <a:pt x="793117" y="55561"/>
                  <a:pt x="792668" y="55534"/>
                  <a:pt x="792297" y="55482"/>
                </a:cubicBezTo>
                <a:cubicBezTo>
                  <a:pt x="791927" y="55429"/>
                  <a:pt x="791623" y="55356"/>
                  <a:pt x="791384" y="55263"/>
                </a:cubicBezTo>
                <a:cubicBezTo>
                  <a:pt x="791146" y="55171"/>
                  <a:pt x="790988" y="55045"/>
                  <a:pt x="790908" y="54886"/>
                </a:cubicBezTo>
                <a:cubicBezTo>
                  <a:pt x="790829" y="54727"/>
                  <a:pt x="790789" y="54541"/>
                  <a:pt x="790789" y="54329"/>
                </a:cubicBezTo>
                <a:lnTo>
                  <a:pt x="790789" y="1271"/>
                </a:lnTo>
                <a:cubicBezTo>
                  <a:pt x="790789" y="1060"/>
                  <a:pt x="790835" y="874"/>
                  <a:pt x="790928" y="716"/>
                </a:cubicBezTo>
                <a:cubicBezTo>
                  <a:pt x="791021" y="556"/>
                  <a:pt x="791193" y="423"/>
                  <a:pt x="791444" y="317"/>
                </a:cubicBezTo>
                <a:cubicBezTo>
                  <a:pt x="791695" y="212"/>
                  <a:pt x="792033" y="132"/>
                  <a:pt x="792456" y="79"/>
                </a:cubicBezTo>
                <a:cubicBezTo>
                  <a:pt x="792879" y="26"/>
                  <a:pt x="793408" y="0"/>
                  <a:pt x="794043" y="0"/>
                </a:cubicBezTo>
                <a:cubicBezTo>
                  <a:pt x="794705" y="0"/>
                  <a:pt x="795247" y="26"/>
                  <a:pt x="795671" y="79"/>
                </a:cubicBezTo>
                <a:cubicBezTo>
                  <a:pt x="796094" y="132"/>
                  <a:pt x="796425" y="212"/>
                  <a:pt x="796663" y="319"/>
                </a:cubicBezTo>
                <a:cubicBezTo>
                  <a:pt x="796901" y="425"/>
                  <a:pt x="797073" y="557"/>
                  <a:pt x="797179" y="717"/>
                </a:cubicBezTo>
                <a:cubicBezTo>
                  <a:pt x="797284" y="876"/>
                  <a:pt x="797337" y="1061"/>
                  <a:pt x="797337" y="1272"/>
                </a:cubicBezTo>
                <a:lnTo>
                  <a:pt x="797337" y="22707"/>
                </a:lnTo>
                <a:cubicBezTo>
                  <a:pt x="798396" y="21621"/>
                  <a:pt x="799421" y="20708"/>
                  <a:pt x="800413" y="19966"/>
                </a:cubicBezTo>
                <a:cubicBezTo>
                  <a:pt x="801405" y="19224"/>
                  <a:pt x="802378" y="18622"/>
                  <a:pt x="803330" y="18159"/>
                </a:cubicBezTo>
                <a:cubicBezTo>
                  <a:pt x="804282" y="17695"/>
                  <a:pt x="805235" y="17357"/>
                  <a:pt x="806187" y="17146"/>
                </a:cubicBezTo>
                <a:cubicBezTo>
                  <a:pt x="807140" y="16933"/>
                  <a:pt x="808145" y="16827"/>
                  <a:pt x="809204" y="16827"/>
                </a:cubicBezTo>
                <a:cubicBezTo>
                  <a:pt x="811796" y="16827"/>
                  <a:pt x="814012" y="17344"/>
                  <a:pt x="815851" y="18377"/>
                </a:cubicBezTo>
                <a:cubicBezTo>
                  <a:pt x="817690" y="19410"/>
                  <a:pt x="819185" y="20794"/>
                  <a:pt x="820336" y="22528"/>
                </a:cubicBezTo>
                <a:cubicBezTo>
                  <a:pt x="821487" y="24263"/>
                  <a:pt x="822327" y="26296"/>
                  <a:pt x="822856" y="28626"/>
                </a:cubicBezTo>
                <a:cubicBezTo>
                  <a:pt x="823385" y="30956"/>
                  <a:pt x="823649" y="33419"/>
                  <a:pt x="823649" y="36015"/>
                </a:cubicBezTo>
                <a:moveTo>
                  <a:pt x="816744" y="36769"/>
                </a:moveTo>
                <a:cubicBezTo>
                  <a:pt x="816744" y="34941"/>
                  <a:pt x="816605" y="33166"/>
                  <a:pt x="816327" y="31444"/>
                </a:cubicBezTo>
                <a:cubicBezTo>
                  <a:pt x="816049" y="29722"/>
                  <a:pt x="815567" y="28198"/>
                  <a:pt x="814879" y="26874"/>
                </a:cubicBezTo>
                <a:cubicBezTo>
                  <a:pt x="814191" y="25549"/>
                  <a:pt x="813278" y="24483"/>
                  <a:pt x="812140" y="23675"/>
                </a:cubicBezTo>
                <a:cubicBezTo>
                  <a:pt x="811003" y="22867"/>
                  <a:pt x="809587" y="22462"/>
                  <a:pt x="807894" y="22462"/>
                </a:cubicBezTo>
                <a:cubicBezTo>
                  <a:pt x="807047" y="22462"/>
                  <a:pt x="806214" y="22582"/>
                  <a:pt x="805394" y="22821"/>
                </a:cubicBezTo>
                <a:cubicBezTo>
                  <a:pt x="804574" y="23059"/>
                  <a:pt x="803740" y="23456"/>
                  <a:pt x="802893" y="24013"/>
                </a:cubicBezTo>
                <a:cubicBezTo>
                  <a:pt x="802047" y="24569"/>
                  <a:pt x="801167" y="25285"/>
                  <a:pt x="800254" y="26160"/>
                </a:cubicBezTo>
                <a:cubicBezTo>
                  <a:pt x="799342" y="27034"/>
                  <a:pt x="798369" y="28134"/>
                  <a:pt x="797337" y="29460"/>
                </a:cubicBezTo>
                <a:lnTo>
                  <a:pt x="797337" y="43722"/>
                </a:lnTo>
                <a:cubicBezTo>
                  <a:pt x="799136" y="45922"/>
                  <a:pt x="800856" y="47599"/>
                  <a:pt x="802497" y="48752"/>
                </a:cubicBezTo>
                <a:cubicBezTo>
                  <a:pt x="804137" y="49905"/>
                  <a:pt x="805843" y="50481"/>
                  <a:pt x="807616" y="50481"/>
                </a:cubicBezTo>
                <a:cubicBezTo>
                  <a:pt x="809257" y="50481"/>
                  <a:pt x="810659" y="50084"/>
                  <a:pt x="811823" y="49289"/>
                </a:cubicBezTo>
                <a:cubicBezTo>
                  <a:pt x="812987" y="48494"/>
                  <a:pt x="813933" y="47441"/>
                  <a:pt x="814660" y="46129"/>
                </a:cubicBezTo>
                <a:cubicBezTo>
                  <a:pt x="815388" y="44818"/>
                  <a:pt x="815917" y="43347"/>
                  <a:pt x="816248" y="41718"/>
                </a:cubicBezTo>
                <a:cubicBezTo>
                  <a:pt x="816579" y="40088"/>
                  <a:pt x="816744" y="38439"/>
                  <a:pt x="816744" y="36769"/>
                </a:cubicBezTo>
                <a:close/>
                <a:moveTo>
                  <a:pt x="863614" y="34924"/>
                </a:moveTo>
                <a:cubicBezTo>
                  <a:pt x="863614" y="35956"/>
                  <a:pt x="863356" y="36690"/>
                  <a:pt x="862840" y="37127"/>
                </a:cubicBezTo>
                <a:cubicBezTo>
                  <a:pt x="862324" y="37563"/>
                  <a:pt x="861736" y="37781"/>
                  <a:pt x="861074" y="37781"/>
                </a:cubicBezTo>
                <a:lnTo>
                  <a:pt x="837659" y="37781"/>
                </a:lnTo>
                <a:cubicBezTo>
                  <a:pt x="837659" y="39772"/>
                  <a:pt x="837858" y="41563"/>
                  <a:pt x="838254" y="43155"/>
                </a:cubicBezTo>
                <a:cubicBezTo>
                  <a:pt x="838651" y="44748"/>
                  <a:pt x="839313" y="46114"/>
                  <a:pt x="840239" y="47255"/>
                </a:cubicBezTo>
                <a:cubicBezTo>
                  <a:pt x="841165" y="48396"/>
                  <a:pt x="842369" y="49272"/>
                  <a:pt x="843850" y="49883"/>
                </a:cubicBezTo>
                <a:cubicBezTo>
                  <a:pt x="845332" y="50493"/>
                  <a:pt x="847144" y="50799"/>
                  <a:pt x="849287" y="50799"/>
                </a:cubicBezTo>
                <a:cubicBezTo>
                  <a:pt x="850981" y="50799"/>
                  <a:pt x="852489" y="50660"/>
                  <a:pt x="853811" y="50382"/>
                </a:cubicBezTo>
                <a:cubicBezTo>
                  <a:pt x="855134" y="50104"/>
                  <a:pt x="856279" y="49793"/>
                  <a:pt x="857244" y="49449"/>
                </a:cubicBezTo>
                <a:cubicBezTo>
                  <a:pt x="858210" y="49105"/>
                  <a:pt x="859004" y="48794"/>
                  <a:pt x="859626" y="48517"/>
                </a:cubicBezTo>
                <a:cubicBezTo>
                  <a:pt x="860247" y="48239"/>
                  <a:pt x="860717" y="48100"/>
                  <a:pt x="861034" y="48100"/>
                </a:cubicBezTo>
                <a:cubicBezTo>
                  <a:pt x="861220" y="48100"/>
                  <a:pt x="861385" y="48146"/>
                  <a:pt x="861530" y="48239"/>
                </a:cubicBezTo>
                <a:cubicBezTo>
                  <a:pt x="861676" y="48331"/>
                  <a:pt x="861788" y="48470"/>
                  <a:pt x="861868" y="48655"/>
                </a:cubicBezTo>
                <a:cubicBezTo>
                  <a:pt x="861947" y="48841"/>
                  <a:pt x="862007" y="49099"/>
                  <a:pt x="862046" y="49429"/>
                </a:cubicBezTo>
                <a:cubicBezTo>
                  <a:pt x="862086" y="49760"/>
                  <a:pt x="862106" y="50164"/>
                  <a:pt x="862106" y="50640"/>
                </a:cubicBezTo>
                <a:cubicBezTo>
                  <a:pt x="862106" y="50984"/>
                  <a:pt x="862093" y="51281"/>
                  <a:pt x="862066" y="51533"/>
                </a:cubicBezTo>
                <a:cubicBezTo>
                  <a:pt x="862040" y="51784"/>
                  <a:pt x="862007" y="52009"/>
                  <a:pt x="861967" y="52207"/>
                </a:cubicBezTo>
                <a:cubicBezTo>
                  <a:pt x="861927" y="52406"/>
                  <a:pt x="861861" y="52584"/>
                  <a:pt x="861769" y="52743"/>
                </a:cubicBezTo>
                <a:cubicBezTo>
                  <a:pt x="861676" y="52902"/>
                  <a:pt x="861557" y="53054"/>
                  <a:pt x="861411" y="53200"/>
                </a:cubicBezTo>
                <a:cubicBezTo>
                  <a:pt x="861266" y="53345"/>
                  <a:pt x="860836" y="53583"/>
                  <a:pt x="860122" y="53914"/>
                </a:cubicBezTo>
                <a:cubicBezTo>
                  <a:pt x="859407" y="54245"/>
                  <a:pt x="858481" y="54569"/>
                  <a:pt x="857344" y="54886"/>
                </a:cubicBezTo>
                <a:cubicBezTo>
                  <a:pt x="856206" y="55204"/>
                  <a:pt x="854890" y="55488"/>
                  <a:pt x="853395" y="55740"/>
                </a:cubicBezTo>
                <a:cubicBezTo>
                  <a:pt x="851900" y="55991"/>
                  <a:pt x="850306" y="56117"/>
                  <a:pt x="848613" y="56117"/>
                </a:cubicBezTo>
                <a:cubicBezTo>
                  <a:pt x="845676" y="56117"/>
                  <a:pt x="843103" y="55706"/>
                  <a:pt x="840894" y="54885"/>
                </a:cubicBezTo>
                <a:cubicBezTo>
                  <a:pt x="838684" y="54064"/>
                  <a:pt x="836826" y="52846"/>
                  <a:pt x="835318" y="51230"/>
                </a:cubicBezTo>
                <a:cubicBezTo>
                  <a:pt x="833810" y="49615"/>
                  <a:pt x="832672" y="47589"/>
                  <a:pt x="831905" y="45152"/>
                </a:cubicBezTo>
                <a:cubicBezTo>
                  <a:pt x="831137" y="42715"/>
                  <a:pt x="830754" y="39882"/>
                  <a:pt x="830754" y="36650"/>
                </a:cubicBezTo>
                <a:cubicBezTo>
                  <a:pt x="830754" y="33578"/>
                  <a:pt x="831151" y="30817"/>
                  <a:pt x="831944" y="28367"/>
                </a:cubicBezTo>
                <a:cubicBezTo>
                  <a:pt x="832738" y="25917"/>
                  <a:pt x="833882" y="23838"/>
                  <a:pt x="835377" y="22130"/>
                </a:cubicBezTo>
                <a:cubicBezTo>
                  <a:pt x="836872" y="20422"/>
                  <a:pt x="838678" y="19111"/>
                  <a:pt x="840794" y="18197"/>
                </a:cubicBezTo>
                <a:cubicBezTo>
                  <a:pt x="842911" y="17284"/>
                  <a:pt x="845279" y="16827"/>
                  <a:pt x="847898" y="16827"/>
                </a:cubicBezTo>
                <a:cubicBezTo>
                  <a:pt x="850703" y="16827"/>
                  <a:pt x="853091" y="17277"/>
                  <a:pt x="855062" y="18176"/>
                </a:cubicBezTo>
                <a:cubicBezTo>
                  <a:pt x="857033" y="19076"/>
                  <a:pt x="858653" y="20286"/>
                  <a:pt x="859923" y="21808"/>
                </a:cubicBezTo>
                <a:cubicBezTo>
                  <a:pt x="861193" y="23329"/>
                  <a:pt x="862126" y="25115"/>
                  <a:pt x="862721" y="27165"/>
                </a:cubicBezTo>
                <a:cubicBezTo>
                  <a:pt x="863316" y="29216"/>
                  <a:pt x="863614" y="31405"/>
                  <a:pt x="863614" y="33733"/>
                </a:cubicBezTo>
                <a:lnTo>
                  <a:pt x="863614" y="34924"/>
                </a:lnTo>
                <a:moveTo>
                  <a:pt x="857026" y="32979"/>
                </a:moveTo>
                <a:cubicBezTo>
                  <a:pt x="857105" y="29540"/>
                  <a:pt x="856345" y="26841"/>
                  <a:pt x="854744" y="24883"/>
                </a:cubicBezTo>
                <a:cubicBezTo>
                  <a:pt x="853143" y="22925"/>
                  <a:pt x="850769" y="21947"/>
                  <a:pt x="847620" y="21947"/>
                </a:cubicBezTo>
                <a:cubicBezTo>
                  <a:pt x="846007" y="21947"/>
                  <a:pt x="844591" y="22251"/>
                  <a:pt x="843374" y="22859"/>
                </a:cubicBezTo>
                <a:cubicBezTo>
                  <a:pt x="842157" y="23468"/>
                  <a:pt x="841138" y="24275"/>
                  <a:pt x="840318" y="25280"/>
                </a:cubicBezTo>
                <a:cubicBezTo>
                  <a:pt x="839498" y="26286"/>
                  <a:pt x="838863" y="27456"/>
                  <a:pt x="838413" y="28792"/>
                </a:cubicBezTo>
                <a:cubicBezTo>
                  <a:pt x="837963" y="30129"/>
                  <a:pt x="837712" y="31524"/>
                  <a:pt x="837659" y="32979"/>
                </a:cubicBezTo>
                <a:lnTo>
                  <a:pt x="857026" y="32979"/>
                </a:lnTo>
                <a:close/>
                <a:moveTo>
                  <a:pt x="879972" y="54329"/>
                </a:moveTo>
                <a:cubicBezTo>
                  <a:pt x="879972" y="54541"/>
                  <a:pt x="879919" y="54720"/>
                  <a:pt x="879814" y="54866"/>
                </a:cubicBezTo>
                <a:cubicBezTo>
                  <a:pt x="879708" y="55012"/>
                  <a:pt x="879536" y="55138"/>
                  <a:pt x="879298" y="55243"/>
                </a:cubicBezTo>
                <a:cubicBezTo>
                  <a:pt x="879059" y="55349"/>
                  <a:pt x="878729" y="55429"/>
                  <a:pt x="878305" y="55482"/>
                </a:cubicBezTo>
                <a:cubicBezTo>
                  <a:pt x="877882" y="55534"/>
                  <a:pt x="877340" y="55561"/>
                  <a:pt x="876678" y="55561"/>
                </a:cubicBezTo>
                <a:cubicBezTo>
                  <a:pt x="876043" y="55561"/>
                  <a:pt x="875514" y="55534"/>
                  <a:pt x="875091" y="55482"/>
                </a:cubicBezTo>
                <a:cubicBezTo>
                  <a:pt x="874668" y="55429"/>
                  <a:pt x="874330" y="55349"/>
                  <a:pt x="874079" y="55243"/>
                </a:cubicBezTo>
                <a:cubicBezTo>
                  <a:pt x="873827" y="55138"/>
                  <a:pt x="873656" y="55012"/>
                  <a:pt x="873563" y="54866"/>
                </a:cubicBezTo>
                <a:cubicBezTo>
                  <a:pt x="873470" y="54720"/>
                  <a:pt x="873424" y="54541"/>
                  <a:pt x="873424" y="54329"/>
                </a:cubicBezTo>
                <a:lnTo>
                  <a:pt x="873424" y="1271"/>
                </a:lnTo>
                <a:cubicBezTo>
                  <a:pt x="873424" y="1060"/>
                  <a:pt x="873470" y="874"/>
                  <a:pt x="873563" y="716"/>
                </a:cubicBezTo>
                <a:cubicBezTo>
                  <a:pt x="873656" y="556"/>
                  <a:pt x="873827" y="423"/>
                  <a:pt x="874079" y="317"/>
                </a:cubicBezTo>
                <a:cubicBezTo>
                  <a:pt x="874330" y="212"/>
                  <a:pt x="874668" y="132"/>
                  <a:pt x="875091" y="79"/>
                </a:cubicBezTo>
                <a:cubicBezTo>
                  <a:pt x="875514" y="26"/>
                  <a:pt x="876043" y="0"/>
                  <a:pt x="876678" y="0"/>
                </a:cubicBezTo>
                <a:cubicBezTo>
                  <a:pt x="877340" y="0"/>
                  <a:pt x="877882" y="26"/>
                  <a:pt x="878305" y="79"/>
                </a:cubicBezTo>
                <a:cubicBezTo>
                  <a:pt x="878729" y="132"/>
                  <a:pt x="879059" y="212"/>
                  <a:pt x="879298" y="317"/>
                </a:cubicBezTo>
                <a:cubicBezTo>
                  <a:pt x="879536" y="423"/>
                  <a:pt x="879708" y="556"/>
                  <a:pt x="879814" y="716"/>
                </a:cubicBezTo>
                <a:cubicBezTo>
                  <a:pt x="879919" y="874"/>
                  <a:pt x="879972" y="1060"/>
                  <a:pt x="879972" y="1271"/>
                </a:cubicBezTo>
                <a:lnTo>
                  <a:pt x="879972" y="54329"/>
                </a:lnTo>
                <a:close/>
                <a:moveTo>
                  <a:pt x="925392" y="36095"/>
                </a:moveTo>
                <a:cubicBezTo>
                  <a:pt x="925392" y="39008"/>
                  <a:pt x="925008" y="41689"/>
                  <a:pt x="924241" y="44139"/>
                </a:cubicBezTo>
                <a:cubicBezTo>
                  <a:pt x="923474" y="46588"/>
                  <a:pt x="922330" y="48701"/>
                  <a:pt x="920808" y="50476"/>
                </a:cubicBezTo>
                <a:cubicBezTo>
                  <a:pt x="919287" y="52250"/>
                  <a:pt x="917382" y="53634"/>
                  <a:pt x="915093" y="54627"/>
                </a:cubicBezTo>
                <a:cubicBezTo>
                  <a:pt x="912805" y="55620"/>
                  <a:pt x="910153" y="56117"/>
                  <a:pt x="907136" y="56117"/>
                </a:cubicBezTo>
                <a:cubicBezTo>
                  <a:pt x="904200" y="56117"/>
                  <a:pt x="901640" y="55680"/>
                  <a:pt x="899457" y="54806"/>
                </a:cubicBezTo>
                <a:cubicBezTo>
                  <a:pt x="897274" y="53932"/>
                  <a:pt x="895455" y="52661"/>
                  <a:pt x="894000" y="50992"/>
                </a:cubicBezTo>
                <a:cubicBezTo>
                  <a:pt x="892545" y="49324"/>
                  <a:pt x="891460" y="47297"/>
                  <a:pt x="890746" y="44914"/>
                </a:cubicBezTo>
                <a:cubicBezTo>
                  <a:pt x="890032" y="42530"/>
                  <a:pt x="889674" y="39829"/>
                  <a:pt x="889674" y="36809"/>
                </a:cubicBezTo>
                <a:cubicBezTo>
                  <a:pt x="889674" y="33896"/>
                  <a:pt x="890051" y="31215"/>
                  <a:pt x="890805" y="28765"/>
                </a:cubicBezTo>
                <a:cubicBezTo>
                  <a:pt x="891559" y="26315"/>
                  <a:pt x="892697" y="24203"/>
                  <a:pt x="894218" y="22429"/>
                </a:cubicBezTo>
                <a:cubicBezTo>
                  <a:pt x="895740" y="20654"/>
                  <a:pt x="897638" y="19276"/>
                  <a:pt x="899913" y="18297"/>
                </a:cubicBezTo>
                <a:cubicBezTo>
                  <a:pt x="902189" y="17317"/>
                  <a:pt x="904848" y="16827"/>
                  <a:pt x="907890" y="16827"/>
                </a:cubicBezTo>
                <a:cubicBezTo>
                  <a:pt x="910827" y="16827"/>
                  <a:pt x="913387" y="17264"/>
                  <a:pt x="915570" y="18138"/>
                </a:cubicBezTo>
                <a:cubicBezTo>
                  <a:pt x="917752" y="19012"/>
                  <a:pt x="919571" y="20283"/>
                  <a:pt x="921027" y="21952"/>
                </a:cubicBezTo>
                <a:cubicBezTo>
                  <a:pt x="922482" y="23620"/>
                  <a:pt x="923573" y="25646"/>
                  <a:pt x="924301" y="28030"/>
                </a:cubicBezTo>
                <a:cubicBezTo>
                  <a:pt x="925028" y="30413"/>
                  <a:pt x="925392" y="33102"/>
                  <a:pt x="925392" y="36095"/>
                </a:cubicBezTo>
                <a:moveTo>
                  <a:pt x="918487" y="36531"/>
                </a:moveTo>
                <a:cubicBezTo>
                  <a:pt x="918487" y="34597"/>
                  <a:pt x="918308" y="32769"/>
                  <a:pt x="917951" y="31047"/>
                </a:cubicBezTo>
                <a:cubicBezTo>
                  <a:pt x="917594" y="29325"/>
                  <a:pt x="917005" y="27815"/>
                  <a:pt x="916185" y="26517"/>
                </a:cubicBezTo>
                <a:cubicBezTo>
                  <a:pt x="915365" y="25219"/>
                  <a:pt x="914253" y="24192"/>
                  <a:pt x="912851" y="23437"/>
                </a:cubicBezTo>
                <a:cubicBezTo>
                  <a:pt x="911449" y="22682"/>
                  <a:pt x="909703" y="22304"/>
                  <a:pt x="907613" y="22304"/>
                </a:cubicBezTo>
                <a:cubicBezTo>
                  <a:pt x="905681" y="22304"/>
                  <a:pt x="904021" y="22648"/>
                  <a:pt x="902632" y="23337"/>
                </a:cubicBezTo>
                <a:cubicBezTo>
                  <a:pt x="901243" y="24026"/>
                  <a:pt x="900099" y="25000"/>
                  <a:pt x="899199" y="26259"/>
                </a:cubicBezTo>
                <a:cubicBezTo>
                  <a:pt x="898300" y="27517"/>
                  <a:pt x="897631" y="29007"/>
                  <a:pt x="897195" y="30730"/>
                </a:cubicBezTo>
                <a:cubicBezTo>
                  <a:pt x="896758" y="32451"/>
                  <a:pt x="896540" y="34332"/>
                  <a:pt x="896540" y="36373"/>
                </a:cubicBezTo>
                <a:cubicBezTo>
                  <a:pt x="896540" y="38333"/>
                  <a:pt x="896719" y="40174"/>
                  <a:pt x="897076" y="41896"/>
                </a:cubicBezTo>
                <a:cubicBezTo>
                  <a:pt x="897433" y="43619"/>
                  <a:pt x="898028" y="45122"/>
                  <a:pt x="898862" y="46407"/>
                </a:cubicBezTo>
                <a:cubicBezTo>
                  <a:pt x="899695" y="47692"/>
                  <a:pt x="900813" y="48712"/>
                  <a:pt x="902215" y="49468"/>
                </a:cubicBezTo>
                <a:cubicBezTo>
                  <a:pt x="903618" y="50223"/>
                  <a:pt x="905364" y="50600"/>
                  <a:pt x="907454" y="50600"/>
                </a:cubicBezTo>
                <a:cubicBezTo>
                  <a:pt x="909359" y="50600"/>
                  <a:pt x="911012" y="50256"/>
                  <a:pt x="912415" y="49567"/>
                </a:cubicBezTo>
                <a:cubicBezTo>
                  <a:pt x="913817" y="48878"/>
                  <a:pt x="914968" y="47911"/>
                  <a:pt x="915867" y="46666"/>
                </a:cubicBezTo>
                <a:cubicBezTo>
                  <a:pt x="916767" y="45420"/>
                  <a:pt x="917428" y="43937"/>
                  <a:pt x="917852" y="42215"/>
                </a:cubicBezTo>
                <a:cubicBezTo>
                  <a:pt x="918275" y="40493"/>
                  <a:pt x="918487" y="38598"/>
                  <a:pt x="918487" y="36531"/>
                </a:cubicBezTo>
                <a:close/>
                <a:moveTo>
                  <a:pt x="985209" y="18534"/>
                </a:moveTo>
                <a:cubicBezTo>
                  <a:pt x="985209" y="18719"/>
                  <a:pt x="985182" y="18944"/>
                  <a:pt x="985129" y="19208"/>
                </a:cubicBezTo>
                <a:cubicBezTo>
                  <a:pt x="985076" y="19473"/>
                  <a:pt x="984984" y="19804"/>
                  <a:pt x="984851" y="20200"/>
                </a:cubicBezTo>
                <a:lnTo>
                  <a:pt x="974335" y="54132"/>
                </a:lnTo>
                <a:cubicBezTo>
                  <a:pt x="974255" y="54423"/>
                  <a:pt x="974129" y="54661"/>
                  <a:pt x="973958" y="54847"/>
                </a:cubicBezTo>
                <a:cubicBezTo>
                  <a:pt x="973786" y="55032"/>
                  <a:pt x="973547" y="55177"/>
                  <a:pt x="973243" y="55283"/>
                </a:cubicBezTo>
                <a:cubicBezTo>
                  <a:pt x="972939" y="55389"/>
                  <a:pt x="972522" y="55462"/>
                  <a:pt x="971993" y="55501"/>
                </a:cubicBezTo>
                <a:cubicBezTo>
                  <a:pt x="971464" y="55541"/>
                  <a:pt x="970802" y="55561"/>
                  <a:pt x="970009" y="55561"/>
                </a:cubicBezTo>
                <a:cubicBezTo>
                  <a:pt x="969189" y="55561"/>
                  <a:pt x="968501" y="55534"/>
                  <a:pt x="967945" y="55482"/>
                </a:cubicBezTo>
                <a:cubicBezTo>
                  <a:pt x="967389" y="55429"/>
                  <a:pt x="966946" y="55349"/>
                  <a:pt x="966616" y="55243"/>
                </a:cubicBezTo>
                <a:cubicBezTo>
                  <a:pt x="966285" y="55138"/>
                  <a:pt x="966040" y="54992"/>
                  <a:pt x="965881" y="54807"/>
                </a:cubicBezTo>
                <a:cubicBezTo>
                  <a:pt x="965723" y="54622"/>
                  <a:pt x="965604" y="54397"/>
                  <a:pt x="965524" y="54132"/>
                </a:cubicBezTo>
                <a:lnTo>
                  <a:pt x="958023" y="28217"/>
                </a:lnTo>
                <a:lnTo>
                  <a:pt x="957944" y="27860"/>
                </a:lnTo>
                <a:lnTo>
                  <a:pt x="957865" y="28217"/>
                </a:lnTo>
                <a:lnTo>
                  <a:pt x="950920" y="54132"/>
                </a:lnTo>
                <a:cubicBezTo>
                  <a:pt x="950840" y="54423"/>
                  <a:pt x="950715" y="54661"/>
                  <a:pt x="950543" y="54847"/>
                </a:cubicBezTo>
                <a:cubicBezTo>
                  <a:pt x="950371" y="55032"/>
                  <a:pt x="950113" y="55177"/>
                  <a:pt x="949769" y="55283"/>
                </a:cubicBezTo>
                <a:cubicBezTo>
                  <a:pt x="949425" y="55389"/>
                  <a:pt x="948982" y="55462"/>
                  <a:pt x="948439" y="55501"/>
                </a:cubicBezTo>
                <a:cubicBezTo>
                  <a:pt x="947897" y="55541"/>
                  <a:pt x="947229" y="55561"/>
                  <a:pt x="946435" y="55561"/>
                </a:cubicBezTo>
                <a:cubicBezTo>
                  <a:pt x="945615" y="55561"/>
                  <a:pt x="944947" y="55534"/>
                  <a:pt x="944431" y="55482"/>
                </a:cubicBezTo>
                <a:cubicBezTo>
                  <a:pt x="943915" y="55429"/>
                  <a:pt x="943492" y="55349"/>
                  <a:pt x="943161" y="55243"/>
                </a:cubicBezTo>
                <a:cubicBezTo>
                  <a:pt x="942830" y="55138"/>
                  <a:pt x="942585" y="54992"/>
                  <a:pt x="942427" y="54807"/>
                </a:cubicBezTo>
                <a:cubicBezTo>
                  <a:pt x="942268" y="54622"/>
                  <a:pt x="942149" y="54397"/>
                  <a:pt x="942070" y="54132"/>
                </a:cubicBezTo>
                <a:lnTo>
                  <a:pt x="931632" y="20200"/>
                </a:lnTo>
                <a:cubicBezTo>
                  <a:pt x="931500" y="19804"/>
                  <a:pt x="931407" y="19473"/>
                  <a:pt x="931354" y="19208"/>
                </a:cubicBezTo>
                <a:cubicBezTo>
                  <a:pt x="931301" y="18944"/>
                  <a:pt x="931275" y="18719"/>
                  <a:pt x="931275" y="18534"/>
                </a:cubicBezTo>
                <a:cubicBezTo>
                  <a:pt x="931275" y="18295"/>
                  <a:pt x="931328" y="18104"/>
                  <a:pt x="931434" y="17958"/>
                </a:cubicBezTo>
                <a:cubicBezTo>
                  <a:pt x="931539" y="17813"/>
                  <a:pt x="931718" y="17694"/>
                  <a:pt x="931969" y="17601"/>
                </a:cubicBezTo>
                <a:cubicBezTo>
                  <a:pt x="932221" y="17508"/>
                  <a:pt x="932558" y="17449"/>
                  <a:pt x="932981" y="17422"/>
                </a:cubicBezTo>
                <a:cubicBezTo>
                  <a:pt x="933405" y="17396"/>
                  <a:pt x="933921" y="17383"/>
                  <a:pt x="934529" y="17383"/>
                </a:cubicBezTo>
                <a:cubicBezTo>
                  <a:pt x="935270" y="17383"/>
                  <a:pt x="935865" y="17402"/>
                  <a:pt x="936315" y="17442"/>
                </a:cubicBezTo>
                <a:cubicBezTo>
                  <a:pt x="936765" y="17482"/>
                  <a:pt x="937109" y="17548"/>
                  <a:pt x="937347" y="17641"/>
                </a:cubicBezTo>
                <a:cubicBezTo>
                  <a:pt x="937585" y="17733"/>
                  <a:pt x="937757" y="17865"/>
                  <a:pt x="937863" y="18037"/>
                </a:cubicBezTo>
                <a:cubicBezTo>
                  <a:pt x="937969" y="18209"/>
                  <a:pt x="938061" y="18413"/>
                  <a:pt x="938141" y="18651"/>
                </a:cubicBezTo>
                <a:lnTo>
                  <a:pt x="946753" y="48060"/>
                </a:lnTo>
                <a:lnTo>
                  <a:pt x="946832" y="48417"/>
                </a:lnTo>
                <a:lnTo>
                  <a:pt x="946911" y="48060"/>
                </a:lnTo>
                <a:lnTo>
                  <a:pt x="954809" y="18651"/>
                </a:lnTo>
                <a:cubicBezTo>
                  <a:pt x="954862" y="18413"/>
                  <a:pt x="954948" y="18209"/>
                  <a:pt x="955067" y="18037"/>
                </a:cubicBezTo>
                <a:cubicBezTo>
                  <a:pt x="955186" y="17865"/>
                  <a:pt x="955364" y="17733"/>
                  <a:pt x="955603" y="17641"/>
                </a:cubicBezTo>
                <a:cubicBezTo>
                  <a:pt x="955841" y="17548"/>
                  <a:pt x="956165" y="17482"/>
                  <a:pt x="956575" y="17442"/>
                </a:cubicBezTo>
                <a:cubicBezTo>
                  <a:pt x="956985" y="17402"/>
                  <a:pt x="957521" y="17383"/>
                  <a:pt x="958182" y="17383"/>
                </a:cubicBezTo>
                <a:cubicBezTo>
                  <a:pt x="958817" y="17383"/>
                  <a:pt x="959340" y="17402"/>
                  <a:pt x="959750" y="17442"/>
                </a:cubicBezTo>
                <a:cubicBezTo>
                  <a:pt x="960160" y="17482"/>
                  <a:pt x="960484" y="17548"/>
                  <a:pt x="960722" y="17641"/>
                </a:cubicBezTo>
                <a:cubicBezTo>
                  <a:pt x="960960" y="17733"/>
                  <a:pt x="961132" y="17859"/>
                  <a:pt x="961238" y="18018"/>
                </a:cubicBezTo>
                <a:cubicBezTo>
                  <a:pt x="961344" y="18176"/>
                  <a:pt x="961423" y="18360"/>
                  <a:pt x="961476" y="18572"/>
                </a:cubicBezTo>
                <a:lnTo>
                  <a:pt x="970009" y="48060"/>
                </a:lnTo>
                <a:lnTo>
                  <a:pt x="970088" y="48417"/>
                </a:lnTo>
                <a:lnTo>
                  <a:pt x="970128" y="48060"/>
                </a:lnTo>
                <a:lnTo>
                  <a:pt x="978621" y="18651"/>
                </a:lnTo>
                <a:cubicBezTo>
                  <a:pt x="978674" y="18413"/>
                  <a:pt x="978760" y="18209"/>
                  <a:pt x="978879" y="18037"/>
                </a:cubicBezTo>
                <a:cubicBezTo>
                  <a:pt x="978998" y="17865"/>
                  <a:pt x="979183" y="17733"/>
                  <a:pt x="979434" y="17641"/>
                </a:cubicBezTo>
                <a:cubicBezTo>
                  <a:pt x="979686" y="17548"/>
                  <a:pt x="980030" y="17482"/>
                  <a:pt x="980466" y="17442"/>
                </a:cubicBezTo>
                <a:cubicBezTo>
                  <a:pt x="980903" y="17402"/>
                  <a:pt x="981465" y="17383"/>
                  <a:pt x="982153" y="17383"/>
                </a:cubicBezTo>
                <a:cubicBezTo>
                  <a:pt x="982788" y="17383"/>
                  <a:pt x="983297" y="17396"/>
                  <a:pt x="983681" y="17422"/>
                </a:cubicBezTo>
                <a:cubicBezTo>
                  <a:pt x="984064" y="17449"/>
                  <a:pt x="984369" y="17515"/>
                  <a:pt x="984593" y="17621"/>
                </a:cubicBezTo>
                <a:cubicBezTo>
                  <a:pt x="984818" y="17727"/>
                  <a:pt x="984977" y="17846"/>
                  <a:pt x="985070" y="17978"/>
                </a:cubicBezTo>
                <a:cubicBezTo>
                  <a:pt x="985162" y="18110"/>
                  <a:pt x="985209" y="18295"/>
                  <a:pt x="985209" y="18534"/>
                </a:cubicBezTo>
                <a:close/>
                <a:moveTo>
                  <a:pt x="995303" y="49648"/>
                </a:moveTo>
                <a:cubicBezTo>
                  <a:pt x="995303" y="50468"/>
                  <a:pt x="995264" y="51222"/>
                  <a:pt x="995184" y="51910"/>
                </a:cubicBezTo>
                <a:cubicBezTo>
                  <a:pt x="995105" y="52598"/>
                  <a:pt x="994973" y="53246"/>
                  <a:pt x="994788" y="53854"/>
                </a:cubicBezTo>
                <a:cubicBezTo>
                  <a:pt x="994602" y="54463"/>
                  <a:pt x="994358" y="55065"/>
                  <a:pt x="994053" y="55660"/>
                </a:cubicBezTo>
                <a:cubicBezTo>
                  <a:pt x="993749" y="56255"/>
                  <a:pt x="993372" y="56884"/>
                  <a:pt x="992922" y="57545"/>
                </a:cubicBezTo>
                <a:lnTo>
                  <a:pt x="987485" y="65721"/>
                </a:lnTo>
                <a:cubicBezTo>
                  <a:pt x="987353" y="65906"/>
                  <a:pt x="987201" y="66065"/>
                  <a:pt x="987029" y="66197"/>
                </a:cubicBezTo>
                <a:cubicBezTo>
                  <a:pt x="986857" y="66329"/>
                  <a:pt x="986645" y="66448"/>
                  <a:pt x="986394" y="66554"/>
                </a:cubicBezTo>
                <a:cubicBezTo>
                  <a:pt x="986143" y="66660"/>
                  <a:pt x="985852" y="66733"/>
                  <a:pt x="985521" y="66772"/>
                </a:cubicBezTo>
                <a:cubicBezTo>
                  <a:pt x="985190" y="66812"/>
                  <a:pt x="984773" y="66832"/>
                  <a:pt x="984271" y="66832"/>
                </a:cubicBezTo>
                <a:cubicBezTo>
                  <a:pt x="983821" y="66832"/>
                  <a:pt x="983444" y="66812"/>
                  <a:pt x="983140" y="66772"/>
                </a:cubicBezTo>
                <a:cubicBezTo>
                  <a:pt x="982835" y="66733"/>
                  <a:pt x="982617" y="66666"/>
                  <a:pt x="982485" y="66574"/>
                </a:cubicBezTo>
                <a:cubicBezTo>
                  <a:pt x="982352" y="66481"/>
                  <a:pt x="982280" y="66356"/>
                  <a:pt x="982267" y="66197"/>
                </a:cubicBezTo>
                <a:cubicBezTo>
                  <a:pt x="982253" y="66038"/>
                  <a:pt x="982300" y="65853"/>
                  <a:pt x="982405" y="65641"/>
                </a:cubicBezTo>
                <a:lnTo>
                  <a:pt x="987684" y="54728"/>
                </a:lnTo>
                <a:lnTo>
                  <a:pt x="987684" y="49648"/>
                </a:lnTo>
                <a:cubicBezTo>
                  <a:pt x="987684" y="48933"/>
                  <a:pt x="987756" y="48364"/>
                  <a:pt x="987902" y="47941"/>
                </a:cubicBezTo>
                <a:cubicBezTo>
                  <a:pt x="988047" y="47518"/>
                  <a:pt x="988279" y="47200"/>
                  <a:pt x="988596" y="46989"/>
                </a:cubicBezTo>
                <a:cubicBezTo>
                  <a:pt x="988914" y="46777"/>
                  <a:pt x="989311" y="46631"/>
                  <a:pt x="989787" y="46552"/>
                </a:cubicBezTo>
                <a:cubicBezTo>
                  <a:pt x="990263" y="46473"/>
                  <a:pt x="990845" y="46433"/>
                  <a:pt x="991533" y="46433"/>
                </a:cubicBezTo>
                <a:cubicBezTo>
                  <a:pt x="992195" y="46433"/>
                  <a:pt x="992764" y="46473"/>
                  <a:pt x="993240" y="46552"/>
                </a:cubicBezTo>
                <a:cubicBezTo>
                  <a:pt x="993716" y="46631"/>
                  <a:pt x="994106" y="46777"/>
                  <a:pt x="994411" y="46989"/>
                </a:cubicBezTo>
                <a:cubicBezTo>
                  <a:pt x="994715" y="47200"/>
                  <a:pt x="994940" y="47518"/>
                  <a:pt x="995085" y="47941"/>
                </a:cubicBezTo>
                <a:cubicBezTo>
                  <a:pt x="995231" y="48364"/>
                  <a:pt x="995303" y="48933"/>
                  <a:pt x="995303" y="49648"/>
                </a:cubicBezTo>
                <a:close/>
                <a:moveTo>
                  <a:pt x="1040441" y="55323"/>
                </a:moveTo>
                <a:lnTo>
                  <a:pt x="1035678" y="68459"/>
                </a:lnTo>
                <a:cubicBezTo>
                  <a:pt x="1035520" y="68882"/>
                  <a:pt x="1035116" y="69206"/>
                  <a:pt x="1034468" y="69431"/>
                </a:cubicBezTo>
                <a:cubicBezTo>
                  <a:pt x="1033820" y="69656"/>
                  <a:pt x="1032834" y="69769"/>
                  <a:pt x="1031511" y="69769"/>
                </a:cubicBezTo>
                <a:cubicBezTo>
                  <a:pt x="1030823" y="69769"/>
                  <a:pt x="1030268" y="69736"/>
                  <a:pt x="1029845" y="69669"/>
                </a:cubicBezTo>
                <a:cubicBezTo>
                  <a:pt x="1029421" y="69603"/>
                  <a:pt x="1029097" y="69491"/>
                  <a:pt x="1028872" y="69332"/>
                </a:cubicBezTo>
                <a:cubicBezTo>
                  <a:pt x="1028647" y="69173"/>
                  <a:pt x="1028522" y="68962"/>
                  <a:pt x="1028495" y="68697"/>
                </a:cubicBezTo>
                <a:cubicBezTo>
                  <a:pt x="1028469" y="68433"/>
                  <a:pt x="1028535" y="68115"/>
                  <a:pt x="1028694" y="67745"/>
                </a:cubicBezTo>
                <a:lnTo>
                  <a:pt x="1033615" y="55323"/>
                </a:lnTo>
                <a:cubicBezTo>
                  <a:pt x="1033377" y="55217"/>
                  <a:pt x="1033152" y="55045"/>
                  <a:pt x="1032940" y="54807"/>
                </a:cubicBezTo>
                <a:cubicBezTo>
                  <a:pt x="1032728" y="54569"/>
                  <a:pt x="1032583" y="54317"/>
                  <a:pt x="1032504" y="54053"/>
                </a:cubicBezTo>
                <a:lnTo>
                  <a:pt x="1019764" y="19923"/>
                </a:lnTo>
                <a:cubicBezTo>
                  <a:pt x="1019553" y="19367"/>
                  <a:pt x="1019447" y="18930"/>
                  <a:pt x="1019447" y="18613"/>
                </a:cubicBezTo>
                <a:cubicBezTo>
                  <a:pt x="1019447" y="18295"/>
                  <a:pt x="1019553" y="18044"/>
                  <a:pt x="1019764" y="17859"/>
                </a:cubicBezTo>
                <a:cubicBezTo>
                  <a:pt x="1019976" y="17674"/>
                  <a:pt x="1020320" y="17548"/>
                  <a:pt x="1020796" y="17482"/>
                </a:cubicBezTo>
                <a:cubicBezTo>
                  <a:pt x="1021272" y="17416"/>
                  <a:pt x="1021907" y="17383"/>
                  <a:pt x="1022701" y="17383"/>
                </a:cubicBezTo>
                <a:cubicBezTo>
                  <a:pt x="1023495" y="17383"/>
                  <a:pt x="1024116" y="17402"/>
                  <a:pt x="1024566" y="17442"/>
                </a:cubicBezTo>
                <a:cubicBezTo>
                  <a:pt x="1025016" y="17482"/>
                  <a:pt x="1025373" y="17555"/>
                  <a:pt x="1025638" y="17660"/>
                </a:cubicBezTo>
                <a:cubicBezTo>
                  <a:pt x="1025902" y="17766"/>
                  <a:pt x="1026094" y="17918"/>
                  <a:pt x="1026213" y="18117"/>
                </a:cubicBezTo>
                <a:cubicBezTo>
                  <a:pt x="1026332" y="18315"/>
                  <a:pt x="1026458" y="18586"/>
                  <a:pt x="1026590" y="18930"/>
                </a:cubicBezTo>
                <a:lnTo>
                  <a:pt x="1036790" y="47584"/>
                </a:lnTo>
                <a:lnTo>
                  <a:pt x="1036909" y="47584"/>
                </a:lnTo>
                <a:lnTo>
                  <a:pt x="1046751" y="18772"/>
                </a:lnTo>
                <a:cubicBezTo>
                  <a:pt x="1046910" y="18269"/>
                  <a:pt x="1047102" y="17945"/>
                  <a:pt x="1047326" y="17799"/>
                </a:cubicBezTo>
                <a:cubicBezTo>
                  <a:pt x="1047551" y="17654"/>
                  <a:pt x="1047889" y="17548"/>
                  <a:pt x="1048338" y="17482"/>
                </a:cubicBezTo>
                <a:cubicBezTo>
                  <a:pt x="1048788" y="17416"/>
                  <a:pt x="1049436" y="17383"/>
                  <a:pt x="1050283" y="17383"/>
                </a:cubicBezTo>
                <a:cubicBezTo>
                  <a:pt x="1051024" y="17383"/>
                  <a:pt x="1051632" y="17416"/>
                  <a:pt x="1052109" y="17482"/>
                </a:cubicBezTo>
                <a:cubicBezTo>
                  <a:pt x="1052585" y="17548"/>
                  <a:pt x="1052935" y="17674"/>
                  <a:pt x="1053160" y="17859"/>
                </a:cubicBezTo>
                <a:cubicBezTo>
                  <a:pt x="1053385" y="18044"/>
                  <a:pt x="1053498" y="18295"/>
                  <a:pt x="1053498" y="18613"/>
                </a:cubicBezTo>
                <a:cubicBezTo>
                  <a:pt x="1053498" y="18930"/>
                  <a:pt x="1053418" y="19327"/>
                  <a:pt x="1053260" y="19804"/>
                </a:cubicBezTo>
                <a:lnTo>
                  <a:pt x="1040441" y="55323"/>
                </a:lnTo>
                <a:close/>
                <a:moveTo>
                  <a:pt x="1093507" y="36095"/>
                </a:moveTo>
                <a:cubicBezTo>
                  <a:pt x="1093507" y="39008"/>
                  <a:pt x="1093123" y="41689"/>
                  <a:pt x="1092356" y="44139"/>
                </a:cubicBezTo>
                <a:cubicBezTo>
                  <a:pt x="1091588" y="46588"/>
                  <a:pt x="1090444" y="48701"/>
                  <a:pt x="1088923" y="50476"/>
                </a:cubicBezTo>
                <a:cubicBezTo>
                  <a:pt x="1087401" y="52250"/>
                  <a:pt x="1085497" y="53634"/>
                  <a:pt x="1083208" y="54627"/>
                </a:cubicBezTo>
                <a:cubicBezTo>
                  <a:pt x="1080919" y="55620"/>
                  <a:pt x="1078267" y="56117"/>
                  <a:pt x="1075251" y="56117"/>
                </a:cubicBezTo>
                <a:cubicBezTo>
                  <a:pt x="1072314" y="56117"/>
                  <a:pt x="1069754" y="55680"/>
                  <a:pt x="1067572" y="54806"/>
                </a:cubicBezTo>
                <a:cubicBezTo>
                  <a:pt x="1065389" y="53932"/>
                  <a:pt x="1063570" y="52661"/>
                  <a:pt x="1062115" y="50992"/>
                </a:cubicBezTo>
                <a:cubicBezTo>
                  <a:pt x="1060659" y="49324"/>
                  <a:pt x="1059575" y="47297"/>
                  <a:pt x="1058860" y="44914"/>
                </a:cubicBezTo>
                <a:cubicBezTo>
                  <a:pt x="1058146" y="42530"/>
                  <a:pt x="1057789" y="39829"/>
                  <a:pt x="1057789" y="36809"/>
                </a:cubicBezTo>
                <a:cubicBezTo>
                  <a:pt x="1057789" y="33896"/>
                  <a:pt x="1058166" y="31215"/>
                  <a:pt x="1058920" y="28765"/>
                </a:cubicBezTo>
                <a:cubicBezTo>
                  <a:pt x="1059674" y="26315"/>
                  <a:pt x="1060812" y="24203"/>
                  <a:pt x="1062333" y="22429"/>
                </a:cubicBezTo>
                <a:cubicBezTo>
                  <a:pt x="1063854" y="20654"/>
                  <a:pt x="1065753" y="19276"/>
                  <a:pt x="1068028" y="18297"/>
                </a:cubicBezTo>
                <a:cubicBezTo>
                  <a:pt x="1070303" y="17317"/>
                  <a:pt x="1072962" y="16827"/>
                  <a:pt x="1076005" y="16827"/>
                </a:cubicBezTo>
                <a:cubicBezTo>
                  <a:pt x="1078942" y="16827"/>
                  <a:pt x="1081501" y="17264"/>
                  <a:pt x="1083684" y="18138"/>
                </a:cubicBezTo>
                <a:cubicBezTo>
                  <a:pt x="1085867" y="19012"/>
                  <a:pt x="1087686" y="20283"/>
                  <a:pt x="1089141" y="21952"/>
                </a:cubicBezTo>
                <a:cubicBezTo>
                  <a:pt x="1090596" y="23620"/>
                  <a:pt x="1091688" y="25646"/>
                  <a:pt x="1092415" y="28030"/>
                </a:cubicBezTo>
                <a:cubicBezTo>
                  <a:pt x="1093143" y="30413"/>
                  <a:pt x="1093507" y="33102"/>
                  <a:pt x="1093507" y="36095"/>
                </a:cubicBezTo>
                <a:moveTo>
                  <a:pt x="1086601" y="36531"/>
                </a:moveTo>
                <a:cubicBezTo>
                  <a:pt x="1086601" y="34597"/>
                  <a:pt x="1086423" y="32769"/>
                  <a:pt x="1086065" y="31047"/>
                </a:cubicBezTo>
                <a:cubicBezTo>
                  <a:pt x="1085708" y="29325"/>
                  <a:pt x="1085120" y="27815"/>
                  <a:pt x="1084299" y="26517"/>
                </a:cubicBezTo>
                <a:cubicBezTo>
                  <a:pt x="1083479" y="25219"/>
                  <a:pt x="1082368" y="24192"/>
                  <a:pt x="1080966" y="23437"/>
                </a:cubicBezTo>
                <a:cubicBezTo>
                  <a:pt x="1079563" y="22682"/>
                  <a:pt x="1077817" y="22304"/>
                  <a:pt x="1075727" y="22304"/>
                </a:cubicBezTo>
                <a:cubicBezTo>
                  <a:pt x="1073796" y="22304"/>
                  <a:pt x="1072135" y="22648"/>
                  <a:pt x="1070746" y="23337"/>
                </a:cubicBezTo>
                <a:cubicBezTo>
                  <a:pt x="1069357" y="24026"/>
                  <a:pt x="1068213" y="25000"/>
                  <a:pt x="1067314" y="26259"/>
                </a:cubicBezTo>
                <a:cubicBezTo>
                  <a:pt x="1066414" y="27517"/>
                  <a:pt x="1065746" y="29007"/>
                  <a:pt x="1065309" y="30730"/>
                </a:cubicBezTo>
                <a:cubicBezTo>
                  <a:pt x="1064873" y="32451"/>
                  <a:pt x="1064655" y="34332"/>
                  <a:pt x="1064655" y="36373"/>
                </a:cubicBezTo>
                <a:cubicBezTo>
                  <a:pt x="1064655" y="38333"/>
                  <a:pt x="1064833" y="40174"/>
                  <a:pt x="1065190" y="41896"/>
                </a:cubicBezTo>
                <a:cubicBezTo>
                  <a:pt x="1065548" y="43619"/>
                  <a:pt x="1066143" y="45122"/>
                  <a:pt x="1066976" y="46407"/>
                </a:cubicBezTo>
                <a:cubicBezTo>
                  <a:pt x="1067810" y="47692"/>
                  <a:pt x="1068927" y="48712"/>
                  <a:pt x="1070330" y="49468"/>
                </a:cubicBezTo>
                <a:cubicBezTo>
                  <a:pt x="1071732" y="50223"/>
                  <a:pt x="1073478" y="50600"/>
                  <a:pt x="1075568" y="50600"/>
                </a:cubicBezTo>
                <a:cubicBezTo>
                  <a:pt x="1077473" y="50600"/>
                  <a:pt x="1079127" y="50256"/>
                  <a:pt x="1080529" y="49567"/>
                </a:cubicBezTo>
                <a:cubicBezTo>
                  <a:pt x="1081931" y="48878"/>
                  <a:pt x="1083082" y="47911"/>
                  <a:pt x="1083982" y="46666"/>
                </a:cubicBezTo>
                <a:cubicBezTo>
                  <a:pt x="1084881" y="45420"/>
                  <a:pt x="1085543" y="43937"/>
                  <a:pt x="1085966" y="42215"/>
                </a:cubicBezTo>
                <a:cubicBezTo>
                  <a:pt x="1086389" y="40493"/>
                  <a:pt x="1086601" y="38598"/>
                  <a:pt x="1086601" y="36531"/>
                </a:cubicBezTo>
                <a:close/>
                <a:moveTo>
                  <a:pt x="1133956" y="54331"/>
                </a:moveTo>
                <a:cubicBezTo>
                  <a:pt x="1133956" y="54542"/>
                  <a:pt x="1133910" y="54721"/>
                  <a:pt x="1133817" y="54866"/>
                </a:cubicBezTo>
                <a:cubicBezTo>
                  <a:pt x="1133725" y="55012"/>
                  <a:pt x="1133559" y="55138"/>
                  <a:pt x="1133321" y="55243"/>
                </a:cubicBezTo>
                <a:cubicBezTo>
                  <a:pt x="1133083" y="55349"/>
                  <a:pt x="1132772" y="55429"/>
                  <a:pt x="1132388" y="55482"/>
                </a:cubicBezTo>
                <a:cubicBezTo>
                  <a:pt x="1132005" y="55534"/>
                  <a:pt x="1131535" y="55561"/>
                  <a:pt x="1130980" y="55561"/>
                </a:cubicBezTo>
                <a:cubicBezTo>
                  <a:pt x="1130371" y="55561"/>
                  <a:pt x="1129875" y="55534"/>
                  <a:pt x="1129491" y="55482"/>
                </a:cubicBezTo>
                <a:cubicBezTo>
                  <a:pt x="1129108" y="55429"/>
                  <a:pt x="1128803" y="55349"/>
                  <a:pt x="1128579" y="55243"/>
                </a:cubicBezTo>
                <a:cubicBezTo>
                  <a:pt x="1128354" y="55138"/>
                  <a:pt x="1128202" y="55012"/>
                  <a:pt x="1128122" y="54866"/>
                </a:cubicBezTo>
                <a:cubicBezTo>
                  <a:pt x="1128043" y="54721"/>
                  <a:pt x="1128003" y="54542"/>
                  <a:pt x="1128003" y="54331"/>
                </a:cubicBezTo>
                <a:lnTo>
                  <a:pt x="1128003" y="49608"/>
                </a:lnTo>
                <a:cubicBezTo>
                  <a:pt x="1125966" y="51871"/>
                  <a:pt x="1123955" y="53522"/>
                  <a:pt x="1121971" y="54560"/>
                </a:cubicBezTo>
                <a:cubicBezTo>
                  <a:pt x="1119986" y="55598"/>
                  <a:pt x="1117976" y="56117"/>
                  <a:pt x="1115938" y="56117"/>
                </a:cubicBezTo>
                <a:cubicBezTo>
                  <a:pt x="1113557" y="56117"/>
                  <a:pt x="1111553" y="55719"/>
                  <a:pt x="1109926" y="54925"/>
                </a:cubicBezTo>
                <a:cubicBezTo>
                  <a:pt x="1108299" y="54130"/>
                  <a:pt x="1106983" y="53051"/>
                  <a:pt x="1105977" y="51688"/>
                </a:cubicBezTo>
                <a:cubicBezTo>
                  <a:pt x="1104972" y="50324"/>
                  <a:pt x="1104251" y="48734"/>
                  <a:pt x="1103814" y="46920"/>
                </a:cubicBezTo>
                <a:cubicBezTo>
                  <a:pt x="1103378" y="45106"/>
                  <a:pt x="1103159" y="42901"/>
                  <a:pt x="1103159" y="40305"/>
                </a:cubicBezTo>
                <a:lnTo>
                  <a:pt x="1103159" y="18614"/>
                </a:lnTo>
                <a:cubicBezTo>
                  <a:pt x="1103159" y="18402"/>
                  <a:pt x="1103206" y="18224"/>
                  <a:pt x="1103298" y="18078"/>
                </a:cubicBezTo>
                <a:cubicBezTo>
                  <a:pt x="1103391" y="17932"/>
                  <a:pt x="1103570" y="17799"/>
                  <a:pt x="1103834" y="17680"/>
                </a:cubicBezTo>
                <a:cubicBezTo>
                  <a:pt x="1104099" y="17561"/>
                  <a:pt x="1104443" y="17482"/>
                  <a:pt x="1104866" y="17442"/>
                </a:cubicBezTo>
                <a:cubicBezTo>
                  <a:pt x="1105289" y="17402"/>
                  <a:pt x="1105818" y="17383"/>
                  <a:pt x="1106453" y="17383"/>
                </a:cubicBezTo>
                <a:cubicBezTo>
                  <a:pt x="1107088" y="17383"/>
                  <a:pt x="1107618" y="17402"/>
                  <a:pt x="1108041" y="17442"/>
                </a:cubicBezTo>
                <a:cubicBezTo>
                  <a:pt x="1108464" y="17482"/>
                  <a:pt x="1108802" y="17561"/>
                  <a:pt x="1109053" y="17680"/>
                </a:cubicBezTo>
                <a:cubicBezTo>
                  <a:pt x="1109304" y="17799"/>
                  <a:pt x="1109483" y="17932"/>
                  <a:pt x="1109589" y="18078"/>
                </a:cubicBezTo>
                <a:cubicBezTo>
                  <a:pt x="1109694" y="18224"/>
                  <a:pt x="1109747" y="18402"/>
                  <a:pt x="1109747" y="18614"/>
                </a:cubicBezTo>
                <a:lnTo>
                  <a:pt x="1109747" y="39435"/>
                </a:lnTo>
                <a:cubicBezTo>
                  <a:pt x="1109747" y="41527"/>
                  <a:pt x="1109900" y="43203"/>
                  <a:pt x="1110204" y="44461"/>
                </a:cubicBezTo>
                <a:cubicBezTo>
                  <a:pt x="1110508" y="45720"/>
                  <a:pt x="1110971" y="46793"/>
                  <a:pt x="1111593" y="47681"/>
                </a:cubicBezTo>
                <a:cubicBezTo>
                  <a:pt x="1112215" y="48568"/>
                  <a:pt x="1113002" y="49257"/>
                  <a:pt x="1113954" y="49747"/>
                </a:cubicBezTo>
                <a:cubicBezTo>
                  <a:pt x="1114907" y="50236"/>
                  <a:pt x="1116018" y="50481"/>
                  <a:pt x="1117288" y="50481"/>
                </a:cubicBezTo>
                <a:cubicBezTo>
                  <a:pt x="1118928" y="50481"/>
                  <a:pt x="1120562" y="49896"/>
                  <a:pt x="1122189" y="48725"/>
                </a:cubicBezTo>
                <a:cubicBezTo>
                  <a:pt x="1123816" y="47554"/>
                  <a:pt x="1125543" y="45838"/>
                  <a:pt x="1127368" y="43576"/>
                </a:cubicBezTo>
                <a:lnTo>
                  <a:pt x="1127368" y="18613"/>
                </a:lnTo>
                <a:cubicBezTo>
                  <a:pt x="1127368" y="18401"/>
                  <a:pt x="1127414" y="18223"/>
                  <a:pt x="1127507" y="18077"/>
                </a:cubicBezTo>
                <a:cubicBezTo>
                  <a:pt x="1127600" y="17932"/>
                  <a:pt x="1127778" y="17799"/>
                  <a:pt x="1128043" y="17680"/>
                </a:cubicBezTo>
                <a:cubicBezTo>
                  <a:pt x="1128307" y="17561"/>
                  <a:pt x="1128645" y="17482"/>
                  <a:pt x="1129055" y="17442"/>
                </a:cubicBezTo>
                <a:cubicBezTo>
                  <a:pt x="1129465" y="17402"/>
                  <a:pt x="1130001" y="17383"/>
                  <a:pt x="1130662" y="17383"/>
                </a:cubicBezTo>
                <a:cubicBezTo>
                  <a:pt x="1131297" y="17383"/>
                  <a:pt x="1131826" y="17402"/>
                  <a:pt x="1132250" y="17442"/>
                </a:cubicBezTo>
                <a:cubicBezTo>
                  <a:pt x="1132673" y="17482"/>
                  <a:pt x="1133004" y="17561"/>
                  <a:pt x="1133242" y="17680"/>
                </a:cubicBezTo>
                <a:cubicBezTo>
                  <a:pt x="1133480" y="17799"/>
                  <a:pt x="1133658" y="17932"/>
                  <a:pt x="1133778" y="18077"/>
                </a:cubicBezTo>
                <a:cubicBezTo>
                  <a:pt x="1133897" y="18223"/>
                  <a:pt x="1133956" y="18401"/>
                  <a:pt x="1133956" y="18613"/>
                </a:cubicBezTo>
                <a:lnTo>
                  <a:pt x="1133956" y="54331"/>
                </a:lnTo>
                <a:close/>
                <a:moveTo>
                  <a:pt x="1194520" y="54331"/>
                </a:moveTo>
                <a:cubicBezTo>
                  <a:pt x="1194520" y="54542"/>
                  <a:pt x="1194467" y="54721"/>
                  <a:pt x="1194362" y="54866"/>
                </a:cubicBezTo>
                <a:cubicBezTo>
                  <a:pt x="1194256" y="55012"/>
                  <a:pt x="1194084" y="55138"/>
                  <a:pt x="1193846" y="55243"/>
                </a:cubicBezTo>
                <a:cubicBezTo>
                  <a:pt x="1193608" y="55349"/>
                  <a:pt x="1193277" y="55429"/>
                  <a:pt x="1192854" y="55482"/>
                </a:cubicBezTo>
                <a:cubicBezTo>
                  <a:pt x="1192430" y="55534"/>
                  <a:pt x="1191901" y="55561"/>
                  <a:pt x="1191266" y="55561"/>
                </a:cubicBezTo>
                <a:cubicBezTo>
                  <a:pt x="1190605" y="55561"/>
                  <a:pt x="1190062" y="55534"/>
                  <a:pt x="1189639" y="55482"/>
                </a:cubicBezTo>
                <a:cubicBezTo>
                  <a:pt x="1189216" y="55429"/>
                  <a:pt x="1188885" y="55349"/>
                  <a:pt x="1188647" y="55243"/>
                </a:cubicBezTo>
                <a:cubicBezTo>
                  <a:pt x="1188409" y="55138"/>
                  <a:pt x="1188237" y="55012"/>
                  <a:pt x="1188131" y="54866"/>
                </a:cubicBezTo>
                <a:cubicBezTo>
                  <a:pt x="1188025" y="54721"/>
                  <a:pt x="1187972" y="54542"/>
                  <a:pt x="1187972" y="54331"/>
                </a:cubicBezTo>
                <a:lnTo>
                  <a:pt x="1187972" y="33416"/>
                </a:lnTo>
                <a:cubicBezTo>
                  <a:pt x="1187972" y="31379"/>
                  <a:pt x="1187813" y="29738"/>
                  <a:pt x="1187496" y="28495"/>
                </a:cubicBezTo>
                <a:cubicBezTo>
                  <a:pt x="1187178" y="27251"/>
                  <a:pt x="1186715" y="26180"/>
                  <a:pt x="1186107" y="25280"/>
                </a:cubicBezTo>
                <a:cubicBezTo>
                  <a:pt x="1185498" y="24381"/>
                  <a:pt x="1184711" y="23693"/>
                  <a:pt x="1183746" y="23217"/>
                </a:cubicBezTo>
                <a:cubicBezTo>
                  <a:pt x="1182780" y="22740"/>
                  <a:pt x="1181662" y="22502"/>
                  <a:pt x="1180392" y="22502"/>
                </a:cubicBezTo>
                <a:cubicBezTo>
                  <a:pt x="1178752" y="22502"/>
                  <a:pt x="1177111" y="23084"/>
                  <a:pt x="1175471" y="24248"/>
                </a:cubicBezTo>
                <a:cubicBezTo>
                  <a:pt x="1173831" y="25413"/>
                  <a:pt x="1172111" y="27119"/>
                  <a:pt x="1170312" y="29368"/>
                </a:cubicBezTo>
                <a:lnTo>
                  <a:pt x="1170312" y="54331"/>
                </a:lnTo>
                <a:cubicBezTo>
                  <a:pt x="1170312" y="54542"/>
                  <a:pt x="1170259" y="54721"/>
                  <a:pt x="1170153" y="54866"/>
                </a:cubicBezTo>
                <a:cubicBezTo>
                  <a:pt x="1170047" y="55012"/>
                  <a:pt x="1169875" y="55138"/>
                  <a:pt x="1169637" y="55243"/>
                </a:cubicBezTo>
                <a:cubicBezTo>
                  <a:pt x="1169399" y="55349"/>
                  <a:pt x="1169068" y="55429"/>
                  <a:pt x="1168645" y="55482"/>
                </a:cubicBezTo>
                <a:cubicBezTo>
                  <a:pt x="1168222" y="55534"/>
                  <a:pt x="1167679" y="55561"/>
                  <a:pt x="1167018" y="55561"/>
                </a:cubicBezTo>
                <a:cubicBezTo>
                  <a:pt x="1166383" y="55561"/>
                  <a:pt x="1165854" y="55534"/>
                  <a:pt x="1165430" y="55482"/>
                </a:cubicBezTo>
                <a:cubicBezTo>
                  <a:pt x="1165007" y="55429"/>
                  <a:pt x="1164670" y="55349"/>
                  <a:pt x="1164418" y="55243"/>
                </a:cubicBezTo>
                <a:cubicBezTo>
                  <a:pt x="1164167" y="55138"/>
                  <a:pt x="1163995" y="55012"/>
                  <a:pt x="1163902" y="54866"/>
                </a:cubicBezTo>
                <a:cubicBezTo>
                  <a:pt x="1163810" y="54721"/>
                  <a:pt x="1163763" y="54542"/>
                  <a:pt x="1163763" y="54331"/>
                </a:cubicBezTo>
                <a:lnTo>
                  <a:pt x="1163763" y="18613"/>
                </a:lnTo>
                <a:cubicBezTo>
                  <a:pt x="1163763" y="18401"/>
                  <a:pt x="1163803" y="18223"/>
                  <a:pt x="1163883" y="18077"/>
                </a:cubicBezTo>
                <a:cubicBezTo>
                  <a:pt x="1163962" y="17932"/>
                  <a:pt x="1164121" y="17799"/>
                  <a:pt x="1164359" y="17680"/>
                </a:cubicBezTo>
                <a:cubicBezTo>
                  <a:pt x="1164597" y="17561"/>
                  <a:pt x="1164901" y="17482"/>
                  <a:pt x="1165272" y="17442"/>
                </a:cubicBezTo>
                <a:cubicBezTo>
                  <a:pt x="1165642" y="17402"/>
                  <a:pt x="1166131" y="17383"/>
                  <a:pt x="1166740" y="17383"/>
                </a:cubicBezTo>
                <a:cubicBezTo>
                  <a:pt x="1167322" y="17383"/>
                  <a:pt x="1167805" y="17402"/>
                  <a:pt x="1168188" y="17442"/>
                </a:cubicBezTo>
                <a:cubicBezTo>
                  <a:pt x="1168572" y="17482"/>
                  <a:pt x="1168870" y="17561"/>
                  <a:pt x="1169081" y="17680"/>
                </a:cubicBezTo>
                <a:cubicBezTo>
                  <a:pt x="1169293" y="17799"/>
                  <a:pt x="1169445" y="17932"/>
                  <a:pt x="1169538" y="18077"/>
                </a:cubicBezTo>
                <a:cubicBezTo>
                  <a:pt x="1169630" y="18223"/>
                  <a:pt x="1169677" y="18401"/>
                  <a:pt x="1169677" y="18613"/>
                </a:cubicBezTo>
                <a:lnTo>
                  <a:pt x="1169677" y="23336"/>
                </a:lnTo>
                <a:cubicBezTo>
                  <a:pt x="1171687" y="21087"/>
                  <a:pt x="1173692" y="19440"/>
                  <a:pt x="1175689" y="18395"/>
                </a:cubicBezTo>
                <a:cubicBezTo>
                  <a:pt x="1177687" y="17350"/>
                  <a:pt x="1179704" y="16827"/>
                  <a:pt x="1181741" y="16827"/>
                </a:cubicBezTo>
                <a:cubicBezTo>
                  <a:pt x="1184123" y="16827"/>
                  <a:pt x="1186127" y="17231"/>
                  <a:pt x="1187754" y="18037"/>
                </a:cubicBezTo>
                <a:cubicBezTo>
                  <a:pt x="1189381" y="18844"/>
                  <a:pt x="1190697" y="19923"/>
                  <a:pt x="1191703" y="21272"/>
                </a:cubicBezTo>
                <a:cubicBezTo>
                  <a:pt x="1192708" y="22621"/>
                  <a:pt x="1193429" y="24202"/>
                  <a:pt x="1193866" y="26014"/>
                </a:cubicBezTo>
                <a:cubicBezTo>
                  <a:pt x="1194302" y="27827"/>
                  <a:pt x="1194520" y="30003"/>
                  <a:pt x="1194520" y="32543"/>
                </a:cubicBezTo>
                <a:lnTo>
                  <a:pt x="1194520" y="54331"/>
                </a:lnTo>
                <a:close/>
                <a:moveTo>
                  <a:pt x="1236588" y="34924"/>
                </a:moveTo>
                <a:cubicBezTo>
                  <a:pt x="1236588" y="35956"/>
                  <a:pt x="1236330" y="36690"/>
                  <a:pt x="1235814" y="37127"/>
                </a:cubicBezTo>
                <a:cubicBezTo>
                  <a:pt x="1235298" y="37563"/>
                  <a:pt x="1234710" y="37781"/>
                  <a:pt x="1234048" y="37781"/>
                </a:cubicBezTo>
                <a:lnTo>
                  <a:pt x="1210633" y="37781"/>
                </a:lnTo>
                <a:cubicBezTo>
                  <a:pt x="1210633" y="39772"/>
                  <a:pt x="1210832" y="41563"/>
                  <a:pt x="1211229" y="43155"/>
                </a:cubicBezTo>
                <a:cubicBezTo>
                  <a:pt x="1211625" y="44748"/>
                  <a:pt x="1212287" y="46114"/>
                  <a:pt x="1213213" y="47255"/>
                </a:cubicBezTo>
                <a:cubicBezTo>
                  <a:pt x="1214139" y="48396"/>
                  <a:pt x="1215343" y="49272"/>
                  <a:pt x="1216824" y="49883"/>
                </a:cubicBezTo>
                <a:cubicBezTo>
                  <a:pt x="1218306" y="50493"/>
                  <a:pt x="1220118" y="50799"/>
                  <a:pt x="1222261" y="50799"/>
                </a:cubicBezTo>
                <a:cubicBezTo>
                  <a:pt x="1223955" y="50799"/>
                  <a:pt x="1225463" y="50660"/>
                  <a:pt x="1226786" y="50382"/>
                </a:cubicBezTo>
                <a:cubicBezTo>
                  <a:pt x="1228109" y="50104"/>
                  <a:pt x="1229253" y="49793"/>
                  <a:pt x="1230218" y="49449"/>
                </a:cubicBezTo>
                <a:cubicBezTo>
                  <a:pt x="1231184" y="49105"/>
                  <a:pt x="1231978" y="48794"/>
                  <a:pt x="1232600" y="48517"/>
                </a:cubicBezTo>
                <a:cubicBezTo>
                  <a:pt x="1233221" y="48239"/>
                  <a:pt x="1233691" y="48100"/>
                  <a:pt x="1234009" y="48100"/>
                </a:cubicBezTo>
                <a:cubicBezTo>
                  <a:pt x="1234194" y="48100"/>
                  <a:pt x="1234359" y="48146"/>
                  <a:pt x="1234505" y="48239"/>
                </a:cubicBezTo>
                <a:cubicBezTo>
                  <a:pt x="1234650" y="48331"/>
                  <a:pt x="1234763" y="48470"/>
                  <a:pt x="1234842" y="48655"/>
                </a:cubicBezTo>
                <a:cubicBezTo>
                  <a:pt x="1234921" y="48841"/>
                  <a:pt x="1234981" y="49099"/>
                  <a:pt x="1235021" y="49429"/>
                </a:cubicBezTo>
                <a:cubicBezTo>
                  <a:pt x="1235060" y="49760"/>
                  <a:pt x="1235080" y="50164"/>
                  <a:pt x="1235080" y="50640"/>
                </a:cubicBezTo>
                <a:cubicBezTo>
                  <a:pt x="1235080" y="50984"/>
                  <a:pt x="1235067" y="51281"/>
                  <a:pt x="1235040" y="51533"/>
                </a:cubicBezTo>
                <a:cubicBezTo>
                  <a:pt x="1235014" y="51784"/>
                  <a:pt x="1234981" y="52009"/>
                  <a:pt x="1234941" y="52207"/>
                </a:cubicBezTo>
                <a:cubicBezTo>
                  <a:pt x="1234901" y="52406"/>
                  <a:pt x="1234835" y="52584"/>
                  <a:pt x="1234743" y="52743"/>
                </a:cubicBezTo>
                <a:cubicBezTo>
                  <a:pt x="1234650" y="52902"/>
                  <a:pt x="1234531" y="53054"/>
                  <a:pt x="1234386" y="53200"/>
                </a:cubicBezTo>
                <a:cubicBezTo>
                  <a:pt x="1234240" y="53345"/>
                  <a:pt x="1233810" y="53583"/>
                  <a:pt x="1233096" y="53914"/>
                </a:cubicBezTo>
                <a:cubicBezTo>
                  <a:pt x="1232381" y="54245"/>
                  <a:pt x="1231455" y="54569"/>
                  <a:pt x="1230318" y="54886"/>
                </a:cubicBezTo>
                <a:cubicBezTo>
                  <a:pt x="1229180" y="55204"/>
                  <a:pt x="1227864" y="55488"/>
                  <a:pt x="1226369" y="55740"/>
                </a:cubicBezTo>
                <a:cubicBezTo>
                  <a:pt x="1224874" y="55991"/>
                  <a:pt x="1223280" y="56117"/>
                  <a:pt x="1221587" y="56117"/>
                </a:cubicBezTo>
                <a:cubicBezTo>
                  <a:pt x="1218650" y="56117"/>
                  <a:pt x="1216077" y="55706"/>
                  <a:pt x="1213868" y="54885"/>
                </a:cubicBezTo>
                <a:cubicBezTo>
                  <a:pt x="1211659" y="54064"/>
                  <a:pt x="1209800" y="52846"/>
                  <a:pt x="1208292" y="51230"/>
                </a:cubicBezTo>
                <a:cubicBezTo>
                  <a:pt x="1206784" y="49615"/>
                  <a:pt x="1205646" y="47589"/>
                  <a:pt x="1204879" y="45152"/>
                </a:cubicBezTo>
                <a:cubicBezTo>
                  <a:pt x="1204111" y="42715"/>
                  <a:pt x="1203728" y="39882"/>
                  <a:pt x="1203728" y="36650"/>
                </a:cubicBezTo>
                <a:cubicBezTo>
                  <a:pt x="1203728" y="33578"/>
                  <a:pt x="1204125" y="30817"/>
                  <a:pt x="1204918" y="28367"/>
                </a:cubicBezTo>
                <a:cubicBezTo>
                  <a:pt x="1205712" y="25917"/>
                  <a:pt x="1206856" y="23838"/>
                  <a:pt x="1208351" y="22130"/>
                </a:cubicBezTo>
                <a:cubicBezTo>
                  <a:pt x="1209846" y="20422"/>
                  <a:pt x="1211652" y="19111"/>
                  <a:pt x="1213768" y="18197"/>
                </a:cubicBezTo>
                <a:cubicBezTo>
                  <a:pt x="1215885" y="17284"/>
                  <a:pt x="1218253" y="16827"/>
                  <a:pt x="1220872" y="16827"/>
                </a:cubicBezTo>
                <a:cubicBezTo>
                  <a:pt x="1223677" y="16827"/>
                  <a:pt x="1226065" y="17277"/>
                  <a:pt x="1228036" y="18176"/>
                </a:cubicBezTo>
                <a:cubicBezTo>
                  <a:pt x="1230007" y="19076"/>
                  <a:pt x="1231627" y="20286"/>
                  <a:pt x="1232897" y="21808"/>
                </a:cubicBezTo>
                <a:cubicBezTo>
                  <a:pt x="1234167" y="23329"/>
                  <a:pt x="1235100" y="25115"/>
                  <a:pt x="1235695" y="27165"/>
                </a:cubicBezTo>
                <a:cubicBezTo>
                  <a:pt x="1236291" y="29216"/>
                  <a:pt x="1236588" y="31405"/>
                  <a:pt x="1236588" y="33733"/>
                </a:cubicBezTo>
                <a:lnTo>
                  <a:pt x="1236588" y="34924"/>
                </a:lnTo>
                <a:moveTo>
                  <a:pt x="1230000" y="32979"/>
                </a:moveTo>
                <a:cubicBezTo>
                  <a:pt x="1230080" y="29540"/>
                  <a:pt x="1229319" y="26841"/>
                  <a:pt x="1227718" y="24883"/>
                </a:cubicBezTo>
                <a:cubicBezTo>
                  <a:pt x="1226118" y="22925"/>
                  <a:pt x="1223743" y="21947"/>
                  <a:pt x="1220595" y="21947"/>
                </a:cubicBezTo>
                <a:cubicBezTo>
                  <a:pt x="1218981" y="21947"/>
                  <a:pt x="1217565" y="22251"/>
                  <a:pt x="1216348" y="22859"/>
                </a:cubicBezTo>
                <a:cubicBezTo>
                  <a:pt x="1215131" y="23468"/>
                  <a:pt x="1214112" y="24275"/>
                  <a:pt x="1213292" y="25280"/>
                </a:cubicBezTo>
                <a:cubicBezTo>
                  <a:pt x="1212472" y="26286"/>
                  <a:pt x="1211837" y="27456"/>
                  <a:pt x="1211387" y="28792"/>
                </a:cubicBezTo>
                <a:cubicBezTo>
                  <a:pt x="1210938" y="30129"/>
                  <a:pt x="1210686" y="31524"/>
                  <a:pt x="1210633" y="32979"/>
                </a:cubicBezTo>
                <a:lnTo>
                  <a:pt x="1230000" y="32979"/>
                </a:lnTo>
                <a:close/>
                <a:moveTo>
                  <a:pt x="1276877" y="34924"/>
                </a:moveTo>
                <a:cubicBezTo>
                  <a:pt x="1276877" y="35956"/>
                  <a:pt x="1276620" y="36690"/>
                  <a:pt x="1276104" y="37127"/>
                </a:cubicBezTo>
                <a:cubicBezTo>
                  <a:pt x="1275588" y="37563"/>
                  <a:pt x="1274999" y="37781"/>
                  <a:pt x="1274338" y="37781"/>
                </a:cubicBezTo>
                <a:lnTo>
                  <a:pt x="1250923" y="37781"/>
                </a:lnTo>
                <a:cubicBezTo>
                  <a:pt x="1250923" y="39772"/>
                  <a:pt x="1251121" y="41563"/>
                  <a:pt x="1251518" y="43155"/>
                </a:cubicBezTo>
                <a:cubicBezTo>
                  <a:pt x="1251915" y="44748"/>
                  <a:pt x="1252576" y="46114"/>
                  <a:pt x="1253502" y="47255"/>
                </a:cubicBezTo>
                <a:cubicBezTo>
                  <a:pt x="1254428" y="48396"/>
                  <a:pt x="1255632" y="49272"/>
                  <a:pt x="1257114" y="49883"/>
                </a:cubicBezTo>
                <a:cubicBezTo>
                  <a:pt x="1258595" y="50493"/>
                  <a:pt x="1260408" y="50799"/>
                  <a:pt x="1262551" y="50799"/>
                </a:cubicBezTo>
                <a:cubicBezTo>
                  <a:pt x="1264244" y="50799"/>
                  <a:pt x="1265752" y="50660"/>
                  <a:pt x="1267075" y="50382"/>
                </a:cubicBezTo>
                <a:cubicBezTo>
                  <a:pt x="1268398" y="50104"/>
                  <a:pt x="1269542" y="49793"/>
                  <a:pt x="1270508" y="49449"/>
                </a:cubicBezTo>
                <a:cubicBezTo>
                  <a:pt x="1271474" y="49105"/>
                  <a:pt x="1272267" y="48794"/>
                  <a:pt x="1272889" y="48517"/>
                </a:cubicBezTo>
                <a:cubicBezTo>
                  <a:pt x="1273511" y="48239"/>
                  <a:pt x="1273980" y="48100"/>
                  <a:pt x="1274298" y="48100"/>
                </a:cubicBezTo>
                <a:cubicBezTo>
                  <a:pt x="1274483" y="48100"/>
                  <a:pt x="1274648" y="48146"/>
                  <a:pt x="1274794" y="48239"/>
                </a:cubicBezTo>
                <a:cubicBezTo>
                  <a:pt x="1274939" y="48331"/>
                  <a:pt x="1275052" y="48470"/>
                  <a:pt x="1275131" y="48655"/>
                </a:cubicBezTo>
                <a:cubicBezTo>
                  <a:pt x="1275211" y="48841"/>
                  <a:pt x="1275270" y="49099"/>
                  <a:pt x="1275310" y="49429"/>
                </a:cubicBezTo>
                <a:cubicBezTo>
                  <a:pt x="1275350" y="49760"/>
                  <a:pt x="1275369" y="50164"/>
                  <a:pt x="1275369" y="50640"/>
                </a:cubicBezTo>
                <a:cubicBezTo>
                  <a:pt x="1275369" y="50984"/>
                  <a:pt x="1275356" y="51281"/>
                  <a:pt x="1275330" y="51533"/>
                </a:cubicBezTo>
                <a:cubicBezTo>
                  <a:pt x="1275303" y="51784"/>
                  <a:pt x="1275270" y="52009"/>
                  <a:pt x="1275230" y="52207"/>
                </a:cubicBezTo>
                <a:cubicBezTo>
                  <a:pt x="1275191" y="52406"/>
                  <a:pt x="1275125" y="52584"/>
                  <a:pt x="1275032" y="52743"/>
                </a:cubicBezTo>
                <a:cubicBezTo>
                  <a:pt x="1274939" y="52902"/>
                  <a:pt x="1274820" y="53054"/>
                  <a:pt x="1274675" y="53200"/>
                </a:cubicBezTo>
                <a:cubicBezTo>
                  <a:pt x="1274529" y="53345"/>
                  <a:pt x="1274099" y="53583"/>
                  <a:pt x="1273385" y="53914"/>
                </a:cubicBezTo>
                <a:cubicBezTo>
                  <a:pt x="1272671" y="54245"/>
                  <a:pt x="1271745" y="54569"/>
                  <a:pt x="1270607" y="54886"/>
                </a:cubicBezTo>
                <a:cubicBezTo>
                  <a:pt x="1269469" y="55204"/>
                  <a:pt x="1268153" y="55488"/>
                  <a:pt x="1266658" y="55740"/>
                </a:cubicBezTo>
                <a:cubicBezTo>
                  <a:pt x="1265163" y="55991"/>
                  <a:pt x="1263569" y="56117"/>
                  <a:pt x="1261876" y="56117"/>
                </a:cubicBezTo>
                <a:cubicBezTo>
                  <a:pt x="1258939" y="56117"/>
                  <a:pt x="1256366" y="55706"/>
                  <a:pt x="1254157" y="54885"/>
                </a:cubicBezTo>
                <a:cubicBezTo>
                  <a:pt x="1251948" y="54064"/>
                  <a:pt x="1250089" y="52846"/>
                  <a:pt x="1248581" y="51230"/>
                </a:cubicBezTo>
                <a:cubicBezTo>
                  <a:pt x="1247073" y="49615"/>
                  <a:pt x="1245935" y="47589"/>
                  <a:pt x="1245168" y="45152"/>
                </a:cubicBezTo>
                <a:cubicBezTo>
                  <a:pt x="1244401" y="42715"/>
                  <a:pt x="1244017" y="39882"/>
                  <a:pt x="1244017" y="36650"/>
                </a:cubicBezTo>
                <a:cubicBezTo>
                  <a:pt x="1244017" y="33578"/>
                  <a:pt x="1244414" y="30817"/>
                  <a:pt x="1245208" y="28367"/>
                </a:cubicBezTo>
                <a:cubicBezTo>
                  <a:pt x="1246001" y="25917"/>
                  <a:pt x="1247146" y="23838"/>
                  <a:pt x="1248641" y="22130"/>
                </a:cubicBezTo>
                <a:cubicBezTo>
                  <a:pt x="1250135" y="20422"/>
                  <a:pt x="1251941" y="19111"/>
                  <a:pt x="1254058" y="18197"/>
                </a:cubicBezTo>
                <a:cubicBezTo>
                  <a:pt x="1256174" y="17284"/>
                  <a:pt x="1258542" y="16827"/>
                  <a:pt x="1261162" y="16827"/>
                </a:cubicBezTo>
                <a:cubicBezTo>
                  <a:pt x="1263966" y="16827"/>
                  <a:pt x="1266354" y="17277"/>
                  <a:pt x="1268325" y="18176"/>
                </a:cubicBezTo>
                <a:cubicBezTo>
                  <a:pt x="1270296" y="19076"/>
                  <a:pt x="1271917" y="20286"/>
                  <a:pt x="1273187" y="21808"/>
                </a:cubicBezTo>
                <a:cubicBezTo>
                  <a:pt x="1274457" y="23329"/>
                  <a:pt x="1275389" y="25115"/>
                  <a:pt x="1275985" y="27165"/>
                </a:cubicBezTo>
                <a:cubicBezTo>
                  <a:pt x="1276580" y="29216"/>
                  <a:pt x="1276877" y="31405"/>
                  <a:pt x="1276877" y="33733"/>
                </a:cubicBezTo>
                <a:lnTo>
                  <a:pt x="1276877" y="34924"/>
                </a:lnTo>
                <a:moveTo>
                  <a:pt x="1270290" y="32979"/>
                </a:moveTo>
                <a:cubicBezTo>
                  <a:pt x="1270369" y="29540"/>
                  <a:pt x="1269608" y="26841"/>
                  <a:pt x="1268008" y="24883"/>
                </a:cubicBezTo>
                <a:cubicBezTo>
                  <a:pt x="1266407" y="22925"/>
                  <a:pt x="1264032" y="21947"/>
                  <a:pt x="1260884" y="21947"/>
                </a:cubicBezTo>
                <a:cubicBezTo>
                  <a:pt x="1259270" y="21947"/>
                  <a:pt x="1257854" y="22251"/>
                  <a:pt x="1256637" y="22859"/>
                </a:cubicBezTo>
                <a:cubicBezTo>
                  <a:pt x="1255420" y="23468"/>
                  <a:pt x="1254402" y="24275"/>
                  <a:pt x="1253582" y="25280"/>
                </a:cubicBezTo>
                <a:cubicBezTo>
                  <a:pt x="1252761" y="26286"/>
                  <a:pt x="1252126" y="27456"/>
                  <a:pt x="1251677" y="28792"/>
                </a:cubicBezTo>
                <a:cubicBezTo>
                  <a:pt x="1251227" y="30129"/>
                  <a:pt x="1250976" y="31524"/>
                  <a:pt x="1250923" y="32979"/>
                </a:cubicBezTo>
                <a:lnTo>
                  <a:pt x="1270290" y="32979"/>
                </a:lnTo>
                <a:close/>
                <a:moveTo>
                  <a:pt x="1317285" y="54329"/>
                </a:moveTo>
                <a:cubicBezTo>
                  <a:pt x="1317285" y="54541"/>
                  <a:pt x="1317239" y="54727"/>
                  <a:pt x="1317146" y="54886"/>
                </a:cubicBezTo>
                <a:cubicBezTo>
                  <a:pt x="1317054" y="55045"/>
                  <a:pt x="1316895" y="55171"/>
                  <a:pt x="1316670" y="55263"/>
                </a:cubicBezTo>
                <a:cubicBezTo>
                  <a:pt x="1316445" y="55356"/>
                  <a:pt x="1316148" y="55429"/>
                  <a:pt x="1315777" y="55482"/>
                </a:cubicBezTo>
                <a:cubicBezTo>
                  <a:pt x="1315407" y="55534"/>
                  <a:pt x="1314957" y="55561"/>
                  <a:pt x="1314428" y="55561"/>
                </a:cubicBezTo>
                <a:cubicBezTo>
                  <a:pt x="1313872" y="55561"/>
                  <a:pt x="1313409" y="55534"/>
                  <a:pt x="1313039" y="55482"/>
                </a:cubicBezTo>
                <a:cubicBezTo>
                  <a:pt x="1312668" y="55429"/>
                  <a:pt x="1312364" y="55358"/>
                  <a:pt x="1312126" y="55266"/>
                </a:cubicBezTo>
                <a:cubicBezTo>
                  <a:pt x="1311888" y="55173"/>
                  <a:pt x="1311716" y="55048"/>
                  <a:pt x="1311610" y="54890"/>
                </a:cubicBezTo>
                <a:cubicBezTo>
                  <a:pt x="1311504" y="54732"/>
                  <a:pt x="1311451" y="54548"/>
                  <a:pt x="1311451" y="54338"/>
                </a:cubicBezTo>
                <a:lnTo>
                  <a:pt x="1311451" y="49641"/>
                </a:lnTo>
                <a:cubicBezTo>
                  <a:pt x="1309573" y="51680"/>
                  <a:pt x="1307622" y="53269"/>
                  <a:pt x="1305598" y="54409"/>
                </a:cubicBezTo>
                <a:cubicBezTo>
                  <a:pt x="1303574" y="55547"/>
                  <a:pt x="1301358" y="56117"/>
                  <a:pt x="1298950" y="56117"/>
                </a:cubicBezTo>
                <a:cubicBezTo>
                  <a:pt x="1296331" y="56117"/>
                  <a:pt x="1294095" y="55607"/>
                  <a:pt x="1292243" y="54587"/>
                </a:cubicBezTo>
                <a:cubicBezTo>
                  <a:pt x="1290391" y="53568"/>
                  <a:pt x="1288890" y="52191"/>
                  <a:pt x="1287739" y="50456"/>
                </a:cubicBezTo>
                <a:cubicBezTo>
                  <a:pt x="1286588" y="48721"/>
                  <a:pt x="1285748" y="46682"/>
                  <a:pt x="1285219" y="44338"/>
                </a:cubicBezTo>
                <a:cubicBezTo>
                  <a:pt x="1284690" y="41994"/>
                  <a:pt x="1284425" y="39524"/>
                  <a:pt x="1284425" y="36928"/>
                </a:cubicBezTo>
                <a:cubicBezTo>
                  <a:pt x="1284425" y="33857"/>
                  <a:pt x="1284756" y="31083"/>
                  <a:pt x="1285417" y="28606"/>
                </a:cubicBezTo>
                <a:cubicBezTo>
                  <a:pt x="1286079" y="26130"/>
                  <a:pt x="1287058" y="24018"/>
                  <a:pt x="1288354" y="22270"/>
                </a:cubicBezTo>
                <a:cubicBezTo>
                  <a:pt x="1289650" y="20522"/>
                  <a:pt x="1291258" y="19177"/>
                  <a:pt x="1293176" y="18237"/>
                </a:cubicBezTo>
                <a:cubicBezTo>
                  <a:pt x="1295094" y="17297"/>
                  <a:pt x="1297310" y="16827"/>
                  <a:pt x="1299823" y="16827"/>
                </a:cubicBezTo>
                <a:cubicBezTo>
                  <a:pt x="1301913" y="16827"/>
                  <a:pt x="1303825" y="17284"/>
                  <a:pt x="1305558" y="18197"/>
                </a:cubicBezTo>
                <a:cubicBezTo>
                  <a:pt x="1307291" y="19111"/>
                  <a:pt x="1309004" y="20455"/>
                  <a:pt x="1310697" y="22229"/>
                </a:cubicBezTo>
                <a:lnTo>
                  <a:pt x="1310697" y="1431"/>
                </a:lnTo>
                <a:cubicBezTo>
                  <a:pt x="1310697" y="1246"/>
                  <a:pt x="1310744" y="1067"/>
                  <a:pt x="1310836" y="895"/>
                </a:cubicBezTo>
                <a:cubicBezTo>
                  <a:pt x="1310929" y="723"/>
                  <a:pt x="1311107" y="590"/>
                  <a:pt x="1311372" y="497"/>
                </a:cubicBezTo>
                <a:cubicBezTo>
                  <a:pt x="1311637" y="404"/>
                  <a:pt x="1311974" y="324"/>
                  <a:pt x="1312384" y="258"/>
                </a:cubicBezTo>
                <a:cubicBezTo>
                  <a:pt x="1312794" y="192"/>
                  <a:pt x="1313317" y="159"/>
                  <a:pt x="1313952" y="159"/>
                </a:cubicBezTo>
                <a:cubicBezTo>
                  <a:pt x="1314613" y="159"/>
                  <a:pt x="1315155" y="192"/>
                  <a:pt x="1315579" y="258"/>
                </a:cubicBezTo>
                <a:cubicBezTo>
                  <a:pt x="1316002" y="324"/>
                  <a:pt x="1316333" y="403"/>
                  <a:pt x="1316571" y="496"/>
                </a:cubicBezTo>
                <a:cubicBezTo>
                  <a:pt x="1316809" y="589"/>
                  <a:pt x="1316988" y="721"/>
                  <a:pt x="1317107" y="894"/>
                </a:cubicBezTo>
                <a:cubicBezTo>
                  <a:pt x="1317226" y="1066"/>
                  <a:pt x="1317285" y="1245"/>
                  <a:pt x="1317285" y="1430"/>
                </a:cubicBezTo>
                <a:lnTo>
                  <a:pt x="1317285" y="54329"/>
                </a:lnTo>
                <a:moveTo>
                  <a:pt x="1310697" y="29222"/>
                </a:moveTo>
                <a:cubicBezTo>
                  <a:pt x="1308925" y="27021"/>
                  <a:pt x="1307212" y="25345"/>
                  <a:pt x="1305558" y="24193"/>
                </a:cubicBezTo>
                <a:cubicBezTo>
                  <a:pt x="1303904" y="23039"/>
                  <a:pt x="1302178" y="22462"/>
                  <a:pt x="1300379" y="22462"/>
                </a:cubicBezTo>
                <a:cubicBezTo>
                  <a:pt x="1298712" y="22462"/>
                  <a:pt x="1297297" y="22860"/>
                  <a:pt x="1296132" y="23656"/>
                </a:cubicBezTo>
                <a:cubicBezTo>
                  <a:pt x="1294968" y="24450"/>
                  <a:pt x="1294022" y="25496"/>
                  <a:pt x="1293295" y="26795"/>
                </a:cubicBezTo>
                <a:cubicBezTo>
                  <a:pt x="1292567" y="28093"/>
                  <a:pt x="1292038" y="29563"/>
                  <a:pt x="1291707" y="31206"/>
                </a:cubicBezTo>
                <a:cubicBezTo>
                  <a:pt x="1291377" y="32849"/>
                  <a:pt x="1291211" y="34518"/>
                  <a:pt x="1291211" y="36214"/>
                </a:cubicBezTo>
                <a:cubicBezTo>
                  <a:pt x="1291211" y="38015"/>
                  <a:pt x="1291350" y="39777"/>
                  <a:pt x="1291628" y="41500"/>
                </a:cubicBezTo>
                <a:cubicBezTo>
                  <a:pt x="1291906" y="43222"/>
                  <a:pt x="1292389" y="44752"/>
                  <a:pt x="1293077" y="46090"/>
                </a:cubicBezTo>
                <a:cubicBezTo>
                  <a:pt x="1293765" y="47427"/>
                  <a:pt x="1294677" y="48500"/>
                  <a:pt x="1295815" y="49309"/>
                </a:cubicBezTo>
                <a:cubicBezTo>
                  <a:pt x="1296953" y="50117"/>
                  <a:pt x="1298381" y="50521"/>
                  <a:pt x="1300101" y="50521"/>
                </a:cubicBezTo>
                <a:cubicBezTo>
                  <a:pt x="1300974" y="50521"/>
                  <a:pt x="1301814" y="50402"/>
                  <a:pt x="1302621" y="50164"/>
                </a:cubicBezTo>
                <a:cubicBezTo>
                  <a:pt x="1303428" y="49925"/>
                  <a:pt x="1304255" y="49527"/>
                  <a:pt x="1305102" y="48971"/>
                </a:cubicBezTo>
                <a:cubicBezTo>
                  <a:pt x="1305948" y="48414"/>
                  <a:pt x="1306835" y="47692"/>
                  <a:pt x="1307761" y="46804"/>
                </a:cubicBezTo>
                <a:cubicBezTo>
                  <a:pt x="1308687" y="45916"/>
                  <a:pt x="1309666" y="44822"/>
                  <a:pt x="1310697" y="43524"/>
                </a:cubicBezTo>
                <a:lnTo>
                  <a:pt x="1310697" y="29222"/>
                </a:lnTo>
                <a:close/>
                <a:moveTo>
                  <a:pt x="1366381" y="51751"/>
                </a:moveTo>
                <a:cubicBezTo>
                  <a:pt x="1366381" y="52518"/>
                  <a:pt x="1366328" y="53127"/>
                  <a:pt x="1366222" y="53577"/>
                </a:cubicBezTo>
                <a:cubicBezTo>
                  <a:pt x="1366117" y="54026"/>
                  <a:pt x="1365958" y="54357"/>
                  <a:pt x="1365746" y="54569"/>
                </a:cubicBezTo>
                <a:cubicBezTo>
                  <a:pt x="1365534" y="54780"/>
                  <a:pt x="1365217" y="54979"/>
                  <a:pt x="1364794" y="55164"/>
                </a:cubicBezTo>
                <a:cubicBezTo>
                  <a:pt x="1364370" y="55349"/>
                  <a:pt x="1363887" y="55501"/>
                  <a:pt x="1363345" y="55620"/>
                </a:cubicBezTo>
                <a:cubicBezTo>
                  <a:pt x="1362803" y="55740"/>
                  <a:pt x="1362227" y="55839"/>
                  <a:pt x="1361619" y="55918"/>
                </a:cubicBezTo>
                <a:cubicBezTo>
                  <a:pt x="1361010" y="55997"/>
                  <a:pt x="1360402" y="56037"/>
                  <a:pt x="1359793" y="56037"/>
                </a:cubicBezTo>
                <a:cubicBezTo>
                  <a:pt x="1357941" y="56037"/>
                  <a:pt x="1356354" y="55792"/>
                  <a:pt x="1355031" y="55302"/>
                </a:cubicBezTo>
                <a:cubicBezTo>
                  <a:pt x="1353708" y="54811"/>
                  <a:pt x="1352623" y="54068"/>
                  <a:pt x="1351777" y="53073"/>
                </a:cubicBezTo>
                <a:cubicBezTo>
                  <a:pt x="1350930" y="52078"/>
                  <a:pt x="1350315" y="50819"/>
                  <a:pt x="1349931" y="49294"/>
                </a:cubicBezTo>
                <a:cubicBezTo>
                  <a:pt x="1349547" y="47770"/>
                  <a:pt x="1349356" y="45973"/>
                  <a:pt x="1349356" y="43904"/>
                </a:cubicBezTo>
                <a:lnTo>
                  <a:pt x="1349356" y="22978"/>
                </a:lnTo>
                <a:lnTo>
                  <a:pt x="1344355" y="22978"/>
                </a:lnTo>
                <a:cubicBezTo>
                  <a:pt x="1343958" y="22978"/>
                  <a:pt x="1343641" y="22767"/>
                  <a:pt x="1343403" y="22343"/>
                </a:cubicBezTo>
                <a:cubicBezTo>
                  <a:pt x="1343165" y="21920"/>
                  <a:pt x="1343046" y="21232"/>
                  <a:pt x="1343046" y="20280"/>
                </a:cubicBezTo>
                <a:cubicBezTo>
                  <a:pt x="1343046" y="19777"/>
                  <a:pt x="1343079" y="19354"/>
                  <a:pt x="1343145" y="19010"/>
                </a:cubicBezTo>
                <a:cubicBezTo>
                  <a:pt x="1343211" y="18666"/>
                  <a:pt x="1343297" y="18381"/>
                  <a:pt x="1343403" y="18157"/>
                </a:cubicBezTo>
                <a:cubicBezTo>
                  <a:pt x="1343509" y="17932"/>
                  <a:pt x="1343647" y="17773"/>
                  <a:pt x="1343819" y="17680"/>
                </a:cubicBezTo>
                <a:cubicBezTo>
                  <a:pt x="1343991" y="17588"/>
                  <a:pt x="1344183" y="17541"/>
                  <a:pt x="1344395" y="17541"/>
                </a:cubicBezTo>
                <a:lnTo>
                  <a:pt x="1349356" y="17541"/>
                </a:lnTo>
                <a:lnTo>
                  <a:pt x="1349356" y="9048"/>
                </a:lnTo>
                <a:cubicBezTo>
                  <a:pt x="1349356" y="8863"/>
                  <a:pt x="1349402" y="8691"/>
                  <a:pt x="1349495" y="8533"/>
                </a:cubicBezTo>
                <a:cubicBezTo>
                  <a:pt x="1349587" y="8374"/>
                  <a:pt x="1349759" y="8235"/>
                  <a:pt x="1350010" y="8116"/>
                </a:cubicBezTo>
                <a:cubicBezTo>
                  <a:pt x="1350262" y="7997"/>
                  <a:pt x="1350599" y="7911"/>
                  <a:pt x="1351022" y="7858"/>
                </a:cubicBezTo>
                <a:cubicBezTo>
                  <a:pt x="1351446" y="7805"/>
                  <a:pt x="1351975" y="7779"/>
                  <a:pt x="1352610" y="7779"/>
                </a:cubicBezTo>
                <a:cubicBezTo>
                  <a:pt x="1353271" y="7779"/>
                  <a:pt x="1353814" y="7805"/>
                  <a:pt x="1354237" y="7858"/>
                </a:cubicBezTo>
                <a:cubicBezTo>
                  <a:pt x="1354660" y="7911"/>
                  <a:pt x="1354991" y="7997"/>
                  <a:pt x="1355229" y="8116"/>
                </a:cubicBezTo>
                <a:cubicBezTo>
                  <a:pt x="1355467" y="8235"/>
                  <a:pt x="1355639" y="8374"/>
                  <a:pt x="1355745" y="8533"/>
                </a:cubicBezTo>
                <a:cubicBezTo>
                  <a:pt x="1355851" y="8691"/>
                  <a:pt x="1355904" y="8863"/>
                  <a:pt x="1355904" y="9048"/>
                </a:cubicBezTo>
                <a:lnTo>
                  <a:pt x="1355904" y="17541"/>
                </a:lnTo>
                <a:lnTo>
                  <a:pt x="1365071" y="17541"/>
                </a:lnTo>
                <a:cubicBezTo>
                  <a:pt x="1365283" y="17541"/>
                  <a:pt x="1365468" y="17588"/>
                  <a:pt x="1365627" y="17680"/>
                </a:cubicBezTo>
                <a:cubicBezTo>
                  <a:pt x="1365786" y="17773"/>
                  <a:pt x="1365925" y="17932"/>
                  <a:pt x="1366044" y="18157"/>
                </a:cubicBezTo>
                <a:cubicBezTo>
                  <a:pt x="1366163" y="18381"/>
                  <a:pt x="1366249" y="18666"/>
                  <a:pt x="1366302" y="19010"/>
                </a:cubicBezTo>
                <a:cubicBezTo>
                  <a:pt x="1366355" y="19354"/>
                  <a:pt x="1366381" y="19777"/>
                  <a:pt x="1366381" y="20280"/>
                </a:cubicBezTo>
                <a:cubicBezTo>
                  <a:pt x="1366381" y="21232"/>
                  <a:pt x="1366262" y="21920"/>
                  <a:pt x="1366024" y="22343"/>
                </a:cubicBezTo>
                <a:cubicBezTo>
                  <a:pt x="1365786" y="22767"/>
                  <a:pt x="1365468" y="22978"/>
                  <a:pt x="1365071" y="22978"/>
                </a:cubicBezTo>
                <a:lnTo>
                  <a:pt x="1355904" y="22978"/>
                </a:lnTo>
                <a:lnTo>
                  <a:pt x="1355904" y="42959"/>
                </a:lnTo>
                <a:cubicBezTo>
                  <a:pt x="1355904" y="45426"/>
                  <a:pt x="1356268" y="47290"/>
                  <a:pt x="1356995" y="48551"/>
                </a:cubicBezTo>
                <a:cubicBezTo>
                  <a:pt x="1357723" y="49811"/>
                  <a:pt x="1359026" y="50441"/>
                  <a:pt x="1360904" y="50441"/>
                </a:cubicBezTo>
                <a:cubicBezTo>
                  <a:pt x="1361513" y="50441"/>
                  <a:pt x="1362055" y="50382"/>
                  <a:pt x="1362532" y="50263"/>
                </a:cubicBezTo>
                <a:cubicBezTo>
                  <a:pt x="1363008" y="50144"/>
                  <a:pt x="1363431" y="50018"/>
                  <a:pt x="1363801" y="49886"/>
                </a:cubicBezTo>
                <a:cubicBezTo>
                  <a:pt x="1364172" y="49753"/>
                  <a:pt x="1364489" y="49628"/>
                  <a:pt x="1364754" y="49509"/>
                </a:cubicBezTo>
                <a:cubicBezTo>
                  <a:pt x="1365019" y="49390"/>
                  <a:pt x="1365257" y="49330"/>
                  <a:pt x="1365468" y="49330"/>
                </a:cubicBezTo>
                <a:cubicBezTo>
                  <a:pt x="1365601" y="49330"/>
                  <a:pt x="1365726" y="49363"/>
                  <a:pt x="1365845" y="49429"/>
                </a:cubicBezTo>
                <a:cubicBezTo>
                  <a:pt x="1365964" y="49496"/>
                  <a:pt x="1366057" y="49621"/>
                  <a:pt x="1366123" y="49806"/>
                </a:cubicBezTo>
                <a:cubicBezTo>
                  <a:pt x="1366189" y="49992"/>
                  <a:pt x="1366249" y="50243"/>
                  <a:pt x="1366302" y="50560"/>
                </a:cubicBezTo>
                <a:cubicBezTo>
                  <a:pt x="1366355" y="50878"/>
                  <a:pt x="1366381" y="51275"/>
                  <a:pt x="1366381" y="51751"/>
                </a:cubicBezTo>
                <a:close/>
                <a:moveTo>
                  <a:pt x="1407424" y="36095"/>
                </a:moveTo>
                <a:cubicBezTo>
                  <a:pt x="1407424" y="39008"/>
                  <a:pt x="1407041" y="41689"/>
                  <a:pt x="1406273" y="44139"/>
                </a:cubicBezTo>
                <a:cubicBezTo>
                  <a:pt x="1405506" y="46588"/>
                  <a:pt x="1404362" y="48701"/>
                  <a:pt x="1402841" y="50476"/>
                </a:cubicBezTo>
                <a:cubicBezTo>
                  <a:pt x="1401319" y="52250"/>
                  <a:pt x="1399414" y="53634"/>
                  <a:pt x="1397126" y="54627"/>
                </a:cubicBezTo>
                <a:cubicBezTo>
                  <a:pt x="1394837" y="55620"/>
                  <a:pt x="1392185" y="56117"/>
                  <a:pt x="1389169" y="56117"/>
                </a:cubicBezTo>
                <a:cubicBezTo>
                  <a:pt x="1386232" y="56117"/>
                  <a:pt x="1383672" y="55680"/>
                  <a:pt x="1381489" y="54806"/>
                </a:cubicBezTo>
                <a:cubicBezTo>
                  <a:pt x="1379307" y="53932"/>
                  <a:pt x="1377488" y="52661"/>
                  <a:pt x="1376032" y="50992"/>
                </a:cubicBezTo>
                <a:cubicBezTo>
                  <a:pt x="1374577" y="49324"/>
                  <a:pt x="1373493" y="47297"/>
                  <a:pt x="1372778" y="44914"/>
                </a:cubicBezTo>
                <a:cubicBezTo>
                  <a:pt x="1372064" y="42530"/>
                  <a:pt x="1371707" y="39829"/>
                  <a:pt x="1371707" y="36809"/>
                </a:cubicBezTo>
                <a:cubicBezTo>
                  <a:pt x="1371707" y="33896"/>
                  <a:pt x="1372084" y="31215"/>
                  <a:pt x="1372838" y="28765"/>
                </a:cubicBezTo>
                <a:cubicBezTo>
                  <a:pt x="1373592" y="26315"/>
                  <a:pt x="1374729" y="24203"/>
                  <a:pt x="1376251" y="22429"/>
                </a:cubicBezTo>
                <a:cubicBezTo>
                  <a:pt x="1377772" y="20654"/>
                  <a:pt x="1379670" y="19276"/>
                  <a:pt x="1381946" y="18297"/>
                </a:cubicBezTo>
                <a:cubicBezTo>
                  <a:pt x="1384221" y="17317"/>
                  <a:pt x="1386880" y="16827"/>
                  <a:pt x="1389923" y="16827"/>
                </a:cubicBezTo>
                <a:cubicBezTo>
                  <a:pt x="1392859" y="16827"/>
                  <a:pt x="1395419" y="17264"/>
                  <a:pt x="1397602" y="18138"/>
                </a:cubicBezTo>
                <a:cubicBezTo>
                  <a:pt x="1399785" y="19012"/>
                  <a:pt x="1401604" y="20283"/>
                  <a:pt x="1403059" y="21952"/>
                </a:cubicBezTo>
                <a:cubicBezTo>
                  <a:pt x="1404514" y="23620"/>
                  <a:pt x="1405605" y="25646"/>
                  <a:pt x="1406333" y="28030"/>
                </a:cubicBezTo>
                <a:cubicBezTo>
                  <a:pt x="1407061" y="30413"/>
                  <a:pt x="1407424" y="33102"/>
                  <a:pt x="1407424" y="36095"/>
                </a:cubicBezTo>
                <a:moveTo>
                  <a:pt x="1400519" y="36531"/>
                </a:moveTo>
                <a:cubicBezTo>
                  <a:pt x="1400519" y="34597"/>
                  <a:pt x="1400340" y="32769"/>
                  <a:pt x="1399983" y="31047"/>
                </a:cubicBezTo>
                <a:cubicBezTo>
                  <a:pt x="1399626" y="29325"/>
                  <a:pt x="1399037" y="27815"/>
                  <a:pt x="1398217" y="26517"/>
                </a:cubicBezTo>
                <a:cubicBezTo>
                  <a:pt x="1397397" y="25219"/>
                  <a:pt x="1396286" y="24192"/>
                  <a:pt x="1394883" y="23437"/>
                </a:cubicBezTo>
                <a:cubicBezTo>
                  <a:pt x="1393481" y="22682"/>
                  <a:pt x="1391735" y="22304"/>
                  <a:pt x="1389645" y="22304"/>
                </a:cubicBezTo>
                <a:cubicBezTo>
                  <a:pt x="1387713" y="22304"/>
                  <a:pt x="1386053" y="22648"/>
                  <a:pt x="1384664" y="23337"/>
                </a:cubicBezTo>
                <a:cubicBezTo>
                  <a:pt x="1383275" y="24026"/>
                  <a:pt x="1382131" y="25000"/>
                  <a:pt x="1381231" y="26259"/>
                </a:cubicBezTo>
                <a:cubicBezTo>
                  <a:pt x="1380332" y="27517"/>
                  <a:pt x="1379664" y="29007"/>
                  <a:pt x="1379227" y="30730"/>
                </a:cubicBezTo>
                <a:cubicBezTo>
                  <a:pt x="1378791" y="32451"/>
                  <a:pt x="1378572" y="34332"/>
                  <a:pt x="1378572" y="36373"/>
                </a:cubicBezTo>
                <a:cubicBezTo>
                  <a:pt x="1378572" y="38333"/>
                  <a:pt x="1378751" y="40174"/>
                  <a:pt x="1379108" y="41896"/>
                </a:cubicBezTo>
                <a:cubicBezTo>
                  <a:pt x="1379465" y="43619"/>
                  <a:pt x="1380061" y="45122"/>
                  <a:pt x="1380894" y="46407"/>
                </a:cubicBezTo>
                <a:cubicBezTo>
                  <a:pt x="1381727" y="47692"/>
                  <a:pt x="1382845" y="48712"/>
                  <a:pt x="1384248" y="49468"/>
                </a:cubicBezTo>
                <a:cubicBezTo>
                  <a:pt x="1385650" y="50223"/>
                  <a:pt x="1387396" y="50600"/>
                  <a:pt x="1389486" y="50600"/>
                </a:cubicBezTo>
                <a:cubicBezTo>
                  <a:pt x="1391391" y="50600"/>
                  <a:pt x="1393045" y="50256"/>
                  <a:pt x="1394447" y="49567"/>
                </a:cubicBezTo>
                <a:cubicBezTo>
                  <a:pt x="1395849" y="48878"/>
                  <a:pt x="1397000" y="47911"/>
                  <a:pt x="1397900" y="46666"/>
                </a:cubicBezTo>
                <a:cubicBezTo>
                  <a:pt x="1398799" y="45420"/>
                  <a:pt x="1399461" y="43937"/>
                  <a:pt x="1399884" y="42215"/>
                </a:cubicBezTo>
                <a:cubicBezTo>
                  <a:pt x="1400307" y="40493"/>
                  <a:pt x="1400519" y="38598"/>
                  <a:pt x="1400519" y="36531"/>
                </a:cubicBezTo>
                <a:close/>
                <a:moveTo>
                  <a:pt x="1426959" y="23554"/>
                </a:moveTo>
                <a:cubicBezTo>
                  <a:pt x="1426959" y="24405"/>
                  <a:pt x="1426899" y="25122"/>
                  <a:pt x="1426780" y="25707"/>
                </a:cubicBezTo>
                <a:cubicBezTo>
                  <a:pt x="1426661" y="26291"/>
                  <a:pt x="1426436" y="26763"/>
                  <a:pt x="1426106" y="27122"/>
                </a:cubicBezTo>
                <a:cubicBezTo>
                  <a:pt x="1425775" y="27480"/>
                  <a:pt x="1425345" y="27732"/>
                  <a:pt x="1424816" y="27878"/>
                </a:cubicBezTo>
                <a:cubicBezTo>
                  <a:pt x="1424287" y="28025"/>
                  <a:pt x="1423612" y="28098"/>
                  <a:pt x="1422792" y="28098"/>
                </a:cubicBezTo>
                <a:cubicBezTo>
                  <a:pt x="1421945" y="28098"/>
                  <a:pt x="1421257" y="28025"/>
                  <a:pt x="1420728" y="27878"/>
                </a:cubicBezTo>
                <a:cubicBezTo>
                  <a:pt x="1420199" y="27732"/>
                  <a:pt x="1419776" y="27480"/>
                  <a:pt x="1419458" y="27122"/>
                </a:cubicBezTo>
                <a:cubicBezTo>
                  <a:pt x="1419141" y="26763"/>
                  <a:pt x="1418922" y="26291"/>
                  <a:pt x="1418803" y="25707"/>
                </a:cubicBezTo>
                <a:cubicBezTo>
                  <a:pt x="1418684" y="25122"/>
                  <a:pt x="1418625" y="24405"/>
                  <a:pt x="1418625" y="23554"/>
                </a:cubicBezTo>
                <a:cubicBezTo>
                  <a:pt x="1418625" y="22650"/>
                  <a:pt x="1418684" y="21899"/>
                  <a:pt x="1418803" y="21302"/>
                </a:cubicBezTo>
                <a:cubicBezTo>
                  <a:pt x="1418922" y="20704"/>
                  <a:pt x="1419141" y="20226"/>
                  <a:pt x="1419458" y="19868"/>
                </a:cubicBezTo>
                <a:cubicBezTo>
                  <a:pt x="1419776" y="19509"/>
                  <a:pt x="1420199" y="19257"/>
                  <a:pt x="1420728" y="19110"/>
                </a:cubicBezTo>
                <a:cubicBezTo>
                  <a:pt x="1421257" y="18964"/>
                  <a:pt x="1421945" y="18891"/>
                  <a:pt x="1422792" y="18891"/>
                </a:cubicBezTo>
                <a:cubicBezTo>
                  <a:pt x="1423612" y="18891"/>
                  <a:pt x="1424287" y="18964"/>
                  <a:pt x="1424816" y="19110"/>
                </a:cubicBezTo>
                <a:cubicBezTo>
                  <a:pt x="1425345" y="19257"/>
                  <a:pt x="1425775" y="19509"/>
                  <a:pt x="1426106" y="19868"/>
                </a:cubicBezTo>
                <a:cubicBezTo>
                  <a:pt x="1426436" y="20226"/>
                  <a:pt x="1426661" y="20704"/>
                  <a:pt x="1426780" y="21302"/>
                </a:cubicBezTo>
                <a:cubicBezTo>
                  <a:pt x="1426899" y="21899"/>
                  <a:pt x="1426959" y="22650"/>
                  <a:pt x="1426959" y="23554"/>
                </a:cubicBezTo>
                <a:moveTo>
                  <a:pt x="1426959" y="51136"/>
                </a:moveTo>
                <a:cubicBezTo>
                  <a:pt x="1426959" y="52013"/>
                  <a:pt x="1426899" y="52744"/>
                  <a:pt x="1426780" y="53329"/>
                </a:cubicBezTo>
                <a:cubicBezTo>
                  <a:pt x="1426661" y="53913"/>
                  <a:pt x="1426436" y="54385"/>
                  <a:pt x="1426106" y="54744"/>
                </a:cubicBezTo>
                <a:cubicBezTo>
                  <a:pt x="1425775" y="55102"/>
                  <a:pt x="1425345" y="55354"/>
                  <a:pt x="1424816" y="55500"/>
                </a:cubicBezTo>
                <a:cubicBezTo>
                  <a:pt x="1424287" y="55647"/>
                  <a:pt x="1423612" y="55720"/>
                  <a:pt x="1422792" y="55720"/>
                </a:cubicBezTo>
                <a:cubicBezTo>
                  <a:pt x="1421945" y="55720"/>
                  <a:pt x="1421257" y="55647"/>
                  <a:pt x="1420728" y="55500"/>
                </a:cubicBezTo>
                <a:cubicBezTo>
                  <a:pt x="1420199" y="55354"/>
                  <a:pt x="1419776" y="55102"/>
                  <a:pt x="1419458" y="54744"/>
                </a:cubicBezTo>
                <a:cubicBezTo>
                  <a:pt x="1419141" y="54385"/>
                  <a:pt x="1418922" y="53913"/>
                  <a:pt x="1418803" y="53329"/>
                </a:cubicBezTo>
                <a:cubicBezTo>
                  <a:pt x="1418684" y="52744"/>
                  <a:pt x="1418625" y="52013"/>
                  <a:pt x="1418625" y="51136"/>
                </a:cubicBezTo>
                <a:cubicBezTo>
                  <a:pt x="1418625" y="50259"/>
                  <a:pt x="1418684" y="49521"/>
                  <a:pt x="1418803" y="48923"/>
                </a:cubicBezTo>
                <a:cubicBezTo>
                  <a:pt x="1418922" y="48326"/>
                  <a:pt x="1419141" y="47854"/>
                  <a:pt x="1419458" y="47510"/>
                </a:cubicBezTo>
                <a:cubicBezTo>
                  <a:pt x="1419776" y="47164"/>
                  <a:pt x="1420199" y="46911"/>
                  <a:pt x="1420728" y="46752"/>
                </a:cubicBezTo>
                <a:cubicBezTo>
                  <a:pt x="1421257" y="46592"/>
                  <a:pt x="1421945" y="46512"/>
                  <a:pt x="1422792" y="46512"/>
                </a:cubicBezTo>
                <a:cubicBezTo>
                  <a:pt x="1423612" y="46512"/>
                  <a:pt x="1424287" y="46592"/>
                  <a:pt x="1424816" y="46752"/>
                </a:cubicBezTo>
                <a:cubicBezTo>
                  <a:pt x="1425345" y="46911"/>
                  <a:pt x="1425775" y="47164"/>
                  <a:pt x="1426106" y="47510"/>
                </a:cubicBezTo>
                <a:cubicBezTo>
                  <a:pt x="1426436" y="47854"/>
                  <a:pt x="1426661" y="48326"/>
                  <a:pt x="1426780" y="48923"/>
                </a:cubicBezTo>
                <a:cubicBezTo>
                  <a:pt x="1426899" y="49521"/>
                  <a:pt x="1426959" y="50259"/>
                  <a:pt x="1426959" y="51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1.explainhowthebugoccurs,includingcode">
            <a:extLst xmlns:a="http://schemas.openxmlformats.org/drawingml/2006/main">
              <a:ext uri="{FF2B5EF4-FFF2-40B4-BE49-F238E27FC236}">
                <a16:creationId xmlns:a16="http://schemas.microsoft.com/office/drawing/2014/main" id="{97A9EA9E-BA63-4B6B-9C77-11943ABF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864" y="551479"/>
            <a:ext cx="1495884" cy="69848"/>
          </a:xfrm>
          <a:custGeom xmlns:a="http://schemas.openxmlformats.org/drawingml/2006/main">
            <a:pathLst>
              <a:path w="1495884" h="69848">
                <a:moveTo>
                  <a:pt x="29884" y="52624"/>
                </a:moveTo>
                <a:cubicBezTo>
                  <a:pt x="29884" y="53127"/>
                  <a:pt x="29844" y="53550"/>
                  <a:pt x="29765" y="53894"/>
                </a:cubicBezTo>
                <a:cubicBezTo>
                  <a:pt x="29685" y="54238"/>
                  <a:pt x="29580" y="54516"/>
                  <a:pt x="29447" y="54728"/>
                </a:cubicBezTo>
                <a:cubicBezTo>
                  <a:pt x="29315" y="54939"/>
                  <a:pt x="29163" y="55091"/>
                  <a:pt x="28991" y="55184"/>
                </a:cubicBezTo>
                <a:cubicBezTo>
                  <a:pt x="28819" y="55277"/>
                  <a:pt x="28640" y="55323"/>
                  <a:pt x="28455" y="55323"/>
                </a:cubicBezTo>
                <a:lnTo>
                  <a:pt x="1627" y="55323"/>
                </a:lnTo>
                <a:cubicBezTo>
                  <a:pt x="1442" y="55323"/>
                  <a:pt x="1270" y="55277"/>
                  <a:pt x="1111" y="55184"/>
                </a:cubicBezTo>
                <a:cubicBezTo>
                  <a:pt x="952" y="55091"/>
                  <a:pt x="800" y="54939"/>
                  <a:pt x="655" y="54728"/>
                </a:cubicBezTo>
                <a:cubicBezTo>
                  <a:pt x="509" y="54516"/>
                  <a:pt x="397" y="54238"/>
                  <a:pt x="317" y="53894"/>
                </a:cubicBezTo>
                <a:cubicBezTo>
                  <a:pt x="238" y="53550"/>
                  <a:pt x="198" y="53127"/>
                  <a:pt x="198" y="52624"/>
                </a:cubicBezTo>
                <a:cubicBezTo>
                  <a:pt x="198" y="52148"/>
                  <a:pt x="238" y="51738"/>
                  <a:pt x="317" y="51394"/>
                </a:cubicBezTo>
                <a:cubicBezTo>
                  <a:pt x="397" y="51050"/>
                  <a:pt x="496" y="50765"/>
                  <a:pt x="615" y="50541"/>
                </a:cubicBezTo>
                <a:cubicBezTo>
                  <a:pt x="734" y="50316"/>
                  <a:pt x="880" y="50144"/>
                  <a:pt x="1052" y="50025"/>
                </a:cubicBezTo>
                <a:cubicBezTo>
                  <a:pt x="1224" y="49906"/>
                  <a:pt x="1415" y="49846"/>
                  <a:pt x="1627" y="49846"/>
                </a:cubicBezTo>
                <a:lnTo>
                  <a:pt x="12342" y="49846"/>
                </a:lnTo>
                <a:lnTo>
                  <a:pt x="12342" y="10755"/>
                </a:lnTo>
                <a:lnTo>
                  <a:pt x="2421" y="16708"/>
                </a:lnTo>
                <a:cubicBezTo>
                  <a:pt x="1918" y="16973"/>
                  <a:pt x="1515" y="17131"/>
                  <a:pt x="1210" y="17184"/>
                </a:cubicBezTo>
                <a:cubicBezTo>
                  <a:pt x="906" y="17237"/>
                  <a:pt x="661" y="17178"/>
                  <a:pt x="476" y="17006"/>
                </a:cubicBezTo>
                <a:cubicBezTo>
                  <a:pt x="291" y="16834"/>
                  <a:pt x="165" y="16549"/>
                  <a:pt x="99" y="16151"/>
                </a:cubicBezTo>
                <a:cubicBezTo>
                  <a:pt x="33" y="15753"/>
                  <a:pt x="0" y="15248"/>
                  <a:pt x="0" y="14638"/>
                </a:cubicBezTo>
                <a:cubicBezTo>
                  <a:pt x="0" y="14187"/>
                  <a:pt x="20" y="13802"/>
                  <a:pt x="60" y="13483"/>
                </a:cubicBezTo>
                <a:cubicBezTo>
                  <a:pt x="99" y="13165"/>
                  <a:pt x="159" y="12900"/>
                  <a:pt x="238" y="12687"/>
                </a:cubicBezTo>
                <a:cubicBezTo>
                  <a:pt x="317" y="12475"/>
                  <a:pt x="430" y="12289"/>
                  <a:pt x="575" y="12130"/>
                </a:cubicBezTo>
                <a:cubicBezTo>
                  <a:pt x="721" y="11971"/>
                  <a:pt x="913" y="11812"/>
                  <a:pt x="1151" y="11653"/>
                </a:cubicBezTo>
                <a:lnTo>
                  <a:pt x="12977" y="4049"/>
                </a:lnTo>
                <a:cubicBezTo>
                  <a:pt x="13083" y="3970"/>
                  <a:pt x="13216" y="3904"/>
                  <a:pt x="13374" y="3851"/>
                </a:cubicBezTo>
                <a:cubicBezTo>
                  <a:pt x="13533" y="3797"/>
                  <a:pt x="13731" y="3744"/>
                  <a:pt x="13970" y="3691"/>
                </a:cubicBezTo>
                <a:cubicBezTo>
                  <a:pt x="14208" y="3638"/>
                  <a:pt x="14486" y="3605"/>
                  <a:pt x="14803" y="3592"/>
                </a:cubicBezTo>
                <a:cubicBezTo>
                  <a:pt x="15121" y="3578"/>
                  <a:pt x="15517" y="3572"/>
                  <a:pt x="15994" y="3572"/>
                </a:cubicBezTo>
                <a:cubicBezTo>
                  <a:pt x="16629" y="3572"/>
                  <a:pt x="17158" y="3598"/>
                  <a:pt x="17581" y="3651"/>
                </a:cubicBezTo>
                <a:cubicBezTo>
                  <a:pt x="18004" y="3704"/>
                  <a:pt x="18335" y="3777"/>
                  <a:pt x="18573" y="3869"/>
                </a:cubicBezTo>
                <a:cubicBezTo>
                  <a:pt x="18811" y="3962"/>
                  <a:pt x="18970" y="4081"/>
                  <a:pt x="19049" y="4228"/>
                </a:cubicBezTo>
                <a:cubicBezTo>
                  <a:pt x="19129" y="4373"/>
                  <a:pt x="19169" y="4525"/>
                  <a:pt x="19169" y="4684"/>
                </a:cubicBezTo>
                <a:lnTo>
                  <a:pt x="19169" y="49846"/>
                </a:lnTo>
                <a:lnTo>
                  <a:pt x="28455" y="49846"/>
                </a:lnTo>
                <a:cubicBezTo>
                  <a:pt x="28667" y="49846"/>
                  <a:pt x="28865" y="49906"/>
                  <a:pt x="29050" y="50025"/>
                </a:cubicBezTo>
                <a:cubicBezTo>
                  <a:pt x="29236" y="50144"/>
                  <a:pt x="29388" y="50316"/>
                  <a:pt x="29507" y="50541"/>
                </a:cubicBezTo>
                <a:cubicBezTo>
                  <a:pt x="29626" y="50765"/>
                  <a:pt x="29718" y="51050"/>
                  <a:pt x="29785" y="51394"/>
                </a:cubicBezTo>
                <a:cubicBezTo>
                  <a:pt x="29851" y="51738"/>
                  <a:pt x="29884" y="52148"/>
                  <a:pt x="29884" y="52624"/>
                </a:cubicBezTo>
                <a:close/>
                <a:moveTo>
                  <a:pt x="48608" y="51017"/>
                </a:moveTo>
                <a:cubicBezTo>
                  <a:pt x="48608" y="52904"/>
                  <a:pt x="48297" y="54159"/>
                  <a:pt x="47676" y="54783"/>
                </a:cubicBezTo>
                <a:cubicBezTo>
                  <a:pt x="47054" y="55408"/>
                  <a:pt x="45923" y="55720"/>
                  <a:pt x="44282" y="55720"/>
                </a:cubicBezTo>
                <a:cubicBezTo>
                  <a:pt x="42695" y="55720"/>
                  <a:pt x="41597" y="55414"/>
                  <a:pt x="40988" y="54803"/>
                </a:cubicBezTo>
                <a:cubicBezTo>
                  <a:pt x="40380" y="54192"/>
                  <a:pt x="40076" y="52970"/>
                  <a:pt x="40076" y="51136"/>
                </a:cubicBezTo>
                <a:cubicBezTo>
                  <a:pt x="40076" y="49249"/>
                  <a:pt x="40387" y="47994"/>
                  <a:pt x="41008" y="47369"/>
                </a:cubicBezTo>
                <a:cubicBezTo>
                  <a:pt x="41630" y="46745"/>
                  <a:pt x="42761" y="46433"/>
                  <a:pt x="44401" y="46433"/>
                </a:cubicBezTo>
                <a:cubicBezTo>
                  <a:pt x="45989" y="46433"/>
                  <a:pt x="47087" y="46739"/>
                  <a:pt x="47695" y="47350"/>
                </a:cubicBezTo>
                <a:cubicBezTo>
                  <a:pt x="48304" y="47961"/>
                  <a:pt x="48608" y="49183"/>
                  <a:pt x="48608" y="51017"/>
                </a:cubicBezTo>
                <a:close/>
                <a:moveTo>
                  <a:pt x="109517" y="34924"/>
                </a:moveTo>
                <a:cubicBezTo>
                  <a:pt x="109517" y="35956"/>
                  <a:pt x="109259" y="36690"/>
                  <a:pt x="108744" y="37127"/>
                </a:cubicBezTo>
                <a:cubicBezTo>
                  <a:pt x="108228" y="37563"/>
                  <a:pt x="107639" y="37781"/>
                  <a:pt x="106977" y="37781"/>
                </a:cubicBezTo>
                <a:lnTo>
                  <a:pt x="83563" y="37781"/>
                </a:lnTo>
                <a:cubicBezTo>
                  <a:pt x="83563" y="39772"/>
                  <a:pt x="83761" y="41563"/>
                  <a:pt x="84158" y="43155"/>
                </a:cubicBezTo>
                <a:cubicBezTo>
                  <a:pt x="84555" y="44748"/>
                  <a:pt x="85216" y="46114"/>
                  <a:pt x="86142" y="47255"/>
                </a:cubicBezTo>
                <a:cubicBezTo>
                  <a:pt x="87068" y="48396"/>
                  <a:pt x="88272" y="49272"/>
                  <a:pt x="89754" y="49883"/>
                </a:cubicBezTo>
                <a:cubicBezTo>
                  <a:pt x="91235" y="50493"/>
                  <a:pt x="93048" y="50799"/>
                  <a:pt x="95191" y="50799"/>
                </a:cubicBezTo>
                <a:cubicBezTo>
                  <a:pt x="96884" y="50799"/>
                  <a:pt x="98392" y="50660"/>
                  <a:pt x="99715" y="50382"/>
                </a:cubicBezTo>
                <a:cubicBezTo>
                  <a:pt x="101038" y="50104"/>
                  <a:pt x="102182" y="49793"/>
                  <a:pt x="103148" y="49449"/>
                </a:cubicBezTo>
                <a:cubicBezTo>
                  <a:pt x="104113" y="49105"/>
                  <a:pt x="104907" y="48794"/>
                  <a:pt x="105529" y="48517"/>
                </a:cubicBezTo>
                <a:cubicBezTo>
                  <a:pt x="106151" y="48239"/>
                  <a:pt x="106620" y="48100"/>
                  <a:pt x="106938" y="48100"/>
                </a:cubicBezTo>
                <a:cubicBezTo>
                  <a:pt x="107123" y="48100"/>
                  <a:pt x="107288" y="48146"/>
                  <a:pt x="107434" y="48239"/>
                </a:cubicBezTo>
                <a:cubicBezTo>
                  <a:pt x="107579" y="48331"/>
                  <a:pt x="107692" y="48470"/>
                  <a:pt x="107771" y="48655"/>
                </a:cubicBezTo>
                <a:cubicBezTo>
                  <a:pt x="107851" y="48841"/>
                  <a:pt x="107910" y="49099"/>
                  <a:pt x="107950" y="49429"/>
                </a:cubicBezTo>
                <a:cubicBezTo>
                  <a:pt x="107989" y="49760"/>
                  <a:pt x="108009" y="50164"/>
                  <a:pt x="108009" y="50640"/>
                </a:cubicBezTo>
                <a:cubicBezTo>
                  <a:pt x="108009" y="50984"/>
                  <a:pt x="107996" y="51281"/>
                  <a:pt x="107970" y="51533"/>
                </a:cubicBezTo>
                <a:cubicBezTo>
                  <a:pt x="107943" y="51784"/>
                  <a:pt x="107910" y="52009"/>
                  <a:pt x="107870" y="52207"/>
                </a:cubicBezTo>
                <a:cubicBezTo>
                  <a:pt x="107831" y="52406"/>
                  <a:pt x="107765" y="52584"/>
                  <a:pt x="107672" y="52743"/>
                </a:cubicBezTo>
                <a:cubicBezTo>
                  <a:pt x="107579" y="52902"/>
                  <a:pt x="107460" y="53054"/>
                  <a:pt x="107315" y="53200"/>
                </a:cubicBezTo>
                <a:cubicBezTo>
                  <a:pt x="107169" y="53345"/>
                  <a:pt x="106739" y="53583"/>
                  <a:pt x="106025" y="53914"/>
                </a:cubicBezTo>
                <a:cubicBezTo>
                  <a:pt x="105311" y="54245"/>
                  <a:pt x="104385" y="54569"/>
                  <a:pt x="103247" y="54886"/>
                </a:cubicBezTo>
                <a:cubicBezTo>
                  <a:pt x="102109" y="55204"/>
                  <a:pt x="100793" y="55488"/>
                  <a:pt x="99298" y="55740"/>
                </a:cubicBezTo>
                <a:cubicBezTo>
                  <a:pt x="97803" y="55991"/>
                  <a:pt x="96209" y="56117"/>
                  <a:pt x="94516" y="56117"/>
                </a:cubicBezTo>
                <a:cubicBezTo>
                  <a:pt x="91579" y="56117"/>
                  <a:pt x="89006" y="55706"/>
                  <a:pt x="86797" y="54885"/>
                </a:cubicBezTo>
                <a:cubicBezTo>
                  <a:pt x="84588" y="54064"/>
                  <a:pt x="82729" y="52846"/>
                  <a:pt x="81221" y="51230"/>
                </a:cubicBezTo>
                <a:cubicBezTo>
                  <a:pt x="79713" y="49615"/>
                  <a:pt x="78575" y="47589"/>
                  <a:pt x="77808" y="45152"/>
                </a:cubicBezTo>
                <a:cubicBezTo>
                  <a:pt x="77041" y="42715"/>
                  <a:pt x="76657" y="39882"/>
                  <a:pt x="76657" y="36650"/>
                </a:cubicBezTo>
                <a:cubicBezTo>
                  <a:pt x="76657" y="33578"/>
                  <a:pt x="77054" y="30817"/>
                  <a:pt x="77848" y="28367"/>
                </a:cubicBezTo>
                <a:cubicBezTo>
                  <a:pt x="78641" y="25917"/>
                  <a:pt x="79786" y="23838"/>
                  <a:pt x="81281" y="22130"/>
                </a:cubicBezTo>
                <a:cubicBezTo>
                  <a:pt x="82775" y="20422"/>
                  <a:pt x="84581" y="19111"/>
                  <a:pt x="86698" y="18197"/>
                </a:cubicBezTo>
                <a:cubicBezTo>
                  <a:pt x="88814" y="17284"/>
                  <a:pt x="91182" y="16827"/>
                  <a:pt x="93802" y="16827"/>
                </a:cubicBezTo>
                <a:cubicBezTo>
                  <a:pt x="96606" y="16827"/>
                  <a:pt x="98994" y="17277"/>
                  <a:pt x="100965" y="18176"/>
                </a:cubicBezTo>
                <a:cubicBezTo>
                  <a:pt x="102936" y="19076"/>
                  <a:pt x="104557" y="20286"/>
                  <a:pt x="105827" y="21808"/>
                </a:cubicBezTo>
                <a:cubicBezTo>
                  <a:pt x="107097" y="23329"/>
                  <a:pt x="108029" y="25115"/>
                  <a:pt x="108624" y="27165"/>
                </a:cubicBezTo>
                <a:cubicBezTo>
                  <a:pt x="109220" y="29216"/>
                  <a:pt x="109517" y="31405"/>
                  <a:pt x="109517" y="33733"/>
                </a:cubicBezTo>
                <a:lnTo>
                  <a:pt x="109517" y="34924"/>
                </a:lnTo>
                <a:moveTo>
                  <a:pt x="102929" y="32979"/>
                </a:moveTo>
                <a:cubicBezTo>
                  <a:pt x="103009" y="29540"/>
                  <a:pt x="102248" y="26841"/>
                  <a:pt x="100648" y="24883"/>
                </a:cubicBezTo>
                <a:cubicBezTo>
                  <a:pt x="99047" y="22925"/>
                  <a:pt x="96672" y="21947"/>
                  <a:pt x="93524" y="21947"/>
                </a:cubicBezTo>
                <a:cubicBezTo>
                  <a:pt x="91910" y="21947"/>
                  <a:pt x="90494" y="22251"/>
                  <a:pt x="89277" y="22859"/>
                </a:cubicBezTo>
                <a:cubicBezTo>
                  <a:pt x="88060" y="23468"/>
                  <a:pt x="87042" y="24275"/>
                  <a:pt x="86222" y="25280"/>
                </a:cubicBezTo>
                <a:cubicBezTo>
                  <a:pt x="85401" y="26286"/>
                  <a:pt x="84766" y="27456"/>
                  <a:pt x="84317" y="28792"/>
                </a:cubicBezTo>
                <a:cubicBezTo>
                  <a:pt x="83867" y="30129"/>
                  <a:pt x="83615" y="31524"/>
                  <a:pt x="83563" y="32979"/>
                </a:cubicBezTo>
                <a:lnTo>
                  <a:pt x="102929" y="32979"/>
                </a:lnTo>
                <a:close/>
                <a:moveTo>
                  <a:pt x="145004" y="53577"/>
                </a:moveTo>
                <a:cubicBezTo>
                  <a:pt x="145216" y="53947"/>
                  <a:pt x="145322" y="54258"/>
                  <a:pt x="145322" y="54509"/>
                </a:cubicBezTo>
                <a:cubicBezTo>
                  <a:pt x="145322" y="54761"/>
                  <a:pt x="145196" y="54966"/>
                  <a:pt x="144945" y="55124"/>
                </a:cubicBezTo>
                <a:cubicBezTo>
                  <a:pt x="144693" y="55283"/>
                  <a:pt x="144310" y="55396"/>
                  <a:pt x="143794" y="55462"/>
                </a:cubicBezTo>
                <a:cubicBezTo>
                  <a:pt x="143278" y="55528"/>
                  <a:pt x="142610" y="55561"/>
                  <a:pt x="141789" y="55561"/>
                </a:cubicBezTo>
                <a:cubicBezTo>
                  <a:pt x="140996" y="55561"/>
                  <a:pt x="140367" y="55541"/>
                  <a:pt x="139904" y="55501"/>
                </a:cubicBezTo>
                <a:cubicBezTo>
                  <a:pt x="139441" y="55462"/>
                  <a:pt x="139071" y="55396"/>
                  <a:pt x="138793" y="55303"/>
                </a:cubicBezTo>
                <a:cubicBezTo>
                  <a:pt x="138515" y="55210"/>
                  <a:pt x="138304" y="55091"/>
                  <a:pt x="138158" y="54946"/>
                </a:cubicBezTo>
                <a:cubicBezTo>
                  <a:pt x="138013" y="54800"/>
                  <a:pt x="137887" y="54635"/>
                  <a:pt x="137781" y="54450"/>
                </a:cubicBezTo>
                <a:lnTo>
                  <a:pt x="129209" y="40282"/>
                </a:lnTo>
                <a:lnTo>
                  <a:pt x="120676" y="54450"/>
                </a:lnTo>
                <a:cubicBezTo>
                  <a:pt x="120571" y="54635"/>
                  <a:pt x="120445" y="54800"/>
                  <a:pt x="120299" y="54946"/>
                </a:cubicBezTo>
                <a:cubicBezTo>
                  <a:pt x="120154" y="55091"/>
                  <a:pt x="119942" y="55210"/>
                  <a:pt x="119664" y="55303"/>
                </a:cubicBezTo>
                <a:cubicBezTo>
                  <a:pt x="119387" y="55396"/>
                  <a:pt x="119023" y="55462"/>
                  <a:pt x="118573" y="55501"/>
                </a:cubicBezTo>
                <a:cubicBezTo>
                  <a:pt x="118123" y="55541"/>
                  <a:pt x="117528" y="55561"/>
                  <a:pt x="116787" y="55561"/>
                </a:cubicBezTo>
                <a:cubicBezTo>
                  <a:pt x="116020" y="55561"/>
                  <a:pt x="115391" y="55528"/>
                  <a:pt x="114902" y="55462"/>
                </a:cubicBezTo>
                <a:cubicBezTo>
                  <a:pt x="114413" y="55396"/>
                  <a:pt x="114055" y="55283"/>
                  <a:pt x="113830" y="55124"/>
                </a:cubicBezTo>
                <a:cubicBezTo>
                  <a:pt x="113606" y="54966"/>
                  <a:pt x="113500" y="54761"/>
                  <a:pt x="113513" y="54509"/>
                </a:cubicBezTo>
                <a:cubicBezTo>
                  <a:pt x="113526" y="54258"/>
                  <a:pt x="113652" y="53947"/>
                  <a:pt x="113890" y="53577"/>
                </a:cubicBezTo>
                <a:lnTo>
                  <a:pt x="125002" y="36154"/>
                </a:lnTo>
                <a:lnTo>
                  <a:pt x="114485" y="19367"/>
                </a:lnTo>
                <a:cubicBezTo>
                  <a:pt x="114274" y="18997"/>
                  <a:pt x="114161" y="18686"/>
                  <a:pt x="114148" y="18434"/>
                </a:cubicBezTo>
                <a:cubicBezTo>
                  <a:pt x="114135" y="18183"/>
                  <a:pt x="114254" y="17971"/>
                  <a:pt x="114505" y="17799"/>
                </a:cubicBezTo>
                <a:cubicBezTo>
                  <a:pt x="114756" y="17627"/>
                  <a:pt x="115140" y="17515"/>
                  <a:pt x="115656" y="17462"/>
                </a:cubicBezTo>
                <a:cubicBezTo>
                  <a:pt x="116172" y="17409"/>
                  <a:pt x="116853" y="17383"/>
                  <a:pt x="117700" y="17383"/>
                </a:cubicBezTo>
                <a:cubicBezTo>
                  <a:pt x="118467" y="17383"/>
                  <a:pt x="119082" y="17402"/>
                  <a:pt x="119545" y="17442"/>
                </a:cubicBezTo>
                <a:cubicBezTo>
                  <a:pt x="120008" y="17482"/>
                  <a:pt x="120372" y="17541"/>
                  <a:pt x="120637" y="17621"/>
                </a:cubicBezTo>
                <a:cubicBezTo>
                  <a:pt x="120901" y="17700"/>
                  <a:pt x="121100" y="17806"/>
                  <a:pt x="121232" y="17938"/>
                </a:cubicBezTo>
                <a:cubicBezTo>
                  <a:pt x="121364" y="18071"/>
                  <a:pt x="121483" y="18229"/>
                  <a:pt x="121589" y="18414"/>
                </a:cubicBezTo>
                <a:lnTo>
                  <a:pt x="129725" y="31709"/>
                </a:lnTo>
                <a:lnTo>
                  <a:pt x="137980" y="18414"/>
                </a:lnTo>
                <a:cubicBezTo>
                  <a:pt x="138085" y="18256"/>
                  <a:pt x="138204" y="18110"/>
                  <a:pt x="138337" y="17978"/>
                </a:cubicBezTo>
                <a:cubicBezTo>
                  <a:pt x="138469" y="17846"/>
                  <a:pt x="138648" y="17733"/>
                  <a:pt x="138873" y="17641"/>
                </a:cubicBezTo>
                <a:cubicBezTo>
                  <a:pt x="139097" y="17548"/>
                  <a:pt x="139415" y="17482"/>
                  <a:pt x="139825" y="17442"/>
                </a:cubicBezTo>
                <a:cubicBezTo>
                  <a:pt x="140235" y="17402"/>
                  <a:pt x="140797" y="17383"/>
                  <a:pt x="141512" y="17383"/>
                </a:cubicBezTo>
                <a:cubicBezTo>
                  <a:pt x="142279" y="17383"/>
                  <a:pt x="142907" y="17409"/>
                  <a:pt x="143397" y="17462"/>
                </a:cubicBezTo>
                <a:cubicBezTo>
                  <a:pt x="143886" y="17515"/>
                  <a:pt x="144250" y="17614"/>
                  <a:pt x="144488" y="17760"/>
                </a:cubicBezTo>
                <a:cubicBezTo>
                  <a:pt x="144726" y="17905"/>
                  <a:pt x="144832" y="18110"/>
                  <a:pt x="144806" y="18375"/>
                </a:cubicBezTo>
                <a:cubicBezTo>
                  <a:pt x="144779" y="18639"/>
                  <a:pt x="144647" y="18970"/>
                  <a:pt x="144409" y="19367"/>
                </a:cubicBezTo>
                <a:lnTo>
                  <a:pt x="133971" y="35956"/>
                </a:lnTo>
                <a:lnTo>
                  <a:pt x="145004" y="53577"/>
                </a:lnTo>
                <a:close/>
                <a:moveTo>
                  <a:pt x="186227" y="35936"/>
                </a:moveTo>
                <a:cubicBezTo>
                  <a:pt x="186227" y="39060"/>
                  <a:pt x="185890" y="41867"/>
                  <a:pt x="185215" y="44357"/>
                </a:cubicBezTo>
                <a:cubicBezTo>
                  <a:pt x="184540" y="46846"/>
                  <a:pt x="183548" y="48959"/>
                  <a:pt x="182239" y="50694"/>
                </a:cubicBezTo>
                <a:cubicBezTo>
                  <a:pt x="180929" y="52429"/>
                  <a:pt x="179308" y="53766"/>
                  <a:pt x="177377" y="54706"/>
                </a:cubicBezTo>
                <a:cubicBezTo>
                  <a:pt x="175446" y="55647"/>
                  <a:pt x="173236" y="56117"/>
                  <a:pt x="170749" y="56117"/>
                </a:cubicBezTo>
                <a:cubicBezTo>
                  <a:pt x="169691" y="56117"/>
                  <a:pt x="168712" y="56011"/>
                  <a:pt x="167813" y="55799"/>
                </a:cubicBezTo>
                <a:cubicBezTo>
                  <a:pt x="166913" y="55587"/>
                  <a:pt x="166033" y="55257"/>
                  <a:pt x="165173" y="54807"/>
                </a:cubicBezTo>
                <a:cubicBezTo>
                  <a:pt x="164314" y="54356"/>
                  <a:pt x="163460" y="53787"/>
                  <a:pt x="162614" y="53098"/>
                </a:cubicBezTo>
                <a:cubicBezTo>
                  <a:pt x="161767" y="52409"/>
                  <a:pt x="160867" y="51601"/>
                  <a:pt x="159915" y="50675"/>
                </a:cubicBezTo>
                <a:lnTo>
                  <a:pt x="159915" y="68501"/>
                </a:lnTo>
                <a:cubicBezTo>
                  <a:pt x="159915" y="68712"/>
                  <a:pt x="159862" y="68897"/>
                  <a:pt x="159756" y="69056"/>
                </a:cubicBezTo>
                <a:cubicBezTo>
                  <a:pt x="159650" y="69214"/>
                  <a:pt x="159478" y="69346"/>
                  <a:pt x="159240" y="69451"/>
                </a:cubicBezTo>
                <a:cubicBezTo>
                  <a:pt x="159002" y="69557"/>
                  <a:pt x="158671" y="69636"/>
                  <a:pt x="158248" y="69689"/>
                </a:cubicBezTo>
                <a:cubicBezTo>
                  <a:pt x="157825" y="69742"/>
                  <a:pt x="157282" y="69769"/>
                  <a:pt x="156621" y="69769"/>
                </a:cubicBezTo>
                <a:cubicBezTo>
                  <a:pt x="155986" y="69769"/>
                  <a:pt x="155457" y="69742"/>
                  <a:pt x="155034" y="69689"/>
                </a:cubicBezTo>
                <a:cubicBezTo>
                  <a:pt x="154610" y="69636"/>
                  <a:pt x="154273" y="69557"/>
                  <a:pt x="154022" y="69451"/>
                </a:cubicBezTo>
                <a:cubicBezTo>
                  <a:pt x="153770" y="69345"/>
                  <a:pt x="153598" y="69213"/>
                  <a:pt x="153506" y="69054"/>
                </a:cubicBezTo>
                <a:cubicBezTo>
                  <a:pt x="153413" y="68896"/>
                  <a:pt x="153367" y="68710"/>
                  <a:pt x="153367" y="68499"/>
                </a:cubicBezTo>
                <a:lnTo>
                  <a:pt x="153367" y="18613"/>
                </a:lnTo>
                <a:cubicBezTo>
                  <a:pt x="153367" y="18375"/>
                  <a:pt x="153406" y="18183"/>
                  <a:pt x="153486" y="18037"/>
                </a:cubicBezTo>
                <a:cubicBezTo>
                  <a:pt x="153565" y="17892"/>
                  <a:pt x="153724" y="17766"/>
                  <a:pt x="153962" y="17660"/>
                </a:cubicBezTo>
                <a:cubicBezTo>
                  <a:pt x="154200" y="17555"/>
                  <a:pt x="154504" y="17482"/>
                  <a:pt x="154875" y="17442"/>
                </a:cubicBezTo>
                <a:cubicBezTo>
                  <a:pt x="155245" y="17402"/>
                  <a:pt x="155695" y="17383"/>
                  <a:pt x="156224" y="17383"/>
                </a:cubicBezTo>
                <a:cubicBezTo>
                  <a:pt x="156780" y="17383"/>
                  <a:pt x="157236" y="17402"/>
                  <a:pt x="157593" y="17442"/>
                </a:cubicBezTo>
                <a:cubicBezTo>
                  <a:pt x="157950" y="17482"/>
                  <a:pt x="158248" y="17555"/>
                  <a:pt x="158486" y="17660"/>
                </a:cubicBezTo>
                <a:cubicBezTo>
                  <a:pt x="158724" y="17766"/>
                  <a:pt x="158890" y="17892"/>
                  <a:pt x="158982" y="18039"/>
                </a:cubicBezTo>
                <a:cubicBezTo>
                  <a:pt x="159075" y="18184"/>
                  <a:pt x="159121" y="18376"/>
                  <a:pt x="159121" y="18614"/>
                </a:cubicBezTo>
                <a:lnTo>
                  <a:pt x="159121" y="23421"/>
                </a:lnTo>
                <a:cubicBezTo>
                  <a:pt x="160206" y="22309"/>
                  <a:pt x="161251" y="21343"/>
                  <a:pt x="162256" y="20522"/>
                </a:cubicBezTo>
                <a:cubicBezTo>
                  <a:pt x="163262" y="19701"/>
                  <a:pt x="164274" y="19019"/>
                  <a:pt x="165292" y="18476"/>
                </a:cubicBezTo>
                <a:cubicBezTo>
                  <a:pt x="166311" y="17933"/>
                  <a:pt x="167356" y="17523"/>
                  <a:pt x="168428" y="17245"/>
                </a:cubicBezTo>
                <a:cubicBezTo>
                  <a:pt x="169499" y="16966"/>
                  <a:pt x="170630" y="16827"/>
                  <a:pt x="171821" y="16827"/>
                </a:cubicBezTo>
                <a:cubicBezTo>
                  <a:pt x="174414" y="16827"/>
                  <a:pt x="176623" y="17330"/>
                  <a:pt x="178449" y="18336"/>
                </a:cubicBezTo>
                <a:cubicBezTo>
                  <a:pt x="180274" y="19343"/>
                  <a:pt x="181762" y="20720"/>
                  <a:pt x="182913" y="22469"/>
                </a:cubicBezTo>
                <a:cubicBezTo>
                  <a:pt x="184064" y="24217"/>
                  <a:pt x="184904" y="26249"/>
                  <a:pt x="185433" y="28567"/>
                </a:cubicBezTo>
                <a:cubicBezTo>
                  <a:pt x="185962" y="30883"/>
                  <a:pt x="186227" y="33340"/>
                  <a:pt x="186227" y="35936"/>
                </a:cubicBezTo>
                <a:moveTo>
                  <a:pt x="179322" y="36690"/>
                </a:moveTo>
                <a:cubicBezTo>
                  <a:pt x="179322" y="34862"/>
                  <a:pt x="179183" y="33093"/>
                  <a:pt x="178905" y="31384"/>
                </a:cubicBezTo>
                <a:cubicBezTo>
                  <a:pt x="178627" y="29675"/>
                  <a:pt x="178151" y="28159"/>
                  <a:pt x="177476" y="26834"/>
                </a:cubicBezTo>
                <a:cubicBezTo>
                  <a:pt x="176802" y="25510"/>
                  <a:pt x="175895" y="24450"/>
                  <a:pt x="174758" y="23656"/>
                </a:cubicBezTo>
                <a:cubicBezTo>
                  <a:pt x="173620" y="22860"/>
                  <a:pt x="172205" y="22462"/>
                  <a:pt x="170511" y="22462"/>
                </a:cubicBezTo>
                <a:cubicBezTo>
                  <a:pt x="169665" y="22462"/>
                  <a:pt x="168831" y="22589"/>
                  <a:pt x="168011" y="22841"/>
                </a:cubicBezTo>
                <a:cubicBezTo>
                  <a:pt x="167191" y="23092"/>
                  <a:pt x="166357" y="23489"/>
                  <a:pt x="165511" y="24033"/>
                </a:cubicBezTo>
                <a:cubicBezTo>
                  <a:pt x="164664" y="24576"/>
                  <a:pt x="163778" y="25291"/>
                  <a:pt x="162852" y="26179"/>
                </a:cubicBezTo>
                <a:cubicBezTo>
                  <a:pt x="161926" y="27067"/>
                  <a:pt x="160947" y="28161"/>
                  <a:pt x="159915" y="29460"/>
                </a:cubicBezTo>
                <a:lnTo>
                  <a:pt x="159915" y="43682"/>
                </a:lnTo>
                <a:cubicBezTo>
                  <a:pt x="161714" y="45882"/>
                  <a:pt x="163421" y="47566"/>
                  <a:pt x="165035" y="48732"/>
                </a:cubicBezTo>
                <a:cubicBezTo>
                  <a:pt x="166648" y="49898"/>
                  <a:pt x="168342" y="50481"/>
                  <a:pt x="170114" y="50481"/>
                </a:cubicBezTo>
                <a:cubicBezTo>
                  <a:pt x="171755" y="50481"/>
                  <a:pt x="173164" y="50084"/>
                  <a:pt x="174341" y="49289"/>
                </a:cubicBezTo>
                <a:cubicBezTo>
                  <a:pt x="175518" y="48494"/>
                  <a:pt x="176471" y="47434"/>
                  <a:pt x="177198" y="46109"/>
                </a:cubicBezTo>
                <a:cubicBezTo>
                  <a:pt x="177926" y="44785"/>
                  <a:pt x="178462" y="43301"/>
                  <a:pt x="178806" y="41658"/>
                </a:cubicBezTo>
                <a:cubicBezTo>
                  <a:pt x="179150" y="40015"/>
                  <a:pt x="179322" y="38359"/>
                  <a:pt x="179322" y="36690"/>
                </a:cubicBezTo>
                <a:close/>
                <a:moveTo>
                  <a:pt x="202261" y="54329"/>
                </a:moveTo>
                <a:cubicBezTo>
                  <a:pt x="202261" y="54541"/>
                  <a:pt x="202208" y="54720"/>
                  <a:pt x="202102" y="54866"/>
                </a:cubicBezTo>
                <a:cubicBezTo>
                  <a:pt x="201996" y="55012"/>
                  <a:pt x="201824" y="55138"/>
                  <a:pt x="201586" y="55243"/>
                </a:cubicBezTo>
                <a:cubicBezTo>
                  <a:pt x="201348" y="55349"/>
                  <a:pt x="201017" y="55429"/>
                  <a:pt x="200594" y="55482"/>
                </a:cubicBezTo>
                <a:cubicBezTo>
                  <a:pt x="200171" y="55534"/>
                  <a:pt x="199628" y="55561"/>
                  <a:pt x="198967" y="55561"/>
                </a:cubicBezTo>
                <a:cubicBezTo>
                  <a:pt x="198332" y="55561"/>
                  <a:pt x="197803" y="55534"/>
                  <a:pt x="197379" y="55482"/>
                </a:cubicBezTo>
                <a:cubicBezTo>
                  <a:pt x="196956" y="55429"/>
                  <a:pt x="196619" y="55349"/>
                  <a:pt x="196367" y="55243"/>
                </a:cubicBezTo>
                <a:cubicBezTo>
                  <a:pt x="196116" y="55138"/>
                  <a:pt x="195944" y="55012"/>
                  <a:pt x="195851" y="54866"/>
                </a:cubicBezTo>
                <a:cubicBezTo>
                  <a:pt x="195759" y="54720"/>
                  <a:pt x="195713" y="54541"/>
                  <a:pt x="195713" y="54329"/>
                </a:cubicBezTo>
                <a:lnTo>
                  <a:pt x="195713" y="1271"/>
                </a:lnTo>
                <a:cubicBezTo>
                  <a:pt x="195713" y="1060"/>
                  <a:pt x="195759" y="874"/>
                  <a:pt x="195851" y="716"/>
                </a:cubicBezTo>
                <a:cubicBezTo>
                  <a:pt x="195944" y="556"/>
                  <a:pt x="196116" y="423"/>
                  <a:pt x="196367" y="317"/>
                </a:cubicBezTo>
                <a:cubicBezTo>
                  <a:pt x="196619" y="212"/>
                  <a:pt x="196956" y="132"/>
                  <a:pt x="197379" y="79"/>
                </a:cubicBezTo>
                <a:cubicBezTo>
                  <a:pt x="197803" y="26"/>
                  <a:pt x="198332" y="0"/>
                  <a:pt x="198967" y="0"/>
                </a:cubicBezTo>
                <a:cubicBezTo>
                  <a:pt x="199628" y="0"/>
                  <a:pt x="200171" y="26"/>
                  <a:pt x="200594" y="79"/>
                </a:cubicBezTo>
                <a:cubicBezTo>
                  <a:pt x="201017" y="132"/>
                  <a:pt x="201348" y="212"/>
                  <a:pt x="201586" y="317"/>
                </a:cubicBezTo>
                <a:cubicBezTo>
                  <a:pt x="201824" y="423"/>
                  <a:pt x="201996" y="556"/>
                  <a:pt x="202102" y="716"/>
                </a:cubicBezTo>
                <a:cubicBezTo>
                  <a:pt x="202208" y="874"/>
                  <a:pt x="202261" y="1060"/>
                  <a:pt x="202261" y="1271"/>
                </a:cubicBezTo>
                <a:lnTo>
                  <a:pt x="202261" y="54329"/>
                </a:lnTo>
                <a:close/>
                <a:moveTo>
                  <a:pt x="241379" y="54370"/>
                </a:moveTo>
                <a:cubicBezTo>
                  <a:pt x="241379" y="54688"/>
                  <a:pt x="241273" y="54926"/>
                  <a:pt x="241061" y="55085"/>
                </a:cubicBezTo>
                <a:cubicBezTo>
                  <a:pt x="240849" y="55243"/>
                  <a:pt x="240558" y="55362"/>
                  <a:pt x="240188" y="55442"/>
                </a:cubicBezTo>
                <a:cubicBezTo>
                  <a:pt x="239818" y="55521"/>
                  <a:pt x="239275" y="55561"/>
                  <a:pt x="238561" y="55561"/>
                </a:cubicBezTo>
                <a:cubicBezTo>
                  <a:pt x="237873" y="55561"/>
                  <a:pt x="237324" y="55521"/>
                  <a:pt x="236914" y="55442"/>
                </a:cubicBezTo>
                <a:cubicBezTo>
                  <a:pt x="236504" y="55362"/>
                  <a:pt x="236206" y="55243"/>
                  <a:pt x="236021" y="55085"/>
                </a:cubicBezTo>
                <a:cubicBezTo>
                  <a:pt x="235836" y="54926"/>
                  <a:pt x="235743" y="54688"/>
                  <a:pt x="235743" y="54370"/>
                </a:cubicBezTo>
                <a:lnTo>
                  <a:pt x="235743" y="50799"/>
                </a:lnTo>
                <a:cubicBezTo>
                  <a:pt x="234182" y="52465"/>
                  <a:pt x="232443" y="53768"/>
                  <a:pt x="230524" y="54708"/>
                </a:cubicBezTo>
                <a:cubicBezTo>
                  <a:pt x="228606" y="55647"/>
                  <a:pt x="226576" y="56117"/>
                  <a:pt x="224432" y="56117"/>
                </a:cubicBezTo>
                <a:cubicBezTo>
                  <a:pt x="222554" y="56117"/>
                  <a:pt x="220854" y="55871"/>
                  <a:pt x="219333" y="55380"/>
                </a:cubicBezTo>
                <a:cubicBezTo>
                  <a:pt x="217811" y="54889"/>
                  <a:pt x="216515" y="54179"/>
                  <a:pt x="215444" y="53249"/>
                </a:cubicBezTo>
                <a:cubicBezTo>
                  <a:pt x="214372" y="52320"/>
                  <a:pt x="213539" y="51178"/>
                  <a:pt x="212943" y="49825"/>
                </a:cubicBezTo>
                <a:cubicBezTo>
                  <a:pt x="212348" y="48471"/>
                  <a:pt x="212050" y="46930"/>
                  <a:pt x="212050" y="45204"/>
                </a:cubicBezTo>
                <a:cubicBezTo>
                  <a:pt x="212050" y="43187"/>
                  <a:pt x="212460" y="41435"/>
                  <a:pt x="213281" y="39948"/>
                </a:cubicBezTo>
                <a:cubicBezTo>
                  <a:pt x="214101" y="38461"/>
                  <a:pt x="215278" y="37226"/>
                  <a:pt x="216813" y="36244"/>
                </a:cubicBezTo>
                <a:cubicBezTo>
                  <a:pt x="218347" y="35261"/>
                  <a:pt x="220226" y="34525"/>
                  <a:pt x="222448" y="34034"/>
                </a:cubicBezTo>
                <a:cubicBezTo>
                  <a:pt x="224671" y="33542"/>
                  <a:pt x="227171" y="33297"/>
                  <a:pt x="229949" y="33297"/>
                </a:cubicBezTo>
                <a:lnTo>
                  <a:pt x="234870" y="33297"/>
                </a:lnTo>
                <a:lnTo>
                  <a:pt x="234870" y="30529"/>
                </a:lnTo>
                <a:cubicBezTo>
                  <a:pt x="234870" y="29158"/>
                  <a:pt x="234724" y="27945"/>
                  <a:pt x="234433" y="26891"/>
                </a:cubicBezTo>
                <a:cubicBezTo>
                  <a:pt x="234142" y="25836"/>
                  <a:pt x="233673" y="24959"/>
                  <a:pt x="233025" y="24261"/>
                </a:cubicBezTo>
                <a:cubicBezTo>
                  <a:pt x="232376" y="23562"/>
                  <a:pt x="231536" y="23035"/>
                  <a:pt x="230505" y="22680"/>
                </a:cubicBezTo>
                <a:cubicBezTo>
                  <a:pt x="229473" y="22323"/>
                  <a:pt x="228203" y="22145"/>
                  <a:pt x="226695" y="22145"/>
                </a:cubicBezTo>
                <a:cubicBezTo>
                  <a:pt x="225081" y="22145"/>
                  <a:pt x="223632" y="22335"/>
                  <a:pt x="222349" y="22714"/>
                </a:cubicBezTo>
                <a:cubicBezTo>
                  <a:pt x="221066" y="23094"/>
                  <a:pt x="219941" y="23513"/>
                  <a:pt x="218976" y="23971"/>
                </a:cubicBezTo>
                <a:cubicBezTo>
                  <a:pt x="218010" y="24429"/>
                  <a:pt x="217203" y="24847"/>
                  <a:pt x="216555" y="25227"/>
                </a:cubicBezTo>
                <a:cubicBezTo>
                  <a:pt x="215907" y="25606"/>
                  <a:pt x="215424" y="25796"/>
                  <a:pt x="215106" y="25796"/>
                </a:cubicBezTo>
                <a:cubicBezTo>
                  <a:pt x="214895" y="25796"/>
                  <a:pt x="214709" y="25743"/>
                  <a:pt x="214551" y="25637"/>
                </a:cubicBezTo>
                <a:cubicBezTo>
                  <a:pt x="214392" y="25532"/>
                  <a:pt x="214253" y="25373"/>
                  <a:pt x="214134" y="25161"/>
                </a:cubicBezTo>
                <a:cubicBezTo>
                  <a:pt x="214015" y="24950"/>
                  <a:pt x="213929" y="24678"/>
                  <a:pt x="213876" y="24348"/>
                </a:cubicBezTo>
                <a:cubicBezTo>
                  <a:pt x="213823" y="24017"/>
                  <a:pt x="213797" y="23653"/>
                  <a:pt x="213797" y="23256"/>
                </a:cubicBezTo>
                <a:cubicBezTo>
                  <a:pt x="213797" y="22595"/>
                  <a:pt x="213843" y="22072"/>
                  <a:pt x="213935" y="21689"/>
                </a:cubicBezTo>
                <a:cubicBezTo>
                  <a:pt x="214028" y="21305"/>
                  <a:pt x="214253" y="20941"/>
                  <a:pt x="214610" y="20597"/>
                </a:cubicBezTo>
                <a:cubicBezTo>
                  <a:pt x="214967" y="20253"/>
                  <a:pt x="215582" y="19853"/>
                  <a:pt x="216456" y="19395"/>
                </a:cubicBezTo>
                <a:cubicBezTo>
                  <a:pt x="217329" y="18937"/>
                  <a:pt x="218334" y="18519"/>
                  <a:pt x="219472" y="18140"/>
                </a:cubicBezTo>
                <a:cubicBezTo>
                  <a:pt x="220609" y="17762"/>
                  <a:pt x="221853" y="17448"/>
                  <a:pt x="223202" y="17200"/>
                </a:cubicBezTo>
                <a:cubicBezTo>
                  <a:pt x="224552" y="16951"/>
                  <a:pt x="225914" y="16827"/>
                  <a:pt x="227290" y="16827"/>
                </a:cubicBezTo>
                <a:cubicBezTo>
                  <a:pt x="229856" y="16827"/>
                  <a:pt x="232039" y="17118"/>
                  <a:pt x="233838" y="17700"/>
                </a:cubicBezTo>
                <a:cubicBezTo>
                  <a:pt x="235637" y="18282"/>
                  <a:pt x="237092" y="19135"/>
                  <a:pt x="238204" y="20260"/>
                </a:cubicBezTo>
                <a:cubicBezTo>
                  <a:pt x="239315" y="21384"/>
                  <a:pt x="240122" y="22780"/>
                  <a:pt x="240625" y="24447"/>
                </a:cubicBezTo>
                <a:cubicBezTo>
                  <a:pt x="241127" y="26114"/>
                  <a:pt x="241379" y="28058"/>
                  <a:pt x="241379" y="30281"/>
                </a:cubicBezTo>
                <a:lnTo>
                  <a:pt x="241379" y="54370"/>
                </a:lnTo>
                <a:moveTo>
                  <a:pt x="234870" y="38020"/>
                </a:moveTo>
                <a:lnTo>
                  <a:pt x="229274" y="38020"/>
                </a:lnTo>
                <a:cubicBezTo>
                  <a:pt x="227475" y="38020"/>
                  <a:pt x="225914" y="38173"/>
                  <a:pt x="224591" y="38480"/>
                </a:cubicBezTo>
                <a:cubicBezTo>
                  <a:pt x="223268" y="38786"/>
                  <a:pt x="222170" y="39238"/>
                  <a:pt x="221297" y="39836"/>
                </a:cubicBezTo>
                <a:cubicBezTo>
                  <a:pt x="220424" y="40435"/>
                  <a:pt x="219783" y="41154"/>
                  <a:pt x="219372" y="41993"/>
                </a:cubicBezTo>
                <a:cubicBezTo>
                  <a:pt x="218962" y="42832"/>
                  <a:pt x="218757" y="43796"/>
                  <a:pt x="218757" y="44888"/>
                </a:cubicBezTo>
                <a:cubicBezTo>
                  <a:pt x="218757" y="46751"/>
                  <a:pt x="219346" y="48235"/>
                  <a:pt x="220523" y="49340"/>
                </a:cubicBezTo>
                <a:cubicBezTo>
                  <a:pt x="221701" y="50445"/>
                  <a:pt x="223348" y="50997"/>
                  <a:pt x="225464" y="50997"/>
                </a:cubicBezTo>
                <a:cubicBezTo>
                  <a:pt x="227184" y="50997"/>
                  <a:pt x="228778" y="50558"/>
                  <a:pt x="230247" y="49680"/>
                </a:cubicBezTo>
                <a:cubicBezTo>
                  <a:pt x="231715" y="48801"/>
                  <a:pt x="233256" y="47457"/>
                  <a:pt x="234870" y="45647"/>
                </a:cubicBezTo>
                <a:lnTo>
                  <a:pt x="234870" y="38020"/>
                </a:lnTo>
                <a:close/>
                <a:moveTo>
                  <a:pt x="259919" y="54331"/>
                </a:moveTo>
                <a:cubicBezTo>
                  <a:pt x="259919" y="54542"/>
                  <a:pt x="259866" y="54721"/>
                  <a:pt x="259760" y="54866"/>
                </a:cubicBezTo>
                <a:cubicBezTo>
                  <a:pt x="259654" y="55012"/>
                  <a:pt x="259482" y="55138"/>
                  <a:pt x="259244" y="55243"/>
                </a:cubicBezTo>
                <a:cubicBezTo>
                  <a:pt x="259006" y="55349"/>
                  <a:pt x="258675" y="55429"/>
                  <a:pt x="258252" y="55482"/>
                </a:cubicBezTo>
                <a:cubicBezTo>
                  <a:pt x="257829" y="55534"/>
                  <a:pt x="257286" y="55561"/>
                  <a:pt x="256625" y="55561"/>
                </a:cubicBezTo>
                <a:cubicBezTo>
                  <a:pt x="255990" y="55561"/>
                  <a:pt x="255461" y="55534"/>
                  <a:pt x="255037" y="55482"/>
                </a:cubicBezTo>
                <a:cubicBezTo>
                  <a:pt x="254614" y="55429"/>
                  <a:pt x="254277" y="55349"/>
                  <a:pt x="254025" y="55243"/>
                </a:cubicBezTo>
                <a:cubicBezTo>
                  <a:pt x="253774" y="55138"/>
                  <a:pt x="253602" y="55012"/>
                  <a:pt x="253510" y="54866"/>
                </a:cubicBezTo>
                <a:cubicBezTo>
                  <a:pt x="253417" y="54721"/>
                  <a:pt x="253371" y="54542"/>
                  <a:pt x="253371" y="54331"/>
                </a:cubicBezTo>
                <a:lnTo>
                  <a:pt x="253371" y="18613"/>
                </a:lnTo>
                <a:cubicBezTo>
                  <a:pt x="253371" y="18428"/>
                  <a:pt x="253417" y="18256"/>
                  <a:pt x="253510" y="18097"/>
                </a:cubicBezTo>
                <a:cubicBezTo>
                  <a:pt x="253602" y="17938"/>
                  <a:pt x="253774" y="17806"/>
                  <a:pt x="254025" y="17700"/>
                </a:cubicBezTo>
                <a:cubicBezTo>
                  <a:pt x="254277" y="17594"/>
                  <a:pt x="254614" y="17515"/>
                  <a:pt x="255037" y="17462"/>
                </a:cubicBezTo>
                <a:cubicBezTo>
                  <a:pt x="255461" y="17409"/>
                  <a:pt x="255990" y="17383"/>
                  <a:pt x="256625" y="17383"/>
                </a:cubicBezTo>
                <a:cubicBezTo>
                  <a:pt x="257286" y="17383"/>
                  <a:pt x="257829" y="17409"/>
                  <a:pt x="258252" y="17462"/>
                </a:cubicBezTo>
                <a:cubicBezTo>
                  <a:pt x="258675" y="17515"/>
                  <a:pt x="259006" y="17594"/>
                  <a:pt x="259244" y="17700"/>
                </a:cubicBezTo>
                <a:cubicBezTo>
                  <a:pt x="259482" y="17806"/>
                  <a:pt x="259654" y="17938"/>
                  <a:pt x="259760" y="18097"/>
                </a:cubicBezTo>
                <a:cubicBezTo>
                  <a:pt x="259866" y="18256"/>
                  <a:pt x="259919" y="18428"/>
                  <a:pt x="259919" y="18613"/>
                </a:cubicBezTo>
                <a:lnTo>
                  <a:pt x="259919" y="54331"/>
                </a:lnTo>
                <a:moveTo>
                  <a:pt x="260673" y="6509"/>
                </a:moveTo>
                <a:cubicBezTo>
                  <a:pt x="260673" y="8043"/>
                  <a:pt x="260382" y="9088"/>
                  <a:pt x="259800" y="9644"/>
                </a:cubicBezTo>
                <a:cubicBezTo>
                  <a:pt x="259218" y="10199"/>
                  <a:pt x="258146" y="10477"/>
                  <a:pt x="256585" y="10477"/>
                </a:cubicBezTo>
                <a:cubicBezTo>
                  <a:pt x="255051" y="10477"/>
                  <a:pt x="253999" y="10206"/>
                  <a:pt x="253430" y="9664"/>
                </a:cubicBezTo>
                <a:cubicBezTo>
                  <a:pt x="252861" y="9121"/>
                  <a:pt x="252577" y="8096"/>
                  <a:pt x="252577" y="6588"/>
                </a:cubicBezTo>
                <a:cubicBezTo>
                  <a:pt x="252577" y="5053"/>
                  <a:pt x="252868" y="4008"/>
                  <a:pt x="253450" y="3453"/>
                </a:cubicBezTo>
                <a:cubicBezTo>
                  <a:pt x="254032" y="2897"/>
                  <a:pt x="255104" y="2619"/>
                  <a:pt x="256665" y="2619"/>
                </a:cubicBezTo>
                <a:cubicBezTo>
                  <a:pt x="258199" y="2619"/>
                  <a:pt x="259251" y="2890"/>
                  <a:pt x="259820" y="3433"/>
                </a:cubicBezTo>
                <a:cubicBezTo>
                  <a:pt x="260389" y="3975"/>
                  <a:pt x="260673" y="5000"/>
                  <a:pt x="260673" y="6509"/>
                </a:cubicBezTo>
                <a:close/>
                <a:moveTo>
                  <a:pt x="302886" y="54331"/>
                </a:moveTo>
                <a:cubicBezTo>
                  <a:pt x="302886" y="54542"/>
                  <a:pt x="302834" y="54721"/>
                  <a:pt x="302728" y="54866"/>
                </a:cubicBezTo>
                <a:cubicBezTo>
                  <a:pt x="302622" y="55012"/>
                  <a:pt x="302450" y="55138"/>
                  <a:pt x="302212" y="55243"/>
                </a:cubicBezTo>
                <a:cubicBezTo>
                  <a:pt x="301974" y="55349"/>
                  <a:pt x="301643" y="55429"/>
                  <a:pt x="301220" y="55482"/>
                </a:cubicBezTo>
                <a:cubicBezTo>
                  <a:pt x="300796" y="55534"/>
                  <a:pt x="300267" y="55561"/>
                  <a:pt x="299632" y="55561"/>
                </a:cubicBezTo>
                <a:cubicBezTo>
                  <a:pt x="298971" y="55561"/>
                  <a:pt x="298428" y="55534"/>
                  <a:pt x="298005" y="55482"/>
                </a:cubicBezTo>
                <a:cubicBezTo>
                  <a:pt x="297582" y="55429"/>
                  <a:pt x="297251" y="55349"/>
                  <a:pt x="297013" y="55243"/>
                </a:cubicBezTo>
                <a:cubicBezTo>
                  <a:pt x="296775" y="55138"/>
                  <a:pt x="296603" y="55012"/>
                  <a:pt x="296497" y="54866"/>
                </a:cubicBezTo>
                <a:cubicBezTo>
                  <a:pt x="296391" y="54721"/>
                  <a:pt x="296338" y="54542"/>
                  <a:pt x="296338" y="54331"/>
                </a:cubicBezTo>
                <a:lnTo>
                  <a:pt x="296338" y="33416"/>
                </a:lnTo>
                <a:cubicBezTo>
                  <a:pt x="296338" y="31379"/>
                  <a:pt x="296180" y="29738"/>
                  <a:pt x="295862" y="28495"/>
                </a:cubicBezTo>
                <a:cubicBezTo>
                  <a:pt x="295545" y="27251"/>
                  <a:pt x="295082" y="26180"/>
                  <a:pt x="294473" y="25280"/>
                </a:cubicBezTo>
                <a:cubicBezTo>
                  <a:pt x="293864" y="24381"/>
                  <a:pt x="293077" y="23693"/>
                  <a:pt x="292112" y="23217"/>
                </a:cubicBezTo>
                <a:cubicBezTo>
                  <a:pt x="291146" y="22740"/>
                  <a:pt x="290028" y="22502"/>
                  <a:pt x="288758" y="22502"/>
                </a:cubicBezTo>
                <a:cubicBezTo>
                  <a:pt x="287118" y="22502"/>
                  <a:pt x="285477" y="23084"/>
                  <a:pt x="283837" y="24248"/>
                </a:cubicBezTo>
                <a:cubicBezTo>
                  <a:pt x="282197" y="25413"/>
                  <a:pt x="280477" y="27119"/>
                  <a:pt x="278678" y="29368"/>
                </a:cubicBezTo>
                <a:lnTo>
                  <a:pt x="278678" y="54331"/>
                </a:lnTo>
                <a:cubicBezTo>
                  <a:pt x="278678" y="54542"/>
                  <a:pt x="278625" y="54721"/>
                  <a:pt x="278519" y="54866"/>
                </a:cubicBezTo>
                <a:cubicBezTo>
                  <a:pt x="278413" y="55012"/>
                  <a:pt x="278241" y="55138"/>
                  <a:pt x="278003" y="55243"/>
                </a:cubicBezTo>
                <a:cubicBezTo>
                  <a:pt x="277765" y="55349"/>
                  <a:pt x="277434" y="55429"/>
                  <a:pt x="277011" y="55482"/>
                </a:cubicBezTo>
                <a:cubicBezTo>
                  <a:pt x="276588" y="55534"/>
                  <a:pt x="276045" y="55561"/>
                  <a:pt x="275384" y="55561"/>
                </a:cubicBezTo>
                <a:cubicBezTo>
                  <a:pt x="274749" y="55561"/>
                  <a:pt x="274220" y="55534"/>
                  <a:pt x="273796" y="55482"/>
                </a:cubicBezTo>
                <a:cubicBezTo>
                  <a:pt x="273373" y="55429"/>
                  <a:pt x="273036" y="55349"/>
                  <a:pt x="272784" y="55243"/>
                </a:cubicBezTo>
                <a:cubicBezTo>
                  <a:pt x="272533" y="55138"/>
                  <a:pt x="272361" y="55012"/>
                  <a:pt x="272268" y="54866"/>
                </a:cubicBezTo>
                <a:cubicBezTo>
                  <a:pt x="272176" y="54721"/>
                  <a:pt x="272130" y="54542"/>
                  <a:pt x="272130" y="54331"/>
                </a:cubicBezTo>
                <a:lnTo>
                  <a:pt x="272130" y="18613"/>
                </a:lnTo>
                <a:cubicBezTo>
                  <a:pt x="272130" y="18401"/>
                  <a:pt x="272169" y="18223"/>
                  <a:pt x="272249" y="18077"/>
                </a:cubicBezTo>
                <a:cubicBezTo>
                  <a:pt x="272328" y="17932"/>
                  <a:pt x="272487" y="17799"/>
                  <a:pt x="272725" y="17680"/>
                </a:cubicBezTo>
                <a:cubicBezTo>
                  <a:pt x="272963" y="17561"/>
                  <a:pt x="273267" y="17482"/>
                  <a:pt x="273638" y="17442"/>
                </a:cubicBezTo>
                <a:cubicBezTo>
                  <a:pt x="274008" y="17402"/>
                  <a:pt x="274498" y="17383"/>
                  <a:pt x="275106" y="17383"/>
                </a:cubicBezTo>
                <a:cubicBezTo>
                  <a:pt x="275688" y="17383"/>
                  <a:pt x="276171" y="17402"/>
                  <a:pt x="276555" y="17442"/>
                </a:cubicBezTo>
                <a:cubicBezTo>
                  <a:pt x="276938" y="17482"/>
                  <a:pt x="277236" y="17561"/>
                  <a:pt x="277448" y="17680"/>
                </a:cubicBezTo>
                <a:cubicBezTo>
                  <a:pt x="277659" y="17799"/>
                  <a:pt x="277811" y="17932"/>
                  <a:pt x="277904" y="18077"/>
                </a:cubicBezTo>
                <a:cubicBezTo>
                  <a:pt x="277997" y="18223"/>
                  <a:pt x="278043" y="18401"/>
                  <a:pt x="278043" y="18613"/>
                </a:cubicBezTo>
                <a:lnTo>
                  <a:pt x="278043" y="23336"/>
                </a:lnTo>
                <a:cubicBezTo>
                  <a:pt x="280054" y="21087"/>
                  <a:pt x="282058" y="19440"/>
                  <a:pt x="284055" y="18395"/>
                </a:cubicBezTo>
                <a:cubicBezTo>
                  <a:pt x="286053" y="17350"/>
                  <a:pt x="288070" y="16827"/>
                  <a:pt x="290107" y="16827"/>
                </a:cubicBezTo>
                <a:cubicBezTo>
                  <a:pt x="292489" y="16827"/>
                  <a:pt x="294493" y="17231"/>
                  <a:pt x="296120" y="18037"/>
                </a:cubicBezTo>
                <a:cubicBezTo>
                  <a:pt x="297747" y="18844"/>
                  <a:pt x="299063" y="19923"/>
                  <a:pt x="300069" y="21272"/>
                </a:cubicBezTo>
                <a:cubicBezTo>
                  <a:pt x="301074" y="22621"/>
                  <a:pt x="301795" y="24202"/>
                  <a:pt x="302232" y="26014"/>
                </a:cubicBezTo>
                <a:cubicBezTo>
                  <a:pt x="302668" y="27827"/>
                  <a:pt x="302886" y="30003"/>
                  <a:pt x="302886" y="32543"/>
                </a:cubicBezTo>
                <a:lnTo>
                  <a:pt x="302886" y="54331"/>
                </a:lnTo>
                <a:close/>
                <a:moveTo>
                  <a:pt x="366772" y="53972"/>
                </a:moveTo>
                <a:cubicBezTo>
                  <a:pt x="366772" y="54237"/>
                  <a:pt x="366692" y="54469"/>
                  <a:pt x="366534" y="54668"/>
                </a:cubicBezTo>
                <a:cubicBezTo>
                  <a:pt x="366375" y="54866"/>
                  <a:pt x="366110" y="55032"/>
                  <a:pt x="365740" y="55164"/>
                </a:cubicBezTo>
                <a:cubicBezTo>
                  <a:pt x="365369" y="55296"/>
                  <a:pt x="364860" y="55396"/>
                  <a:pt x="364212" y="55462"/>
                </a:cubicBezTo>
                <a:cubicBezTo>
                  <a:pt x="363564" y="55528"/>
                  <a:pt x="362763" y="55561"/>
                  <a:pt x="361811" y="55561"/>
                </a:cubicBezTo>
                <a:cubicBezTo>
                  <a:pt x="360832" y="55561"/>
                  <a:pt x="360018" y="55528"/>
                  <a:pt x="359370" y="55462"/>
                </a:cubicBezTo>
                <a:cubicBezTo>
                  <a:pt x="358722" y="55396"/>
                  <a:pt x="358213" y="55296"/>
                  <a:pt x="357842" y="55164"/>
                </a:cubicBezTo>
                <a:cubicBezTo>
                  <a:pt x="357472" y="55032"/>
                  <a:pt x="357207" y="54866"/>
                  <a:pt x="357049" y="54668"/>
                </a:cubicBezTo>
                <a:cubicBezTo>
                  <a:pt x="356890" y="54470"/>
                  <a:pt x="356810" y="54238"/>
                  <a:pt x="356810" y="53973"/>
                </a:cubicBezTo>
                <a:lnTo>
                  <a:pt x="356810" y="33773"/>
                </a:lnTo>
                <a:cubicBezTo>
                  <a:pt x="356810" y="32053"/>
                  <a:pt x="356685" y="30704"/>
                  <a:pt x="356433" y="29725"/>
                </a:cubicBezTo>
                <a:cubicBezTo>
                  <a:pt x="356182" y="28746"/>
                  <a:pt x="355818" y="27906"/>
                  <a:pt x="355342" y="27205"/>
                </a:cubicBezTo>
                <a:cubicBezTo>
                  <a:pt x="354866" y="26504"/>
                  <a:pt x="354251" y="25962"/>
                  <a:pt x="353497" y="25578"/>
                </a:cubicBezTo>
                <a:cubicBezTo>
                  <a:pt x="352743" y="25194"/>
                  <a:pt x="351863" y="25002"/>
                  <a:pt x="350857" y="25002"/>
                </a:cubicBezTo>
                <a:cubicBezTo>
                  <a:pt x="349587" y="25002"/>
                  <a:pt x="348304" y="25465"/>
                  <a:pt x="347008" y="26391"/>
                </a:cubicBezTo>
                <a:cubicBezTo>
                  <a:pt x="345711" y="27317"/>
                  <a:pt x="344362" y="28667"/>
                  <a:pt x="342960" y="30439"/>
                </a:cubicBezTo>
                <a:lnTo>
                  <a:pt x="342960" y="53973"/>
                </a:lnTo>
                <a:cubicBezTo>
                  <a:pt x="342960" y="54238"/>
                  <a:pt x="342881" y="54470"/>
                  <a:pt x="342722" y="54668"/>
                </a:cubicBezTo>
                <a:cubicBezTo>
                  <a:pt x="342563" y="54866"/>
                  <a:pt x="342292" y="55032"/>
                  <a:pt x="341908" y="55164"/>
                </a:cubicBezTo>
                <a:cubicBezTo>
                  <a:pt x="341525" y="55296"/>
                  <a:pt x="341015" y="55396"/>
                  <a:pt x="340380" y="55462"/>
                </a:cubicBezTo>
                <a:cubicBezTo>
                  <a:pt x="339745" y="55528"/>
                  <a:pt x="338938" y="55561"/>
                  <a:pt x="337959" y="55561"/>
                </a:cubicBezTo>
                <a:cubicBezTo>
                  <a:pt x="336980" y="55561"/>
                  <a:pt x="336174" y="55528"/>
                  <a:pt x="335539" y="55462"/>
                </a:cubicBezTo>
                <a:cubicBezTo>
                  <a:pt x="334904" y="55396"/>
                  <a:pt x="334394" y="55296"/>
                  <a:pt x="334011" y="55164"/>
                </a:cubicBezTo>
                <a:cubicBezTo>
                  <a:pt x="333627" y="55032"/>
                  <a:pt x="333356" y="54866"/>
                  <a:pt x="333197" y="54668"/>
                </a:cubicBezTo>
                <a:cubicBezTo>
                  <a:pt x="333038" y="54470"/>
                  <a:pt x="332959" y="54238"/>
                  <a:pt x="332959" y="53973"/>
                </a:cubicBezTo>
                <a:lnTo>
                  <a:pt x="332959" y="1786"/>
                </a:lnTo>
                <a:cubicBezTo>
                  <a:pt x="332959" y="1521"/>
                  <a:pt x="333038" y="1283"/>
                  <a:pt x="333197" y="1072"/>
                </a:cubicBezTo>
                <a:cubicBezTo>
                  <a:pt x="333356" y="860"/>
                  <a:pt x="333627" y="681"/>
                  <a:pt x="334011" y="536"/>
                </a:cubicBezTo>
                <a:cubicBezTo>
                  <a:pt x="334394" y="390"/>
                  <a:pt x="334904" y="278"/>
                  <a:pt x="335539" y="198"/>
                </a:cubicBezTo>
                <a:cubicBezTo>
                  <a:pt x="336174" y="119"/>
                  <a:pt x="336980" y="79"/>
                  <a:pt x="337959" y="79"/>
                </a:cubicBezTo>
                <a:cubicBezTo>
                  <a:pt x="338938" y="79"/>
                  <a:pt x="339745" y="119"/>
                  <a:pt x="340380" y="198"/>
                </a:cubicBezTo>
                <a:cubicBezTo>
                  <a:pt x="341015" y="278"/>
                  <a:pt x="341525" y="390"/>
                  <a:pt x="341908" y="536"/>
                </a:cubicBezTo>
                <a:cubicBezTo>
                  <a:pt x="342292" y="680"/>
                  <a:pt x="342563" y="859"/>
                  <a:pt x="342722" y="1070"/>
                </a:cubicBezTo>
                <a:cubicBezTo>
                  <a:pt x="342881" y="1281"/>
                  <a:pt x="342960" y="1519"/>
                  <a:pt x="342960" y="1783"/>
                </a:cubicBezTo>
                <a:lnTo>
                  <a:pt x="342960" y="21317"/>
                </a:lnTo>
                <a:cubicBezTo>
                  <a:pt x="344680" y="19622"/>
                  <a:pt x="346432" y="18357"/>
                  <a:pt x="348218" y="17523"/>
                </a:cubicBezTo>
                <a:cubicBezTo>
                  <a:pt x="350004" y="16689"/>
                  <a:pt x="351863" y="16271"/>
                  <a:pt x="353794" y="16271"/>
                </a:cubicBezTo>
                <a:cubicBezTo>
                  <a:pt x="356202" y="16271"/>
                  <a:pt x="358233" y="16669"/>
                  <a:pt x="359886" y="17463"/>
                </a:cubicBezTo>
                <a:cubicBezTo>
                  <a:pt x="361540" y="18258"/>
                  <a:pt x="362876" y="19344"/>
                  <a:pt x="363894" y="20721"/>
                </a:cubicBezTo>
                <a:cubicBezTo>
                  <a:pt x="364913" y="22098"/>
                  <a:pt x="365647" y="23707"/>
                  <a:pt x="366097" y="25548"/>
                </a:cubicBezTo>
                <a:cubicBezTo>
                  <a:pt x="366547" y="27389"/>
                  <a:pt x="366772" y="29620"/>
                  <a:pt x="366772" y="32241"/>
                </a:cubicBezTo>
                <a:lnTo>
                  <a:pt x="366772" y="53972"/>
                </a:lnTo>
                <a:close/>
                <a:moveTo>
                  <a:pt x="412524" y="35915"/>
                </a:moveTo>
                <a:cubicBezTo>
                  <a:pt x="412524" y="38938"/>
                  <a:pt x="412127" y="41695"/>
                  <a:pt x="411333" y="44187"/>
                </a:cubicBezTo>
                <a:cubicBezTo>
                  <a:pt x="410540" y="46679"/>
                  <a:pt x="409336" y="48826"/>
                  <a:pt x="407722" y="50629"/>
                </a:cubicBezTo>
                <a:cubicBezTo>
                  <a:pt x="406108" y="52431"/>
                  <a:pt x="404084" y="53823"/>
                  <a:pt x="401650" y="54804"/>
                </a:cubicBezTo>
                <a:cubicBezTo>
                  <a:pt x="399216" y="55785"/>
                  <a:pt x="396372" y="56275"/>
                  <a:pt x="393117" y="56275"/>
                </a:cubicBezTo>
                <a:cubicBezTo>
                  <a:pt x="389969" y="56275"/>
                  <a:pt x="387231" y="55838"/>
                  <a:pt x="384902" y="54963"/>
                </a:cubicBezTo>
                <a:cubicBezTo>
                  <a:pt x="382574" y="54088"/>
                  <a:pt x="380643" y="52816"/>
                  <a:pt x="379108" y="51146"/>
                </a:cubicBezTo>
                <a:cubicBezTo>
                  <a:pt x="377574" y="49476"/>
                  <a:pt x="376436" y="47421"/>
                  <a:pt x="375695" y="44982"/>
                </a:cubicBezTo>
                <a:cubicBezTo>
                  <a:pt x="374954" y="42543"/>
                  <a:pt x="374584" y="39760"/>
                  <a:pt x="374584" y="36632"/>
                </a:cubicBezTo>
                <a:cubicBezTo>
                  <a:pt x="374584" y="33609"/>
                  <a:pt x="374987" y="30845"/>
                  <a:pt x="375794" y="28340"/>
                </a:cubicBezTo>
                <a:cubicBezTo>
                  <a:pt x="376601" y="25835"/>
                  <a:pt x="377812" y="23687"/>
                  <a:pt x="379426" y="21898"/>
                </a:cubicBezTo>
                <a:cubicBezTo>
                  <a:pt x="381040" y="20109"/>
                  <a:pt x="383057" y="18724"/>
                  <a:pt x="385478" y="17744"/>
                </a:cubicBezTo>
                <a:cubicBezTo>
                  <a:pt x="387899" y="16762"/>
                  <a:pt x="390736" y="16271"/>
                  <a:pt x="393991" y="16271"/>
                </a:cubicBezTo>
                <a:cubicBezTo>
                  <a:pt x="397165" y="16271"/>
                  <a:pt x="399917" y="16702"/>
                  <a:pt x="402245" y="17564"/>
                </a:cubicBezTo>
                <a:cubicBezTo>
                  <a:pt x="404574" y="18425"/>
                  <a:pt x="406498" y="19691"/>
                  <a:pt x="408020" y="21361"/>
                </a:cubicBezTo>
                <a:cubicBezTo>
                  <a:pt x="409541" y="23031"/>
                  <a:pt x="410672" y="25086"/>
                  <a:pt x="411413" y="27525"/>
                </a:cubicBezTo>
                <a:cubicBezTo>
                  <a:pt x="412154" y="29964"/>
                  <a:pt x="412524" y="32761"/>
                  <a:pt x="412524" y="35915"/>
                </a:cubicBezTo>
                <a:moveTo>
                  <a:pt x="402245" y="36313"/>
                </a:moveTo>
                <a:cubicBezTo>
                  <a:pt x="402245" y="34567"/>
                  <a:pt x="402106" y="32960"/>
                  <a:pt x="401829" y="31491"/>
                </a:cubicBezTo>
                <a:cubicBezTo>
                  <a:pt x="401551" y="30023"/>
                  <a:pt x="401081" y="28746"/>
                  <a:pt x="400420" y="27661"/>
                </a:cubicBezTo>
                <a:cubicBezTo>
                  <a:pt x="399758" y="26577"/>
                  <a:pt x="398879" y="25730"/>
                  <a:pt x="397781" y="25121"/>
                </a:cubicBezTo>
                <a:cubicBezTo>
                  <a:pt x="396683" y="24513"/>
                  <a:pt x="395300" y="24209"/>
                  <a:pt x="393633" y="24209"/>
                </a:cubicBezTo>
                <a:cubicBezTo>
                  <a:pt x="392152" y="24209"/>
                  <a:pt x="390855" y="24480"/>
                  <a:pt x="389744" y="25022"/>
                </a:cubicBezTo>
                <a:cubicBezTo>
                  <a:pt x="388633" y="25565"/>
                  <a:pt x="387720" y="26358"/>
                  <a:pt x="387006" y="27403"/>
                </a:cubicBezTo>
                <a:cubicBezTo>
                  <a:pt x="386291" y="28449"/>
                  <a:pt x="385756" y="29705"/>
                  <a:pt x="385398" y="31174"/>
                </a:cubicBezTo>
                <a:cubicBezTo>
                  <a:pt x="385041" y="32642"/>
                  <a:pt x="384863" y="34315"/>
                  <a:pt x="384863" y="36194"/>
                </a:cubicBezTo>
                <a:cubicBezTo>
                  <a:pt x="384863" y="37940"/>
                  <a:pt x="385008" y="39547"/>
                  <a:pt x="385299" y="41016"/>
                </a:cubicBezTo>
                <a:cubicBezTo>
                  <a:pt x="385590" y="42484"/>
                  <a:pt x="386060" y="43761"/>
                  <a:pt x="386708" y="44846"/>
                </a:cubicBezTo>
                <a:cubicBezTo>
                  <a:pt x="387356" y="45930"/>
                  <a:pt x="388236" y="46770"/>
                  <a:pt x="389347" y="47366"/>
                </a:cubicBezTo>
                <a:cubicBezTo>
                  <a:pt x="390458" y="47961"/>
                  <a:pt x="391834" y="48259"/>
                  <a:pt x="393475" y="48259"/>
                </a:cubicBezTo>
                <a:cubicBezTo>
                  <a:pt x="394983" y="48259"/>
                  <a:pt x="396292" y="47987"/>
                  <a:pt x="397404" y="47445"/>
                </a:cubicBezTo>
                <a:cubicBezTo>
                  <a:pt x="398515" y="46903"/>
                  <a:pt x="399428" y="46116"/>
                  <a:pt x="400142" y="45084"/>
                </a:cubicBezTo>
                <a:cubicBezTo>
                  <a:pt x="400856" y="44052"/>
                  <a:pt x="401385" y="42802"/>
                  <a:pt x="401729" y="41333"/>
                </a:cubicBezTo>
                <a:cubicBezTo>
                  <a:pt x="402073" y="39865"/>
                  <a:pt x="402245" y="38192"/>
                  <a:pt x="402245" y="36313"/>
                </a:cubicBezTo>
                <a:close/>
                <a:moveTo>
                  <a:pt x="474659" y="18494"/>
                </a:moveTo>
                <a:cubicBezTo>
                  <a:pt x="474659" y="18785"/>
                  <a:pt x="474619" y="19142"/>
                  <a:pt x="474540" y="19565"/>
                </a:cubicBezTo>
                <a:cubicBezTo>
                  <a:pt x="474460" y="19989"/>
                  <a:pt x="474315" y="20597"/>
                  <a:pt x="474103" y="21391"/>
                </a:cubicBezTo>
                <a:lnTo>
                  <a:pt x="464658" y="53418"/>
                </a:lnTo>
                <a:cubicBezTo>
                  <a:pt x="464526" y="53868"/>
                  <a:pt x="464354" y="54231"/>
                  <a:pt x="464142" y="54509"/>
                </a:cubicBezTo>
                <a:cubicBezTo>
                  <a:pt x="463930" y="54787"/>
                  <a:pt x="463606" y="55005"/>
                  <a:pt x="463170" y="55164"/>
                </a:cubicBezTo>
                <a:cubicBezTo>
                  <a:pt x="462733" y="55323"/>
                  <a:pt x="462111" y="55429"/>
                  <a:pt x="461304" y="55482"/>
                </a:cubicBezTo>
                <a:cubicBezTo>
                  <a:pt x="460497" y="55534"/>
                  <a:pt x="459446" y="55561"/>
                  <a:pt x="458149" y="55561"/>
                </a:cubicBezTo>
                <a:cubicBezTo>
                  <a:pt x="456853" y="55561"/>
                  <a:pt x="455795" y="55528"/>
                  <a:pt x="454974" y="55462"/>
                </a:cubicBezTo>
                <a:cubicBezTo>
                  <a:pt x="454154" y="55396"/>
                  <a:pt x="453513" y="55283"/>
                  <a:pt x="453050" y="55124"/>
                </a:cubicBezTo>
                <a:cubicBezTo>
                  <a:pt x="452587" y="54966"/>
                  <a:pt x="452249" y="54747"/>
                  <a:pt x="452038" y="54470"/>
                </a:cubicBezTo>
                <a:cubicBezTo>
                  <a:pt x="451826" y="54192"/>
                  <a:pt x="451667" y="53841"/>
                  <a:pt x="451561" y="53418"/>
                </a:cubicBezTo>
                <a:lnTo>
                  <a:pt x="445608" y="31908"/>
                </a:lnTo>
                <a:lnTo>
                  <a:pt x="445529" y="31551"/>
                </a:lnTo>
                <a:lnTo>
                  <a:pt x="445450" y="31908"/>
                </a:lnTo>
                <a:lnTo>
                  <a:pt x="439973" y="53418"/>
                </a:lnTo>
                <a:cubicBezTo>
                  <a:pt x="439867" y="53868"/>
                  <a:pt x="439715" y="54231"/>
                  <a:pt x="439517" y="54509"/>
                </a:cubicBezTo>
                <a:cubicBezTo>
                  <a:pt x="439318" y="54787"/>
                  <a:pt x="438981" y="55005"/>
                  <a:pt x="438505" y="55164"/>
                </a:cubicBezTo>
                <a:cubicBezTo>
                  <a:pt x="438028" y="55323"/>
                  <a:pt x="437380" y="55429"/>
                  <a:pt x="436560" y="55482"/>
                </a:cubicBezTo>
                <a:cubicBezTo>
                  <a:pt x="435740" y="55534"/>
                  <a:pt x="434681" y="55561"/>
                  <a:pt x="433385" y="55561"/>
                </a:cubicBezTo>
                <a:cubicBezTo>
                  <a:pt x="432062" y="55561"/>
                  <a:pt x="430997" y="55528"/>
                  <a:pt x="430190" y="55462"/>
                </a:cubicBezTo>
                <a:cubicBezTo>
                  <a:pt x="429383" y="55396"/>
                  <a:pt x="428748" y="55283"/>
                  <a:pt x="428285" y="55124"/>
                </a:cubicBezTo>
                <a:cubicBezTo>
                  <a:pt x="427822" y="54966"/>
                  <a:pt x="427485" y="54747"/>
                  <a:pt x="427273" y="54470"/>
                </a:cubicBezTo>
                <a:cubicBezTo>
                  <a:pt x="427062" y="54192"/>
                  <a:pt x="426903" y="53841"/>
                  <a:pt x="426797" y="53418"/>
                </a:cubicBezTo>
                <a:lnTo>
                  <a:pt x="417431" y="21391"/>
                </a:lnTo>
                <a:cubicBezTo>
                  <a:pt x="417193" y="20624"/>
                  <a:pt x="417041" y="20022"/>
                  <a:pt x="416975" y="19585"/>
                </a:cubicBezTo>
                <a:cubicBezTo>
                  <a:pt x="416909" y="19149"/>
                  <a:pt x="416876" y="18785"/>
                  <a:pt x="416876" y="18494"/>
                </a:cubicBezTo>
                <a:cubicBezTo>
                  <a:pt x="416876" y="18229"/>
                  <a:pt x="416948" y="17998"/>
                  <a:pt x="417094" y="17799"/>
                </a:cubicBezTo>
                <a:cubicBezTo>
                  <a:pt x="417239" y="17601"/>
                  <a:pt x="417504" y="17442"/>
                  <a:pt x="417888" y="17323"/>
                </a:cubicBezTo>
                <a:cubicBezTo>
                  <a:pt x="418271" y="17204"/>
                  <a:pt x="418787" y="17118"/>
                  <a:pt x="419435" y="17065"/>
                </a:cubicBezTo>
                <a:cubicBezTo>
                  <a:pt x="420084" y="17012"/>
                  <a:pt x="420897" y="16986"/>
                  <a:pt x="421876" y="16986"/>
                </a:cubicBezTo>
                <a:cubicBezTo>
                  <a:pt x="422934" y="16986"/>
                  <a:pt x="423794" y="17012"/>
                  <a:pt x="424456" y="17065"/>
                </a:cubicBezTo>
                <a:cubicBezTo>
                  <a:pt x="425117" y="17118"/>
                  <a:pt x="425633" y="17211"/>
                  <a:pt x="426003" y="17343"/>
                </a:cubicBezTo>
                <a:cubicBezTo>
                  <a:pt x="426374" y="17475"/>
                  <a:pt x="426632" y="17654"/>
                  <a:pt x="426777" y="17879"/>
                </a:cubicBezTo>
                <a:cubicBezTo>
                  <a:pt x="426923" y="18104"/>
                  <a:pt x="427035" y="18375"/>
                  <a:pt x="427115" y="18692"/>
                </a:cubicBezTo>
                <a:lnTo>
                  <a:pt x="434139" y="44687"/>
                </a:lnTo>
                <a:lnTo>
                  <a:pt x="434218" y="45163"/>
                </a:lnTo>
                <a:lnTo>
                  <a:pt x="434298" y="44687"/>
                </a:lnTo>
                <a:lnTo>
                  <a:pt x="440886" y="18692"/>
                </a:lnTo>
                <a:cubicBezTo>
                  <a:pt x="440965" y="18375"/>
                  <a:pt x="441091" y="18104"/>
                  <a:pt x="441263" y="17879"/>
                </a:cubicBezTo>
                <a:cubicBezTo>
                  <a:pt x="441435" y="17654"/>
                  <a:pt x="441693" y="17475"/>
                  <a:pt x="442037" y="17343"/>
                </a:cubicBezTo>
                <a:cubicBezTo>
                  <a:pt x="442381" y="17211"/>
                  <a:pt x="442863" y="17118"/>
                  <a:pt x="443485" y="17065"/>
                </a:cubicBezTo>
                <a:cubicBezTo>
                  <a:pt x="444107" y="17012"/>
                  <a:pt x="444907" y="16986"/>
                  <a:pt x="445886" y="16986"/>
                </a:cubicBezTo>
                <a:cubicBezTo>
                  <a:pt x="446865" y="16986"/>
                  <a:pt x="447659" y="17019"/>
                  <a:pt x="448267" y="17085"/>
                </a:cubicBezTo>
                <a:cubicBezTo>
                  <a:pt x="448876" y="17151"/>
                  <a:pt x="449359" y="17244"/>
                  <a:pt x="449716" y="17363"/>
                </a:cubicBezTo>
                <a:cubicBezTo>
                  <a:pt x="450073" y="17482"/>
                  <a:pt x="450325" y="17641"/>
                  <a:pt x="450470" y="17839"/>
                </a:cubicBezTo>
                <a:cubicBezTo>
                  <a:pt x="450616" y="18037"/>
                  <a:pt x="450728" y="18269"/>
                  <a:pt x="450807" y="18534"/>
                </a:cubicBezTo>
                <a:lnTo>
                  <a:pt x="457872" y="44727"/>
                </a:lnTo>
                <a:lnTo>
                  <a:pt x="457991" y="45163"/>
                </a:lnTo>
                <a:lnTo>
                  <a:pt x="458070" y="44687"/>
                </a:lnTo>
                <a:lnTo>
                  <a:pt x="464817" y="18692"/>
                </a:lnTo>
                <a:cubicBezTo>
                  <a:pt x="464870" y="18375"/>
                  <a:pt x="464975" y="18104"/>
                  <a:pt x="465134" y="17879"/>
                </a:cubicBezTo>
                <a:cubicBezTo>
                  <a:pt x="465293" y="17654"/>
                  <a:pt x="465557" y="17475"/>
                  <a:pt x="465928" y="17343"/>
                </a:cubicBezTo>
                <a:cubicBezTo>
                  <a:pt x="466298" y="17211"/>
                  <a:pt x="466801" y="17118"/>
                  <a:pt x="467436" y="17065"/>
                </a:cubicBezTo>
                <a:cubicBezTo>
                  <a:pt x="468071" y="17012"/>
                  <a:pt x="468878" y="16986"/>
                  <a:pt x="469857" y="16986"/>
                </a:cubicBezTo>
                <a:cubicBezTo>
                  <a:pt x="470836" y="16986"/>
                  <a:pt x="471636" y="17012"/>
                  <a:pt x="472258" y="17065"/>
                </a:cubicBezTo>
                <a:cubicBezTo>
                  <a:pt x="472880" y="17118"/>
                  <a:pt x="473369" y="17204"/>
                  <a:pt x="473726" y="17323"/>
                </a:cubicBezTo>
                <a:cubicBezTo>
                  <a:pt x="474083" y="17442"/>
                  <a:pt x="474328" y="17601"/>
                  <a:pt x="474460" y="17799"/>
                </a:cubicBezTo>
                <a:cubicBezTo>
                  <a:pt x="474593" y="17998"/>
                  <a:pt x="474659" y="18229"/>
                  <a:pt x="474659" y="18494"/>
                </a:cubicBezTo>
                <a:close/>
                <a:moveTo>
                  <a:pt x="518542" y="50454"/>
                </a:moveTo>
                <a:cubicBezTo>
                  <a:pt x="518542" y="51624"/>
                  <a:pt x="518469" y="52521"/>
                  <a:pt x="518323" y="53146"/>
                </a:cubicBezTo>
                <a:cubicBezTo>
                  <a:pt x="518178" y="53770"/>
                  <a:pt x="517986" y="54209"/>
                  <a:pt x="517748" y="54462"/>
                </a:cubicBezTo>
                <a:cubicBezTo>
                  <a:pt x="517510" y="54714"/>
                  <a:pt x="517159" y="54940"/>
                  <a:pt x="516696" y="55139"/>
                </a:cubicBezTo>
                <a:cubicBezTo>
                  <a:pt x="516233" y="55339"/>
                  <a:pt x="515691" y="55511"/>
                  <a:pt x="515069" y="55658"/>
                </a:cubicBezTo>
                <a:cubicBezTo>
                  <a:pt x="514447" y="55804"/>
                  <a:pt x="513773" y="55917"/>
                  <a:pt x="513045" y="55996"/>
                </a:cubicBezTo>
                <a:cubicBezTo>
                  <a:pt x="512317" y="56076"/>
                  <a:pt x="511583" y="56117"/>
                  <a:pt x="510842" y="56117"/>
                </a:cubicBezTo>
                <a:cubicBezTo>
                  <a:pt x="508858" y="56117"/>
                  <a:pt x="507138" y="55865"/>
                  <a:pt x="505683" y="55362"/>
                </a:cubicBezTo>
                <a:cubicBezTo>
                  <a:pt x="504228" y="54860"/>
                  <a:pt x="503024" y="54086"/>
                  <a:pt x="502072" y="53041"/>
                </a:cubicBezTo>
                <a:cubicBezTo>
                  <a:pt x="501119" y="51996"/>
                  <a:pt x="500418" y="50680"/>
                  <a:pt x="499968" y="49092"/>
                </a:cubicBezTo>
                <a:cubicBezTo>
                  <a:pt x="499519" y="47505"/>
                  <a:pt x="499294" y="45626"/>
                  <a:pt x="499294" y="43457"/>
                </a:cubicBezTo>
                <a:lnTo>
                  <a:pt x="499294" y="25320"/>
                </a:lnTo>
                <a:lnTo>
                  <a:pt x="495047" y="25320"/>
                </a:lnTo>
                <a:cubicBezTo>
                  <a:pt x="494545" y="25320"/>
                  <a:pt x="494161" y="25009"/>
                  <a:pt x="493896" y="24387"/>
                </a:cubicBezTo>
                <a:cubicBezTo>
                  <a:pt x="493632" y="23766"/>
                  <a:pt x="493500" y="22727"/>
                  <a:pt x="493500" y="21272"/>
                </a:cubicBezTo>
                <a:cubicBezTo>
                  <a:pt x="493500" y="20505"/>
                  <a:pt x="493533" y="19856"/>
                  <a:pt x="493599" y="19327"/>
                </a:cubicBezTo>
                <a:cubicBezTo>
                  <a:pt x="493665" y="18798"/>
                  <a:pt x="493764" y="18381"/>
                  <a:pt x="493896" y="18077"/>
                </a:cubicBezTo>
                <a:cubicBezTo>
                  <a:pt x="494029" y="17773"/>
                  <a:pt x="494194" y="17555"/>
                  <a:pt x="494392" y="17422"/>
                </a:cubicBezTo>
                <a:cubicBezTo>
                  <a:pt x="494591" y="17290"/>
                  <a:pt x="494822" y="17224"/>
                  <a:pt x="495087" y="17224"/>
                </a:cubicBezTo>
                <a:lnTo>
                  <a:pt x="499294" y="17224"/>
                </a:lnTo>
                <a:lnTo>
                  <a:pt x="499294" y="9294"/>
                </a:lnTo>
                <a:cubicBezTo>
                  <a:pt x="499294" y="9028"/>
                  <a:pt x="499366" y="8788"/>
                  <a:pt x="499512" y="8576"/>
                </a:cubicBezTo>
                <a:cubicBezTo>
                  <a:pt x="499658" y="8363"/>
                  <a:pt x="499922" y="8184"/>
                  <a:pt x="500306" y="8039"/>
                </a:cubicBezTo>
                <a:cubicBezTo>
                  <a:pt x="500689" y="7893"/>
                  <a:pt x="501205" y="7786"/>
                  <a:pt x="501853" y="7720"/>
                </a:cubicBezTo>
                <a:cubicBezTo>
                  <a:pt x="502502" y="7653"/>
                  <a:pt x="503302" y="7620"/>
                  <a:pt x="504255" y="7620"/>
                </a:cubicBezTo>
                <a:cubicBezTo>
                  <a:pt x="505233" y="7620"/>
                  <a:pt x="506047" y="7653"/>
                  <a:pt x="506695" y="7720"/>
                </a:cubicBezTo>
                <a:cubicBezTo>
                  <a:pt x="507343" y="7786"/>
                  <a:pt x="507853" y="7893"/>
                  <a:pt x="508223" y="8039"/>
                </a:cubicBezTo>
                <a:cubicBezTo>
                  <a:pt x="508594" y="8184"/>
                  <a:pt x="508858" y="8363"/>
                  <a:pt x="509017" y="8576"/>
                </a:cubicBezTo>
                <a:cubicBezTo>
                  <a:pt x="509176" y="8788"/>
                  <a:pt x="509255" y="9028"/>
                  <a:pt x="509255" y="9294"/>
                </a:cubicBezTo>
                <a:lnTo>
                  <a:pt x="509255" y="17224"/>
                </a:lnTo>
                <a:lnTo>
                  <a:pt x="516954" y="17224"/>
                </a:lnTo>
                <a:cubicBezTo>
                  <a:pt x="517219" y="17224"/>
                  <a:pt x="517450" y="17290"/>
                  <a:pt x="517649" y="17422"/>
                </a:cubicBezTo>
                <a:cubicBezTo>
                  <a:pt x="517847" y="17555"/>
                  <a:pt x="518012" y="17773"/>
                  <a:pt x="518145" y="18077"/>
                </a:cubicBezTo>
                <a:cubicBezTo>
                  <a:pt x="518277" y="18381"/>
                  <a:pt x="518376" y="18798"/>
                  <a:pt x="518442" y="19327"/>
                </a:cubicBezTo>
                <a:cubicBezTo>
                  <a:pt x="518509" y="19856"/>
                  <a:pt x="518542" y="20505"/>
                  <a:pt x="518542" y="21272"/>
                </a:cubicBezTo>
                <a:cubicBezTo>
                  <a:pt x="518542" y="22727"/>
                  <a:pt x="518409" y="23766"/>
                  <a:pt x="518145" y="24387"/>
                </a:cubicBezTo>
                <a:cubicBezTo>
                  <a:pt x="517880" y="25009"/>
                  <a:pt x="517497" y="25320"/>
                  <a:pt x="516994" y="25320"/>
                </a:cubicBezTo>
                <a:lnTo>
                  <a:pt x="509255" y="25320"/>
                </a:lnTo>
                <a:lnTo>
                  <a:pt x="509255" y="41919"/>
                </a:lnTo>
                <a:cubicBezTo>
                  <a:pt x="509255" y="43847"/>
                  <a:pt x="509559" y="45293"/>
                  <a:pt x="510168" y="46257"/>
                </a:cubicBezTo>
                <a:cubicBezTo>
                  <a:pt x="510776" y="47221"/>
                  <a:pt x="511861" y="47703"/>
                  <a:pt x="513422" y="47703"/>
                </a:cubicBezTo>
                <a:cubicBezTo>
                  <a:pt x="513951" y="47703"/>
                  <a:pt x="514427" y="47657"/>
                  <a:pt x="514851" y="47564"/>
                </a:cubicBezTo>
                <a:cubicBezTo>
                  <a:pt x="515274" y="47472"/>
                  <a:pt x="515651" y="47366"/>
                  <a:pt x="515982" y="47247"/>
                </a:cubicBezTo>
                <a:cubicBezTo>
                  <a:pt x="516313" y="47128"/>
                  <a:pt x="516590" y="47022"/>
                  <a:pt x="516815" y="46929"/>
                </a:cubicBezTo>
                <a:cubicBezTo>
                  <a:pt x="517040" y="46837"/>
                  <a:pt x="517245" y="46790"/>
                  <a:pt x="517430" y="46790"/>
                </a:cubicBezTo>
                <a:cubicBezTo>
                  <a:pt x="517589" y="46790"/>
                  <a:pt x="517741" y="46837"/>
                  <a:pt x="517887" y="46929"/>
                </a:cubicBezTo>
                <a:cubicBezTo>
                  <a:pt x="518032" y="47022"/>
                  <a:pt x="518145" y="47207"/>
                  <a:pt x="518224" y="47486"/>
                </a:cubicBezTo>
                <a:cubicBezTo>
                  <a:pt x="518303" y="47764"/>
                  <a:pt x="518376" y="48142"/>
                  <a:pt x="518442" y="48621"/>
                </a:cubicBezTo>
                <a:cubicBezTo>
                  <a:pt x="518509" y="49099"/>
                  <a:pt x="518542" y="49710"/>
                  <a:pt x="518542" y="50454"/>
                </a:cubicBezTo>
                <a:close/>
                <a:moveTo>
                  <a:pt x="559888" y="53972"/>
                </a:moveTo>
                <a:cubicBezTo>
                  <a:pt x="559888" y="54237"/>
                  <a:pt x="559808" y="54469"/>
                  <a:pt x="559650" y="54668"/>
                </a:cubicBezTo>
                <a:cubicBezTo>
                  <a:pt x="559491" y="54866"/>
                  <a:pt x="559226" y="55032"/>
                  <a:pt x="558856" y="55164"/>
                </a:cubicBezTo>
                <a:cubicBezTo>
                  <a:pt x="558486" y="55296"/>
                  <a:pt x="557976" y="55396"/>
                  <a:pt x="557328" y="55462"/>
                </a:cubicBezTo>
                <a:cubicBezTo>
                  <a:pt x="556680" y="55528"/>
                  <a:pt x="555879" y="55561"/>
                  <a:pt x="554927" y="55561"/>
                </a:cubicBezTo>
                <a:cubicBezTo>
                  <a:pt x="553948" y="55561"/>
                  <a:pt x="553135" y="55528"/>
                  <a:pt x="552486" y="55462"/>
                </a:cubicBezTo>
                <a:cubicBezTo>
                  <a:pt x="551838" y="55396"/>
                  <a:pt x="551329" y="55296"/>
                  <a:pt x="550958" y="55164"/>
                </a:cubicBezTo>
                <a:cubicBezTo>
                  <a:pt x="550588" y="55032"/>
                  <a:pt x="550323" y="54866"/>
                  <a:pt x="550165" y="54668"/>
                </a:cubicBezTo>
                <a:cubicBezTo>
                  <a:pt x="550006" y="54470"/>
                  <a:pt x="549927" y="54238"/>
                  <a:pt x="549927" y="53973"/>
                </a:cubicBezTo>
                <a:lnTo>
                  <a:pt x="549927" y="33773"/>
                </a:lnTo>
                <a:cubicBezTo>
                  <a:pt x="549927" y="32053"/>
                  <a:pt x="549801" y="30704"/>
                  <a:pt x="549550" y="29725"/>
                </a:cubicBezTo>
                <a:cubicBezTo>
                  <a:pt x="549298" y="28746"/>
                  <a:pt x="548934" y="27906"/>
                  <a:pt x="548458" y="27205"/>
                </a:cubicBezTo>
                <a:cubicBezTo>
                  <a:pt x="547982" y="26504"/>
                  <a:pt x="547367" y="25962"/>
                  <a:pt x="546613" y="25578"/>
                </a:cubicBezTo>
                <a:cubicBezTo>
                  <a:pt x="545859" y="25194"/>
                  <a:pt x="544979" y="25002"/>
                  <a:pt x="543974" y="25002"/>
                </a:cubicBezTo>
                <a:cubicBezTo>
                  <a:pt x="542704" y="25002"/>
                  <a:pt x="541420" y="25465"/>
                  <a:pt x="540124" y="26391"/>
                </a:cubicBezTo>
                <a:cubicBezTo>
                  <a:pt x="538828" y="27317"/>
                  <a:pt x="537478" y="28667"/>
                  <a:pt x="536076" y="30439"/>
                </a:cubicBezTo>
                <a:lnTo>
                  <a:pt x="536076" y="53973"/>
                </a:lnTo>
                <a:cubicBezTo>
                  <a:pt x="536076" y="54238"/>
                  <a:pt x="535997" y="54470"/>
                  <a:pt x="535838" y="54668"/>
                </a:cubicBezTo>
                <a:cubicBezTo>
                  <a:pt x="535679" y="54866"/>
                  <a:pt x="535408" y="55032"/>
                  <a:pt x="535024" y="55164"/>
                </a:cubicBezTo>
                <a:cubicBezTo>
                  <a:pt x="534641" y="55296"/>
                  <a:pt x="534131" y="55396"/>
                  <a:pt x="533496" y="55462"/>
                </a:cubicBezTo>
                <a:cubicBezTo>
                  <a:pt x="532861" y="55528"/>
                  <a:pt x="532054" y="55561"/>
                  <a:pt x="531075" y="55561"/>
                </a:cubicBezTo>
                <a:cubicBezTo>
                  <a:pt x="530097" y="55561"/>
                  <a:pt x="529290" y="55528"/>
                  <a:pt x="528655" y="55462"/>
                </a:cubicBezTo>
                <a:cubicBezTo>
                  <a:pt x="528020" y="55396"/>
                  <a:pt x="527510" y="55296"/>
                  <a:pt x="527127" y="55164"/>
                </a:cubicBezTo>
                <a:cubicBezTo>
                  <a:pt x="526743" y="55032"/>
                  <a:pt x="526472" y="54866"/>
                  <a:pt x="526313" y="54668"/>
                </a:cubicBezTo>
                <a:cubicBezTo>
                  <a:pt x="526154" y="54470"/>
                  <a:pt x="526075" y="54238"/>
                  <a:pt x="526075" y="53973"/>
                </a:cubicBezTo>
                <a:lnTo>
                  <a:pt x="526075" y="1786"/>
                </a:lnTo>
                <a:cubicBezTo>
                  <a:pt x="526075" y="1521"/>
                  <a:pt x="526154" y="1283"/>
                  <a:pt x="526313" y="1072"/>
                </a:cubicBezTo>
                <a:cubicBezTo>
                  <a:pt x="526472" y="860"/>
                  <a:pt x="526743" y="681"/>
                  <a:pt x="527127" y="536"/>
                </a:cubicBezTo>
                <a:cubicBezTo>
                  <a:pt x="527510" y="390"/>
                  <a:pt x="528020" y="278"/>
                  <a:pt x="528655" y="198"/>
                </a:cubicBezTo>
                <a:cubicBezTo>
                  <a:pt x="529290" y="119"/>
                  <a:pt x="530097" y="79"/>
                  <a:pt x="531075" y="79"/>
                </a:cubicBezTo>
                <a:cubicBezTo>
                  <a:pt x="532054" y="79"/>
                  <a:pt x="532861" y="119"/>
                  <a:pt x="533496" y="198"/>
                </a:cubicBezTo>
                <a:cubicBezTo>
                  <a:pt x="534131" y="278"/>
                  <a:pt x="534641" y="390"/>
                  <a:pt x="535024" y="536"/>
                </a:cubicBezTo>
                <a:cubicBezTo>
                  <a:pt x="535408" y="680"/>
                  <a:pt x="535679" y="859"/>
                  <a:pt x="535838" y="1070"/>
                </a:cubicBezTo>
                <a:cubicBezTo>
                  <a:pt x="535997" y="1281"/>
                  <a:pt x="536076" y="1519"/>
                  <a:pt x="536076" y="1783"/>
                </a:cubicBezTo>
                <a:lnTo>
                  <a:pt x="536076" y="21317"/>
                </a:lnTo>
                <a:cubicBezTo>
                  <a:pt x="537796" y="19622"/>
                  <a:pt x="539549" y="18357"/>
                  <a:pt x="541334" y="17523"/>
                </a:cubicBezTo>
                <a:cubicBezTo>
                  <a:pt x="543120" y="16689"/>
                  <a:pt x="544979" y="16271"/>
                  <a:pt x="546910" y="16271"/>
                </a:cubicBezTo>
                <a:cubicBezTo>
                  <a:pt x="549318" y="16271"/>
                  <a:pt x="551349" y="16669"/>
                  <a:pt x="553002" y="17463"/>
                </a:cubicBezTo>
                <a:cubicBezTo>
                  <a:pt x="554656" y="18258"/>
                  <a:pt x="555992" y="19344"/>
                  <a:pt x="557011" y="20721"/>
                </a:cubicBezTo>
                <a:cubicBezTo>
                  <a:pt x="558029" y="22098"/>
                  <a:pt x="558763" y="23707"/>
                  <a:pt x="559213" y="25548"/>
                </a:cubicBezTo>
                <a:cubicBezTo>
                  <a:pt x="559663" y="27389"/>
                  <a:pt x="559888" y="29620"/>
                  <a:pt x="559888" y="32241"/>
                </a:cubicBezTo>
                <a:lnTo>
                  <a:pt x="559888" y="53972"/>
                </a:lnTo>
                <a:close/>
                <a:moveTo>
                  <a:pt x="602537" y="35235"/>
                </a:moveTo>
                <a:cubicBezTo>
                  <a:pt x="602537" y="36455"/>
                  <a:pt x="602265" y="37356"/>
                  <a:pt x="601723" y="37939"/>
                </a:cubicBezTo>
                <a:cubicBezTo>
                  <a:pt x="601181" y="38522"/>
                  <a:pt x="600433" y="38813"/>
                  <a:pt x="599481" y="38813"/>
                </a:cubicBezTo>
                <a:lnTo>
                  <a:pt x="577931" y="38813"/>
                </a:lnTo>
                <a:cubicBezTo>
                  <a:pt x="577931" y="40327"/>
                  <a:pt x="578110" y="41702"/>
                  <a:pt x="578467" y="42937"/>
                </a:cubicBezTo>
                <a:cubicBezTo>
                  <a:pt x="578824" y="44172"/>
                  <a:pt x="579393" y="45222"/>
                  <a:pt x="580173" y="46086"/>
                </a:cubicBezTo>
                <a:cubicBezTo>
                  <a:pt x="580954" y="46949"/>
                  <a:pt x="581959" y="47606"/>
                  <a:pt x="583190" y="48058"/>
                </a:cubicBezTo>
                <a:cubicBezTo>
                  <a:pt x="584420" y="48509"/>
                  <a:pt x="585895" y="48735"/>
                  <a:pt x="587615" y="48735"/>
                </a:cubicBezTo>
                <a:cubicBezTo>
                  <a:pt x="589361" y="48735"/>
                  <a:pt x="590895" y="48607"/>
                  <a:pt x="592218" y="48352"/>
                </a:cubicBezTo>
                <a:cubicBezTo>
                  <a:pt x="593541" y="48096"/>
                  <a:pt x="594685" y="47814"/>
                  <a:pt x="595651" y="47505"/>
                </a:cubicBezTo>
                <a:cubicBezTo>
                  <a:pt x="596617" y="47195"/>
                  <a:pt x="597417" y="46913"/>
                  <a:pt x="598052" y="46658"/>
                </a:cubicBezTo>
                <a:cubicBezTo>
                  <a:pt x="598687" y="46402"/>
                  <a:pt x="599203" y="46274"/>
                  <a:pt x="599600" y="46274"/>
                </a:cubicBezTo>
                <a:cubicBezTo>
                  <a:pt x="599838" y="46274"/>
                  <a:pt x="600036" y="46321"/>
                  <a:pt x="600195" y="46414"/>
                </a:cubicBezTo>
                <a:cubicBezTo>
                  <a:pt x="600354" y="46507"/>
                  <a:pt x="600486" y="46673"/>
                  <a:pt x="600592" y="46913"/>
                </a:cubicBezTo>
                <a:cubicBezTo>
                  <a:pt x="600698" y="47152"/>
                  <a:pt x="600771" y="47491"/>
                  <a:pt x="600810" y="47930"/>
                </a:cubicBezTo>
                <a:cubicBezTo>
                  <a:pt x="600850" y="48369"/>
                  <a:pt x="600870" y="48921"/>
                  <a:pt x="600870" y="49586"/>
                </a:cubicBezTo>
                <a:cubicBezTo>
                  <a:pt x="600870" y="50171"/>
                  <a:pt x="600857" y="50670"/>
                  <a:pt x="600830" y="51083"/>
                </a:cubicBezTo>
                <a:cubicBezTo>
                  <a:pt x="600804" y="51494"/>
                  <a:pt x="600764" y="51847"/>
                  <a:pt x="600711" y="52139"/>
                </a:cubicBezTo>
                <a:cubicBezTo>
                  <a:pt x="600658" y="52432"/>
                  <a:pt x="600579" y="52678"/>
                  <a:pt x="600473" y="52878"/>
                </a:cubicBezTo>
                <a:cubicBezTo>
                  <a:pt x="600367" y="53078"/>
                  <a:pt x="600228" y="53270"/>
                  <a:pt x="600056" y="53456"/>
                </a:cubicBezTo>
                <a:cubicBezTo>
                  <a:pt x="599884" y="53642"/>
                  <a:pt x="599415" y="53894"/>
                  <a:pt x="598647" y="54212"/>
                </a:cubicBezTo>
                <a:cubicBezTo>
                  <a:pt x="597880" y="54529"/>
                  <a:pt x="596901" y="54840"/>
                  <a:pt x="595711" y="55144"/>
                </a:cubicBezTo>
                <a:cubicBezTo>
                  <a:pt x="594520" y="55448"/>
                  <a:pt x="593157" y="55713"/>
                  <a:pt x="591623" y="55938"/>
                </a:cubicBezTo>
                <a:cubicBezTo>
                  <a:pt x="590088" y="56163"/>
                  <a:pt x="588448" y="56275"/>
                  <a:pt x="586702" y="56275"/>
                </a:cubicBezTo>
                <a:cubicBezTo>
                  <a:pt x="583553" y="56275"/>
                  <a:pt x="580795" y="55878"/>
                  <a:pt x="578427" y="55082"/>
                </a:cubicBezTo>
                <a:cubicBezTo>
                  <a:pt x="576059" y="54287"/>
                  <a:pt x="574082" y="53081"/>
                  <a:pt x="572494" y="51463"/>
                </a:cubicBezTo>
                <a:cubicBezTo>
                  <a:pt x="570907" y="49846"/>
                  <a:pt x="569723" y="47805"/>
                  <a:pt x="568942" y="45340"/>
                </a:cubicBezTo>
                <a:cubicBezTo>
                  <a:pt x="568162" y="42875"/>
                  <a:pt x="567771" y="39985"/>
                  <a:pt x="567771" y="36671"/>
                </a:cubicBezTo>
                <a:cubicBezTo>
                  <a:pt x="567771" y="33516"/>
                  <a:pt x="568181" y="30673"/>
                  <a:pt x="569002" y="28141"/>
                </a:cubicBezTo>
                <a:cubicBezTo>
                  <a:pt x="569822" y="25610"/>
                  <a:pt x="571012" y="23463"/>
                  <a:pt x="572573" y="21700"/>
                </a:cubicBezTo>
                <a:cubicBezTo>
                  <a:pt x="574134" y="19936"/>
                  <a:pt x="576033" y="18591"/>
                  <a:pt x="578268" y="17663"/>
                </a:cubicBezTo>
                <a:cubicBezTo>
                  <a:pt x="580504" y="16735"/>
                  <a:pt x="583024" y="16271"/>
                  <a:pt x="585829" y="16271"/>
                </a:cubicBezTo>
                <a:cubicBezTo>
                  <a:pt x="588792" y="16271"/>
                  <a:pt x="591325" y="16709"/>
                  <a:pt x="593429" y="17584"/>
                </a:cubicBezTo>
                <a:cubicBezTo>
                  <a:pt x="595532" y="18458"/>
                  <a:pt x="597258" y="19671"/>
                  <a:pt x="598608" y="21221"/>
                </a:cubicBezTo>
                <a:cubicBezTo>
                  <a:pt x="599957" y="22771"/>
                  <a:pt x="600949" y="24607"/>
                  <a:pt x="601584" y="26728"/>
                </a:cubicBezTo>
                <a:cubicBezTo>
                  <a:pt x="602219" y="28847"/>
                  <a:pt x="602537" y="31153"/>
                  <a:pt x="602537" y="33645"/>
                </a:cubicBezTo>
                <a:lnTo>
                  <a:pt x="602537" y="35235"/>
                </a:lnTo>
                <a:moveTo>
                  <a:pt x="592853" y="32384"/>
                </a:moveTo>
                <a:cubicBezTo>
                  <a:pt x="592933" y="29567"/>
                  <a:pt x="592370" y="27355"/>
                  <a:pt x="591167" y="25748"/>
                </a:cubicBezTo>
                <a:cubicBezTo>
                  <a:pt x="589963" y="24140"/>
                  <a:pt x="588104" y="23336"/>
                  <a:pt x="585591" y="23336"/>
                </a:cubicBezTo>
                <a:cubicBezTo>
                  <a:pt x="584321" y="23336"/>
                  <a:pt x="583216" y="23575"/>
                  <a:pt x="582277" y="24054"/>
                </a:cubicBezTo>
                <a:cubicBezTo>
                  <a:pt x="581338" y="24532"/>
                  <a:pt x="580557" y="25176"/>
                  <a:pt x="579935" y="25987"/>
                </a:cubicBezTo>
                <a:cubicBezTo>
                  <a:pt x="579314" y="26797"/>
                  <a:pt x="578837" y="27754"/>
                  <a:pt x="578507" y="28857"/>
                </a:cubicBezTo>
                <a:cubicBezTo>
                  <a:pt x="578176" y="29959"/>
                  <a:pt x="577984" y="31135"/>
                  <a:pt x="577931" y="32384"/>
                </a:cubicBezTo>
                <a:lnTo>
                  <a:pt x="592853" y="32384"/>
                </a:lnTo>
                <a:close/>
                <a:moveTo>
                  <a:pt x="663124" y="35796"/>
                </a:moveTo>
                <a:cubicBezTo>
                  <a:pt x="663124" y="38951"/>
                  <a:pt x="662780" y="41788"/>
                  <a:pt x="662092" y="44306"/>
                </a:cubicBezTo>
                <a:cubicBezTo>
                  <a:pt x="661404" y="46825"/>
                  <a:pt x="660412" y="48972"/>
                  <a:pt x="659115" y="50748"/>
                </a:cubicBezTo>
                <a:cubicBezTo>
                  <a:pt x="657819" y="52524"/>
                  <a:pt x="656225" y="53889"/>
                  <a:pt x="654333" y="54844"/>
                </a:cubicBezTo>
                <a:cubicBezTo>
                  <a:pt x="652441" y="55798"/>
                  <a:pt x="650292" y="56275"/>
                  <a:pt x="647884" y="56275"/>
                </a:cubicBezTo>
                <a:cubicBezTo>
                  <a:pt x="646693" y="56275"/>
                  <a:pt x="645582" y="56162"/>
                  <a:pt x="644550" y="55937"/>
                </a:cubicBezTo>
                <a:cubicBezTo>
                  <a:pt x="643518" y="55712"/>
                  <a:pt x="642533" y="55348"/>
                  <a:pt x="641594" y="54844"/>
                </a:cubicBezTo>
                <a:cubicBezTo>
                  <a:pt x="640654" y="54340"/>
                  <a:pt x="639728" y="53704"/>
                  <a:pt x="638816" y="52935"/>
                </a:cubicBezTo>
                <a:cubicBezTo>
                  <a:pt x="637903" y="52167"/>
                  <a:pt x="636970" y="51238"/>
                  <a:pt x="636018" y="50151"/>
                </a:cubicBezTo>
                <a:lnTo>
                  <a:pt x="636018" y="53981"/>
                </a:lnTo>
                <a:cubicBezTo>
                  <a:pt x="636018" y="54271"/>
                  <a:pt x="635945" y="54515"/>
                  <a:pt x="635799" y="54713"/>
                </a:cubicBezTo>
                <a:cubicBezTo>
                  <a:pt x="635654" y="54909"/>
                  <a:pt x="635416" y="55074"/>
                  <a:pt x="635085" y="55206"/>
                </a:cubicBezTo>
                <a:cubicBezTo>
                  <a:pt x="634754" y="55338"/>
                  <a:pt x="634311" y="55429"/>
                  <a:pt x="633756" y="55482"/>
                </a:cubicBezTo>
                <a:cubicBezTo>
                  <a:pt x="633200" y="55534"/>
                  <a:pt x="632525" y="55561"/>
                  <a:pt x="631732" y="55561"/>
                </a:cubicBezTo>
                <a:cubicBezTo>
                  <a:pt x="630911" y="55561"/>
                  <a:pt x="630230" y="55534"/>
                  <a:pt x="629688" y="55482"/>
                </a:cubicBezTo>
                <a:cubicBezTo>
                  <a:pt x="629145" y="55429"/>
                  <a:pt x="628709" y="55336"/>
                  <a:pt x="628378" y="55204"/>
                </a:cubicBezTo>
                <a:cubicBezTo>
                  <a:pt x="628047" y="55071"/>
                  <a:pt x="627816" y="54906"/>
                  <a:pt x="627684" y="54708"/>
                </a:cubicBezTo>
                <a:cubicBezTo>
                  <a:pt x="627551" y="54509"/>
                  <a:pt x="627485" y="54265"/>
                  <a:pt x="627485" y="53973"/>
                </a:cubicBezTo>
                <a:lnTo>
                  <a:pt x="627485" y="1786"/>
                </a:lnTo>
                <a:cubicBezTo>
                  <a:pt x="627485" y="1521"/>
                  <a:pt x="627565" y="1283"/>
                  <a:pt x="627723" y="1072"/>
                </a:cubicBezTo>
                <a:cubicBezTo>
                  <a:pt x="627882" y="860"/>
                  <a:pt x="628153" y="681"/>
                  <a:pt x="628537" y="536"/>
                </a:cubicBezTo>
                <a:cubicBezTo>
                  <a:pt x="628920" y="390"/>
                  <a:pt x="629430" y="278"/>
                  <a:pt x="630065" y="198"/>
                </a:cubicBezTo>
                <a:cubicBezTo>
                  <a:pt x="630700" y="119"/>
                  <a:pt x="631507" y="79"/>
                  <a:pt x="632486" y="79"/>
                </a:cubicBezTo>
                <a:cubicBezTo>
                  <a:pt x="633465" y="79"/>
                  <a:pt x="634272" y="119"/>
                  <a:pt x="634906" y="198"/>
                </a:cubicBezTo>
                <a:cubicBezTo>
                  <a:pt x="635541" y="278"/>
                  <a:pt x="636051" y="390"/>
                  <a:pt x="636434" y="536"/>
                </a:cubicBezTo>
                <a:cubicBezTo>
                  <a:pt x="636818" y="680"/>
                  <a:pt x="637089" y="859"/>
                  <a:pt x="637248" y="1070"/>
                </a:cubicBezTo>
                <a:cubicBezTo>
                  <a:pt x="637407" y="1282"/>
                  <a:pt x="637486" y="1520"/>
                  <a:pt x="637486" y="1783"/>
                </a:cubicBezTo>
                <a:lnTo>
                  <a:pt x="637486" y="21322"/>
                </a:lnTo>
                <a:cubicBezTo>
                  <a:pt x="638386" y="20420"/>
                  <a:pt x="639285" y="19652"/>
                  <a:pt x="640185" y="19016"/>
                </a:cubicBezTo>
                <a:cubicBezTo>
                  <a:pt x="641084" y="18379"/>
                  <a:pt x="641984" y="17856"/>
                  <a:pt x="642883" y="17445"/>
                </a:cubicBezTo>
                <a:cubicBezTo>
                  <a:pt x="643783" y="17034"/>
                  <a:pt x="644709" y="16736"/>
                  <a:pt x="645662" y="16550"/>
                </a:cubicBezTo>
                <a:cubicBezTo>
                  <a:pt x="646614" y="16364"/>
                  <a:pt x="647619" y="16271"/>
                  <a:pt x="648678" y="16271"/>
                </a:cubicBezTo>
                <a:cubicBezTo>
                  <a:pt x="651297" y="16271"/>
                  <a:pt x="653519" y="16795"/>
                  <a:pt x="655345" y="17843"/>
                </a:cubicBezTo>
                <a:cubicBezTo>
                  <a:pt x="657171" y="18889"/>
                  <a:pt x="658659" y="20301"/>
                  <a:pt x="659810" y="22078"/>
                </a:cubicBezTo>
                <a:cubicBezTo>
                  <a:pt x="660961" y="23854"/>
                  <a:pt x="661801" y="25928"/>
                  <a:pt x="662330" y="28301"/>
                </a:cubicBezTo>
                <a:cubicBezTo>
                  <a:pt x="662859" y="30673"/>
                  <a:pt x="663124" y="33172"/>
                  <a:pt x="663124" y="35796"/>
                </a:cubicBezTo>
                <a:moveTo>
                  <a:pt x="652765" y="36531"/>
                </a:moveTo>
                <a:cubicBezTo>
                  <a:pt x="652765" y="35021"/>
                  <a:pt x="652653" y="33563"/>
                  <a:pt x="652428" y="32158"/>
                </a:cubicBezTo>
                <a:cubicBezTo>
                  <a:pt x="652203" y="30754"/>
                  <a:pt x="651813" y="29508"/>
                  <a:pt x="651257" y="28422"/>
                </a:cubicBezTo>
                <a:cubicBezTo>
                  <a:pt x="650702" y="27335"/>
                  <a:pt x="649981" y="26468"/>
                  <a:pt x="649094" y="25818"/>
                </a:cubicBezTo>
                <a:cubicBezTo>
                  <a:pt x="648208" y="25169"/>
                  <a:pt x="647090" y="24844"/>
                  <a:pt x="645741" y="24844"/>
                </a:cubicBezTo>
                <a:cubicBezTo>
                  <a:pt x="645079" y="24844"/>
                  <a:pt x="644431" y="24936"/>
                  <a:pt x="643796" y="25121"/>
                </a:cubicBezTo>
                <a:cubicBezTo>
                  <a:pt x="643161" y="25306"/>
                  <a:pt x="642506" y="25623"/>
                  <a:pt x="641832" y="26071"/>
                </a:cubicBezTo>
                <a:cubicBezTo>
                  <a:pt x="641157" y="26520"/>
                  <a:pt x="640463" y="27102"/>
                  <a:pt x="639748" y="27815"/>
                </a:cubicBezTo>
                <a:cubicBezTo>
                  <a:pt x="639034" y="28528"/>
                  <a:pt x="638280" y="29412"/>
                  <a:pt x="637486" y="30468"/>
                </a:cubicBezTo>
                <a:lnTo>
                  <a:pt x="637486" y="42239"/>
                </a:lnTo>
                <a:cubicBezTo>
                  <a:pt x="638888" y="44047"/>
                  <a:pt x="640231" y="45423"/>
                  <a:pt x="641514" y="46367"/>
                </a:cubicBezTo>
                <a:cubicBezTo>
                  <a:pt x="642797" y="47311"/>
                  <a:pt x="644140" y="47782"/>
                  <a:pt x="645542" y="47782"/>
                </a:cubicBezTo>
                <a:cubicBezTo>
                  <a:pt x="646839" y="47782"/>
                  <a:pt x="647937" y="47451"/>
                  <a:pt x="648836" y="46789"/>
                </a:cubicBezTo>
                <a:cubicBezTo>
                  <a:pt x="649736" y="46126"/>
                  <a:pt x="650483" y="45264"/>
                  <a:pt x="651079" y="44204"/>
                </a:cubicBezTo>
                <a:cubicBezTo>
                  <a:pt x="651674" y="43144"/>
                  <a:pt x="652104" y="41939"/>
                  <a:pt x="652369" y="40587"/>
                </a:cubicBezTo>
                <a:cubicBezTo>
                  <a:pt x="652633" y="39235"/>
                  <a:pt x="652765" y="37883"/>
                  <a:pt x="652765" y="36531"/>
                </a:cubicBezTo>
                <a:close/>
                <a:moveTo>
                  <a:pt x="704828" y="53973"/>
                </a:moveTo>
                <a:cubicBezTo>
                  <a:pt x="704828" y="54238"/>
                  <a:pt x="704762" y="54470"/>
                  <a:pt x="704629" y="54668"/>
                </a:cubicBezTo>
                <a:cubicBezTo>
                  <a:pt x="704497" y="54866"/>
                  <a:pt x="704266" y="55032"/>
                  <a:pt x="703935" y="55164"/>
                </a:cubicBezTo>
                <a:cubicBezTo>
                  <a:pt x="703604" y="55296"/>
                  <a:pt x="703168" y="55396"/>
                  <a:pt x="702625" y="55462"/>
                </a:cubicBezTo>
                <a:cubicBezTo>
                  <a:pt x="702083" y="55528"/>
                  <a:pt x="701402" y="55561"/>
                  <a:pt x="700581" y="55561"/>
                </a:cubicBezTo>
                <a:cubicBezTo>
                  <a:pt x="699708" y="55561"/>
                  <a:pt x="699001" y="55528"/>
                  <a:pt x="698458" y="55462"/>
                </a:cubicBezTo>
                <a:cubicBezTo>
                  <a:pt x="697916" y="55396"/>
                  <a:pt x="697486" y="55296"/>
                  <a:pt x="697168" y="55164"/>
                </a:cubicBezTo>
                <a:cubicBezTo>
                  <a:pt x="696851" y="55032"/>
                  <a:pt x="696626" y="54866"/>
                  <a:pt x="696494" y="54668"/>
                </a:cubicBezTo>
                <a:cubicBezTo>
                  <a:pt x="696361" y="54470"/>
                  <a:pt x="696295" y="54238"/>
                  <a:pt x="696295" y="53973"/>
                </a:cubicBezTo>
                <a:lnTo>
                  <a:pt x="696295" y="49886"/>
                </a:lnTo>
                <a:cubicBezTo>
                  <a:pt x="694337" y="52016"/>
                  <a:pt x="692346" y="53613"/>
                  <a:pt x="690322" y="54678"/>
                </a:cubicBezTo>
                <a:cubicBezTo>
                  <a:pt x="688298" y="55743"/>
                  <a:pt x="686202" y="56275"/>
                  <a:pt x="684032" y="56275"/>
                </a:cubicBezTo>
                <a:cubicBezTo>
                  <a:pt x="681598" y="56275"/>
                  <a:pt x="679554" y="55878"/>
                  <a:pt x="677901" y="55083"/>
                </a:cubicBezTo>
                <a:cubicBezTo>
                  <a:pt x="676247" y="54289"/>
                  <a:pt x="674911" y="53203"/>
                  <a:pt x="673892" y="51827"/>
                </a:cubicBezTo>
                <a:cubicBezTo>
                  <a:pt x="672874" y="50449"/>
                  <a:pt x="672146" y="48854"/>
                  <a:pt x="671710" y="47040"/>
                </a:cubicBezTo>
                <a:cubicBezTo>
                  <a:pt x="671273" y="45225"/>
                  <a:pt x="671055" y="42967"/>
                  <a:pt x="671055" y="40266"/>
                </a:cubicBezTo>
                <a:lnTo>
                  <a:pt x="671055" y="18574"/>
                </a:lnTo>
                <a:cubicBezTo>
                  <a:pt x="671055" y="18310"/>
                  <a:pt x="671128" y="18078"/>
                  <a:pt x="671273" y="17880"/>
                </a:cubicBezTo>
                <a:cubicBezTo>
                  <a:pt x="671419" y="17681"/>
                  <a:pt x="671683" y="17515"/>
                  <a:pt x="672067" y="17383"/>
                </a:cubicBezTo>
                <a:cubicBezTo>
                  <a:pt x="672450" y="17250"/>
                  <a:pt x="672966" y="17151"/>
                  <a:pt x="673615" y="17085"/>
                </a:cubicBezTo>
                <a:cubicBezTo>
                  <a:pt x="674263" y="17019"/>
                  <a:pt x="675063" y="16986"/>
                  <a:pt x="676016" y="16986"/>
                </a:cubicBezTo>
                <a:cubicBezTo>
                  <a:pt x="676994" y="16986"/>
                  <a:pt x="677801" y="17019"/>
                  <a:pt x="678436" y="17085"/>
                </a:cubicBezTo>
                <a:cubicBezTo>
                  <a:pt x="679071" y="17151"/>
                  <a:pt x="679581" y="17250"/>
                  <a:pt x="679964" y="17383"/>
                </a:cubicBezTo>
                <a:cubicBezTo>
                  <a:pt x="680348" y="17515"/>
                  <a:pt x="680619" y="17680"/>
                  <a:pt x="680778" y="17879"/>
                </a:cubicBezTo>
                <a:cubicBezTo>
                  <a:pt x="680937" y="18077"/>
                  <a:pt x="681016" y="18309"/>
                  <a:pt x="681016" y="18573"/>
                </a:cubicBezTo>
                <a:lnTo>
                  <a:pt x="681016" y="38575"/>
                </a:lnTo>
                <a:cubicBezTo>
                  <a:pt x="681016" y="40427"/>
                  <a:pt x="681135" y="41843"/>
                  <a:pt x="681373" y="42822"/>
                </a:cubicBezTo>
                <a:cubicBezTo>
                  <a:pt x="681611" y="43801"/>
                  <a:pt x="681975" y="44641"/>
                  <a:pt x="682465" y="45342"/>
                </a:cubicBezTo>
                <a:cubicBezTo>
                  <a:pt x="682954" y="46043"/>
                  <a:pt x="683576" y="46585"/>
                  <a:pt x="684330" y="46969"/>
                </a:cubicBezTo>
                <a:cubicBezTo>
                  <a:pt x="685084" y="47352"/>
                  <a:pt x="685964" y="47544"/>
                  <a:pt x="686969" y="47544"/>
                </a:cubicBezTo>
                <a:cubicBezTo>
                  <a:pt x="688239" y="47544"/>
                  <a:pt x="689516" y="47081"/>
                  <a:pt x="690799" y="46155"/>
                </a:cubicBezTo>
                <a:cubicBezTo>
                  <a:pt x="692082" y="45229"/>
                  <a:pt x="693451" y="43880"/>
                  <a:pt x="694906" y="42107"/>
                </a:cubicBezTo>
                <a:lnTo>
                  <a:pt x="694906" y="18573"/>
                </a:lnTo>
                <a:cubicBezTo>
                  <a:pt x="694906" y="18309"/>
                  <a:pt x="694979" y="18077"/>
                  <a:pt x="695125" y="17879"/>
                </a:cubicBezTo>
                <a:cubicBezTo>
                  <a:pt x="695270" y="17680"/>
                  <a:pt x="695535" y="17515"/>
                  <a:pt x="695918" y="17383"/>
                </a:cubicBezTo>
                <a:cubicBezTo>
                  <a:pt x="696302" y="17250"/>
                  <a:pt x="696811" y="17151"/>
                  <a:pt x="697446" y="17085"/>
                </a:cubicBezTo>
                <a:cubicBezTo>
                  <a:pt x="698081" y="17019"/>
                  <a:pt x="698888" y="16986"/>
                  <a:pt x="699867" y="16986"/>
                </a:cubicBezTo>
                <a:cubicBezTo>
                  <a:pt x="700846" y="16986"/>
                  <a:pt x="701653" y="17019"/>
                  <a:pt x="702288" y="17085"/>
                </a:cubicBezTo>
                <a:cubicBezTo>
                  <a:pt x="702923" y="17151"/>
                  <a:pt x="703426" y="17250"/>
                  <a:pt x="703796" y="17383"/>
                </a:cubicBezTo>
                <a:cubicBezTo>
                  <a:pt x="704166" y="17515"/>
                  <a:pt x="704431" y="17680"/>
                  <a:pt x="704590" y="17879"/>
                </a:cubicBezTo>
                <a:cubicBezTo>
                  <a:pt x="704748" y="18077"/>
                  <a:pt x="704828" y="18309"/>
                  <a:pt x="704828" y="18573"/>
                </a:cubicBezTo>
                <a:lnTo>
                  <a:pt x="704828" y="53973"/>
                </a:lnTo>
                <a:close/>
                <a:moveTo>
                  <a:pt x="746929" y="21034"/>
                </a:moveTo>
                <a:cubicBezTo>
                  <a:pt x="746929" y="22304"/>
                  <a:pt x="746784" y="23243"/>
                  <a:pt x="746493" y="23852"/>
                </a:cubicBezTo>
                <a:cubicBezTo>
                  <a:pt x="746201" y="24460"/>
                  <a:pt x="745844" y="24764"/>
                  <a:pt x="745421" y="24764"/>
                </a:cubicBezTo>
                <a:lnTo>
                  <a:pt x="741254" y="24764"/>
                </a:lnTo>
                <a:cubicBezTo>
                  <a:pt x="741836" y="25393"/>
                  <a:pt x="742253" y="26108"/>
                  <a:pt x="742504" y="26909"/>
                </a:cubicBezTo>
                <a:cubicBezTo>
                  <a:pt x="742755" y="27709"/>
                  <a:pt x="742881" y="28542"/>
                  <a:pt x="742881" y="29408"/>
                </a:cubicBezTo>
                <a:cubicBezTo>
                  <a:pt x="742881" y="31471"/>
                  <a:pt x="742537" y="33303"/>
                  <a:pt x="741849" y="34904"/>
                </a:cubicBezTo>
                <a:cubicBezTo>
                  <a:pt x="741161" y="36505"/>
                  <a:pt x="740176" y="37854"/>
                  <a:pt x="738893" y="38952"/>
                </a:cubicBezTo>
                <a:cubicBezTo>
                  <a:pt x="737609" y="40050"/>
                  <a:pt x="736062" y="40884"/>
                  <a:pt x="734249" y="41452"/>
                </a:cubicBezTo>
                <a:cubicBezTo>
                  <a:pt x="732437" y="42021"/>
                  <a:pt x="730420" y="42306"/>
                  <a:pt x="728197" y="42306"/>
                </a:cubicBezTo>
                <a:cubicBezTo>
                  <a:pt x="727059" y="42306"/>
                  <a:pt x="725975" y="42167"/>
                  <a:pt x="724943" y="41889"/>
                </a:cubicBezTo>
                <a:cubicBezTo>
                  <a:pt x="723911" y="41611"/>
                  <a:pt x="723117" y="41287"/>
                  <a:pt x="722562" y="40917"/>
                </a:cubicBezTo>
                <a:cubicBezTo>
                  <a:pt x="722244" y="41261"/>
                  <a:pt x="721960" y="41671"/>
                  <a:pt x="721708" y="42147"/>
                </a:cubicBezTo>
                <a:cubicBezTo>
                  <a:pt x="721457" y="42623"/>
                  <a:pt x="721331" y="43152"/>
                  <a:pt x="721331" y="43734"/>
                </a:cubicBezTo>
                <a:cubicBezTo>
                  <a:pt x="721331" y="44502"/>
                  <a:pt x="721669" y="45130"/>
                  <a:pt x="722343" y="45619"/>
                </a:cubicBezTo>
                <a:cubicBezTo>
                  <a:pt x="723018" y="46109"/>
                  <a:pt x="723964" y="46380"/>
                  <a:pt x="725181" y="46433"/>
                </a:cubicBezTo>
                <a:lnTo>
                  <a:pt x="733793" y="46752"/>
                </a:lnTo>
                <a:cubicBezTo>
                  <a:pt x="735804" y="46831"/>
                  <a:pt x="737596" y="47116"/>
                  <a:pt x="739170" y="47608"/>
                </a:cubicBezTo>
                <a:cubicBezTo>
                  <a:pt x="740745" y="48099"/>
                  <a:pt x="742067" y="48789"/>
                  <a:pt x="743139" y="49679"/>
                </a:cubicBezTo>
                <a:cubicBezTo>
                  <a:pt x="744211" y="50568"/>
                  <a:pt x="745031" y="51637"/>
                  <a:pt x="745600" y="52885"/>
                </a:cubicBezTo>
                <a:cubicBezTo>
                  <a:pt x="746168" y="54132"/>
                  <a:pt x="746453" y="55552"/>
                  <a:pt x="746453" y="57145"/>
                </a:cubicBezTo>
                <a:cubicBezTo>
                  <a:pt x="746453" y="58897"/>
                  <a:pt x="746069" y="60549"/>
                  <a:pt x="745302" y="62102"/>
                </a:cubicBezTo>
                <a:cubicBezTo>
                  <a:pt x="744535" y="63655"/>
                  <a:pt x="743384" y="65003"/>
                  <a:pt x="741849" y="66145"/>
                </a:cubicBezTo>
                <a:cubicBezTo>
                  <a:pt x="740315" y="67287"/>
                  <a:pt x="738390" y="68189"/>
                  <a:pt x="736075" y="68852"/>
                </a:cubicBezTo>
                <a:cubicBezTo>
                  <a:pt x="733760" y="69516"/>
                  <a:pt x="731055" y="69848"/>
                  <a:pt x="727959" y="69848"/>
                </a:cubicBezTo>
                <a:cubicBezTo>
                  <a:pt x="724943" y="69848"/>
                  <a:pt x="722370" y="69609"/>
                  <a:pt x="720240" y="69132"/>
                </a:cubicBezTo>
                <a:cubicBezTo>
                  <a:pt x="718110" y="68655"/>
                  <a:pt x="716364" y="67993"/>
                  <a:pt x="715001" y="67144"/>
                </a:cubicBezTo>
                <a:cubicBezTo>
                  <a:pt x="713639" y="66297"/>
                  <a:pt x="712647" y="65284"/>
                  <a:pt x="712025" y="64105"/>
                </a:cubicBezTo>
                <a:cubicBezTo>
                  <a:pt x="711403" y="62926"/>
                  <a:pt x="711092" y="61634"/>
                  <a:pt x="711092" y="60230"/>
                </a:cubicBezTo>
                <a:cubicBezTo>
                  <a:pt x="711092" y="59356"/>
                  <a:pt x="711205" y="58520"/>
                  <a:pt x="711430" y="57725"/>
                </a:cubicBezTo>
                <a:cubicBezTo>
                  <a:pt x="711655" y="56931"/>
                  <a:pt x="711985" y="56169"/>
                  <a:pt x="712422" y="55439"/>
                </a:cubicBezTo>
                <a:cubicBezTo>
                  <a:pt x="712858" y="54711"/>
                  <a:pt x="713394" y="54016"/>
                  <a:pt x="714029" y="53353"/>
                </a:cubicBezTo>
                <a:cubicBezTo>
                  <a:pt x="714664" y="52691"/>
                  <a:pt x="715392" y="52055"/>
                  <a:pt x="716212" y="51446"/>
                </a:cubicBezTo>
                <a:cubicBezTo>
                  <a:pt x="715074" y="50835"/>
                  <a:pt x="714194" y="50005"/>
                  <a:pt x="713573" y="48957"/>
                </a:cubicBezTo>
                <a:cubicBezTo>
                  <a:pt x="712951" y="47908"/>
                  <a:pt x="712640" y="46759"/>
                  <a:pt x="712640" y="45510"/>
                </a:cubicBezTo>
                <a:cubicBezTo>
                  <a:pt x="712640" y="43944"/>
                  <a:pt x="712997" y="42516"/>
                  <a:pt x="713712" y="41228"/>
                </a:cubicBezTo>
                <a:cubicBezTo>
                  <a:pt x="714426" y="39940"/>
                  <a:pt x="715352" y="38778"/>
                  <a:pt x="716490" y="37742"/>
                </a:cubicBezTo>
                <a:cubicBezTo>
                  <a:pt x="715564" y="36816"/>
                  <a:pt x="714823" y="35705"/>
                  <a:pt x="714267" y="34408"/>
                </a:cubicBezTo>
                <a:cubicBezTo>
                  <a:pt x="713712" y="33112"/>
                  <a:pt x="713434" y="31498"/>
                  <a:pt x="713434" y="29566"/>
                </a:cubicBezTo>
                <a:cubicBezTo>
                  <a:pt x="713434" y="27503"/>
                  <a:pt x="713798" y="25657"/>
                  <a:pt x="714525" y="24030"/>
                </a:cubicBezTo>
                <a:cubicBezTo>
                  <a:pt x="715253" y="22403"/>
                  <a:pt x="716265" y="21027"/>
                  <a:pt x="717561" y="19903"/>
                </a:cubicBezTo>
                <a:cubicBezTo>
                  <a:pt x="718858" y="18778"/>
                  <a:pt x="720405" y="17918"/>
                  <a:pt x="722204" y="17323"/>
                </a:cubicBezTo>
                <a:cubicBezTo>
                  <a:pt x="724004" y="16728"/>
                  <a:pt x="725988" y="16430"/>
                  <a:pt x="728157" y="16430"/>
                </a:cubicBezTo>
                <a:cubicBezTo>
                  <a:pt x="729269" y="16430"/>
                  <a:pt x="730334" y="16500"/>
                  <a:pt x="731352" y="16640"/>
                </a:cubicBezTo>
                <a:cubicBezTo>
                  <a:pt x="732371" y="16779"/>
                  <a:pt x="733317" y="16973"/>
                  <a:pt x="734190" y="17224"/>
                </a:cubicBezTo>
                <a:lnTo>
                  <a:pt x="745421" y="17224"/>
                </a:lnTo>
                <a:cubicBezTo>
                  <a:pt x="745871" y="17224"/>
                  <a:pt x="746235" y="17515"/>
                  <a:pt x="746512" y="18097"/>
                </a:cubicBezTo>
                <a:cubicBezTo>
                  <a:pt x="746790" y="18679"/>
                  <a:pt x="746929" y="19658"/>
                  <a:pt x="746929" y="21034"/>
                </a:cubicBezTo>
                <a:moveTo>
                  <a:pt x="734110" y="29348"/>
                </a:moveTo>
                <a:cubicBezTo>
                  <a:pt x="734110" y="27450"/>
                  <a:pt x="733581" y="25973"/>
                  <a:pt x="732523" y="24918"/>
                </a:cubicBezTo>
                <a:cubicBezTo>
                  <a:pt x="731465" y="23863"/>
                  <a:pt x="729970" y="23336"/>
                  <a:pt x="728038" y="23336"/>
                </a:cubicBezTo>
                <a:cubicBezTo>
                  <a:pt x="727059" y="23336"/>
                  <a:pt x="726200" y="23501"/>
                  <a:pt x="725459" y="23830"/>
                </a:cubicBezTo>
                <a:cubicBezTo>
                  <a:pt x="724718" y="24159"/>
                  <a:pt x="724103" y="24608"/>
                  <a:pt x="723613" y="25175"/>
                </a:cubicBezTo>
                <a:cubicBezTo>
                  <a:pt x="723124" y="25742"/>
                  <a:pt x="722760" y="26401"/>
                  <a:pt x="722522" y="27153"/>
                </a:cubicBezTo>
                <a:cubicBezTo>
                  <a:pt x="722284" y="27904"/>
                  <a:pt x="722165" y="28689"/>
                  <a:pt x="722165" y="29507"/>
                </a:cubicBezTo>
                <a:cubicBezTo>
                  <a:pt x="722165" y="31299"/>
                  <a:pt x="722694" y="32716"/>
                  <a:pt x="723752" y="33758"/>
                </a:cubicBezTo>
                <a:cubicBezTo>
                  <a:pt x="724811" y="34800"/>
                  <a:pt x="726279" y="35321"/>
                  <a:pt x="728157" y="35321"/>
                </a:cubicBezTo>
                <a:cubicBezTo>
                  <a:pt x="729163" y="35321"/>
                  <a:pt x="730036" y="35163"/>
                  <a:pt x="730777" y="34847"/>
                </a:cubicBezTo>
                <a:cubicBezTo>
                  <a:pt x="731518" y="34530"/>
                  <a:pt x="732133" y="34095"/>
                  <a:pt x="732622" y="33541"/>
                </a:cubicBezTo>
                <a:cubicBezTo>
                  <a:pt x="733112" y="32987"/>
                  <a:pt x="733482" y="32348"/>
                  <a:pt x="733733" y="31623"/>
                </a:cubicBezTo>
                <a:cubicBezTo>
                  <a:pt x="733985" y="30897"/>
                  <a:pt x="734110" y="30139"/>
                  <a:pt x="734110" y="29348"/>
                </a:cubicBezTo>
                <a:moveTo>
                  <a:pt x="736452" y="57658"/>
                </a:moveTo>
                <a:cubicBezTo>
                  <a:pt x="736452" y="56458"/>
                  <a:pt x="735976" y="55537"/>
                  <a:pt x="735023" y="54897"/>
                </a:cubicBezTo>
                <a:cubicBezTo>
                  <a:pt x="734071" y="54257"/>
                  <a:pt x="732761" y="53909"/>
                  <a:pt x="731094" y="53856"/>
                </a:cubicBezTo>
                <a:lnTo>
                  <a:pt x="723990" y="53656"/>
                </a:lnTo>
                <a:cubicBezTo>
                  <a:pt x="723302" y="54163"/>
                  <a:pt x="722753" y="54650"/>
                  <a:pt x="722343" y="55117"/>
                </a:cubicBezTo>
                <a:cubicBezTo>
                  <a:pt x="721933" y="55584"/>
                  <a:pt x="721603" y="56031"/>
                  <a:pt x="721351" y="56458"/>
                </a:cubicBezTo>
                <a:cubicBezTo>
                  <a:pt x="721100" y="56885"/>
                  <a:pt x="720935" y="57299"/>
                  <a:pt x="720855" y="57699"/>
                </a:cubicBezTo>
                <a:cubicBezTo>
                  <a:pt x="720776" y="58099"/>
                  <a:pt x="720736" y="58513"/>
                  <a:pt x="720736" y="58939"/>
                </a:cubicBezTo>
                <a:cubicBezTo>
                  <a:pt x="720736" y="60274"/>
                  <a:pt x="721404" y="61288"/>
                  <a:pt x="722740" y="61981"/>
                </a:cubicBezTo>
                <a:cubicBezTo>
                  <a:pt x="724076" y="62675"/>
                  <a:pt x="725961" y="63022"/>
                  <a:pt x="728396" y="63022"/>
                </a:cubicBezTo>
                <a:cubicBezTo>
                  <a:pt x="729904" y="63022"/>
                  <a:pt x="731174" y="62869"/>
                  <a:pt x="732205" y="62562"/>
                </a:cubicBezTo>
                <a:cubicBezTo>
                  <a:pt x="733237" y="62255"/>
                  <a:pt x="734071" y="61848"/>
                  <a:pt x="734706" y="61340"/>
                </a:cubicBezTo>
                <a:cubicBezTo>
                  <a:pt x="735341" y="60833"/>
                  <a:pt x="735790" y="60266"/>
                  <a:pt x="736055" y="59639"/>
                </a:cubicBezTo>
                <a:cubicBezTo>
                  <a:pt x="736320" y="59012"/>
                  <a:pt x="736452" y="58352"/>
                  <a:pt x="736452" y="57658"/>
                </a:cubicBezTo>
                <a:close/>
                <a:moveTo>
                  <a:pt x="807087" y="35915"/>
                </a:moveTo>
                <a:cubicBezTo>
                  <a:pt x="807087" y="38938"/>
                  <a:pt x="806690" y="41695"/>
                  <a:pt x="805896" y="44187"/>
                </a:cubicBezTo>
                <a:cubicBezTo>
                  <a:pt x="805103" y="46679"/>
                  <a:pt x="803899" y="48826"/>
                  <a:pt x="802285" y="50629"/>
                </a:cubicBezTo>
                <a:cubicBezTo>
                  <a:pt x="800671" y="52431"/>
                  <a:pt x="798647" y="53823"/>
                  <a:pt x="796213" y="54804"/>
                </a:cubicBezTo>
                <a:cubicBezTo>
                  <a:pt x="793779" y="55785"/>
                  <a:pt x="790935" y="56275"/>
                  <a:pt x="787680" y="56275"/>
                </a:cubicBezTo>
                <a:cubicBezTo>
                  <a:pt x="784532" y="56275"/>
                  <a:pt x="781794" y="55838"/>
                  <a:pt x="779465" y="54963"/>
                </a:cubicBezTo>
                <a:cubicBezTo>
                  <a:pt x="777137" y="54088"/>
                  <a:pt x="775206" y="52816"/>
                  <a:pt x="773671" y="51146"/>
                </a:cubicBezTo>
                <a:cubicBezTo>
                  <a:pt x="772137" y="49476"/>
                  <a:pt x="770999" y="47421"/>
                  <a:pt x="770258" y="44982"/>
                </a:cubicBezTo>
                <a:cubicBezTo>
                  <a:pt x="769517" y="42543"/>
                  <a:pt x="769147" y="39760"/>
                  <a:pt x="769147" y="36632"/>
                </a:cubicBezTo>
                <a:cubicBezTo>
                  <a:pt x="769147" y="33609"/>
                  <a:pt x="769550" y="30845"/>
                  <a:pt x="770357" y="28340"/>
                </a:cubicBezTo>
                <a:cubicBezTo>
                  <a:pt x="771164" y="25835"/>
                  <a:pt x="772375" y="23687"/>
                  <a:pt x="773989" y="21898"/>
                </a:cubicBezTo>
                <a:cubicBezTo>
                  <a:pt x="775603" y="20109"/>
                  <a:pt x="777620" y="18724"/>
                  <a:pt x="780041" y="17744"/>
                </a:cubicBezTo>
                <a:cubicBezTo>
                  <a:pt x="782462" y="16762"/>
                  <a:pt x="785299" y="16271"/>
                  <a:pt x="788554" y="16271"/>
                </a:cubicBezTo>
                <a:cubicBezTo>
                  <a:pt x="791728" y="16271"/>
                  <a:pt x="794480" y="16702"/>
                  <a:pt x="796808" y="17564"/>
                </a:cubicBezTo>
                <a:cubicBezTo>
                  <a:pt x="799137" y="18425"/>
                  <a:pt x="801061" y="19691"/>
                  <a:pt x="802583" y="21361"/>
                </a:cubicBezTo>
                <a:cubicBezTo>
                  <a:pt x="804104" y="23031"/>
                  <a:pt x="805235" y="25086"/>
                  <a:pt x="805976" y="27525"/>
                </a:cubicBezTo>
                <a:cubicBezTo>
                  <a:pt x="806717" y="29964"/>
                  <a:pt x="807087" y="32761"/>
                  <a:pt x="807087" y="35915"/>
                </a:cubicBezTo>
                <a:moveTo>
                  <a:pt x="796808" y="36313"/>
                </a:moveTo>
                <a:cubicBezTo>
                  <a:pt x="796808" y="34567"/>
                  <a:pt x="796669" y="32960"/>
                  <a:pt x="796392" y="31491"/>
                </a:cubicBezTo>
                <a:cubicBezTo>
                  <a:pt x="796114" y="30023"/>
                  <a:pt x="795644" y="28746"/>
                  <a:pt x="794983" y="27661"/>
                </a:cubicBezTo>
                <a:cubicBezTo>
                  <a:pt x="794321" y="26577"/>
                  <a:pt x="793442" y="25730"/>
                  <a:pt x="792344" y="25121"/>
                </a:cubicBezTo>
                <a:cubicBezTo>
                  <a:pt x="791246" y="24513"/>
                  <a:pt x="789863" y="24209"/>
                  <a:pt x="788196" y="24209"/>
                </a:cubicBezTo>
                <a:cubicBezTo>
                  <a:pt x="786715" y="24209"/>
                  <a:pt x="785418" y="24480"/>
                  <a:pt x="784307" y="25022"/>
                </a:cubicBezTo>
                <a:cubicBezTo>
                  <a:pt x="783196" y="25565"/>
                  <a:pt x="782283" y="26358"/>
                  <a:pt x="781569" y="27403"/>
                </a:cubicBezTo>
                <a:cubicBezTo>
                  <a:pt x="780854" y="28449"/>
                  <a:pt x="780319" y="29705"/>
                  <a:pt x="779961" y="31174"/>
                </a:cubicBezTo>
                <a:cubicBezTo>
                  <a:pt x="779604" y="32642"/>
                  <a:pt x="779426" y="34315"/>
                  <a:pt x="779426" y="36194"/>
                </a:cubicBezTo>
                <a:cubicBezTo>
                  <a:pt x="779426" y="37940"/>
                  <a:pt x="779571" y="39547"/>
                  <a:pt x="779862" y="41016"/>
                </a:cubicBezTo>
                <a:cubicBezTo>
                  <a:pt x="780153" y="42484"/>
                  <a:pt x="780623" y="43761"/>
                  <a:pt x="781271" y="44846"/>
                </a:cubicBezTo>
                <a:cubicBezTo>
                  <a:pt x="781919" y="45930"/>
                  <a:pt x="782799" y="46770"/>
                  <a:pt x="783910" y="47366"/>
                </a:cubicBezTo>
                <a:cubicBezTo>
                  <a:pt x="785021" y="47961"/>
                  <a:pt x="786397" y="48259"/>
                  <a:pt x="788038" y="48259"/>
                </a:cubicBezTo>
                <a:cubicBezTo>
                  <a:pt x="789546" y="48259"/>
                  <a:pt x="790855" y="47987"/>
                  <a:pt x="791967" y="47445"/>
                </a:cubicBezTo>
                <a:cubicBezTo>
                  <a:pt x="793078" y="46903"/>
                  <a:pt x="793991" y="46116"/>
                  <a:pt x="794705" y="45084"/>
                </a:cubicBezTo>
                <a:cubicBezTo>
                  <a:pt x="795419" y="44052"/>
                  <a:pt x="795948" y="42802"/>
                  <a:pt x="796292" y="41333"/>
                </a:cubicBezTo>
                <a:cubicBezTo>
                  <a:pt x="796636" y="39865"/>
                  <a:pt x="796808" y="38192"/>
                  <a:pt x="796808" y="36313"/>
                </a:cubicBezTo>
                <a:close/>
                <a:moveTo>
                  <a:pt x="841838" y="48338"/>
                </a:moveTo>
                <a:cubicBezTo>
                  <a:pt x="841838" y="49026"/>
                  <a:pt x="841818" y="49601"/>
                  <a:pt x="841779" y="50064"/>
                </a:cubicBezTo>
                <a:cubicBezTo>
                  <a:pt x="841739" y="50527"/>
                  <a:pt x="841686" y="50918"/>
                  <a:pt x="841620" y="51235"/>
                </a:cubicBezTo>
                <a:cubicBezTo>
                  <a:pt x="841554" y="51553"/>
                  <a:pt x="841474" y="51811"/>
                  <a:pt x="841382" y="52009"/>
                </a:cubicBezTo>
                <a:cubicBezTo>
                  <a:pt x="841289" y="52207"/>
                  <a:pt x="841084" y="52459"/>
                  <a:pt x="840767" y="52763"/>
                </a:cubicBezTo>
                <a:cubicBezTo>
                  <a:pt x="840449" y="53067"/>
                  <a:pt x="839907" y="53438"/>
                  <a:pt x="839139" y="53874"/>
                </a:cubicBezTo>
                <a:cubicBezTo>
                  <a:pt x="838372" y="54311"/>
                  <a:pt x="837499" y="54701"/>
                  <a:pt x="836520" y="55045"/>
                </a:cubicBezTo>
                <a:cubicBezTo>
                  <a:pt x="835541" y="55389"/>
                  <a:pt x="834476" y="55667"/>
                  <a:pt x="833325" y="55878"/>
                </a:cubicBezTo>
                <a:cubicBezTo>
                  <a:pt x="832174" y="56090"/>
                  <a:pt x="830990" y="56196"/>
                  <a:pt x="829773" y="56196"/>
                </a:cubicBezTo>
                <a:cubicBezTo>
                  <a:pt x="827048" y="56196"/>
                  <a:pt x="824634" y="55773"/>
                  <a:pt x="822531" y="54926"/>
                </a:cubicBezTo>
                <a:cubicBezTo>
                  <a:pt x="820427" y="54079"/>
                  <a:pt x="818661" y="52829"/>
                  <a:pt x="817232" y="51176"/>
                </a:cubicBezTo>
                <a:cubicBezTo>
                  <a:pt x="815804" y="49522"/>
                  <a:pt x="814726" y="47505"/>
                  <a:pt x="813998" y="45123"/>
                </a:cubicBezTo>
                <a:cubicBezTo>
                  <a:pt x="813270" y="42742"/>
                  <a:pt x="812907" y="40017"/>
                  <a:pt x="812907" y="36948"/>
                </a:cubicBezTo>
                <a:cubicBezTo>
                  <a:pt x="812907" y="33403"/>
                  <a:pt x="813350" y="30340"/>
                  <a:pt x="814236" y="27761"/>
                </a:cubicBezTo>
                <a:cubicBezTo>
                  <a:pt x="815122" y="25181"/>
                  <a:pt x="816359" y="23045"/>
                  <a:pt x="817947" y="21351"/>
                </a:cubicBezTo>
                <a:cubicBezTo>
                  <a:pt x="819534" y="19658"/>
                  <a:pt x="821413" y="18401"/>
                  <a:pt x="823582" y="17581"/>
                </a:cubicBezTo>
                <a:cubicBezTo>
                  <a:pt x="825752" y="16761"/>
                  <a:pt x="828133" y="16351"/>
                  <a:pt x="830726" y="16351"/>
                </a:cubicBezTo>
                <a:cubicBezTo>
                  <a:pt x="831784" y="16351"/>
                  <a:pt x="832823" y="16443"/>
                  <a:pt x="833841" y="16629"/>
                </a:cubicBezTo>
                <a:cubicBezTo>
                  <a:pt x="834860" y="16814"/>
                  <a:pt x="835812" y="17065"/>
                  <a:pt x="836699" y="17383"/>
                </a:cubicBezTo>
                <a:cubicBezTo>
                  <a:pt x="837585" y="17700"/>
                  <a:pt x="838379" y="18057"/>
                  <a:pt x="839080" y="18454"/>
                </a:cubicBezTo>
                <a:cubicBezTo>
                  <a:pt x="839781" y="18851"/>
                  <a:pt x="840277" y="19195"/>
                  <a:pt x="840568" y="19486"/>
                </a:cubicBezTo>
                <a:cubicBezTo>
                  <a:pt x="840859" y="19777"/>
                  <a:pt x="841064" y="20022"/>
                  <a:pt x="841183" y="20220"/>
                </a:cubicBezTo>
                <a:cubicBezTo>
                  <a:pt x="841302" y="20419"/>
                  <a:pt x="841395" y="20677"/>
                  <a:pt x="841461" y="20994"/>
                </a:cubicBezTo>
                <a:cubicBezTo>
                  <a:pt x="841527" y="21312"/>
                  <a:pt x="841580" y="21702"/>
                  <a:pt x="841620" y="22165"/>
                </a:cubicBezTo>
                <a:cubicBezTo>
                  <a:pt x="841659" y="22628"/>
                  <a:pt x="841679" y="23190"/>
                  <a:pt x="841679" y="23852"/>
                </a:cubicBezTo>
                <a:cubicBezTo>
                  <a:pt x="841679" y="25386"/>
                  <a:pt x="841547" y="26464"/>
                  <a:pt x="841282" y="27086"/>
                </a:cubicBezTo>
                <a:cubicBezTo>
                  <a:pt x="841018" y="27708"/>
                  <a:pt x="840674" y="28019"/>
                  <a:pt x="840251" y="28019"/>
                </a:cubicBezTo>
                <a:cubicBezTo>
                  <a:pt x="839801" y="28019"/>
                  <a:pt x="839325" y="27833"/>
                  <a:pt x="838822" y="27463"/>
                </a:cubicBezTo>
                <a:cubicBezTo>
                  <a:pt x="838319" y="27093"/>
                  <a:pt x="837724" y="26682"/>
                  <a:pt x="837036" y="26233"/>
                </a:cubicBezTo>
                <a:cubicBezTo>
                  <a:pt x="836348" y="25783"/>
                  <a:pt x="835528" y="25373"/>
                  <a:pt x="834575" y="25002"/>
                </a:cubicBezTo>
                <a:cubicBezTo>
                  <a:pt x="833623" y="24632"/>
                  <a:pt x="832485" y="24447"/>
                  <a:pt x="831162" y="24447"/>
                </a:cubicBezTo>
                <a:cubicBezTo>
                  <a:pt x="828570" y="24447"/>
                  <a:pt x="826585" y="25446"/>
                  <a:pt x="825209" y="27443"/>
                </a:cubicBezTo>
                <a:cubicBezTo>
                  <a:pt x="823834" y="29441"/>
                  <a:pt x="823146" y="32371"/>
                  <a:pt x="823146" y="36234"/>
                </a:cubicBezTo>
                <a:cubicBezTo>
                  <a:pt x="823146" y="38139"/>
                  <a:pt x="823318" y="39819"/>
                  <a:pt x="823662" y="41274"/>
                </a:cubicBezTo>
                <a:cubicBezTo>
                  <a:pt x="824006" y="42729"/>
                  <a:pt x="824515" y="43946"/>
                  <a:pt x="825190" y="44925"/>
                </a:cubicBezTo>
                <a:cubicBezTo>
                  <a:pt x="825864" y="45904"/>
                  <a:pt x="826711" y="46638"/>
                  <a:pt x="827730" y="47128"/>
                </a:cubicBezTo>
                <a:cubicBezTo>
                  <a:pt x="828748" y="47617"/>
                  <a:pt x="829932" y="47862"/>
                  <a:pt x="831281" y="47862"/>
                </a:cubicBezTo>
                <a:cubicBezTo>
                  <a:pt x="832657" y="47862"/>
                  <a:pt x="833841" y="47657"/>
                  <a:pt x="834833" y="47247"/>
                </a:cubicBezTo>
                <a:cubicBezTo>
                  <a:pt x="835826" y="46837"/>
                  <a:pt x="836692" y="46380"/>
                  <a:pt x="837433" y="45877"/>
                </a:cubicBezTo>
                <a:cubicBezTo>
                  <a:pt x="838174" y="45375"/>
                  <a:pt x="838795" y="44918"/>
                  <a:pt x="839298" y="44508"/>
                </a:cubicBezTo>
                <a:cubicBezTo>
                  <a:pt x="839801" y="44098"/>
                  <a:pt x="840224" y="43893"/>
                  <a:pt x="840568" y="43893"/>
                </a:cubicBezTo>
                <a:cubicBezTo>
                  <a:pt x="840806" y="43893"/>
                  <a:pt x="841005" y="43959"/>
                  <a:pt x="841163" y="44092"/>
                </a:cubicBezTo>
                <a:cubicBezTo>
                  <a:pt x="841322" y="44224"/>
                  <a:pt x="841448" y="44469"/>
                  <a:pt x="841540" y="44826"/>
                </a:cubicBezTo>
                <a:cubicBezTo>
                  <a:pt x="841633" y="45183"/>
                  <a:pt x="841706" y="45639"/>
                  <a:pt x="841759" y="46195"/>
                </a:cubicBezTo>
                <a:cubicBezTo>
                  <a:pt x="841812" y="46751"/>
                  <a:pt x="841838" y="47465"/>
                  <a:pt x="841838" y="48338"/>
                </a:cubicBezTo>
                <a:close/>
                <a:moveTo>
                  <a:pt x="875877" y="48338"/>
                </a:moveTo>
                <a:cubicBezTo>
                  <a:pt x="875877" y="49026"/>
                  <a:pt x="875857" y="49601"/>
                  <a:pt x="875818" y="50064"/>
                </a:cubicBezTo>
                <a:cubicBezTo>
                  <a:pt x="875778" y="50527"/>
                  <a:pt x="875725" y="50918"/>
                  <a:pt x="875659" y="51235"/>
                </a:cubicBezTo>
                <a:cubicBezTo>
                  <a:pt x="875593" y="51553"/>
                  <a:pt x="875513" y="51811"/>
                  <a:pt x="875421" y="52009"/>
                </a:cubicBezTo>
                <a:cubicBezTo>
                  <a:pt x="875328" y="52207"/>
                  <a:pt x="875123" y="52459"/>
                  <a:pt x="874806" y="52763"/>
                </a:cubicBezTo>
                <a:cubicBezTo>
                  <a:pt x="874488" y="53067"/>
                  <a:pt x="873946" y="53438"/>
                  <a:pt x="873178" y="53874"/>
                </a:cubicBezTo>
                <a:cubicBezTo>
                  <a:pt x="872411" y="54311"/>
                  <a:pt x="871538" y="54701"/>
                  <a:pt x="870559" y="55045"/>
                </a:cubicBezTo>
                <a:cubicBezTo>
                  <a:pt x="869580" y="55389"/>
                  <a:pt x="868515" y="55667"/>
                  <a:pt x="867364" y="55878"/>
                </a:cubicBezTo>
                <a:cubicBezTo>
                  <a:pt x="866214" y="56090"/>
                  <a:pt x="865030" y="56196"/>
                  <a:pt x="863812" y="56196"/>
                </a:cubicBezTo>
                <a:cubicBezTo>
                  <a:pt x="861087" y="56196"/>
                  <a:pt x="858673" y="55773"/>
                  <a:pt x="856570" y="54926"/>
                </a:cubicBezTo>
                <a:cubicBezTo>
                  <a:pt x="854466" y="54079"/>
                  <a:pt x="852700" y="52829"/>
                  <a:pt x="851272" y="51176"/>
                </a:cubicBezTo>
                <a:cubicBezTo>
                  <a:pt x="849843" y="49522"/>
                  <a:pt x="848765" y="47505"/>
                  <a:pt x="848037" y="45123"/>
                </a:cubicBezTo>
                <a:cubicBezTo>
                  <a:pt x="847310" y="42742"/>
                  <a:pt x="846946" y="40017"/>
                  <a:pt x="846946" y="36948"/>
                </a:cubicBezTo>
                <a:cubicBezTo>
                  <a:pt x="846946" y="33403"/>
                  <a:pt x="847389" y="30340"/>
                  <a:pt x="848275" y="27761"/>
                </a:cubicBezTo>
                <a:cubicBezTo>
                  <a:pt x="849162" y="25181"/>
                  <a:pt x="850398" y="23045"/>
                  <a:pt x="851986" y="21351"/>
                </a:cubicBezTo>
                <a:cubicBezTo>
                  <a:pt x="853573" y="19658"/>
                  <a:pt x="855452" y="18401"/>
                  <a:pt x="857621" y="17581"/>
                </a:cubicBezTo>
                <a:cubicBezTo>
                  <a:pt x="859791" y="16761"/>
                  <a:pt x="862172" y="16351"/>
                  <a:pt x="864765" y="16351"/>
                </a:cubicBezTo>
                <a:cubicBezTo>
                  <a:pt x="865823" y="16351"/>
                  <a:pt x="866862" y="16443"/>
                  <a:pt x="867880" y="16629"/>
                </a:cubicBezTo>
                <a:cubicBezTo>
                  <a:pt x="868899" y="16814"/>
                  <a:pt x="869851" y="17065"/>
                  <a:pt x="870738" y="17383"/>
                </a:cubicBezTo>
                <a:cubicBezTo>
                  <a:pt x="871624" y="17700"/>
                  <a:pt x="872418" y="18057"/>
                  <a:pt x="873119" y="18454"/>
                </a:cubicBezTo>
                <a:cubicBezTo>
                  <a:pt x="873820" y="18851"/>
                  <a:pt x="874316" y="19195"/>
                  <a:pt x="874607" y="19486"/>
                </a:cubicBezTo>
                <a:cubicBezTo>
                  <a:pt x="874898" y="19777"/>
                  <a:pt x="875103" y="20022"/>
                  <a:pt x="875222" y="20220"/>
                </a:cubicBezTo>
                <a:cubicBezTo>
                  <a:pt x="875341" y="20419"/>
                  <a:pt x="875434" y="20677"/>
                  <a:pt x="875500" y="20994"/>
                </a:cubicBezTo>
                <a:cubicBezTo>
                  <a:pt x="875566" y="21312"/>
                  <a:pt x="875619" y="21702"/>
                  <a:pt x="875659" y="22165"/>
                </a:cubicBezTo>
                <a:cubicBezTo>
                  <a:pt x="875699" y="22628"/>
                  <a:pt x="875718" y="23190"/>
                  <a:pt x="875718" y="23852"/>
                </a:cubicBezTo>
                <a:cubicBezTo>
                  <a:pt x="875718" y="25386"/>
                  <a:pt x="875586" y="26464"/>
                  <a:pt x="875322" y="27086"/>
                </a:cubicBezTo>
                <a:cubicBezTo>
                  <a:pt x="875057" y="27708"/>
                  <a:pt x="874713" y="28019"/>
                  <a:pt x="874290" y="28019"/>
                </a:cubicBezTo>
                <a:cubicBezTo>
                  <a:pt x="873840" y="28019"/>
                  <a:pt x="873364" y="27833"/>
                  <a:pt x="872861" y="27463"/>
                </a:cubicBezTo>
                <a:cubicBezTo>
                  <a:pt x="872358" y="27093"/>
                  <a:pt x="871763" y="26682"/>
                  <a:pt x="871075" y="26233"/>
                </a:cubicBezTo>
                <a:cubicBezTo>
                  <a:pt x="870387" y="25783"/>
                  <a:pt x="869567" y="25373"/>
                  <a:pt x="868615" y="25002"/>
                </a:cubicBezTo>
                <a:cubicBezTo>
                  <a:pt x="867662" y="24632"/>
                  <a:pt x="866524" y="24447"/>
                  <a:pt x="865202" y="24447"/>
                </a:cubicBezTo>
                <a:cubicBezTo>
                  <a:pt x="862609" y="24447"/>
                  <a:pt x="860624" y="25446"/>
                  <a:pt x="859249" y="27443"/>
                </a:cubicBezTo>
                <a:cubicBezTo>
                  <a:pt x="857873" y="29441"/>
                  <a:pt x="857185" y="32371"/>
                  <a:pt x="857185" y="36234"/>
                </a:cubicBezTo>
                <a:cubicBezTo>
                  <a:pt x="857185" y="38139"/>
                  <a:pt x="857357" y="39819"/>
                  <a:pt x="857701" y="41274"/>
                </a:cubicBezTo>
                <a:cubicBezTo>
                  <a:pt x="858045" y="42729"/>
                  <a:pt x="858554" y="43946"/>
                  <a:pt x="859229" y="44925"/>
                </a:cubicBezTo>
                <a:cubicBezTo>
                  <a:pt x="859903" y="45904"/>
                  <a:pt x="860750" y="46638"/>
                  <a:pt x="861769" y="47128"/>
                </a:cubicBezTo>
                <a:cubicBezTo>
                  <a:pt x="862787" y="47617"/>
                  <a:pt x="863971" y="47862"/>
                  <a:pt x="865321" y="47862"/>
                </a:cubicBezTo>
                <a:cubicBezTo>
                  <a:pt x="866696" y="47862"/>
                  <a:pt x="867880" y="47657"/>
                  <a:pt x="868873" y="47247"/>
                </a:cubicBezTo>
                <a:cubicBezTo>
                  <a:pt x="869865" y="46837"/>
                  <a:pt x="870731" y="46380"/>
                  <a:pt x="871472" y="45877"/>
                </a:cubicBezTo>
                <a:cubicBezTo>
                  <a:pt x="872213" y="45375"/>
                  <a:pt x="872835" y="44918"/>
                  <a:pt x="873337" y="44508"/>
                </a:cubicBezTo>
                <a:cubicBezTo>
                  <a:pt x="873840" y="44098"/>
                  <a:pt x="874263" y="43893"/>
                  <a:pt x="874607" y="43893"/>
                </a:cubicBezTo>
                <a:cubicBezTo>
                  <a:pt x="874845" y="43893"/>
                  <a:pt x="875044" y="43959"/>
                  <a:pt x="875202" y="44092"/>
                </a:cubicBezTo>
                <a:cubicBezTo>
                  <a:pt x="875361" y="44224"/>
                  <a:pt x="875487" y="44469"/>
                  <a:pt x="875579" y="44826"/>
                </a:cubicBezTo>
                <a:cubicBezTo>
                  <a:pt x="875672" y="45183"/>
                  <a:pt x="875745" y="45639"/>
                  <a:pt x="875798" y="46195"/>
                </a:cubicBezTo>
                <a:cubicBezTo>
                  <a:pt x="875851" y="46751"/>
                  <a:pt x="875877" y="47465"/>
                  <a:pt x="875877" y="48338"/>
                </a:cubicBezTo>
                <a:close/>
                <a:moveTo>
                  <a:pt x="916703" y="53973"/>
                </a:moveTo>
                <a:cubicBezTo>
                  <a:pt x="916703" y="54238"/>
                  <a:pt x="916636" y="54470"/>
                  <a:pt x="916504" y="54668"/>
                </a:cubicBezTo>
                <a:cubicBezTo>
                  <a:pt x="916372" y="54866"/>
                  <a:pt x="916140" y="55032"/>
                  <a:pt x="915810" y="55164"/>
                </a:cubicBezTo>
                <a:cubicBezTo>
                  <a:pt x="915479" y="55296"/>
                  <a:pt x="915042" y="55396"/>
                  <a:pt x="914500" y="55462"/>
                </a:cubicBezTo>
                <a:cubicBezTo>
                  <a:pt x="913958" y="55528"/>
                  <a:pt x="913276" y="55561"/>
                  <a:pt x="912456" y="55561"/>
                </a:cubicBezTo>
                <a:cubicBezTo>
                  <a:pt x="911583" y="55561"/>
                  <a:pt x="910875" y="55528"/>
                  <a:pt x="910333" y="55462"/>
                </a:cubicBezTo>
                <a:cubicBezTo>
                  <a:pt x="909791" y="55396"/>
                  <a:pt x="909361" y="55296"/>
                  <a:pt x="909043" y="55164"/>
                </a:cubicBezTo>
                <a:cubicBezTo>
                  <a:pt x="908726" y="55032"/>
                  <a:pt x="908501" y="54866"/>
                  <a:pt x="908368" y="54668"/>
                </a:cubicBezTo>
                <a:cubicBezTo>
                  <a:pt x="908236" y="54470"/>
                  <a:pt x="908170" y="54238"/>
                  <a:pt x="908170" y="53973"/>
                </a:cubicBezTo>
                <a:lnTo>
                  <a:pt x="908170" y="49886"/>
                </a:lnTo>
                <a:cubicBezTo>
                  <a:pt x="906212" y="52016"/>
                  <a:pt x="904221" y="53613"/>
                  <a:pt x="902197" y="54678"/>
                </a:cubicBezTo>
                <a:cubicBezTo>
                  <a:pt x="900173" y="55743"/>
                  <a:pt x="898076" y="56275"/>
                  <a:pt x="895907" y="56275"/>
                </a:cubicBezTo>
                <a:cubicBezTo>
                  <a:pt x="893473" y="56275"/>
                  <a:pt x="891429" y="55878"/>
                  <a:pt x="889775" y="55083"/>
                </a:cubicBezTo>
                <a:cubicBezTo>
                  <a:pt x="888122" y="54289"/>
                  <a:pt x="886786" y="53203"/>
                  <a:pt x="885767" y="51827"/>
                </a:cubicBezTo>
                <a:cubicBezTo>
                  <a:pt x="884748" y="50449"/>
                  <a:pt x="884021" y="48854"/>
                  <a:pt x="883584" y="47040"/>
                </a:cubicBezTo>
                <a:cubicBezTo>
                  <a:pt x="883148" y="45225"/>
                  <a:pt x="882930" y="42967"/>
                  <a:pt x="882930" y="40266"/>
                </a:cubicBezTo>
                <a:lnTo>
                  <a:pt x="882930" y="18574"/>
                </a:lnTo>
                <a:cubicBezTo>
                  <a:pt x="882930" y="18310"/>
                  <a:pt x="883002" y="18078"/>
                  <a:pt x="883148" y="17880"/>
                </a:cubicBezTo>
                <a:cubicBezTo>
                  <a:pt x="883293" y="17681"/>
                  <a:pt x="883558" y="17515"/>
                  <a:pt x="883942" y="17383"/>
                </a:cubicBezTo>
                <a:cubicBezTo>
                  <a:pt x="884325" y="17250"/>
                  <a:pt x="884841" y="17151"/>
                  <a:pt x="885489" y="17085"/>
                </a:cubicBezTo>
                <a:cubicBezTo>
                  <a:pt x="886138" y="17019"/>
                  <a:pt x="886938" y="16986"/>
                  <a:pt x="887890" y="16986"/>
                </a:cubicBezTo>
                <a:cubicBezTo>
                  <a:pt x="888869" y="16986"/>
                  <a:pt x="889676" y="17019"/>
                  <a:pt x="890311" y="17085"/>
                </a:cubicBezTo>
                <a:cubicBezTo>
                  <a:pt x="890946" y="17151"/>
                  <a:pt x="891455" y="17250"/>
                  <a:pt x="891839" y="17383"/>
                </a:cubicBezTo>
                <a:cubicBezTo>
                  <a:pt x="892223" y="17515"/>
                  <a:pt x="892494" y="17680"/>
                  <a:pt x="892653" y="17879"/>
                </a:cubicBezTo>
                <a:cubicBezTo>
                  <a:pt x="892811" y="18077"/>
                  <a:pt x="892891" y="18309"/>
                  <a:pt x="892891" y="18573"/>
                </a:cubicBezTo>
                <a:lnTo>
                  <a:pt x="892891" y="38575"/>
                </a:lnTo>
                <a:cubicBezTo>
                  <a:pt x="892891" y="40427"/>
                  <a:pt x="893010" y="41843"/>
                  <a:pt x="893248" y="42822"/>
                </a:cubicBezTo>
                <a:cubicBezTo>
                  <a:pt x="893486" y="43801"/>
                  <a:pt x="893850" y="44641"/>
                  <a:pt x="894339" y="45342"/>
                </a:cubicBezTo>
                <a:cubicBezTo>
                  <a:pt x="894829" y="46043"/>
                  <a:pt x="895451" y="46585"/>
                  <a:pt x="896205" y="46969"/>
                </a:cubicBezTo>
                <a:cubicBezTo>
                  <a:pt x="896959" y="47352"/>
                  <a:pt x="897838" y="47544"/>
                  <a:pt x="898844" y="47544"/>
                </a:cubicBezTo>
                <a:cubicBezTo>
                  <a:pt x="900114" y="47544"/>
                  <a:pt x="901390" y="47081"/>
                  <a:pt x="902673" y="46155"/>
                </a:cubicBezTo>
                <a:cubicBezTo>
                  <a:pt x="903957" y="45229"/>
                  <a:pt x="905326" y="43880"/>
                  <a:pt x="906781" y="42107"/>
                </a:cubicBezTo>
                <a:lnTo>
                  <a:pt x="906781" y="18573"/>
                </a:lnTo>
                <a:cubicBezTo>
                  <a:pt x="906781" y="18309"/>
                  <a:pt x="906854" y="18077"/>
                  <a:pt x="906999" y="17879"/>
                </a:cubicBezTo>
                <a:cubicBezTo>
                  <a:pt x="907145" y="17680"/>
                  <a:pt x="907409" y="17515"/>
                  <a:pt x="907793" y="17383"/>
                </a:cubicBezTo>
                <a:cubicBezTo>
                  <a:pt x="908177" y="17250"/>
                  <a:pt x="908686" y="17151"/>
                  <a:pt x="909321" y="17085"/>
                </a:cubicBezTo>
                <a:cubicBezTo>
                  <a:pt x="909956" y="17019"/>
                  <a:pt x="910763" y="16986"/>
                  <a:pt x="911742" y="16986"/>
                </a:cubicBezTo>
                <a:cubicBezTo>
                  <a:pt x="912721" y="16986"/>
                  <a:pt x="913528" y="17019"/>
                  <a:pt x="914163" y="17085"/>
                </a:cubicBezTo>
                <a:cubicBezTo>
                  <a:pt x="914798" y="17151"/>
                  <a:pt x="915300" y="17250"/>
                  <a:pt x="915671" y="17383"/>
                </a:cubicBezTo>
                <a:cubicBezTo>
                  <a:pt x="916041" y="17515"/>
                  <a:pt x="916306" y="17680"/>
                  <a:pt x="916465" y="17879"/>
                </a:cubicBezTo>
                <a:cubicBezTo>
                  <a:pt x="916623" y="18077"/>
                  <a:pt x="916703" y="18309"/>
                  <a:pt x="916703" y="18573"/>
                </a:cubicBezTo>
                <a:lnTo>
                  <a:pt x="916703" y="53973"/>
                </a:lnTo>
                <a:close/>
                <a:moveTo>
                  <a:pt x="949636" y="21828"/>
                </a:moveTo>
                <a:cubicBezTo>
                  <a:pt x="949636" y="22780"/>
                  <a:pt x="949610" y="23560"/>
                  <a:pt x="949557" y="24169"/>
                </a:cubicBezTo>
                <a:cubicBezTo>
                  <a:pt x="949504" y="24778"/>
                  <a:pt x="949425" y="25254"/>
                  <a:pt x="949319" y="25598"/>
                </a:cubicBezTo>
                <a:cubicBezTo>
                  <a:pt x="949213" y="25942"/>
                  <a:pt x="949074" y="26180"/>
                  <a:pt x="948902" y="26312"/>
                </a:cubicBezTo>
                <a:cubicBezTo>
                  <a:pt x="948730" y="26444"/>
                  <a:pt x="948512" y="26510"/>
                  <a:pt x="948247" y="26510"/>
                </a:cubicBezTo>
                <a:cubicBezTo>
                  <a:pt x="948036" y="26510"/>
                  <a:pt x="947797" y="26464"/>
                  <a:pt x="947533" y="26372"/>
                </a:cubicBezTo>
                <a:cubicBezTo>
                  <a:pt x="947268" y="26279"/>
                  <a:pt x="946971" y="26180"/>
                  <a:pt x="946640" y="26074"/>
                </a:cubicBezTo>
                <a:cubicBezTo>
                  <a:pt x="946309" y="25968"/>
                  <a:pt x="945945" y="25869"/>
                  <a:pt x="945549" y="25776"/>
                </a:cubicBezTo>
                <a:cubicBezTo>
                  <a:pt x="945152" y="25684"/>
                  <a:pt x="944715" y="25637"/>
                  <a:pt x="944239" y="25637"/>
                </a:cubicBezTo>
                <a:cubicBezTo>
                  <a:pt x="943683" y="25637"/>
                  <a:pt x="943128" y="25751"/>
                  <a:pt x="942572" y="25977"/>
                </a:cubicBezTo>
                <a:cubicBezTo>
                  <a:pt x="942017" y="26203"/>
                  <a:pt x="941441" y="26556"/>
                  <a:pt x="940846" y="27035"/>
                </a:cubicBezTo>
                <a:cubicBezTo>
                  <a:pt x="940250" y="27515"/>
                  <a:pt x="939629" y="28154"/>
                  <a:pt x="938980" y="28952"/>
                </a:cubicBezTo>
                <a:cubicBezTo>
                  <a:pt x="938332" y="29751"/>
                  <a:pt x="937638" y="30736"/>
                  <a:pt x="936897" y="31908"/>
                </a:cubicBezTo>
                <a:lnTo>
                  <a:pt x="936897" y="53973"/>
                </a:lnTo>
                <a:cubicBezTo>
                  <a:pt x="936897" y="54238"/>
                  <a:pt x="936818" y="54470"/>
                  <a:pt x="936659" y="54668"/>
                </a:cubicBezTo>
                <a:cubicBezTo>
                  <a:pt x="936500" y="54866"/>
                  <a:pt x="936229" y="55032"/>
                  <a:pt x="935845" y="55164"/>
                </a:cubicBezTo>
                <a:cubicBezTo>
                  <a:pt x="935462" y="55296"/>
                  <a:pt x="934952" y="55396"/>
                  <a:pt x="934317" y="55462"/>
                </a:cubicBezTo>
                <a:cubicBezTo>
                  <a:pt x="933682" y="55528"/>
                  <a:pt x="932875" y="55561"/>
                  <a:pt x="931896" y="55561"/>
                </a:cubicBezTo>
                <a:cubicBezTo>
                  <a:pt x="930918" y="55561"/>
                  <a:pt x="930111" y="55528"/>
                  <a:pt x="929476" y="55462"/>
                </a:cubicBezTo>
                <a:cubicBezTo>
                  <a:pt x="928841" y="55396"/>
                  <a:pt x="928331" y="55296"/>
                  <a:pt x="927948" y="55164"/>
                </a:cubicBezTo>
                <a:cubicBezTo>
                  <a:pt x="927564" y="55032"/>
                  <a:pt x="927293" y="54866"/>
                  <a:pt x="927134" y="54668"/>
                </a:cubicBezTo>
                <a:cubicBezTo>
                  <a:pt x="926975" y="54470"/>
                  <a:pt x="926896" y="54238"/>
                  <a:pt x="926896" y="53973"/>
                </a:cubicBezTo>
                <a:lnTo>
                  <a:pt x="926896" y="18573"/>
                </a:lnTo>
                <a:cubicBezTo>
                  <a:pt x="926896" y="18309"/>
                  <a:pt x="926962" y="18077"/>
                  <a:pt x="927094" y="17879"/>
                </a:cubicBezTo>
                <a:cubicBezTo>
                  <a:pt x="927227" y="17680"/>
                  <a:pt x="927465" y="17515"/>
                  <a:pt x="927809" y="17383"/>
                </a:cubicBezTo>
                <a:cubicBezTo>
                  <a:pt x="928153" y="17250"/>
                  <a:pt x="928596" y="17151"/>
                  <a:pt x="929138" y="17085"/>
                </a:cubicBezTo>
                <a:cubicBezTo>
                  <a:pt x="929681" y="17019"/>
                  <a:pt x="930362" y="16986"/>
                  <a:pt x="931182" y="16986"/>
                </a:cubicBezTo>
                <a:cubicBezTo>
                  <a:pt x="932029" y="16986"/>
                  <a:pt x="932730" y="17019"/>
                  <a:pt x="933286" y="17085"/>
                </a:cubicBezTo>
                <a:cubicBezTo>
                  <a:pt x="933841" y="17151"/>
                  <a:pt x="934271" y="17250"/>
                  <a:pt x="934575" y="17383"/>
                </a:cubicBezTo>
                <a:cubicBezTo>
                  <a:pt x="934880" y="17515"/>
                  <a:pt x="935098" y="17680"/>
                  <a:pt x="935230" y="17879"/>
                </a:cubicBezTo>
                <a:cubicBezTo>
                  <a:pt x="935362" y="18077"/>
                  <a:pt x="935429" y="18309"/>
                  <a:pt x="935429" y="18573"/>
                </a:cubicBezTo>
                <a:lnTo>
                  <a:pt x="935429" y="22978"/>
                </a:lnTo>
                <a:cubicBezTo>
                  <a:pt x="936355" y="21647"/>
                  <a:pt x="937228" y="20549"/>
                  <a:pt x="938048" y="19684"/>
                </a:cubicBezTo>
                <a:cubicBezTo>
                  <a:pt x="938868" y="18820"/>
                  <a:pt x="939649" y="18135"/>
                  <a:pt x="940389" y="17629"/>
                </a:cubicBezTo>
                <a:cubicBezTo>
                  <a:pt x="941130" y="17123"/>
                  <a:pt x="941871" y="16771"/>
                  <a:pt x="942612" y="16572"/>
                </a:cubicBezTo>
                <a:cubicBezTo>
                  <a:pt x="943353" y="16371"/>
                  <a:pt x="944093" y="16271"/>
                  <a:pt x="944834" y="16271"/>
                </a:cubicBezTo>
                <a:cubicBezTo>
                  <a:pt x="945178" y="16271"/>
                  <a:pt x="945549" y="16291"/>
                  <a:pt x="945945" y="16331"/>
                </a:cubicBezTo>
                <a:cubicBezTo>
                  <a:pt x="946342" y="16371"/>
                  <a:pt x="946752" y="16437"/>
                  <a:pt x="947176" y="16529"/>
                </a:cubicBezTo>
                <a:cubicBezTo>
                  <a:pt x="947599" y="16622"/>
                  <a:pt x="947969" y="16728"/>
                  <a:pt x="948287" y="16847"/>
                </a:cubicBezTo>
                <a:cubicBezTo>
                  <a:pt x="948604" y="16966"/>
                  <a:pt x="948836" y="17092"/>
                  <a:pt x="948981" y="17224"/>
                </a:cubicBezTo>
                <a:cubicBezTo>
                  <a:pt x="949127" y="17356"/>
                  <a:pt x="949233" y="17502"/>
                  <a:pt x="949299" y="17660"/>
                </a:cubicBezTo>
                <a:cubicBezTo>
                  <a:pt x="949365" y="17819"/>
                  <a:pt x="949425" y="18037"/>
                  <a:pt x="949478" y="18315"/>
                </a:cubicBezTo>
                <a:cubicBezTo>
                  <a:pt x="949530" y="18593"/>
                  <a:pt x="949570" y="19010"/>
                  <a:pt x="949597" y="19565"/>
                </a:cubicBezTo>
                <a:cubicBezTo>
                  <a:pt x="949623" y="20121"/>
                  <a:pt x="949636" y="20875"/>
                  <a:pt x="949636" y="21828"/>
                </a:cubicBezTo>
                <a:close/>
                <a:moveTo>
                  <a:pt x="980299" y="43987"/>
                </a:moveTo>
                <a:cubicBezTo>
                  <a:pt x="980299" y="46002"/>
                  <a:pt x="979922" y="47779"/>
                  <a:pt x="979168" y="49317"/>
                </a:cubicBezTo>
                <a:cubicBezTo>
                  <a:pt x="978414" y="50854"/>
                  <a:pt x="977349" y="52139"/>
                  <a:pt x="975973" y="53174"/>
                </a:cubicBezTo>
                <a:cubicBezTo>
                  <a:pt x="974597" y="54207"/>
                  <a:pt x="972970" y="54982"/>
                  <a:pt x="971092" y="55499"/>
                </a:cubicBezTo>
                <a:cubicBezTo>
                  <a:pt x="969213" y="56016"/>
                  <a:pt x="967176" y="56275"/>
                  <a:pt x="964980" y="56275"/>
                </a:cubicBezTo>
                <a:cubicBezTo>
                  <a:pt x="963657" y="56275"/>
                  <a:pt x="962394" y="56175"/>
                  <a:pt x="961190" y="55974"/>
                </a:cubicBezTo>
                <a:cubicBezTo>
                  <a:pt x="959986" y="55773"/>
                  <a:pt x="958908" y="55519"/>
                  <a:pt x="957955" y="55211"/>
                </a:cubicBezTo>
                <a:cubicBezTo>
                  <a:pt x="957003" y="54903"/>
                  <a:pt x="956209" y="54588"/>
                  <a:pt x="955574" y="54267"/>
                </a:cubicBezTo>
                <a:cubicBezTo>
                  <a:pt x="954939" y="53946"/>
                  <a:pt x="954476" y="53644"/>
                  <a:pt x="954185" y="53363"/>
                </a:cubicBezTo>
                <a:cubicBezTo>
                  <a:pt x="953894" y="53082"/>
                  <a:pt x="953669" y="52642"/>
                  <a:pt x="953511" y="52044"/>
                </a:cubicBezTo>
                <a:cubicBezTo>
                  <a:pt x="953352" y="51445"/>
                  <a:pt x="953272" y="50560"/>
                  <a:pt x="953272" y="49390"/>
                </a:cubicBezTo>
                <a:cubicBezTo>
                  <a:pt x="953272" y="48618"/>
                  <a:pt x="953299" y="48000"/>
                  <a:pt x="953352" y="47534"/>
                </a:cubicBezTo>
                <a:cubicBezTo>
                  <a:pt x="953405" y="47069"/>
                  <a:pt x="953484" y="46696"/>
                  <a:pt x="953590" y="46417"/>
                </a:cubicBezTo>
                <a:cubicBezTo>
                  <a:pt x="953696" y="46137"/>
                  <a:pt x="953828" y="45951"/>
                  <a:pt x="953987" y="45859"/>
                </a:cubicBezTo>
                <a:cubicBezTo>
                  <a:pt x="954146" y="45765"/>
                  <a:pt x="954344" y="45719"/>
                  <a:pt x="954582" y="45719"/>
                </a:cubicBezTo>
                <a:cubicBezTo>
                  <a:pt x="954873" y="45719"/>
                  <a:pt x="955303" y="45886"/>
                  <a:pt x="955872" y="46221"/>
                </a:cubicBezTo>
                <a:cubicBezTo>
                  <a:pt x="956441" y="46556"/>
                  <a:pt x="957149" y="46924"/>
                  <a:pt x="957995" y="47326"/>
                </a:cubicBezTo>
                <a:cubicBezTo>
                  <a:pt x="958842" y="47728"/>
                  <a:pt x="959827" y="48103"/>
                  <a:pt x="960952" y="48451"/>
                </a:cubicBezTo>
                <a:cubicBezTo>
                  <a:pt x="962076" y="48799"/>
                  <a:pt x="963353" y="48973"/>
                  <a:pt x="964782" y="48973"/>
                </a:cubicBezTo>
                <a:cubicBezTo>
                  <a:pt x="965681" y="48973"/>
                  <a:pt x="966481" y="48881"/>
                  <a:pt x="967183" y="48696"/>
                </a:cubicBezTo>
                <a:cubicBezTo>
                  <a:pt x="967884" y="48512"/>
                  <a:pt x="968492" y="48249"/>
                  <a:pt x="969008" y="47906"/>
                </a:cubicBezTo>
                <a:cubicBezTo>
                  <a:pt x="969524" y="47563"/>
                  <a:pt x="969914" y="47128"/>
                  <a:pt x="970179" y="46602"/>
                </a:cubicBezTo>
                <a:cubicBezTo>
                  <a:pt x="970443" y="46075"/>
                  <a:pt x="970576" y="45469"/>
                  <a:pt x="970576" y="44784"/>
                </a:cubicBezTo>
                <a:cubicBezTo>
                  <a:pt x="970576" y="43988"/>
                  <a:pt x="970331" y="43306"/>
                  <a:pt x="969842" y="42736"/>
                </a:cubicBezTo>
                <a:cubicBezTo>
                  <a:pt x="969352" y="42166"/>
                  <a:pt x="968704" y="41668"/>
                  <a:pt x="967897" y="41244"/>
                </a:cubicBezTo>
                <a:cubicBezTo>
                  <a:pt x="967090" y="40820"/>
                  <a:pt x="966177" y="40422"/>
                  <a:pt x="965159" y="40051"/>
                </a:cubicBezTo>
                <a:cubicBezTo>
                  <a:pt x="964140" y="39680"/>
                  <a:pt x="963095" y="39269"/>
                  <a:pt x="962023" y="38818"/>
                </a:cubicBezTo>
                <a:cubicBezTo>
                  <a:pt x="960952" y="38368"/>
                  <a:pt x="959907" y="37851"/>
                  <a:pt x="958888" y="37268"/>
                </a:cubicBezTo>
                <a:cubicBezTo>
                  <a:pt x="957869" y="36684"/>
                  <a:pt x="956957" y="35968"/>
                  <a:pt x="956150" y="35120"/>
                </a:cubicBezTo>
                <a:cubicBezTo>
                  <a:pt x="955343" y="34272"/>
                  <a:pt x="954695" y="33251"/>
                  <a:pt x="954205" y="32059"/>
                </a:cubicBezTo>
                <a:cubicBezTo>
                  <a:pt x="953716" y="30866"/>
                  <a:pt x="953471" y="29434"/>
                  <a:pt x="953471" y="27764"/>
                </a:cubicBezTo>
                <a:cubicBezTo>
                  <a:pt x="953471" y="26067"/>
                  <a:pt x="953802" y="24509"/>
                  <a:pt x="954463" y="23091"/>
                </a:cubicBezTo>
                <a:cubicBezTo>
                  <a:pt x="955124" y="21673"/>
                  <a:pt x="956077" y="20461"/>
                  <a:pt x="957320" y="19454"/>
                </a:cubicBezTo>
                <a:cubicBezTo>
                  <a:pt x="958564" y="18446"/>
                  <a:pt x="960079" y="17664"/>
                  <a:pt x="961865" y="17107"/>
                </a:cubicBezTo>
                <a:cubicBezTo>
                  <a:pt x="963650" y="16550"/>
                  <a:pt x="965655" y="16271"/>
                  <a:pt x="967877" y="16271"/>
                </a:cubicBezTo>
                <a:cubicBezTo>
                  <a:pt x="968988" y="16271"/>
                  <a:pt x="970066" y="16351"/>
                  <a:pt x="971111" y="16510"/>
                </a:cubicBezTo>
                <a:cubicBezTo>
                  <a:pt x="972157" y="16668"/>
                  <a:pt x="973102" y="16867"/>
                  <a:pt x="973949" y="17105"/>
                </a:cubicBezTo>
                <a:cubicBezTo>
                  <a:pt x="974796" y="17343"/>
                  <a:pt x="975510" y="17601"/>
                  <a:pt x="976092" y="17879"/>
                </a:cubicBezTo>
                <a:cubicBezTo>
                  <a:pt x="976674" y="18157"/>
                  <a:pt x="977091" y="18395"/>
                  <a:pt x="977342" y="18593"/>
                </a:cubicBezTo>
                <a:cubicBezTo>
                  <a:pt x="977594" y="18791"/>
                  <a:pt x="977772" y="18990"/>
                  <a:pt x="977878" y="19188"/>
                </a:cubicBezTo>
                <a:cubicBezTo>
                  <a:pt x="977984" y="19387"/>
                  <a:pt x="978063" y="19625"/>
                  <a:pt x="978116" y="19903"/>
                </a:cubicBezTo>
                <a:cubicBezTo>
                  <a:pt x="978169" y="20181"/>
                  <a:pt x="978215" y="20524"/>
                  <a:pt x="978255" y="20935"/>
                </a:cubicBezTo>
                <a:cubicBezTo>
                  <a:pt x="978295" y="21345"/>
                  <a:pt x="978315" y="21854"/>
                  <a:pt x="978315" y="22462"/>
                </a:cubicBezTo>
                <a:cubicBezTo>
                  <a:pt x="978315" y="23177"/>
                  <a:pt x="978295" y="23759"/>
                  <a:pt x="978255" y="24209"/>
                </a:cubicBezTo>
                <a:cubicBezTo>
                  <a:pt x="978215" y="24658"/>
                  <a:pt x="978149" y="25016"/>
                  <a:pt x="978057" y="25280"/>
                </a:cubicBezTo>
                <a:cubicBezTo>
                  <a:pt x="977964" y="25545"/>
                  <a:pt x="977838" y="25723"/>
                  <a:pt x="977680" y="25816"/>
                </a:cubicBezTo>
                <a:cubicBezTo>
                  <a:pt x="977521" y="25909"/>
                  <a:pt x="977336" y="25955"/>
                  <a:pt x="977124" y="25955"/>
                </a:cubicBezTo>
                <a:cubicBezTo>
                  <a:pt x="976886" y="25955"/>
                  <a:pt x="976515" y="25816"/>
                  <a:pt x="976013" y="25538"/>
                </a:cubicBezTo>
                <a:cubicBezTo>
                  <a:pt x="975510" y="25260"/>
                  <a:pt x="974882" y="24963"/>
                  <a:pt x="974128" y="24645"/>
                </a:cubicBezTo>
                <a:cubicBezTo>
                  <a:pt x="973374" y="24328"/>
                  <a:pt x="972501" y="24030"/>
                  <a:pt x="971508" y="23752"/>
                </a:cubicBezTo>
                <a:cubicBezTo>
                  <a:pt x="970516" y="23474"/>
                  <a:pt x="969385" y="23336"/>
                  <a:pt x="968115" y="23336"/>
                </a:cubicBezTo>
                <a:cubicBezTo>
                  <a:pt x="967216" y="23336"/>
                  <a:pt x="966435" y="23429"/>
                  <a:pt x="965774" y="23616"/>
                </a:cubicBezTo>
                <a:cubicBezTo>
                  <a:pt x="965112" y="23802"/>
                  <a:pt x="964570" y="24068"/>
                  <a:pt x="964147" y="24413"/>
                </a:cubicBezTo>
                <a:cubicBezTo>
                  <a:pt x="963723" y="24759"/>
                  <a:pt x="963406" y="25164"/>
                  <a:pt x="963194" y="25630"/>
                </a:cubicBezTo>
                <a:cubicBezTo>
                  <a:pt x="962982" y="26095"/>
                  <a:pt x="962877" y="26594"/>
                  <a:pt x="962877" y="27127"/>
                </a:cubicBezTo>
                <a:cubicBezTo>
                  <a:pt x="962877" y="27949"/>
                  <a:pt x="963128" y="28638"/>
                  <a:pt x="963631" y="29196"/>
                </a:cubicBezTo>
                <a:cubicBezTo>
                  <a:pt x="964133" y="29752"/>
                  <a:pt x="964795" y="30242"/>
                  <a:pt x="965615" y="30666"/>
                </a:cubicBezTo>
                <a:cubicBezTo>
                  <a:pt x="966435" y="31091"/>
                  <a:pt x="967368" y="31488"/>
                  <a:pt x="968413" y="31859"/>
                </a:cubicBezTo>
                <a:cubicBezTo>
                  <a:pt x="969458" y="32231"/>
                  <a:pt x="970516" y="32635"/>
                  <a:pt x="971588" y="33072"/>
                </a:cubicBezTo>
                <a:cubicBezTo>
                  <a:pt x="972659" y="33510"/>
                  <a:pt x="973718" y="34020"/>
                  <a:pt x="974763" y="34603"/>
                </a:cubicBezTo>
                <a:cubicBezTo>
                  <a:pt x="975808" y="35186"/>
                  <a:pt x="976740" y="35902"/>
                  <a:pt x="977561" y="36751"/>
                </a:cubicBezTo>
                <a:cubicBezTo>
                  <a:pt x="978381" y="37599"/>
                  <a:pt x="979042" y="38613"/>
                  <a:pt x="979545" y="39793"/>
                </a:cubicBezTo>
                <a:cubicBezTo>
                  <a:pt x="980048" y="40972"/>
                  <a:pt x="980299" y="42370"/>
                  <a:pt x="980299" y="43987"/>
                </a:cubicBezTo>
                <a:close/>
                <a:moveTo>
                  <a:pt x="997780" y="49648"/>
                </a:moveTo>
                <a:cubicBezTo>
                  <a:pt x="997780" y="50468"/>
                  <a:pt x="997741" y="51222"/>
                  <a:pt x="997661" y="51910"/>
                </a:cubicBezTo>
                <a:cubicBezTo>
                  <a:pt x="997582" y="52598"/>
                  <a:pt x="997450" y="53246"/>
                  <a:pt x="997265" y="53854"/>
                </a:cubicBezTo>
                <a:cubicBezTo>
                  <a:pt x="997079" y="54463"/>
                  <a:pt x="996835" y="55065"/>
                  <a:pt x="996530" y="55660"/>
                </a:cubicBezTo>
                <a:cubicBezTo>
                  <a:pt x="996226" y="56255"/>
                  <a:pt x="995849" y="56884"/>
                  <a:pt x="995399" y="57545"/>
                </a:cubicBezTo>
                <a:lnTo>
                  <a:pt x="989962" y="65721"/>
                </a:lnTo>
                <a:cubicBezTo>
                  <a:pt x="989830" y="65906"/>
                  <a:pt x="989678" y="66065"/>
                  <a:pt x="989506" y="66197"/>
                </a:cubicBezTo>
                <a:cubicBezTo>
                  <a:pt x="989334" y="66329"/>
                  <a:pt x="989122" y="66448"/>
                  <a:pt x="988871" y="66554"/>
                </a:cubicBezTo>
                <a:cubicBezTo>
                  <a:pt x="988620" y="66660"/>
                  <a:pt x="988328" y="66733"/>
                  <a:pt x="987998" y="66772"/>
                </a:cubicBezTo>
                <a:cubicBezTo>
                  <a:pt x="987667" y="66812"/>
                  <a:pt x="987250" y="66832"/>
                  <a:pt x="986748" y="66832"/>
                </a:cubicBezTo>
                <a:cubicBezTo>
                  <a:pt x="986298" y="66832"/>
                  <a:pt x="985921" y="66812"/>
                  <a:pt x="985617" y="66772"/>
                </a:cubicBezTo>
                <a:cubicBezTo>
                  <a:pt x="985312" y="66733"/>
                  <a:pt x="985094" y="66666"/>
                  <a:pt x="984962" y="66574"/>
                </a:cubicBezTo>
                <a:cubicBezTo>
                  <a:pt x="984829" y="66481"/>
                  <a:pt x="984757" y="66356"/>
                  <a:pt x="984743" y="66197"/>
                </a:cubicBezTo>
                <a:cubicBezTo>
                  <a:pt x="984730" y="66038"/>
                  <a:pt x="984777" y="65853"/>
                  <a:pt x="984882" y="65641"/>
                </a:cubicBezTo>
                <a:lnTo>
                  <a:pt x="990161" y="54728"/>
                </a:lnTo>
                <a:lnTo>
                  <a:pt x="990161" y="49648"/>
                </a:lnTo>
                <a:cubicBezTo>
                  <a:pt x="990161" y="48933"/>
                  <a:pt x="990233" y="48364"/>
                  <a:pt x="990379" y="47941"/>
                </a:cubicBezTo>
                <a:cubicBezTo>
                  <a:pt x="990524" y="47518"/>
                  <a:pt x="990756" y="47200"/>
                  <a:pt x="991073" y="46989"/>
                </a:cubicBezTo>
                <a:cubicBezTo>
                  <a:pt x="991391" y="46777"/>
                  <a:pt x="991788" y="46631"/>
                  <a:pt x="992264" y="46552"/>
                </a:cubicBezTo>
                <a:cubicBezTo>
                  <a:pt x="992740" y="46473"/>
                  <a:pt x="993322" y="46433"/>
                  <a:pt x="994010" y="46433"/>
                </a:cubicBezTo>
                <a:cubicBezTo>
                  <a:pt x="994672" y="46433"/>
                  <a:pt x="995241" y="46473"/>
                  <a:pt x="995717" y="46552"/>
                </a:cubicBezTo>
                <a:cubicBezTo>
                  <a:pt x="996193" y="46631"/>
                  <a:pt x="996583" y="46777"/>
                  <a:pt x="996888" y="46989"/>
                </a:cubicBezTo>
                <a:cubicBezTo>
                  <a:pt x="997192" y="47200"/>
                  <a:pt x="997417" y="47518"/>
                  <a:pt x="997562" y="47941"/>
                </a:cubicBezTo>
                <a:cubicBezTo>
                  <a:pt x="997708" y="48364"/>
                  <a:pt x="997780" y="48933"/>
                  <a:pt x="997780" y="49648"/>
                </a:cubicBezTo>
                <a:close/>
                <a:moveTo>
                  <a:pt x="1032488" y="54331"/>
                </a:moveTo>
                <a:cubicBezTo>
                  <a:pt x="1032488" y="54542"/>
                  <a:pt x="1032435" y="54721"/>
                  <a:pt x="1032329" y="54866"/>
                </a:cubicBezTo>
                <a:cubicBezTo>
                  <a:pt x="1032223" y="55012"/>
                  <a:pt x="1032051" y="55138"/>
                  <a:pt x="1031813" y="55243"/>
                </a:cubicBezTo>
                <a:cubicBezTo>
                  <a:pt x="1031575" y="55349"/>
                  <a:pt x="1031244" y="55429"/>
                  <a:pt x="1030821" y="55482"/>
                </a:cubicBezTo>
                <a:cubicBezTo>
                  <a:pt x="1030398" y="55534"/>
                  <a:pt x="1029855" y="55561"/>
                  <a:pt x="1029194" y="55561"/>
                </a:cubicBezTo>
                <a:cubicBezTo>
                  <a:pt x="1028559" y="55561"/>
                  <a:pt x="1028030" y="55534"/>
                  <a:pt x="1027606" y="55482"/>
                </a:cubicBezTo>
                <a:cubicBezTo>
                  <a:pt x="1027183" y="55429"/>
                  <a:pt x="1026846" y="55349"/>
                  <a:pt x="1026594" y="55243"/>
                </a:cubicBezTo>
                <a:cubicBezTo>
                  <a:pt x="1026343" y="55138"/>
                  <a:pt x="1026171" y="55012"/>
                  <a:pt x="1026078" y="54866"/>
                </a:cubicBezTo>
                <a:cubicBezTo>
                  <a:pt x="1025986" y="54721"/>
                  <a:pt x="1025939" y="54542"/>
                  <a:pt x="1025939" y="54331"/>
                </a:cubicBezTo>
                <a:lnTo>
                  <a:pt x="1025939" y="18613"/>
                </a:lnTo>
                <a:cubicBezTo>
                  <a:pt x="1025939" y="18428"/>
                  <a:pt x="1025986" y="18256"/>
                  <a:pt x="1026078" y="18097"/>
                </a:cubicBezTo>
                <a:cubicBezTo>
                  <a:pt x="1026171" y="17938"/>
                  <a:pt x="1026343" y="17806"/>
                  <a:pt x="1026594" y="17700"/>
                </a:cubicBezTo>
                <a:cubicBezTo>
                  <a:pt x="1026846" y="17594"/>
                  <a:pt x="1027183" y="17515"/>
                  <a:pt x="1027606" y="17462"/>
                </a:cubicBezTo>
                <a:cubicBezTo>
                  <a:pt x="1028030" y="17409"/>
                  <a:pt x="1028559" y="17383"/>
                  <a:pt x="1029194" y="17383"/>
                </a:cubicBezTo>
                <a:cubicBezTo>
                  <a:pt x="1029855" y="17383"/>
                  <a:pt x="1030398" y="17409"/>
                  <a:pt x="1030821" y="17462"/>
                </a:cubicBezTo>
                <a:cubicBezTo>
                  <a:pt x="1031244" y="17515"/>
                  <a:pt x="1031575" y="17594"/>
                  <a:pt x="1031813" y="17700"/>
                </a:cubicBezTo>
                <a:cubicBezTo>
                  <a:pt x="1032051" y="17806"/>
                  <a:pt x="1032223" y="17938"/>
                  <a:pt x="1032329" y="18097"/>
                </a:cubicBezTo>
                <a:cubicBezTo>
                  <a:pt x="1032435" y="18256"/>
                  <a:pt x="1032488" y="18428"/>
                  <a:pt x="1032488" y="18613"/>
                </a:cubicBezTo>
                <a:lnTo>
                  <a:pt x="1032488" y="54331"/>
                </a:lnTo>
                <a:moveTo>
                  <a:pt x="1033242" y="6509"/>
                </a:moveTo>
                <a:cubicBezTo>
                  <a:pt x="1033242" y="8043"/>
                  <a:pt x="1032951" y="9088"/>
                  <a:pt x="1032369" y="9644"/>
                </a:cubicBezTo>
                <a:cubicBezTo>
                  <a:pt x="1031787" y="10199"/>
                  <a:pt x="1030715" y="10477"/>
                  <a:pt x="1029154" y="10477"/>
                </a:cubicBezTo>
                <a:cubicBezTo>
                  <a:pt x="1027620" y="10477"/>
                  <a:pt x="1026568" y="10206"/>
                  <a:pt x="1025999" y="9664"/>
                </a:cubicBezTo>
                <a:cubicBezTo>
                  <a:pt x="1025430" y="9121"/>
                  <a:pt x="1025146" y="8096"/>
                  <a:pt x="1025146" y="6588"/>
                </a:cubicBezTo>
                <a:cubicBezTo>
                  <a:pt x="1025146" y="5053"/>
                  <a:pt x="1025437" y="4008"/>
                  <a:pt x="1026019" y="3453"/>
                </a:cubicBezTo>
                <a:cubicBezTo>
                  <a:pt x="1026601" y="2897"/>
                  <a:pt x="1027672" y="2619"/>
                  <a:pt x="1029233" y="2619"/>
                </a:cubicBezTo>
                <a:cubicBezTo>
                  <a:pt x="1030768" y="2619"/>
                  <a:pt x="1031820" y="2890"/>
                  <a:pt x="1032389" y="3433"/>
                </a:cubicBezTo>
                <a:cubicBezTo>
                  <a:pt x="1032957" y="3975"/>
                  <a:pt x="1033242" y="5000"/>
                  <a:pt x="1033242" y="6509"/>
                </a:cubicBezTo>
                <a:close/>
                <a:moveTo>
                  <a:pt x="1075455" y="54331"/>
                </a:moveTo>
                <a:cubicBezTo>
                  <a:pt x="1075455" y="54542"/>
                  <a:pt x="1075402" y="54721"/>
                  <a:pt x="1075296" y="54866"/>
                </a:cubicBezTo>
                <a:cubicBezTo>
                  <a:pt x="1075190" y="55012"/>
                  <a:pt x="1075019" y="55138"/>
                  <a:pt x="1074780" y="55243"/>
                </a:cubicBezTo>
                <a:cubicBezTo>
                  <a:pt x="1074542" y="55349"/>
                  <a:pt x="1074212" y="55429"/>
                  <a:pt x="1073788" y="55482"/>
                </a:cubicBezTo>
                <a:cubicBezTo>
                  <a:pt x="1073365" y="55534"/>
                  <a:pt x="1072836" y="55561"/>
                  <a:pt x="1072201" y="55561"/>
                </a:cubicBezTo>
                <a:cubicBezTo>
                  <a:pt x="1071539" y="55561"/>
                  <a:pt x="1070997" y="55534"/>
                  <a:pt x="1070574" y="55482"/>
                </a:cubicBezTo>
                <a:cubicBezTo>
                  <a:pt x="1070150" y="55429"/>
                  <a:pt x="1069820" y="55349"/>
                  <a:pt x="1069581" y="55243"/>
                </a:cubicBezTo>
                <a:cubicBezTo>
                  <a:pt x="1069343" y="55138"/>
                  <a:pt x="1069171" y="55012"/>
                  <a:pt x="1069066" y="54866"/>
                </a:cubicBezTo>
                <a:cubicBezTo>
                  <a:pt x="1068960" y="54721"/>
                  <a:pt x="1068907" y="54542"/>
                  <a:pt x="1068907" y="54331"/>
                </a:cubicBezTo>
                <a:lnTo>
                  <a:pt x="1068907" y="33416"/>
                </a:lnTo>
                <a:cubicBezTo>
                  <a:pt x="1068907" y="31379"/>
                  <a:pt x="1068748" y="29738"/>
                  <a:pt x="1068431" y="28495"/>
                </a:cubicBezTo>
                <a:cubicBezTo>
                  <a:pt x="1068113" y="27251"/>
                  <a:pt x="1067650" y="26180"/>
                  <a:pt x="1067042" y="25280"/>
                </a:cubicBezTo>
                <a:cubicBezTo>
                  <a:pt x="1066433" y="24381"/>
                  <a:pt x="1065646" y="23693"/>
                  <a:pt x="1064680" y="23217"/>
                </a:cubicBezTo>
                <a:cubicBezTo>
                  <a:pt x="1063715" y="22740"/>
                  <a:pt x="1062597" y="22502"/>
                  <a:pt x="1061327" y="22502"/>
                </a:cubicBezTo>
                <a:cubicBezTo>
                  <a:pt x="1059686" y="22502"/>
                  <a:pt x="1058046" y="23084"/>
                  <a:pt x="1056406" y="24248"/>
                </a:cubicBezTo>
                <a:cubicBezTo>
                  <a:pt x="1054765" y="25413"/>
                  <a:pt x="1053045" y="27119"/>
                  <a:pt x="1051246" y="29368"/>
                </a:cubicBezTo>
                <a:lnTo>
                  <a:pt x="1051246" y="54331"/>
                </a:lnTo>
                <a:cubicBezTo>
                  <a:pt x="1051246" y="54542"/>
                  <a:pt x="1051193" y="54721"/>
                  <a:pt x="1051088" y="54866"/>
                </a:cubicBezTo>
                <a:cubicBezTo>
                  <a:pt x="1050982" y="55012"/>
                  <a:pt x="1050810" y="55138"/>
                  <a:pt x="1050572" y="55243"/>
                </a:cubicBezTo>
                <a:cubicBezTo>
                  <a:pt x="1050334" y="55349"/>
                  <a:pt x="1050003" y="55429"/>
                  <a:pt x="1049580" y="55482"/>
                </a:cubicBezTo>
                <a:cubicBezTo>
                  <a:pt x="1049156" y="55534"/>
                  <a:pt x="1048614" y="55561"/>
                  <a:pt x="1047952" y="55561"/>
                </a:cubicBezTo>
                <a:cubicBezTo>
                  <a:pt x="1047317" y="55561"/>
                  <a:pt x="1046788" y="55534"/>
                  <a:pt x="1046365" y="55482"/>
                </a:cubicBezTo>
                <a:cubicBezTo>
                  <a:pt x="1045942" y="55429"/>
                  <a:pt x="1045604" y="55349"/>
                  <a:pt x="1045353" y="55243"/>
                </a:cubicBezTo>
                <a:cubicBezTo>
                  <a:pt x="1045102" y="55138"/>
                  <a:pt x="1044930" y="55012"/>
                  <a:pt x="1044837" y="54866"/>
                </a:cubicBezTo>
                <a:cubicBezTo>
                  <a:pt x="1044744" y="54721"/>
                  <a:pt x="1044698" y="54542"/>
                  <a:pt x="1044698" y="54331"/>
                </a:cubicBezTo>
                <a:lnTo>
                  <a:pt x="1044698" y="18613"/>
                </a:lnTo>
                <a:cubicBezTo>
                  <a:pt x="1044698" y="18401"/>
                  <a:pt x="1044738" y="18223"/>
                  <a:pt x="1044817" y="18077"/>
                </a:cubicBezTo>
                <a:cubicBezTo>
                  <a:pt x="1044897" y="17932"/>
                  <a:pt x="1045055" y="17799"/>
                  <a:pt x="1045293" y="17680"/>
                </a:cubicBezTo>
                <a:cubicBezTo>
                  <a:pt x="1045532" y="17561"/>
                  <a:pt x="1045836" y="17482"/>
                  <a:pt x="1046206" y="17442"/>
                </a:cubicBezTo>
                <a:cubicBezTo>
                  <a:pt x="1046577" y="17402"/>
                  <a:pt x="1047066" y="17383"/>
                  <a:pt x="1047675" y="17383"/>
                </a:cubicBezTo>
                <a:cubicBezTo>
                  <a:pt x="1048257" y="17383"/>
                  <a:pt x="1048740" y="17402"/>
                  <a:pt x="1049123" y="17442"/>
                </a:cubicBezTo>
                <a:cubicBezTo>
                  <a:pt x="1049507" y="17482"/>
                  <a:pt x="1049804" y="17561"/>
                  <a:pt x="1050016" y="17680"/>
                </a:cubicBezTo>
                <a:cubicBezTo>
                  <a:pt x="1050228" y="17799"/>
                  <a:pt x="1050380" y="17932"/>
                  <a:pt x="1050472" y="18077"/>
                </a:cubicBezTo>
                <a:cubicBezTo>
                  <a:pt x="1050565" y="18223"/>
                  <a:pt x="1050611" y="18401"/>
                  <a:pt x="1050611" y="18613"/>
                </a:cubicBezTo>
                <a:lnTo>
                  <a:pt x="1050611" y="23336"/>
                </a:lnTo>
                <a:cubicBezTo>
                  <a:pt x="1052622" y="21087"/>
                  <a:pt x="1054626" y="19440"/>
                  <a:pt x="1056624" y="18395"/>
                </a:cubicBezTo>
                <a:cubicBezTo>
                  <a:pt x="1058621" y="17350"/>
                  <a:pt x="1060639" y="16827"/>
                  <a:pt x="1062676" y="16827"/>
                </a:cubicBezTo>
                <a:cubicBezTo>
                  <a:pt x="1065057" y="16827"/>
                  <a:pt x="1067061" y="17231"/>
                  <a:pt x="1068689" y="18037"/>
                </a:cubicBezTo>
                <a:cubicBezTo>
                  <a:pt x="1070316" y="18844"/>
                  <a:pt x="1071632" y="19923"/>
                  <a:pt x="1072637" y="21272"/>
                </a:cubicBezTo>
                <a:cubicBezTo>
                  <a:pt x="1073643" y="22621"/>
                  <a:pt x="1074364" y="24202"/>
                  <a:pt x="1074800" y="26014"/>
                </a:cubicBezTo>
                <a:cubicBezTo>
                  <a:pt x="1075237" y="27827"/>
                  <a:pt x="1075455" y="30003"/>
                  <a:pt x="1075455" y="32543"/>
                </a:cubicBezTo>
                <a:lnTo>
                  <a:pt x="1075455" y="54331"/>
                </a:lnTo>
                <a:close/>
                <a:moveTo>
                  <a:pt x="1112721" y="48933"/>
                </a:moveTo>
                <a:cubicBezTo>
                  <a:pt x="1112721" y="49383"/>
                  <a:pt x="1112708" y="49773"/>
                  <a:pt x="1112681" y="50104"/>
                </a:cubicBezTo>
                <a:cubicBezTo>
                  <a:pt x="1112655" y="50435"/>
                  <a:pt x="1112608" y="50713"/>
                  <a:pt x="1112542" y="50937"/>
                </a:cubicBezTo>
                <a:cubicBezTo>
                  <a:pt x="1112476" y="51162"/>
                  <a:pt x="1112397" y="51361"/>
                  <a:pt x="1112304" y="51533"/>
                </a:cubicBezTo>
                <a:cubicBezTo>
                  <a:pt x="1112211" y="51705"/>
                  <a:pt x="1112000" y="51956"/>
                  <a:pt x="1111669" y="52287"/>
                </a:cubicBezTo>
                <a:cubicBezTo>
                  <a:pt x="1111338" y="52618"/>
                  <a:pt x="1110776" y="53028"/>
                  <a:pt x="1109982" y="53517"/>
                </a:cubicBezTo>
                <a:cubicBezTo>
                  <a:pt x="1109189" y="54007"/>
                  <a:pt x="1108296" y="54443"/>
                  <a:pt x="1107304" y="54827"/>
                </a:cubicBezTo>
                <a:cubicBezTo>
                  <a:pt x="1106311" y="55210"/>
                  <a:pt x="1105233" y="55521"/>
                  <a:pt x="1104069" y="55759"/>
                </a:cubicBezTo>
                <a:cubicBezTo>
                  <a:pt x="1102905" y="55997"/>
                  <a:pt x="1101701" y="56117"/>
                  <a:pt x="1100458" y="56117"/>
                </a:cubicBezTo>
                <a:cubicBezTo>
                  <a:pt x="1097891" y="56117"/>
                  <a:pt x="1095616" y="55692"/>
                  <a:pt x="1093632" y="54844"/>
                </a:cubicBezTo>
                <a:cubicBezTo>
                  <a:pt x="1091647" y="53996"/>
                  <a:pt x="1089987" y="52756"/>
                  <a:pt x="1088651" y="51126"/>
                </a:cubicBezTo>
                <a:cubicBezTo>
                  <a:pt x="1087315" y="49496"/>
                  <a:pt x="1086296" y="47494"/>
                  <a:pt x="1085595" y="45121"/>
                </a:cubicBezTo>
                <a:cubicBezTo>
                  <a:pt x="1084894" y="42748"/>
                  <a:pt x="1084543" y="40011"/>
                  <a:pt x="1084543" y="36910"/>
                </a:cubicBezTo>
                <a:cubicBezTo>
                  <a:pt x="1084543" y="33383"/>
                  <a:pt x="1084973" y="30354"/>
                  <a:pt x="1085833" y="27823"/>
                </a:cubicBezTo>
                <a:cubicBezTo>
                  <a:pt x="1086693" y="25291"/>
                  <a:pt x="1087870" y="23217"/>
                  <a:pt x="1089365" y="21599"/>
                </a:cubicBezTo>
                <a:cubicBezTo>
                  <a:pt x="1090860" y="19982"/>
                  <a:pt x="1092620" y="18782"/>
                  <a:pt x="1094644" y="18000"/>
                </a:cubicBezTo>
                <a:cubicBezTo>
                  <a:pt x="1096668" y="17218"/>
                  <a:pt x="1098857" y="16827"/>
                  <a:pt x="1101212" y="16827"/>
                </a:cubicBezTo>
                <a:cubicBezTo>
                  <a:pt x="1102349" y="16827"/>
                  <a:pt x="1103454" y="16933"/>
                  <a:pt x="1104526" y="17145"/>
                </a:cubicBezTo>
                <a:cubicBezTo>
                  <a:pt x="1105597" y="17356"/>
                  <a:pt x="1106583" y="17634"/>
                  <a:pt x="1107482" y="17978"/>
                </a:cubicBezTo>
                <a:cubicBezTo>
                  <a:pt x="1108382" y="18322"/>
                  <a:pt x="1109182" y="18719"/>
                  <a:pt x="1109883" y="19169"/>
                </a:cubicBezTo>
                <a:cubicBezTo>
                  <a:pt x="1110584" y="19618"/>
                  <a:pt x="1111094" y="20002"/>
                  <a:pt x="1111411" y="20319"/>
                </a:cubicBezTo>
                <a:cubicBezTo>
                  <a:pt x="1111729" y="20637"/>
                  <a:pt x="1111947" y="20888"/>
                  <a:pt x="1112066" y="21073"/>
                </a:cubicBezTo>
                <a:cubicBezTo>
                  <a:pt x="1112185" y="21259"/>
                  <a:pt x="1112284" y="21477"/>
                  <a:pt x="1112364" y="21728"/>
                </a:cubicBezTo>
                <a:cubicBezTo>
                  <a:pt x="1112443" y="21980"/>
                  <a:pt x="1112496" y="22264"/>
                  <a:pt x="1112522" y="22582"/>
                </a:cubicBezTo>
                <a:cubicBezTo>
                  <a:pt x="1112549" y="22899"/>
                  <a:pt x="1112562" y="23296"/>
                  <a:pt x="1112562" y="23772"/>
                </a:cubicBezTo>
                <a:cubicBezTo>
                  <a:pt x="1112562" y="24804"/>
                  <a:pt x="1112443" y="25525"/>
                  <a:pt x="1112205" y="25935"/>
                </a:cubicBezTo>
                <a:cubicBezTo>
                  <a:pt x="1111967" y="26345"/>
                  <a:pt x="1111676" y="26550"/>
                  <a:pt x="1111332" y="26550"/>
                </a:cubicBezTo>
                <a:cubicBezTo>
                  <a:pt x="1110935" y="26550"/>
                  <a:pt x="1110478" y="26332"/>
                  <a:pt x="1109963" y="25895"/>
                </a:cubicBezTo>
                <a:cubicBezTo>
                  <a:pt x="1109447" y="25459"/>
                  <a:pt x="1108792" y="24976"/>
                  <a:pt x="1107998" y="24447"/>
                </a:cubicBezTo>
                <a:cubicBezTo>
                  <a:pt x="1107204" y="23918"/>
                  <a:pt x="1106245" y="23435"/>
                  <a:pt x="1105121" y="22998"/>
                </a:cubicBezTo>
                <a:cubicBezTo>
                  <a:pt x="1103996" y="22562"/>
                  <a:pt x="1102667" y="22343"/>
                  <a:pt x="1101132" y="22343"/>
                </a:cubicBezTo>
                <a:cubicBezTo>
                  <a:pt x="1097984" y="22343"/>
                  <a:pt x="1095570" y="23558"/>
                  <a:pt x="1093890" y="25986"/>
                </a:cubicBezTo>
                <a:cubicBezTo>
                  <a:pt x="1092210" y="28413"/>
                  <a:pt x="1091370" y="31935"/>
                  <a:pt x="1091370" y="36551"/>
                </a:cubicBezTo>
                <a:cubicBezTo>
                  <a:pt x="1091370" y="38860"/>
                  <a:pt x="1091588" y="40883"/>
                  <a:pt x="1092024" y="42621"/>
                </a:cubicBezTo>
                <a:cubicBezTo>
                  <a:pt x="1092461" y="44359"/>
                  <a:pt x="1093102" y="45811"/>
                  <a:pt x="1093949" y="46979"/>
                </a:cubicBezTo>
                <a:cubicBezTo>
                  <a:pt x="1094796" y="48146"/>
                  <a:pt x="1095834" y="49015"/>
                  <a:pt x="1097065" y="49586"/>
                </a:cubicBezTo>
                <a:cubicBezTo>
                  <a:pt x="1098295" y="50156"/>
                  <a:pt x="1099704" y="50441"/>
                  <a:pt x="1101291" y="50441"/>
                </a:cubicBezTo>
                <a:cubicBezTo>
                  <a:pt x="1102799" y="50441"/>
                  <a:pt x="1104122" y="50203"/>
                  <a:pt x="1105260" y="49727"/>
                </a:cubicBezTo>
                <a:cubicBezTo>
                  <a:pt x="1106397" y="49251"/>
                  <a:pt x="1107383" y="48728"/>
                  <a:pt x="1108216" y="48159"/>
                </a:cubicBezTo>
                <a:cubicBezTo>
                  <a:pt x="1109050" y="47591"/>
                  <a:pt x="1109751" y="47075"/>
                  <a:pt x="1110320" y="46612"/>
                </a:cubicBezTo>
                <a:cubicBezTo>
                  <a:pt x="1110889" y="46149"/>
                  <a:pt x="1111332" y="45917"/>
                  <a:pt x="1111649" y="45917"/>
                </a:cubicBezTo>
                <a:cubicBezTo>
                  <a:pt x="1111834" y="45917"/>
                  <a:pt x="1111993" y="45970"/>
                  <a:pt x="1112125" y="46076"/>
                </a:cubicBezTo>
                <a:cubicBezTo>
                  <a:pt x="1112258" y="46182"/>
                  <a:pt x="1112370" y="46360"/>
                  <a:pt x="1112463" y="46612"/>
                </a:cubicBezTo>
                <a:cubicBezTo>
                  <a:pt x="1112555" y="46863"/>
                  <a:pt x="1112622" y="47180"/>
                  <a:pt x="1112661" y="47564"/>
                </a:cubicBezTo>
                <a:cubicBezTo>
                  <a:pt x="1112701" y="47948"/>
                  <a:pt x="1112721" y="48404"/>
                  <a:pt x="1112721" y="48933"/>
                </a:cubicBezTo>
                <a:close/>
                <a:moveTo>
                  <a:pt x="1127647" y="54329"/>
                </a:moveTo>
                <a:cubicBezTo>
                  <a:pt x="1127647" y="54541"/>
                  <a:pt x="1127594" y="54720"/>
                  <a:pt x="1127489" y="54866"/>
                </a:cubicBezTo>
                <a:cubicBezTo>
                  <a:pt x="1127383" y="55012"/>
                  <a:pt x="1127211" y="55138"/>
                  <a:pt x="1126973" y="55243"/>
                </a:cubicBezTo>
                <a:cubicBezTo>
                  <a:pt x="1126735" y="55349"/>
                  <a:pt x="1126404" y="55429"/>
                  <a:pt x="1125981" y="55482"/>
                </a:cubicBezTo>
                <a:cubicBezTo>
                  <a:pt x="1125557" y="55534"/>
                  <a:pt x="1125015" y="55561"/>
                  <a:pt x="1124353" y="55561"/>
                </a:cubicBezTo>
                <a:cubicBezTo>
                  <a:pt x="1123718" y="55561"/>
                  <a:pt x="1123189" y="55534"/>
                  <a:pt x="1122766" y="55482"/>
                </a:cubicBezTo>
                <a:cubicBezTo>
                  <a:pt x="1122343" y="55429"/>
                  <a:pt x="1122005" y="55349"/>
                  <a:pt x="1121754" y="55243"/>
                </a:cubicBezTo>
                <a:cubicBezTo>
                  <a:pt x="1121503" y="55138"/>
                  <a:pt x="1121331" y="55012"/>
                  <a:pt x="1121238" y="54866"/>
                </a:cubicBezTo>
                <a:cubicBezTo>
                  <a:pt x="1121145" y="54720"/>
                  <a:pt x="1121099" y="54541"/>
                  <a:pt x="1121099" y="54329"/>
                </a:cubicBezTo>
                <a:lnTo>
                  <a:pt x="1121099" y="1271"/>
                </a:lnTo>
                <a:cubicBezTo>
                  <a:pt x="1121099" y="1060"/>
                  <a:pt x="1121145" y="874"/>
                  <a:pt x="1121238" y="716"/>
                </a:cubicBezTo>
                <a:cubicBezTo>
                  <a:pt x="1121331" y="556"/>
                  <a:pt x="1121503" y="423"/>
                  <a:pt x="1121754" y="317"/>
                </a:cubicBezTo>
                <a:cubicBezTo>
                  <a:pt x="1122005" y="212"/>
                  <a:pt x="1122343" y="132"/>
                  <a:pt x="1122766" y="79"/>
                </a:cubicBezTo>
                <a:cubicBezTo>
                  <a:pt x="1123189" y="26"/>
                  <a:pt x="1123718" y="0"/>
                  <a:pt x="1124353" y="0"/>
                </a:cubicBezTo>
                <a:cubicBezTo>
                  <a:pt x="1125015" y="0"/>
                  <a:pt x="1125557" y="26"/>
                  <a:pt x="1125981" y="79"/>
                </a:cubicBezTo>
                <a:cubicBezTo>
                  <a:pt x="1126404" y="132"/>
                  <a:pt x="1126735" y="212"/>
                  <a:pt x="1126973" y="317"/>
                </a:cubicBezTo>
                <a:cubicBezTo>
                  <a:pt x="1127211" y="423"/>
                  <a:pt x="1127383" y="556"/>
                  <a:pt x="1127489" y="716"/>
                </a:cubicBezTo>
                <a:cubicBezTo>
                  <a:pt x="1127594" y="874"/>
                  <a:pt x="1127647" y="1060"/>
                  <a:pt x="1127647" y="1271"/>
                </a:cubicBezTo>
                <a:lnTo>
                  <a:pt x="1127647" y="54329"/>
                </a:lnTo>
                <a:close/>
                <a:moveTo>
                  <a:pt x="1170456" y="54331"/>
                </a:moveTo>
                <a:cubicBezTo>
                  <a:pt x="1170456" y="54542"/>
                  <a:pt x="1170410" y="54721"/>
                  <a:pt x="1170317" y="54866"/>
                </a:cubicBezTo>
                <a:cubicBezTo>
                  <a:pt x="1170224" y="55012"/>
                  <a:pt x="1170059" y="55138"/>
                  <a:pt x="1169821" y="55243"/>
                </a:cubicBezTo>
                <a:cubicBezTo>
                  <a:pt x="1169583" y="55349"/>
                  <a:pt x="1169272" y="55429"/>
                  <a:pt x="1168888" y="55482"/>
                </a:cubicBezTo>
                <a:cubicBezTo>
                  <a:pt x="1168505" y="55534"/>
                  <a:pt x="1168035" y="55561"/>
                  <a:pt x="1167479" y="55561"/>
                </a:cubicBezTo>
                <a:cubicBezTo>
                  <a:pt x="1166871" y="55561"/>
                  <a:pt x="1166375" y="55534"/>
                  <a:pt x="1165991" y="55482"/>
                </a:cubicBezTo>
                <a:cubicBezTo>
                  <a:pt x="1165608" y="55429"/>
                  <a:pt x="1165303" y="55349"/>
                  <a:pt x="1165078" y="55243"/>
                </a:cubicBezTo>
                <a:cubicBezTo>
                  <a:pt x="1164854" y="55138"/>
                  <a:pt x="1164701" y="55012"/>
                  <a:pt x="1164622" y="54866"/>
                </a:cubicBezTo>
                <a:cubicBezTo>
                  <a:pt x="1164543" y="54721"/>
                  <a:pt x="1164503" y="54542"/>
                  <a:pt x="1164503" y="54331"/>
                </a:cubicBezTo>
                <a:lnTo>
                  <a:pt x="1164503" y="49608"/>
                </a:lnTo>
                <a:cubicBezTo>
                  <a:pt x="1162466" y="51871"/>
                  <a:pt x="1160455" y="53522"/>
                  <a:pt x="1158471" y="54560"/>
                </a:cubicBezTo>
                <a:cubicBezTo>
                  <a:pt x="1156486" y="55598"/>
                  <a:pt x="1154476" y="56117"/>
                  <a:pt x="1152438" y="56117"/>
                </a:cubicBezTo>
                <a:cubicBezTo>
                  <a:pt x="1150057" y="56117"/>
                  <a:pt x="1148053" y="55719"/>
                  <a:pt x="1146426" y="54925"/>
                </a:cubicBezTo>
                <a:cubicBezTo>
                  <a:pt x="1144799" y="54130"/>
                  <a:pt x="1143482" y="53051"/>
                  <a:pt x="1142477" y="51688"/>
                </a:cubicBezTo>
                <a:cubicBezTo>
                  <a:pt x="1141472" y="50324"/>
                  <a:pt x="1140751" y="48734"/>
                  <a:pt x="1140314" y="46920"/>
                </a:cubicBezTo>
                <a:cubicBezTo>
                  <a:pt x="1139878" y="45106"/>
                  <a:pt x="1139659" y="42901"/>
                  <a:pt x="1139659" y="40305"/>
                </a:cubicBezTo>
                <a:lnTo>
                  <a:pt x="1139659" y="18614"/>
                </a:lnTo>
                <a:cubicBezTo>
                  <a:pt x="1139659" y="18402"/>
                  <a:pt x="1139706" y="18224"/>
                  <a:pt x="1139798" y="18078"/>
                </a:cubicBezTo>
                <a:cubicBezTo>
                  <a:pt x="1139891" y="17932"/>
                  <a:pt x="1140069" y="17799"/>
                  <a:pt x="1140334" y="17680"/>
                </a:cubicBezTo>
                <a:cubicBezTo>
                  <a:pt x="1140599" y="17561"/>
                  <a:pt x="1140942" y="17482"/>
                  <a:pt x="1141366" y="17442"/>
                </a:cubicBezTo>
                <a:cubicBezTo>
                  <a:pt x="1141789" y="17402"/>
                  <a:pt x="1142318" y="17383"/>
                  <a:pt x="1142953" y="17383"/>
                </a:cubicBezTo>
                <a:cubicBezTo>
                  <a:pt x="1143588" y="17383"/>
                  <a:pt x="1144117" y="17402"/>
                  <a:pt x="1144541" y="17442"/>
                </a:cubicBezTo>
                <a:cubicBezTo>
                  <a:pt x="1144964" y="17482"/>
                  <a:pt x="1145301" y="17561"/>
                  <a:pt x="1145553" y="17680"/>
                </a:cubicBezTo>
                <a:cubicBezTo>
                  <a:pt x="1145804" y="17799"/>
                  <a:pt x="1145983" y="17932"/>
                  <a:pt x="1146088" y="18078"/>
                </a:cubicBezTo>
                <a:cubicBezTo>
                  <a:pt x="1146194" y="18224"/>
                  <a:pt x="1146247" y="18402"/>
                  <a:pt x="1146247" y="18614"/>
                </a:cubicBezTo>
                <a:lnTo>
                  <a:pt x="1146247" y="39435"/>
                </a:lnTo>
                <a:cubicBezTo>
                  <a:pt x="1146247" y="41527"/>
                  <a:pt x="1146399" y="43203"/>
                  <a:pt x="1146704" y="44461"/>
                </a:cubicBezTo>
                <a:cubicBezTo>
                  <a:pt x="1147008" y="45720"/>
                  <a:pt x="1147471" y="46793"/>
                  <a:pt x="1148093" y="47681"/>
                </a:cubicBezTo>
                <a:cubicBezTo>
                  <a:pt x="1148714" y="48568"/>
                  <a:pt x="1149502" y="49257"/>
                  <a:pt x="1150454" y="49747"/>
                </a:cubicBezTo>
                <a:cubicBezTo>
                  <a:pt x="1151406" y="50236"/>
                  <a:pt x="1152518" y="50481"/>
                  <a:pt x="1153788" y="50481"/>
                </a:cubicBezTo>
                <a:cubicBezTo>
                  <a:pt x="1155428" y="50481"/>
                  <a:pt x="1157062" y="49896"/>
                  <a:pt x="1158689" y="48725"/>
                </a:cubicBezTo>
                <a:cubicBezTo>
                  <a:pt x="1160316" y="47554"/>
                  <a:pt x="1162042" y="45838"/>
                  <a:pt x="1163868" y="43576"/>
                </a:cubicBezTo>
                <a:lnTo>
                  <a:pt x="1163868" y="18613"/>
                </a:lnTo>
                <a:cubicBezTo>
                  <a:pt x="1163868" y="18401"/>
                  <a:pt x="1163914" y="18223"/>
                  <a:pt x="1164007" y="18077"/>
                </a:cubicBezTo>
                <a:cubicBezTo>
                  <a:pt x="1164099" y="17932"/>
                  <a:pt x="1164278" y="17799"/>
                  <a:pt x="1164543" y="17680"/>
                </a:cubicBezTo>
                <a:cubicBezTo>
                  <a:pt x="1164807" y="17561"/>
                  <a:pt x="1165145" y="17482"/>
                  <a:pt x="1165555" y="17442"/>
                </a:cubicBezTo>
                <a:cubicBezTo>
                  <a:pt x="1165965" y="17402"/>
                  <a:pt x="1166501" y="17383"/>
                  <a:pt x="1167162" y="17383"/>
                </a:cubicBezTo>
                <a:cubicBezTo>
                  <a:pt x="1167797" y="17383"/>
                  <a:pt x="1168326" y="17402"/>
                  <a:pt x="1168749" y="17442"/>
                </a:cubicBezTo>
                <a:cubicBezTo>
                  <a:pt x="1169173" y="17482"/>
                  <a:pt x="1169503" y="17561"/>
                  <a:pt x="1169742" y="17680"/>
                </a:cubicBezTo>
                <a:cubicBezTo>
                  <a:pt x="1169980" y="17799"/>
                  <a:pt x="1170158" y="17932"/>
                  <a:pt x="1170277" y="18077"/>
                </a:cubicBezTo>
                <a:cubicBezTo>
                  <a:pt x="1170396" y="18223"/>
                  <a:pt x="1170456" y="18401"/>
                  <a:pt x="1170456" y="18613"/>
                </a:cubicBezTo>
                <a:lnTo>
                  <a:pt x="1170456" y="54331"/>
                </a:lnTo>
                <a:close/>
                <a:moveTo>
                  <a:pt x="1212801" y="54329"/>
                </a:moveTo>
                <a:cubicBezTo>
                  <a:pt x="1212801" y="54541"/>
                  <a:pt x="1212755" y="54727"/>
                  <a:pt x="1212663" y="54886"/>
                </a:cubicBezTo>
                <a:cubicBezTo>
                  <a:pt x="1212570" y="55045"/>
                  <a:pt x="1212411" y="55171"/>
                  <a:pt x="1212186" y="55263"/>
                </a:cubicBezTo>
                <a:cubicBezTo>
                  <a:pt x="1211961" y="55356"/>
                  <a:pt x="1211664" y="55429"/>
                  <a:pt x="1211293" y="55482"/>
                </a:cubicBezTo>
                <a:cubicBezTo>
                  <a:pt x="1210923" y="55534"/>
                  <a:pt x="1210473" y="55561"/>
                  <a:pt x="1209944" y="55561"/>
                </a:cubicBezTo>
                <a:cubicBezTo>
                  <a:pt x="1209388" y="55561"/>
                  <a:pt x="1208925" y="55534"/>
                  <a:pt x="1208555" y="55482"/>
                </a:cubicBezTo>
                <a:cubicBezTo>
                  <a:pt x="1208185" y="55429"/>
                  <a:pt x="1207880" y="55358"/>
                  <a:pt x="1207642" y="55266"/>
                </a:cubicBezTo>
                <a:cubicBezTo>
                  <a:pt x="1207404" y="55173"/>
                  <a:pt x="1207232" y="55048"/>
                  <a:pt x="1207126" y="54890"/>
                </a:cubicBezTo>
                <a:cubicBezTo>
                  <a:pt x="1207021" y="54732"/>
                  <a:pt x="1206968" y="54548"/>
                  <a:pt x="1206968" y="54338"/>
                </a:cubicBezTo>
                <a:lnTo>
                  <a:pt x="1206968" y="49641"/>
                </a:lnTo>
                <a:cubicBezTo>
                  <a:pt x="1205089" y="51680"/>
                  <a:pt x="1203138" y="53269"/>
                  <a:pt x="1201114" y="54409"/>
                </a:cubicBezTo>
                <a:cubicBezTo>
                  <a:pt x="1199090" y="55547"/>
                  <a:pt x="1196874" y="56117"/>
                  <a:pt x="1194466" y="56117"/>
                </a:cubicBezTo>
                <a:cubicBezTo>
                  <a:pt x="1191847" y="56117"/>
                  <a:pt x="1189611" y="55607"/>
                  <a:pt x="1187759" y="54587"/>
                </a:cubicBezTo>
                <a:cubicBezTo>
                  <a:pt x="1185907" y="53568"/>
                  <a:pt x="1184406" y="52191"/>
                  <a:pt x="1183255" y="50456"/>
                </a:cubicBezTo>
                <a:cubicBezTo>
                  <a:pt x="1182104" y="48721"/>
                  <a:pt x="1181264" y="46682"/>
                  <a:pt x="1180735" y="44338"/>
                </a:cubicBezTo>
                <a:cubicBezTo>
                  <a:pt x="1180206" y="41994"/>
                  <a:pt x="1179941" y="39524"/>
                  <a:pt x="1179941" y="36928"/>
                </a:cubicBezTo>
                <a:cubicBezTo>
                  <a:pt x="1179941" y="33857"/>
                  <a:pt x="1180272" y="31083"/>
                  <a:pt x="1180933" y="28606"/>
                </a:cubicBezTo>
                <a:cubicBezTo>
                  <a:pt x="1181595" y="26130"/>
                  <a:pt x="1182574" y="24018"/>
                  <a:pt x="1183870" y="22270"/>
                </a:cubicBezTo>
                <a:cubicBezTo>
                  <a:pt x="1185167" y="20522"/>
                  <a:pt x="1186774" y="19177"/>
                  <a:pt x="1188692" y="18237"/>
                </a:cubicBezTo>
                <a:cubicBezTo>
                  <a:pt x="1190610" y="17297"/>
                  <a:pt x="1192826" y="16827"/>
                  <a:pt x="1195339" y="16827"/>
                </a:cubicBezTo>
                <a:cubicBezTo>
                  <a:pt x="1197430" y="16827"/>
                  <a:pt x="1199341" y="17284"/>
                  <a:pt x="1201074" y="18197"/>
                </a:cubicBezTo>
                <a:cubicBezTo>
                  <a:pt x="1202807" y="19111"/>
                  <a:pt x="1204520" y="20455"/>
                  <a:pt x="1206214" y="22229"/>
                </a:cubicBezTo>
                <a:lnTo>
                  <a:pt x="1206214" y="1431"/>
                </a:lnTo>
                <a:cubicBezTo>
                  <a:pt x="1206214" y="1246"/>
                  <a:pt x="1206260" y="1067"/>
                  <a:pt x="1206352" y="895"/>
                </a:cubicBezTo>
                <a:cubicBezTo>
                  <a:pt x="1206445" y="723"/>
                  <a:pt x="1206624" y="590"/>
                  <a:pt x="1206888" y="497"/>
                </a:cubicBezTo>
                <a:cubicBezTo>
                  <a:pt x="1207153" y="404"/>
                  <a:pt x="1207490" y="324"/>
                  <a:pt x="1207900" y="258"/>
                </a:cubicBezTo>
                <a:cubicBezTo>
                  <a:pt x="1208310" y="192"/>
                  <a:pt x="1208833" y="159"/>
                  <a:pt x="1209468" y="159"/>
                </a:cubicBezTo>
                <a:cubicBezTo>
                  <a:pt x="1210129" y="159"/>
                  <a:pt x="1210672" y="192"/>
                  <a:pt x="1211095" y="258"/>
                </a:cubicBezTo>
                <a:cubicBezTo>
                  <a:pt x="1211518" y="324"/>
                  <a:pt x="1211849" y="403"/>
                  <a:pt x="1212087" y="496"/>
                </a:cubicBezTo>
                <a:cubicBezTo>
                  <a:pt x="1212325" y="589"/>
                  <a:pt x="1212504" y="721"/>
                  <a:pt x="1212623" y="894"/>
                </a:cubicBezTo>
                <a:cubicBezTo>
                  <a:pt x="1212742" y="1066"/>
                  <a:pt x="1212801" y="1245"/>
                  <a:pt x="1212801" y="1430"/>
                </a:cubicBezTo>
                <a:lnTo>
                  <a:pt x="1212801" y="54329"/>
                </a:lnTo>
                <a:moveTo>
                  <a:pt x="1206214" y="29222"/>
                </a:moveTo>
                <a:cubicBezTo>
                  <a:pt x="1204441" y="27021"/>
                  <a:pt x="1202728" y="25345"/>
                  <a:pt x="1201074" y="24193"/>
                </a:cubicBezTo>
                <a:cubicBezTo>
                  <a:pt x="1199421" y="23039"/>
                  <a:pt x="1197694" y="22462"/>
                  <a:pt x="1195895" y="22462"/>
                </a:cubicBezTo>
                <a:cubicBezTo>
                  <a:pt x="1194228" y="22462"/>
                  <a:pt x="1192813" y="22860"/>
                  <a:pt x="1191649" y="23656"/>
                </a:cubicBezTo>
                <a:cubicBezTo>
                  <a:pt x="1190485" y="24450"/>
                  <a:pt x="1189539" y="25496"/>
                  <a:pt x="1188811" y="26795"/>
                </a:cubicBezTo>
                <a:cubicBezTo>
                  <a:pt x="1188084" y="28093"/>
                  <a:pt x="1187554" y="29563"/>
                  <a:pt x="1187224" y="31206"/>
                </a:cubicBezTo>
                <a:cubicBezTo>
                  <a:pt x="1186893" y="32849"/>
                  <a:pt x="1186728" y="34518"/>
                  <a:pt x="1186728" y="36214"/>
                </a:cubicBezTo>
                <a:cubicBezTo>
                  <a:pt x="1186728" y="38015"/>
                  <a:pt x="1186866" y="39777"/>
                  <a:pt x="1187144" y="41500"/>
                </a:cubicBezTo>
                <a:cubicBezTo>
                  <a:pt x="1187422" y="43222"/>
                  <a:pt x="1187905" y="44752"/>
                  <a:pt x="1188593" y="46090"/>
                </a:cubicBezTo>
                <a:cubicBezTo>
                  <a:pt x="1189281" y="47427"/>
                  <a:pt x="1190193" y="48500"/>
                  <a:pt x="1191331" y="49309"/>
                </a:cubicBezTo>
                <a:cubicBezTo>
                  <a:pt x="1192469" y="50117"/>
                  <a:pt x="1193898" y="50521"/>
                  <a:pt x="1195617" y="50521"/>
                </a:cubicBezTo>
                <a:cubicBezTo>
                  <a:pt x="1196490" y="50521"/>
                  <a:pt x="1197330" y="50402"/>
                  <a:pt x="1198137" y="50164"/>
                </a:cubicBezTo>
                <a:cubicBezTo>
                  <a:pt x="1198944" y="49925"/>
                  <a:pt x="1199771" y="49527"/>
                  <a:pt x="1200618" y="48971"/>
                </a:cubicBezTo>
                <a:cubicBezTo>
                  <a:pt x="1201464" y="48414"/>
                  <a:pt x="1202351" y="47692"/>
                  <a:pt x="1203277" y="46804"/>
                </a:cubicBezTo>
                <a:cubicBezTo>
                  <a:pt x="1204203" y="45916"/>
                  <a:pt x="1205182" y="44822"/>
                  <a:pt x="1206214" y="43524"/>
                </a:cubicBezTo>
                <a:lnTo>
                  <a:pt x="1206214" y="29222"/>
                </a:lnTo>
                <a:close/>
                <a:moveTo>
                  <a:pt x="1231097" y="54331"/>
                </a:moveTo>
                <a:cubicBezTo>
                  <a:pt x="1231097" y="54542"/>
                  <a:pt x="1231044" y="54721"/>
                  <a:pt x="1230938" y="54866"/>
                </a:cubicBezTo>
                <a:cubicBezTo>
                  <a:pt x="1230833" y="55012"/>
                  <a:pt x="1230661" y="55138"/>
                  <a:pt x="1230422" y="55243"/>
                </a:cubicBezTo>
                <a:cubicBezTo>
                  <a:pt x="1230184" y="55349"/>
                  <a:pt x="1229854" y="55429"/>
                  <a:pt x="1229430" y="55482"/>
                </a:cubicBezTo>
                <a:cubicBezTo>
                  <a:pt x="1229007" y="55534"/>
                  <a:pt x="1228465" y="55561"/>
                  <a:pt x="1227803" y="55561"/>
                </a:cubicBezTo>
                <a:cubicBezTo>
                  <a:pt x="1227168" y="55561"/>
                  <a:pt x="1226639" y="55534"/>
                  <a:pt x="1226216" y="55482"/>
                </a:cubicBezTo>
                <a:cubicBezTo>
                  <a:pt x="1225792" y="55429"/>
                  <a:pt x="1225455" y="55349"/>
                  <a:pt x="1225204" y="55243"/>
                </a:cubicBezTo>
                <a:cubicBezTo>
                  <a:pt x="1224952" y="55138"/>
                  <a:pt x="1224780" y="55012"/>
                  <a:pt x="1224688" y="54866"/>
                </a:cubicBezTo>
                <a:cubicBezTo>
                  <a:pt x="1224595" y="54721"/>
                  <a:pt x="1224549" y="54542"/>
                  <a:pt x="1224549" y="54331"/>
                </a:cubicBezTo>
                <a:lnTo>
                  <a:pt x="1224549" y="18613"/>
                </a:lnTo>
                <a:cubicBezTo>
                  <a:pt x="1224549" y="18428"/>
                  <a:pt x="1224595" y="18256"/>
                  <a:pt x="1224688" y="18097"/>
                </a:cubicBezTo>
                <a:cubicBezTo>
                  <a:pt x="1224780" y="17938"/>
                  <a:pt x="1224952" y="17806"/>
                  <a:pt x="1225204" y="17700"/>
                </a:cubicBezTo>
                <a:cubicBezTo>
                  <a:pt x="1225455" y="17594"/>
                  <a:pt x="1225792" y="17515"/>
                  <a:pt x="1226216" y="17462"/>
                </a:cubicBezTo>
                <a:cubicBezTo>
                  <a:pt x="1226639" y="17409"/>
                  <a:pt x="1227168" y="17383"/>
                  <a:pt x="1227803" y="17383"/>
                </a:cubicBezTo>
                <a:cubicBezTo>
                  <a:pt x="1228465" y="17383"/>
                  <a:pt x="1229007" y="17409"/>
                  <a:pt x="1229430" y="17462"/>
                </a:cubicBezTo>
                <a:cubicBezTo>
                  <a:pt x="1229854" y="17515"/>
                  <a:pt x="1230184" y="17594"/>
                  <a:pt x="1230422" y="17700"/>
                </a:cubicBezTo>
                <a:cubicBezTo>
                  <a:pt x="1230661" y="17806"/>
                  <a:pt x="1230833" y="17938"/>
                  <a:pt x="1230938" y="18097"/>
                </a:cubicBezTo>
                <a:cubicBezTo>
                  <a:pt x="1231044" y="18256"/>
                  <a:pt x="1231097" y="18428"/>
                  <a:pt x="1231097" y="18613"/>
                </a:cubicBezTo>
                <a:lnTo>
                  <a:pt x="1231097" y="54331"/>
                </a:lnTo>
                <a:moveTo>
                  <a:pt x="1231851" y="6509"/>
                </a:moveTo>
                <a:cubicBezTo>
                  <a:pt x="1231851" y="8043"/>
                  <a:pt x="1231560" y="9088"/>
                  <a:pt x="1230978" y="9644"/>
                </a:cubicBezTo>
                <a:cubicBezTo>
                  <a:pt x="1230396" y="10199"/>
                  <a:pt x="1229324" y="10477"/>
                  <a:pt x="1227763" y="10477"/>
                </a:cubicBezTo>
                <a:cubicBezTo>
                  <a:pt x="1226229" y="10477"/>
                  <a:pt x="1225177" y="10206"/>
                  <a:pt x="1224608" y="9664"/>
                </a:cubicBezTo>
                <a:cubicBezTo>
                  <a:pt x="1224040" y="9121"/>
                  <a:pt x="1223755" y="8096"/>
                  <a:pt x="1223755" y="6588"/>
                </a:cubicBezTo>
                <a:cubicBezTo>
                  <a:pt x="1223755" y="5053"/>
                  <a:pt x="1224046" y="4008"/>
                  <a:pt x="1224628" y="3453"/>
                </a:cubicBezTo>
                <a:cubicBezTo>
                  <a:pt x="1225210" y="2897"/>
                  <a:pt x="1226282" y="2619"/>
                  <a:pt x="1227843" y="2619"/>
                </a:cubicBezTo>
                <a:cubicBezTo>
                  <a:pt x="1229377" y="2619"/>
                  <a:pt x="1230429" y="2890"/>
                  <a:pt x="1230998" y="3433"/>
                </a:cubicBezTo>
                <a:cubicBezTo>
                  <a:pt x="1231567" y="3975"/>
                  <a:pt x="1231851" y="5000"/>
                  <a:pt x="1231851" y="6509"/>
                </a:cubicBezTo>
                <a:close/>
                <a:moveTo>
                  <a:pt x="1274065" y="54331"/>
                </a:moveTo>
                <a:cubicBezTo>
                  <a:pt x="1274065" y="54542"/>
                  <a:pt x="1274012" y="54721"/>
                  <a:pt x="1273906" y="54866"/>
                </a:cubicBezTo>
                <a:cubicBezTo>
                  <a:pt x="1273800" y="55012"/>
                  <a:pt x="1273628" y="55138"/>
                  <a:pt x="1273390" y="55243"/>
                </a:cubicBezTo>
                <a:cubicBezTo>
                  <a:pt x="1273152" y="55349"/>
                  <a:pt x="1272822" y="55429"/>
                  <a:pt x="1272398" y="55482"/>
                </a:cubicBezTo>
                <a:cubicBezTo>
                  <a:pt x="1271975" y="55534"/>
                  <a:pt x="1271446" y="55561"/>
                  <a:pt x="1270811" y="55561"/>
                </a:cubicBezTo>
                <a:cubicBezTo>
                  <a:pt x="1270149" y="55561"/>
                  <a:pt x="1269607" y="55534"/>
                  <a:pt x="1269184" y="55482"/>
                </a:cubicBezTo>
                <a:cubicBezTo>
                  <a:pt x="1268760" y="55429"/>
                  <a:pt x="1268430" y="55349"/>
                  <a:pt x="1268191" y="55243"/>
                </a:cubicBezTo>
                <a:cubicBezTo>
                  <a:pt x="1267953" y="55138"/>
                  <a:pt x="1267781" y="55012"/>
                  <a:pt x="1267676" y="54866"/>
                </a:cubicBezTo>
                <a:cubicBezTo>
                  <a:pt x="1267570" y="54721"/>
                  <a:pt x="1267517" y="54542"/>
                  <a:pt x="1267517" y="54331"/>
                </a:cubicBezTo>
                <a:lnTo>
                  <a:pt x="1267517" y="33416"/>
                </a:lnTo>
                <a:cubicBezTo>
                  <a:pt x="1267517" y="31379"/>
                  <a:pt x="1267358" y="29738"/>
                  <a:pt x="1267041" y="28495"/>
                </a:cubicBezTo>
                <a:cubicBezTo>
                  <a:pt x="1266723" y="27251"/>
                  <a:pt x="1266260" y="26180"/>
                  <a:pt x="1265652" y="25280"/>
                </a:cubicBezTo>
                <a:cubicBezTo>
                  <a:pt x="1265043" y="24381"/>
                  <a:pt x="1264256" y="23693"/>
                  <a:pt x="1263290" y="23217"/>
                </a:cubicBezTo>
                <a:cubicBezTo>
                  <a:pt x="1262324" y="22740"/>
                  <a:pt x="1261207" y="22502"/>
                  <a:pt x="1259937" y="22502"/>
                </a:cubicBezTo>
                <a:cubicBezTo>
                  <a:pt x="1258296" y="22502"/>
                  <a:pt x="1256656" y="23084"/>
                  <a:pt x="1255016" y="24248"/>
                </a:cubicBezTo>
                <a:cubicBezTo>
                  <a:pt x="1253375" y="25413"/>
                  <a:pt x="1251655" y="27119"/>
                  <a:pt x="1249856" y="29368"/>
                </a:cubicBezTo>
                <a:lnTo>
                  <a:pt x="1249856" y="54331"/>
                </a:lnTo>
                <a:cubicBezTo>
                  <a:pt x="1249856" y="54542"/>
                  <a:pt x="1249803" y="54721"/>
                  <a:pt x="1249698" y="54866"/>
                </a:cubicBezTo>
                <a:cubicBezTo>
                  <a:pt x="1249592" y="55012"/>
                  <a:pt x="1249420" y="55138"/>
                  <a:pt x="1249182" y="55243"/>
                </a:cubicBezTo>
                <a:cubicBezTo>
                  <a:pt x="1248944" y="55349"/>
                  <a:pt x="1248613" y="55429"/>
                  <a:pt x="1248190" y="55482"/>
                </a:cubicBezTo>
                <a:cubicBezTo>
                  <a:pt x="1247766" y="55534"/>
                  <a:pt x="1247224" y="55561"/>
                  <a:pt x="1246562" y="55561"/>
                </a:cubicBezTo>
                <a:cubicBezTo>
                  <a:pt x="1245927" y="55561"/>
                  <a:pt x="1245398" y="55534"/>
                  <a:pt x="1244975" y="55482"/>
                </a:cubicBezTo>
                <a:cubicBezTo>
                  <a:pt x="1244552" y="55429"/>
                  <a:pt x="1244214" y="55349"/>
                  <a:pt x="1243963" y="55243"/>
                </a:cubicBezTo>
                <a:cubicBezTo>
                  <a:pt x="1243712" y="55138"/>
                  <a:pt x="1243540" y="55012"/>
                  <a:pt x="1243447" y="54866"/>
                </a:cubicBezTo>
                <a:cubicBezTo>
                  <a:pt x="1243354" y="54721"/>
                  <a:pt x="1243308" y="54542"/>
                  <a:pt x="1243308" y="54331"/>
                </a:cubicBezTo>
                <a:lnTo>
                  <a:pt x="1243308" y="18613"/>
                </a:lnTo>
                <a:cubicBezTo>
                  <a:pt x="1243308" y="18401"/>
                  <a:pt x="1243348" y="18223"/>
                  <a:pt x="1243427" y="18077"/>
                </a:cubicBezTo>
                <a:cubicBezTo>
                  <a:pt x="1243507" y="17932"/>
                  <a:pt x="1243665" y="17799"/>
                  <a:pt x="1243903" y="17680"/>
                </a:cubicBezTo>
                <a:cubicBezTo>
                  <a:pt x="1244141" y="17561"/>
                  <a:pt x="1244446" y="17482"/>
                  <a:pt x="1244816" y="17442"/>
                </a:cubicBezTo>
                <a:cubicBezTo>
                  <a:pt x="1245187" y="17402"/>
                  <a:pt x="1245676" y="17383"/>
                  <a:pt x="1246285" y="17383"/>
                </a:cubicBezTo>
                <a:cubicBezTo>
                  <a:pt x="1246867" y="17383"/>
                  <a:pt x="1247349" y="17402"/>
                  <a:pt x="1247733" y="17442"/>
                </a:cubicBezTo>
                <a:cubicBezTo>
                  <a:pt x="1248117" y="17482"/>
                  <a:pt x="1248414" y="17561"/>
                  <a:pt x="1248626" y="17680"/>
                </a:cubicBezTo>
                <a:cubicBezTo>
                  <a:pt x="1248838" y="17799"/>
                  <a:pt x="1248990" y="17932"/>
                  <a:pt x="1249082" y="18077"/>
                </a:cubicBezTo>
                <a:cubicBezTo>
                  <a:pt x="1249175" y="18223"/>
                  <a:pt x="1249221" y="18401"/>
                  <a:pt x="1249221" y="18613"/>
                </a:cubicBezTo>
                <a:lnTo>
                  <a:pt x="1249221" y="23336"/>
                </a:lnTo>
                <a:cubicBezTo>
                  <a:pt x="1251232" y="21087"/>
                  <a:pt x="1253236" y="19440"/>
                  <a:pt x="1255234" y="18395"/>
                </a:cubicBezTo>
                <a:cubicBezTo>
                  <a:pt x="1257231" y="17350"/>
                  <a:pt x="1259249" y="16827"/>
                  <a:pt x="1261286" y="16827"/>
                </a:cubicBezTo>
                <a:cubicBezTo>
                  <a:pt x="1263667" y="16827"/>
                  <a:pt x="1265671" y="17231"/>
                  <a:pt x="1267298" y="18037"/>
                </a:cubicBezTo>
                <a:cubicBezTo>
                  <a:pt x="1268926" y="18844"/>
                  <a:pt x="1270242" y="19923"/>
                  <a:pt x="1271247" y="21272"/>
                </a:cubicBezTo>
                <a:cubicBezTo>
                  <a:pt x="1272253" y="22621"/>
                  <a:pt x="1272974" y="24202"/>
                  <a:pt x="1273410" y="26014"/>
                </a:cubicBezTo>
                <a:cubicBezTo>
                  <a:pt x="1273847" y="27827"/>
                  <a:pt x="1274065" y="30003"/>
                  <a:pt x="1274065" y="32543"/>
                </a:cubicBezTo>
                <a:lnTo>
                  <a:pt x="1274065" y="54331"/>
                </a:lnTo>
                <a:close/>
                <a:moveTo>
                  <a:pt x="1315498" y="20200"/>
                </a:moveTo>
                <a:cubicBezTo>
                  <a:pt x="1315498" y="21126"/>
                  <a:pt x="1315372" y="21794"/>
                  <a:pt x="1315121" y="22205"/>
                </a:cubicBezTo>
                <a:cubicBezTo>
                  <a:pt x="1314869" y="22615"/>
                  <a:pt x="1314545" y="22820"/>
                  <a:pt x="1314148" y="22820"/>
                </a:cubicBezTo>
                <a:lnTo>
                  <a:pt x="1309029" y="22820"/>
                </a:lnTo>
                <a:cubicBezTo>
                  <a:pt x="1309955" y="23775"/>
                  <a:pt x="1310603" y="24830"/>
                  <a:pt x="1310973" y="25985"/>
                </a:cubicBezTo>
                <a:cubicBezTo>
                  <a:pt x="1311344" y="27139"/>
                  <a:pt x="1311529" y="28339"/>
                  <a:pt x="1311529" y="29586"/>
                </a:cubicBezTo>
                <a:cubicBezTo>
                  <a:pt x="1311529" y="31647"/>
                  <a:pt x="1311198" y="33469"/>
                  <a:pt x="1310537" y="35054"/>
                </a:cubicBezTo>
                <a:cubicBezTo>
                  <a:pt x="1309875" y="36639"/>
                  <a:pt x="1308929" y="37980"/>
                  <a:pt x="1307699" y="39076"/>
                </a:cubicBezTo>
                <a:cubicBezTo>
                  <a:pt x="1306469" y="40173"/>
                  <a:pt x="1305007" y="41011"/>
                  <a:pt x="1303314" y="41593"/>
                </a:cubicBezTo>
                <a:cubicBezTo>
                  <a:pt x="1301621" y="42174"/>
                  <a:pt x="1299742" y="42464"/>
                  <a:pt x="1297678" y="42464"/>
                </a:cubicBezTo>
                <a:cubicBezTo>
                  <a:pt x="1296223" y="42464"/>
                  <a:pt x="1294841" y="42273"/>
                  <a:pt x="1293531" y="41890"/>
                </a:cubicBezTo>
                <a:cubicBezTo>
                  <a:pt x="1292221" y="41507"/>
                  <a:pt x="1291209" y="41025"/>
                  <a:pt x="1290495" y="40444"/>
                </a:cubicBezTo>
                <a:cubicBezTo>
                  <a:pt x="1290019" y="40920"/>
                  <a:pt x="1289629" y="41463"/>
                  <a:pt x="1289324" y="42071"/>
                </a:cubicBezTo>
                <a:cubicBezTo>
                  <a:pt x="1289020" y="42679"/>
                  <a:pt x="1288868" y="43379"/>
                  <a:pt x="1288868" y="44172"/>
                </a:cubicBezTo>
                <a:cubicBezTo>
                  <a:pt x="1288868" y="45098"/>
                  <a:pt x="1289298" y="45865"/>
                  <a:pt x="1290158" y="46474"/>
                </a:cubicBezTo>
                <a:cubicBezTo>
                  <a:pt x="1291018" y="47082"/>
                  <a:pt x="1292162" y="47412"/>
                  <a:pt x="1293591" y="47465"/>
                </a:cubicBezTo>
                <a:lnTo>
                  <a:pt x="1302917" y="47863"/>
                </a:lnTo>
                <a:cubicBezTo>
                  <a:pt x="1304690" y="47916"/>
                  <a:pt x="1306317" y="48161"/>
                  <a:pt x="1307798" y="48600"/>
                </a:cubicBezTo>
                <a:cubicBezTo>
                  <a:pt x="1309280" y="49038"/>
                  <a:pt x="1310563" y="49662"/>
                  <a:pt x="1311648" y="50472"/>
                </a:cubicBezTo>
                <a:cubicBezTo>
                  <a:pt x="1312733" y="51282"/>
                  <a:pt x="1313579" y="52277"/>
                  <a:pt x="1314188" y="53459"/>
                </a:cubicBezTo>
                <a:cubicBezTo>
                  <a:pt x="1314796" y="54640"/>
                  <a:pt x="1315101" y="56014"/>
                  <a:pt x="1315101" y="57581"/>
                </a:cubicBezTo>
                <a:cubicBezTo>
                  <a:pt x="1315101" y="59227"/>
                  <a:pt x="1314757" y="60794"/>
                  <a:pt x="1314069" y="62280"/>
                </a:cubicBezTo>
                <a:cubicBezTo>
                  <a:pt x="1313381" y="63768"/>
                  <a:pt x="1312329" y="65075"/>
                  <a:pt x="1310914" y="66203"/>
                </a:cubicBezTo>
                <a:cubicBezTo>
                  <a:pt x="1309498" y="67332"/>
                  <a:pt x="1307693" y="68221"/>
                  <a:pt x="1305497" y="68872"/>
                </a:cubicBezTo>
                <a:cubicBezTo>
                  <a:pt x="1303301" y="69523"/>
                  <a:pt x="1300708" y="69848"/>
                  <a:pt x="1297718" y="69848"/>
                </a:cubicBezTo>
                <a:cubicBezTo>
                  <a:pt x="1294834" y="69848"/>
                  <a:pt x="1292380" y="69603"/>
                  <a:pt x="1290356" y="69113"/>
                </a:cubicBezTo>
                <a:cubicBezTo>
                  <a:pt x="1288332" y="68623"/>
                  <a:pt x="1286672" y="67955"/>
                  <a:pt x="1285376" y="67107"/>
                </a:cubicBezTo>
                <a:cubicBezTo>
                  <a:pt x="1284079" y="66261"/>
                  <a:pt x="1283140" y="65248"/>
                  <a:pt x="1282558" y="64070"/>
                </a:cubicBezTo>
                <a:cubicBezTo>
                  <a:pt x="1281976" y="62892"/>
                  <a:pt x="1281685" y="61614"/>
                  <a:pt x="1281685" y="60236"/>
                </a:cubicBezTo>
                <a:cubicBezTo>
                  <a:pt x="1281685" y="59363"/>
                  <a:pt x="1281791" y="58516"/>
                  <a:pt x="1282002" y="57695"/>
                </a:cubicBezTo>
                <a:cubicBezTo>
                  <a:pt x="1282214" y="56874"/>
                  <a:pt x="1282538" y="56093"/>
                  <a:pt x="1282975" y="55351"/>
                </a:cubicBezTo>
                <a:cubicBezTo>
                  <a:pt x="1283411" y="54611"/>
                  <a:pt x="1283953" y="53903"/>
                  <a:pt x="1284602" y="53228"/>
                </a:cubicBezTo>
                <a:cubicBezTo>
                  <a:pt x="1285250" y="52553"/>
                  <a:pt x="1285997" y="51884"/>
                  <a:pt x="1286844" y="51221"/>
                </a:cubicBezTo>
                <a:cubicBezTo>
                  <a:pt x="1285548" y="50558"/>
                  <a:pt x="1284588" y="49721"/>
                  <a:pt x="1283967" y="48711"/>
                </a:cubicBezTo>
                <a:cubicBezTo>
                  <a:pt x="1283345" y="47701"/>
                  <a:pt x="1283034" y="46611"/>
                  <a:pt x="1283034" y="45442"/>
                </a:cubicBezTo>
                <a:cubicBezTo>
                  <a:pt x="1283034" y="43822"/>
                  <a:pt x="1283365" y="42373"/>
                  <a:pt x="1284026" y="41098"/>
                </a:cubicBezTo>
                <a:cubicBezTo>
                  <a:pt x="1284688" y="39822"/>
                  <a:pt x="1285508" y="38679"/>
                  <a:pt x="1286487" y="37670"/>
                </a:cubicBezTo>
                <a:cubicBezTo>
                  <a:pt x="1285667" y="36693"/>
                  <a:pt x="1285018" y="35590"/>
                  <a:pt x="1284542" y="34361"/>
                </a:cubicBezTo>
                <a:cubicBezTo>
                  <a:pt x="1284066" y="33132"/>
                  <a:pt x="1283828" y="31647"/>
                  <a:pt x="1283828" y="29904"/>
                </a:cubicBezTo>
                <a:cubicBezTo>
                  <a:pt x="1283828" y="27870"/>
                  <a:pt x="1284172" y="26047"/>
                  <a:pt x="1284860" y="24436"/>
                </a:cubicBezTo>
                <a:cubicBezTo>
                  <a:pt x="1285548" y="22824"/>
                  <a:pt x="1286500" y="21464"/>
                  <a:pt x="1287717" y="20354"/>
                </a:cubicBezTo>
                <a:cubicBezTo>
                  <a:pt x="1288934" y="19245"/>
                  <a:pt x="1290396" y="18393"/>
                  <a:pt x="1292102" y="17798"/>
                </a:cubicBezTo>
                <a:cubicBezTo>
                  <a:pt x="1293809" y="17204"/>
                  <a:pt x="1295668" y="16906"/>
                  <a:pt x="1297678" y="16906"/>
                </a:cubicBezTo>
                <a:cubicBezTo>
                  <a:pt x="1298763" y="16906"/>
                  <a:pt x="1299775" y="16963"/>
                  <a:pt x="1300714" y="17075"/>
                </a:cubicBezTo>
                <a:cubicBezTo>
                  <a:pt x="1301654" y="17187"/>
                  <a:pt x="1302533" y="17342"/>
                  <a:pt x="1303354" y="17541"/>
                </a:cubicBezTo>
                <a:lnTo>
                  <a:pt x="1314148" y="17541"/>
                </a:lnTo>
                <a:cubicBezTo>
                  <a:pt x="1314598" y="17541"/>
                  <a:pt x="1314935" y="17760"/>
                  <a:pt x="1315160" y="18196"/>
                </a:cubicBezTo>
                <a:cubicBezTo>
                  <a:pt x="1315385" y="18633"/>
                  <a:pt x="1315498" y="19301"/>
                  <a:pt x="1315498" y="20200"/>
                </a:cubicBezTo>
                <a:moveTo>
                  <a:pt x="1305258" y="29626"/>
                </a:moveTo>
                <a:cubicBezTo>
                  <a:pt x="1305258" y="27198"/>
                  <a:pt x="1304590" y="25305"/>
                  <a:pt x="1303254" y="23946"/>
                </a:cubicBezTo>
                <a:cubicBezTo>
                  <a:pt x="1301918" y="22587"/>
                  <a:pt x="1300020" y="21907"/>
                  <a:pt x="1297559" y="21907"/>
                </a:cubicBezTo>
                <a:cubicBezTo>
                  <a:pt x="1296289" y="21907"/>
                  <a:pt x="1295185" y="22118"/>
                  <a:pt x="1294245" y="22541"/>
                </a:cubicBezTo>
                <a:cubicBezTo>
                  <a:pt x="1293306" y="22962"/>
                  <a:pt x="1292526" y="23543"/>
                  <a:pt x="1291904" y="24282"/>
                </a:cubicBezTo>
                <a:cubicBezTo>
                  <a:pt x="1291282" y="25021"/>
                  <a:pt x="1290819" y="25872"/>
                  <a:pt x="1290515" y="26835"/>
                </a:cubicBezTo>
                <a:cubicBezTo>
                  <a:pt x="1290211" y="27799"/>
                  <a:pt x="1290059" y="28808"/>
                  <a:pt x="1290059" y="29864"/>
                </a:cubicBezTo>
                <a:cubicBezTo>
                  <a:pt x="1290059" y="32212"/>
                  <a:pt x="1290727" y="34059"/>
                  <a:pt x="1292063" y="35405"/>
                </a:cubicBezTo>
                <a:cubicBezTo>
                  <a:pt x="1293399" y="36751"/>
                  <a:pt x="1295271" y="37424"/>
                  <a:pt x="1297678" y="37424"/>
                </a:cubicBezTo>
                <a:cubicBezTo>
                  <a:pt x="1298975" y="37424"/>
                  <a:pt x="1300099" y="37220"/>
                  <a:pt x="1301052" y="36812"/>
                </a:cubicBezTo>
                <a:cubicBezTo>
                  <a:pt x="1302004" y="36402"/>
                  <a:pt x="1302791" y="35835"/>
                  <a:pt x="1303413" y="35109"/>
                </a:cubicBezTo>
                <a:cubicBezTo>
                  <a:pt x="1304035" y="34383"/>
                  <a:pt x="1304498" y="33545"/>
                  <a:pt x="1304802" y="32595"/>
                </a:cubicBezTo>
                <a:cubicBezTo>
                  <a:pt x="1305106" y="31645"/>
                  <a:pt x="1305258" y="30655"/>
                  <a:pt x="1305258" y="29626"/>
                </a:cubicBezTo>
                <a:moveTo>
                  <a:pt x="1308552" y="57937"/>
                </a:moveTo>
                <a:cubicBezTo>
                  <a:pt x="1308552" y="56392"/>
                  <a:pt x="1307924" y="55200"/>
                  <a:pt x="1306667" y="54362"/>
                </a:cubicBezTo>
                <a:cubicBezTo>
                  <a:pt x="1305411" y="53522"/>
                  <a:pt x="1303711" y="53076"/>
                  <a:pt x="1301568" y="53023"/>
                </a:cubicBezTo>
                <a:lnTo>
                  <a:pt x="1292321" y="52704"/>
                </a:lnTo>
                <a:cubicBezTo>
                  <a:pt x="1291474" y="53369"/>
                  <a:pt x="1290780" y="54002"/>
                  <a:pt x="1290237" y="54601"/>
                </a:cubicBezTo>
                <a:cubicBezTo>
                  <a:pt x="1289695" y="55200"/>
                  <a:pt x="1289265" y="55773"/>
                  <a:pt x="1288947" y="56319"/>
                </a:cubicBezTo>
                <a:cubicBezTo>
                  <a:pt x="1288630" y="56864"/>
                  <a:pt x="1288412" y="57403"/>
                  <a:pt x="1288293" y="57936"/>
                </a:cubicBezTo>
                <a:cubicBezTo>
                  <a:pt x="1288173" y="58469"/>
                  <a:pt x="1288114" y="59015"/>
                  <a:pt x="1288114" y="59574"/>
                </a:cubicBezTo>
                <a:cubicBezTo>
                  <a:pt x="1288114" y="61306"/>
                  <a:pt x="1288987" y="62617"/>
                  <a:pt x="1290733" y="63509"/>
                </a:cubicBezTo>
                <a:cubicBezTo>
                  <a:pt x="1292479" y="64401"/>
                  <a:pt x="1294914" y="64848"/>
                  <a:pt x="1298036" y="64848"/>
                </a:cubicBezTo>
                <a:cubicBezTo>
                  <a:pt x="1300020" y="64848"/>
                  <a:pt x="1301680" y="64654"/>
                  <a:pt x="1303016" y="64268"/>
                </a:cubicBezTo>
                <a:cubicBezTo>
                  <a:pt x="1304352" y="63882"/>
                  <a:pt x="1305430" y="63370"/>
                  <a:pt x="1306251" y="62731"/>
                </a:cubicBezTo>
                <a:cubicBezTo>
                  <a:pt x="1307071" y="62091"/>
                  <a:pt x="1307659" y="61359"/>
                  <a:pt x="1308017" y="60533"/>
                </a:cubicBezTo>
                <a:cubicBezTo>
                  <a:pt x="1308374" y="59708"/>
                  <a:pt x="1308552" y="58842"/>
                  <a:pt x="1308552" y="57937"/>
                </a:cubicBezTo>
                <a:close/>
                <a:moveTo>
                  <a:pt x="1369135" y="48338"/>
                </a:moveTo>
                <a:cubicBezTo>
                  <a:pt x="1369135" y="49026"/>
                  <a:pt x="1369115" y="49601"/>
                  <a:pt x="1369076" y="50064"/>
                </a:cubicBezTo>
                <a:cubicBezTo>
                  <a:pt x="1369036" y="50527"/>
                  <a:pt x="1368983" y="50918"/>
                  <a:pt x="1368917" y="51235"/>
                </a:cubicBezTo>
                <a:cubicBezTo>
                  <a:pt x="1368851" y="51553"/>
                  <a:pt x="1368771" y="51811"/>
                  <a:pt x="1368679" y="52009"/>
                </a:cubicBezTo>
                <a:cubicBezTo>
                  <a:pt x="1368586" y="52207"/>
                  <a:pt x="1368381" y="52459"/>
                  <a:pt x="1368064" y="52763"/>
                </a:cubicBezTo>
                <a:cubicBezTo>
                  <a:pt x="1367746" y="53067"/>
                  <a:pt x="1367204" y="53438"/>
                  <a:pt x="1366436" y="53874"/>
                </a:cubicBezTo>
                <a:cubicBezTo>
                  <a:pt x="1365669" y="54311"/>
                  <a:pt x="1364796" y="54701"/>
                  <a:pt x="1363817" y="55045"/>
                </a:cubicBezTo>
                <a:cubicBezTo>
                  <a:pt x="1362838" y="55389"/>
                  <a:pt x="1361773" y="55667"/>
                  <a:pt x="1360622" y="55878"/>
                </a:cubicBezTo>
                <a:cubicBezTo>
                  <a:pt x="1359471" y="56090"/>
                  <a:pt x="1358287" y="56196"/>
                  <a:pt x="1357070" y="56196"/>
                </a:cubicBezTo>
                <a:cubicBezTo>
                  <a:pt x="1354345" y="56196"/>
                  <a:pt x="1351931" y="55773"/>
                  <a:pt x="1349828" y="54926"/>
                </a:cubicBezTo>
                <a:cubicBezTo>
                  <a:pt x="1347724" y="54079"/>
                  <a:pt x="1345958" y="52829"/>
                  <a:pt x="1344530" y="51176"/>
                </a:cubicBezTo>
                <a:cubicBezTo>
                  <a:pt x="1343101" y="49522"/>
                  <a:pt x="1342023" y="47505"/>
                  <a:pt x="1341295" y="45123"/>
                </a:cubicBezTo>
                <a:cubicBezTo>
                  <a:pt x="1340568" y="42742"/>
                  <a:pt x="1340204" y="40017"/>
                  <a:pt x="1340204" y="36948"/>
                </a:cubicBezTo>
                <a:cubicBezTo>
                  <a:pt x="1340204" y="33403"/>
                  <a:pt x="1340647" y="30340"/>
                  <a:pt x="1341533" y="27761"/>
                </a:cubicBezTo>
                <a:cubicBezTo>
                  <a:pt x="1342420" y="25181"/>
                  <a:pt x="1343656" y="23045"/>
                  <a:pt x="1345244" y="21351"/>
                </a:cubicBezTo>
                <a:cubicBezTo>
                  <a:pt x="1346831" y="19658"/>
                  <a:pt x="1348710" y="18401"/>
                  <a:pt x="1350879" y="17581"/>
                </a:cubicBezTo>
                <a:cubicBezTo>
                  <a:pt x="1353049" y="16761"/>
                  <a:pt x="1355430" y="16351"/>
                  <a:pt x="1358023" y="16351"/>
                </a:cubicBezTo>
                <a:cubicBezTo>
                  <a:pt x="1359081" y="16351"/>
                  <a:pt x="1360120" y="16443"/>
                  <a:pt x="1361138" y="16629"/>
                </a:cubicBezTo>
                <a:cubicBezTo>
                  <a:pt x="1362157" y="16814"/>
                  <a:pt x="1363109" y="17065"/>
                  <a:pt x="1363996" y="17383"/>
                </a:cubicBezTo>
                <a:cubicBezTo>
                  <a:pt x="1364882" y="17700"/>
                  <a:pt x="1365676" y="18057"/>
                  <a:pt x="1366377" y="18454"/>
                </a:cubicBezTo>
                <a:cubicBezTo>
                  <a:pt x="1367078" y="18851"/>
                  <a:pt x="1367574" y="19195"/>
                  <a:pt x="1367865" y="19486"/>
                </a:cubicBezTo>
                <a:cubicBezTo>
                  <a:pt x="1368156" y="19777"/>
                  <a:pt x="1368361" y="20022"/>
                  <a:pt x="1368480" y="20220"/>
                </a:cubicBezTo>
                <a:cubicBezTo>
                  <a:pt x="1368599" y="20419"/>
                  <a:pt x="1368692" y="20677"/>
                  <a:pt x="1368758" y="20994"/>
                </a:cubicBezTo>
                <a:cubicBezTo>
                  <a:pt x="1368824" y="21312"/>
                  <a:pt x="1368877" y="21702"/>
                  <a:pt x="1368917" y="22165"/>
                </a:cubicBezTo>
                <a:cubicBezTo>
                  <a:pt x="1368956" y="22628"/>
                  <a:pt x="1368976" y="23190"/>
                  <a:pt x="1368976" y="23852"/>
                </a:cubicBezTo>
                <a:cubicBezTo>
                  <a:pt x="1368976" y="25386"/>
                  <a:pt x="1368844" y="26464"/>
                  <a:pt x="1368579" y="27086"/>
                </a:cubicBezTo>
                <a:cubicBezTo>
                  <a:pt x="1368315" y="27708"/>
                  <a:pt x="1367971" y="28019"/>
                  <a:pt x="1367548" y="28019"/>
                </a:cubicBezTo>
                <a:cubicBezTo>
                  <a:pt x="1367098" y="28019"/>
                  <a:pt x="1366622" y="27833"/>
                  <a:pt x="1366119" y="27463"/>
                </a:cubicBezTo>
                <a:cubicBezTo>
                  <a:pt x="1365616" y="27093"/>
                  <a:pt x="1365021" y="26682"/>
                  <a:pt x="1364333" y="26233"/>
                </a:cubicBezTo>
                <a:cubicBezTo>
                  <a:pt x="1363645" y="25783"/>
                  <a:pt x="1362825" y="25373"/>
                  <a:pt x="1361872" y="25002"/>
                </a:cubicBezTo>
                <a:cubicBezTo>
                  <a:pt x="1360920" y="24632"/>
                  <a:pt x="1359782" y="24447"/>
                  <a:pt x="1358459" y="24447"/>
                </a:cubicBezTo>
                <a:cubicBezTo>
                  <a:pt x="1355867" y="24447"/>
                  <a:pt x="1353882" y="25446"/>
                  <a:pt x="1352506" y="27443"/>
                </a:cubicBezTo>
                <a:cubicBezTo>
                  <a:pt x="1351131" y="29441"/>
                  <a:pt x="1350443" y="32371"/>
                  <a:pt x="1350443" y="36234"/>
                </a:cubicBezTo>
                <a:cubicBezTo>
                  <a:pt x="1350443" y="38139"/>
                  <a:pt x="1350615" y="39819"/>
                  <a:pt x="1350959" y="41274"/>
                </a:cubicBezTo>
                <a:cubicBezTo>
                  <a:pt x="1351303" y="42729"/>
                  <a:pt x="1351812" y="43946"/>
                  <a:pt x="1352487" y="44925"/>
                </a:cubicBezTo>
                <a:cubicBezTo>
                  <a:pt x="1353161" y="45904"/>
                  <a:pt x="1354008" y="46638"/>
                  <a:pt x="1355027" y="47128"/>
                </a:cubicBezTo>
                <a:cubicBezTo>
                  <a:pt x="1356045" y="47617"/>
                  <a:pt x="1357229" y="47862"/>
                  <a:pt x="1358579" y="47862"/>
                </a:cubicBezTo>
                <a:cubicBezTo>
                  <a:pt x="1359954" y="47862"/>
                  <a:pt x="1361138" y="47657"/>
                  <a:pt x="1362130" y="47247"/>
                </a:cubicBezTo>
                <a:cubicBezTo>
                  <a:pt x="1363123" y="46837"/>
                  <a:pt x="1363989" y="46380"/>
                  <a:pt x="1364730" y="45877"/>
                </a:cubicBezTo>
                <a:cubicBezTo>
                  <a:pt x="1365471" y="45375"/>
                  <a:pt x="1366092" y="44918"/>
                  <a:pt x="1366595" y="44508"/>
                </a:cubicBezTo>
                <a:cubicBezTo>
                  <a:pt x="1367098" y="44098"/>
                  <a:pt x="1367521" y="43893"/>
                  <a:pt x="1367865" y="43893"/>
                </a:cubicBezTo>
                <a:cubicBezTo>
                  <a:pt x="1368103" y="43893"/>
                  <a:pt x="1368302" y="43959"/>
                  <a:pt x="1368460" y="44092"/>
                </a:cubicBezTo>
                <a:cubicBezTo>
                  <a:pt x="1368619" y="44224"/>
                  <a:pt x="1368745" y="44469"/>
                  <a:pt x="1368837" y="44826"/>
                </a:cubicBezTo>
                <a:cubicBezTo>
                  <a:pt x="1368930" y="45183"/>
                  <a:pt x="1369003" y="45639"/>
                  <a:pt x="1369056" y="46195"/>
                </a:cubicBezTo>
                <a:cubicBezTo>
                  <a:pt x="1369109" y="46751"/>
                  <a:pt x="1369135" y="47465"/>
                  <a:pt x="1369135" y="48338"/>
                </a:cubicBezTo>
                <a:close/>
                <a:moveTo>
                  <a:pt x="1411492" y="35915"/>
                </a:moveTo>
                <a:cubicBezTo>
                  <a:pt x="1411492" y="38938"/>
                  <a:pt x="1411095" y="41695"/>
                  <a:pt x="1410302" y="44187"/>
                </a:cubicBezTo>
                <a:cubicBezTo>
                  <a:pt x="1409508" y="46679"/>
                  <a:pt x="1408304" y="48826"/>
                  <a:pt x="1406690" y="50629"/>
                </a:cubicBezTo>
                <a:cubicBezTo>
                  <a:pt x="1405076" y="52431"/>
                  <a:pt x="1403052" y="53823"/>
                  <a:pt x="1400618" y="54804"/>
                </a:cubicBezTo>
                <a:cubicBezTo>
                  <a:pt x="1398184" y="55785"/>
                  <a:pt x="1395340" y="56275"/>
                  <a:pt x="1392086" y="56275"/>
                </a:cubicBezTo>
                <a:cubicBezTo>
                  <a:pt x="1388937" y="56275"/>
                  <a:pt x="1386199" y="55838"/>
                  <a:pt x="1383871" y="54963"/>
                </a:cubicBezTo>
                <a:cubicBezTo>
                  <a:pt x="1381542" y="54088"/>
                  <a:pt x="1379611" y="52816"/>
                  <a:pt x="1378076" y="51146"/>
                </a:cubicBezTo>
                <a:cubicBezTo>
                  <a:pt x="1376542" y="49476"/>
                  <a:pt x="1375404" y="47421"/>
                  <a:pt x="1374663" y="44982"/>
                </a:cubicBezTo>
                <a:cubicBezTo>
                  <a:pt x="1373923" y="42543"/>
                  <a:pt x="1373552" y="39760"/>
                  <a:pt x="1373552" y="36632"/>
                </a:cubicBezTo>
                <a:cubicBezTo>
                  <a:pt x="1373552" y="33609"/>
                  <a:pt x="1373956" y="30845"/>
                  <a:pt x="1374763" y="28340"/>
                </a:cubicBezTo>
                <a:cubicBezTo>
                  <a:pt x="1375570" y="25835"/>
                  <a:pt x="1376780" y="23687"/>
                  <a:pt x="1378394" y="21898"/>
                </a:cubicBezTo>
                <a:cubicBezTo>
                  <a:pt x="1380008" y="20109"/>
                  <a:pt x="1382025" y="18724"/>
                  <a:pt x="1384446" y="17744"/>
                </a:cubicBezTo>
                <a:cubicBezTo>
                  <a:pt x="1386867" y="16762"/>
                  <a:pt x="1389705" y="16271"/>
                  <a:pt x="1392959" y="16271"/>
                </a:cubicBezTo>
                <a:cubicBezTo>
                  <a:pt x="1396134" y="16271"/>
                  <a:pt x="1398885" y="16702"/>
                  <a:pt x="1401214" y="17564"/>
                </a:cubicBezTo>
                <a:cubicBezTo>
                  <a:pt x="1403542" y="18425"/>
                  <a:pt x="1405467" y="19691"/>
                  <a:pt x="1406988" y="21361"/>
                </a:cubicBezTo>
                <a:cubicBezTo>
                  <a:pt x="1408509" y="23031"/>
                  <a:pt x="1409640" y="25086"/>
                  <a:pt x="1410381" y="27525"/>
                </a:cubicBezTo>
                <a:cubicBezTo>
                  <a:pt x="1411122" y="29964"/>
                  <a:pt x="1411492" y="32761"/>
                  <a:pt x="1411492" y="35915"/>
                </a:cubicBezTo>
                <a:moveTo>
                  <a:pt x="1401214" y="36313"/>
                </a:moveTo>
                <a:cubicBezTo>
                  <a:pt x="1401214" y="34567"/>
                  <a:pt x="1401075" y="32960"/>
                  <a:pt x="1400797" y="31491"/>
                </a:cubicBezTo>
                <a:cubicBezTo>
                  <a:pt x="1400519" y="30023"/>
                  <a:pt x="1400049" y="28746"/>
                  <a:pt x="1399388" y="27661"/>
                </a:cubicBezTo>
                <a:cubicBezTo>
                  <a:pt x="1398727" y="26577"/>
                  <a:pt x="1397847" y="25730"/>
                  <a:pt x="1396749" y="25121"/>
                </a:cubicBezTo>
                <a:cubicBezTo>
                  <a:pt x="1395651" y="24513"/>
                  <a:pt x="1394268" y="24209"/>
                  <a:pt x="1392602" y="24209"/>
                </a:cubicBezTo>
                <a:cubicBezTo>
                  <a:pt x="1391120" y="24209"/>
                  <a:pt x="1389824" y="24480"/>
                  <a:pt x="1388712" y="25022"/>
                </a:cubicBezTo>
                <a:cubicBezTo>
                  <a:pt x="1387601" y="25565"/>
                  <a:pt x="1386688" y="26358"/>
                  <a:pt x="1385974" y="27403"/>
                </a:cubicBezTo>
                <a:cubicBezTo>
                  <a:pt x="1385260" y="28449"/>
                  <a:pt x="1384724" y="29705"/>
                  <a:pt x="1384367" y="31174"/>
                </a:cubicBezTo>
                <a:cubicBezTo>
                  <a:pt x="1384010" y="32642"/>
                  <a:pt x="1383831" y="34315"/>
                  <a:pt x="1383831" y="36194"/>
                </a:cubicBezTo>
                <a:cubicBezTo>
                  <a:pt x="1383831" y="37940"/>
                  <a:pt x="1383976" y="39547"/>
                  <a:pt x="1384267" y="41016"/>
                </a:cubicBezTo>
                <a:cubicBezTo>
                  <a:pt x="1384559" y="42484"/>
                  <a:pt x="1385028" y="43761"/>
                  <a:pt x="1385676" y="44846"/>
                </a:cubicBezTo>
                <a:cubicBezTo>
                  <a:pt x="1386325" y="45930"/>
                  <a:pt x="1387204" y="46770"/>
                  <a:pt x="1388315" y="47366"/>
                </a:cubicBezTo>
                <a:cubicBezTo>
                  <a:pt x="1389427" y="47961"/>
                  <a:pt x="1390803" y="48259"/>
                  <a:pt x="1392443" y="48259"/>
                </a:cubicBezTo>
                <a:cubicBezTo>
                  <a:pt x="1393951" y="48259"/>
                  <a:pt x="1395261" y="47987"/>
                  <a:pt x="1396372" y="47445"/>
                </a:cubicBezTo>
                <a:cubicBezTo>
                  <a:pt x="1397483" y="46903"/>
                  <a:pt x="1398396" y="46116"/>
                  <a:pt x="1399110" y="45084"/>
                </a:cubicBezTo>
                <a:cubicBezTo>
                  <a:pt x="1399825" y="44052"/>
                  <a:pt x="1400354" y="42802"/>
                  <a:pt x="1400698" y="41333"/>
                </a:cubicBezTo>
                <a:cubicBezTo>
                  <a:pt x="1401042" y="39865"/>
                  <a:pt x="1401214" y="38192"/>
                  <a:pt x="1401214" y="36313"/>
                </a:cubicBezTo>
                <a:close/>
                <a:moveTo>
                  <a:pt x="1453030" y="53972"/>
                </a:moveTo>
                <a:cubicBezTo>
                  <a:pt x="1453030" y="54263"/>
                  <a:pt x="1452964" y="54508"/>
                  <a:pt x="1452832" y="54708"/>
                </a:cubicBezTo>
                <a:cubicBezTo>
                  <a:pt x="1452699" y="54906"/>
                  <a:pt x="1452474" y="55071"/>
                  <a:pt x="1452157" y="55204"/>
                </a:cubicBezTo>
                <a:cubicBezTo>
                  <a:pt x="1451839" y="55336"/>
                  <a:pt x="1451409" y="55429"/>
                  <a:pt x="1450867" y="55482"/>
                </a:cubicBezTo>
                <a:cubicBezTo>
                  <a:pt x="1450325" y="55534"/>
                  <a:pt x="1449657" y="55561"/>
                  <a:pt x="1448863" y="55561"/>
                </a:cubicBezTo>
                <a:cubicBezTo>
                  <a:pt x="1448016" y="55561"/>
                  <a:pt x="1447328" y="55534"/>
                  <a:pt x="1446799" y="55482"/>
                </a:cubicBezTo>
                <a:cubicBezTo>
                  <a:pt x="1446270" y="55429"/>
                  <a:pt x="1445840" y="55338"/>
                  <a:pt x="1445509" y="55206"/>
                </a:cubicBezTo>
                <a:cubicBezTo>
                  <a:pt x="1445179" y="55074"/>
                  <a:pt x="1444941" y="54909"/>
                  <a:pt x="1444795" y="54713"/>
                </a:cubicBezTo>
                <a:cubicBezTo>
                  <a:pt x="1444650" y="54515"/>
                  <a:pt x="1444577" y="54271"/>
                  <a:pt x="1444577" y="53981"/>
                </a:cubicBezTo>
                <a:lnTo>
                  <a:pt x="1444577" y="50072"/>
                </a:lnTo>
                <a:cubicBezTo>
                  <a:pt x="1442751" y="52034"/>
                  <a:pt x="1440840" y="53558"/>
                  <a:pt x="1438842" y="54646"/>
                </a:cubicBezTo>
                <a:cubicBezTo>
                  <a:pt x="1436845" y="55732"/>
                  <a:pt x="1434629" y="56275"/>
                  <a:pt x="1432195" y="56275"/>
                </a:cubicBezTo>
                <a:cubicBezTo>
                  <a:pt x="1429496" y="56275"/>
                  <a:pt x="1427214" y="55752"/>
                  <a:pt x="1425349" y="54705"/>
                </a:cubicBezTo>
                <a:cubicBezTo>
                  <a:pt x="1423483" y="53658"/>
                  <a:pt x="1421962" y="52246"/>
                  <a:pt x="1420785" y="50470"/>
                </a:cubicBezTo>
                <a:cubicBezTo>
                  <a:pt x="1419607" y="48693"/>
                  <a:pt x="1418754" y="46619"/>
                  <a:pt x="1418225" y="44247"/>
                </a:cubicBezTo>
                <a:cubicBezTo>
                  <a:pt x="1417696" y="41874"/>
                  <a:pt x="1417431" y="39375"/>
                  <a:pt x="1417431" y="36751"/>
                </a:cubicBezTo>
                <a:cubicBezTo>
                  <a:pt x="1417431" y="33596"/>
                  <a:pt x="1417769" y="30759"/>
                  <a:pt x="1418443" y="28241"/>
                </a:cubicBezTo>
                <a:cubicBezTo>
                  <a:pt x="1419118" y="25722"/>
                  <a:pt x="1420103" y="23575"/>
                  <a:pt x="1421400" y="21799"/>
                </a:cubicBezTo>
                <a:cubicBezTo>
                  <a:pt x="1422696" y="20023"/>
                  <a:pt x="1424310" y="18658"/>
                  <a:pt x="1426242" y="17704"/>
                </a:cubicBezTo>
                <a:cubicBezTo>
                  <a:pt x="1428173" y="16749"/>
                  <a:pt x="1430395" y="16271"/>
                  <a:pt x="1432909" y="16271"/>
                </a:cubicBezTo>
                <a:cubicBezTo>
                  <a:pt x="1434893" y="16271"/>
                  <a:pt x="1436692" y="16676"/>
                  <a:pt x="1438306" y="17484"/>
                </a:cubicBezTo>
                <a:cubicBezTo>
                  <a:pt x="1439920" y="18293"/>
                  <a:pt x="1441521" y="19479"/>
                  <a:pt x="1443108" y="21044"/>
                </a:cubicBezTo>
                <a:lnTo>
                  <a:pt x="1443108" y="1867"/>
                </a:lnTo>
                <a:cubicBezTo>
                  <a:pt x="1443108" y="1601"/>
                  <a:pt x="1443181" y="1363"/>
                  <a:pt x="1443327" y="1151"/>
                </a:cubicBezTo>
                <a:cubicBezTo>
                  <a:pt x="1443472" y="939"/>
                  <a:pt x="1443737" y="761"/>
                  <a:pt x="1444120" y="615"/>
                </a:cubicBezTo>
                <a:cubicBezTo>
                  <a:pt x="1444504" y="470"/>
                  <a:pt x="1445013" y="357"/>
                  <a:pt x="1445648" y="278"/>
                </a:cubicBezTo>
                <a:cubicBezTo>
                  <a:pt x="1446283" y="198"/>
                  <a:pt x="1447090" y="159"/>
                  <a:pt x="1448069" y="159"/>
                </a:cubicBezTo>
                <a:cubicBezTo>
                  <a:pt x="1449048" y="159"/>
                  <a:pt x="1449855" y="198"/>
                  <a:pt x="1450490" y="278"/>
                </a:cubicBezTo>
                <a:cubicBezTo>
                  <a:pt x="1451125" y="357"/>
                  <a:pt x="1451628" y="470"/>
                  <a:pt x="1451998" y="615"/>
                </a:cubicBezTo>
                <a:cubicBezTo>
                  <a:pt x="1452369" y="761"/>
                  <a:pt x="1452633" y="940"/>
                  <a:pt x="1452792" y="1152"/>
                </a:cubicBezTo>
                <a:cubicBezTo>
                  <a:pt x="1452951" y="1364"/>
                  <a:pt x="1453030" y="1602"/>
                  <a:pt x="1453030" y="1867"/>
                </a:cubicBezTo>
                <a:lnTo>
                  <a:pt x="1453030" y="53972"/>
                </a:lnTo>
                <a:moveTo>
                  <a:pt x="1443108" y="30308"/>
                </a:moveTo>
                <a:cubicBezTo>
                  <a:pt x="1441680" y="28513"/>
                  <a:pt x="1440310" y="27141"/>
                  <a:pt x="1439001" y="26191"/>
                </a:cubicBezTo>
                <a:cubicBezTo>
                  <a:pt x="1437691" y="25240"/>
                  <a:pt x="1436322" y="24764"/>
                  <a:pt x="1434893" y="24764"/>
                </a:cubicBezTo>
                <a:cubicBezTo>
                  <a:pt x="1433597" y="24764"/>
                  <a:pt x="1432479" y="25088"/>
                  <a:pt x="1431540" y="25737"/>
                </a:cubicBezTo>
                <a:cubicBezTo>
                  <a:pt x="1430601" y="26385"/>
                  <a:pt x="1429846" y="27251"/>
                  <a:pt x="1429278" y="28336"/>
                </a:cubicBezTo>
                <a:cubicBezTo>
                  <a:pt x="1428709" y="29421"/>
                  <a:pt x="1428285" y="30631"/>
                  <a:pt x="1428008" y="31967"/>
                </a:cubicBezTo>
                <a:cubicBezTo>
                  <a:pt x="1427730" y="33303"/>
                  <a:pt x="1427591" y="34673"/>
                  <a:pt x="1427591" y="36075"/>
                </a:cubicBezTo>
                <a:cubicBezTo>
                  <a:pt x="1427591" y="37557"/>
                  <a:pt x="1427710" y="38998"/>
                  <a:pt x="1427948" y="40401"/>
                </a:cubicBezTo>
                <a:cubicBezTo>
                  <a:pt x="1428186" y="41803"/>
                  <a:pt x="1428577" y="43053"/>
                  <a:pt x="1429119" y="44151"/>
                </a:cubicBezTo>
                <a:cubicBezTo>
                  <a:pt x="1429661" y="45249"/>
                  <a:pt x="1430382" y="46129"/>
                  <a:pt x="1431282" y="46790"/>
                </a:cubicBezTo>
                <a:cubicBezTo>
                  <a:pt x="1432181" y="47452"/>
                  <a:pt x="1433319" y="47782"/>
                  <a:pt x="1434695" y="47782"/>
                </a:cubicBezTo>
                <a:cubicBezTo>
                  <a:pt x="1435383" y="47782"/>
                  <a:pt x="1436051" y="47684"/>
                  <a:pt x="1436699" y="47486"/>
                </a:cubicBezTo>
                <a:cubicBezTo>
                  <a:pt x="1437347" y="47288"/>
                  <a:pt x="1438009" y="46964"/>
                  <a:pt x="1438683" y="46515"/>
                </a:cubicBezTo>
                <a:cubicBezTo>
                  <a:pt x="1439358" y="46066"/>
                  <a:pt x="1440053" y="45479"/>
                  <a:pt x="1440767" y="44753"/>
                </a:cubicBezTo>
                <a:cubicBezTo>
                  <a:pt x="1441481" y="44026"/>
                  <a:pt x="1442262" y="43135"/>
                  <a:pt x="1443108" y="42079"/>
                </a:cubicBezTo>
                <a:lnTo>
                  <a:pt x="1443108" y="30308"/>
                </a:lnTo>
                <a:close/>
                <a:moveTo>
                  <a:pt x="1495884" y="35235"/>
                </a:moveTo>
                <a:cubicBezTo>
                  <a:pt x="1495884" y="36455"/>
                  <a:pt x="1495613" y="37356"/>
                  <a:pt x="1495071" y="37939"/>
                </a:cubicBezTo>
                <a:cubicBezTo>
                  <a:pt x="1494528" y="38522"/>
                  <a:pt x="1493781" y="38813"/>
                  <a:pt x="1492828" y="38813"/>
                </a:cubicBezTo>
                <a:lnTo>
                  <a:pt x="1471279" y="38813"/>
                </a:lnTo>
                <a:cubicBezTo>
                  <a:pt x="1471279" y="40327"/>
                  <a:pt x="1471457" y="41702"/>
                  <a:pt x="1471815" y="42937"/>
                </a:cubicBezTo>
                <a:cubicBezTo>
                  <a:pt x="1472172" y="44172"/>
                  <a:pt x="1472741" y="45222"/>
                  <a:pt x="1473521" y="46086"/>
                </a:cubicBezTo>
                <a:cubicBezTo>
                  <a:pt x="1474302" y="46949"/>
                  <a:pt x="1475307" y="47606"/>
                  <a:pt x="1476537" y="48058"/>
                </a:cubicBezTo>
                <a:cubicBezTo>
                  <a:pt x="1477767" y="48509"/>
                  <a:pt x="1479242" y="48735"/>
                  <a:pt x="1480962" y="48735"/>
                </a:cubicBezTo>
                <a:cubicBezTo>
                  <a:pt x="1482708" y="48735"/>
                  <a:pt x="1484243" y="48607"/>
                  <a:pt x="1485566" y="48352"/>
                </a:cubicBezTo>
                <a:cubicBezTo>
                  <a:pt x="1486889" y="48096"/>
                  <a:pt x="1488033" y="47814"/>
                  <a:pt x="1488999" y="47505"/>
                </a:cubicBezTo>
                <a:cubicBezTo>
                  <a:pt x="1489964" y="47195"/>
                  <a:pt x="1490765" y="46913"/>
                  <a:pt x="1491400" y="46658"/>
                </a:cubicBezTo>
                <a:cubicBezTo>
                  <a:pt x="1492035" y="46402"/>
                  <a:pt x="1492551" y="46274"/>
                  <a:pt x="1492948" y="46274"/>
                </a:cubicBezTo>
                <a:cubicBezTo>
                  <a:pt x="1493186" y="46274"/>
                  <a:pt x="1493384" y="46321"/>
                  <a:pt x="1493543" y="46414"/>
                </a:cubicBezTo>
                <a:cubicBezTo>
                  <a:pt x="1493702" y="46507"/>
                  <a:pt x="1493834" y="46673"/>
                  <a:pt x="1493940" y="46913"/>
                </a:cubicBezTo>
                <a:cubicBezTo>
                  <a:pt x="1494046" y="47152"/>
                  <a:pt x="1494118" y="47491"/>
                  <a:pt x="1494158" y="47930"/>
                </a:cubicBezTo>
                <a:cubicBezTo>
                  <a:pt x="1494198" y="48369"/>
                  <a:pt x="1494217" y="48921"/>
                  <a:pt x="1494217" y="49586"/>
                </a:cubicBezTo>
                <a:cubicBezTo>
                  <a:pt x="1494217" y="50171"/>
                  <a:pt x="1494204" y="50670"/>
                  <a:pt x="1494178" y="51083"/>
                </a:cubicBezTo>
                <a:cubicBezTo>
                  <a:pt x="1494151" y="51494"/>
                  <a:pt x="1494112" y="51847"/>
                  <a:pt x="1494059" y="52139"/>
                </a:cubicBezTo>
                <a:cubicBezTo>
                  <a:pt x="1494006" y="52432"/>
                  <a:pt x="1493926" y="52678"/>
                  <a:pt x="1493821" y="52878"/>
                </a:cubicBezTo>
                <a:cubicBezTo>
                  <a:pt x="1493715" y="53078"/>
                  <a:pt x="1493576" y="53270"/>
                  <a:pt x="1493404" y="53456"/>
                </a:cubicBezTo>
                <a:cubicBezTo>
                  <a:pt x="1493232" y="53642"/>
                  <a:pt x="1492762" y="53894"/>
                  <a:pt x="1491995" y="54212"/>
                </a:cubicBezTo>
                <a:cubicBezTo>
                  <a:pt x="1491228" y="54529"/>
                  <a:pt x="1490249" y="54840"/>
                  <a:pt x="1489058" y="55144"/>
                </a:cubicBezTo>
                <a:cubicBezTo>
                  <a:pt x="1487868" y="55448"/>
                  <a:pt x="1486505" y="55713"/>
                  <a:pt x="1484971" y="55938"/>
                </a:cubicBezTo>
                <a:cubicBezTo>
                  <a:pt x="1483436" y="56163"/>
                  <a:pt x="1481796" y="56275"/>
                  <a:pt x="1480049" y="56275"/>
                </a:cubicBezTo>
                <a:cubicBezTo>
                  <a:pt x="1476901" y="56275"/>
                  <a:pt x="1474143" y="55878"/>
                  <a:pt x="1471775" y="55082"/>
                </a:cubicBezTo>
                <a:cubicBezTo>
                  <a:pt x="1469407" y="54287"/>
                  <a:pt x="1467429" y="53081"/>
                  <a:pt x="1465842" y="51463"/>
                </a:cubicBezTo>
                <a:cubicBezTo>
                  <a:pt x="1464254" y="49846"/>
                  <a:pt x="1463070" y="47805"/>
                  <a:pt x="1462290" y="45340"/>
                </a:cubicBezTo>
                <a:cubicBezTo>
                  <a:pt x="1461509" y="42875"/>
                  <a:pt x="1461119" y="39985"/>
                  <a:pt x="1461119" y="36671"/>
                </a:cubicBezTo>
                <a:cubicBezTo>
                  <a:pt x="1461119" y="33516"/>
                  <a:pt x="1461529" y="30673"/>
                  <a:pt x="1462349" y="28141"/>
                </a:cubicBezTo>
                <a:cubicBezTo>
                  <a:pt x="1463170" y="25610"/>
                  <a:pt x="1464360" y="23463"/>
                  <a:pt x="1465921" y="21700"/>
                </a:cubicBezTo>
                <a:cubicBezTo>
                  <a:pt x="1467482" y="19936"/>
                  <a:pt x="1469380" y="18591"/>
                  <a:pt x="1471616" y="17663"/>
                </a:cubicBezTo>
                <a:cubicBezTo>
                  <a:pt x="1473852" y="16735"/>
                  <a:pt x="1476372" y="16271"/>
                  <a:pt x="1479176" y="16271"/>
                </a:cubicBezTo>
                <a:cubicBezTo>
                  <a:pt x="1482140" y="16271"/>
                  <a:pt x="1484673" y="16709"/>
                  <a:pt x="1486776" y="17584"/>
                </a:cubicBezTo>
                <a:cubicBezTo>
                  <a:pt x="1488880" y="18458"/>
                  <a:pt x="1490606" y="19671"/>
                  <a:pt x="1491955" y="21221"/>
                </a:cubicBezTo>
                <a:cubicBezTo>
                  <a:pt x="1493305" y="22771"/>
                  <a:pt x="1494297" y="24607"/>
                  <a:pt x="1494932" y="26728"/>
                </a:cubicBezTo>
                <a:cubicBezTo>
                  <a:pt x="1495567" y="28847"/>
                  <a:pt x="1495884" y="31153"/>
                  <a:pt x="1495884" y="33645"/>
                </a:cubicBezTo>
                <a:lnTo>
                  <a:pt x="1495884" y="35235"/>
                </a:lnTo>
                <a:moveTo>
                  <a:pt x="1486201" y="32384"/>
                </a:moveTo>
                <a:cubicBezTo>
                  <a:pt x="1486280" y="29567"/>
                  <a:pt x="1485718" y="27355"/>
                  <a:pt x="1484514" y="25748"/>
                </a:cubicBezTo>
                <a:cubicBezTo>
                  <a:pt x="1483310" y="24140"/>
                  <a:pt x="1481452" y="23336"/>
                  <a:pt x="1478938" y="23336"/>
                </a:cubicBezTo>
                <a:cubicBezTo>
                  <a:pt x="1477668" y="23336"/>
                  <a:pt x="1476564" y="23575"/>
                  <a:pt x="1475624" y="24054"/>
                </a:cubicBezTo>
                <a:cubicBezTo>
                  <a:pt x="1474685" y="24532"/>
                  <a:pt x="1473905" y="25176"/>
                  <a:pt x="1473283" y="25987"/>
                </a:cubicBezTo>
                <a:cubicBezTo>
                  <a:pt x="1472661" y="26797"/>
                  <a:pt x="1472185" y="27754"/>
                  <a:pt x="1471854" y="28857"/>
                </a:cubicBezTo>
                <a:cubicBezTo>
                  <a:pt x="1471523" y="29959"/>
                  <a:pt x="1471332" y="31135"/>
                  <a:pt x="1471279" y="32384"/>
                </a:cubicBezTo>
                <a:lnTo>
                  <a:pt x="1486201" y="32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statementsthatarelikelytoleadtothebug">
            <a:extLst xmlns:a="http://schemas.openxmlformats.org/drawingml/2006/main">
              <a:ext uri="{FF2B5EF4-FFF2-40B4-BE49-F238E27FC236}">
                <a16:creationId xmlns:a16="http://schemas.microsoft.com/office/drawing/2014/main" id="{32638097-68E2-43BA-8ABA-3E9A586C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937" y="648768"/>
            <a:ext cx="1439708" cy="69848"/>
          </a:xfrm>
          <a:custGeom xmlns:a="http://schemas.openxmlformats.org/drawingml/2006/main">
            <a:pathLst>
              <a:path w="1439708" h="69848">
                <a:moveTo>
                  <a:pt x="27026" y="43987"/>
                </a:moveTo>
                <a:cubicBezTo>
                  <a:pt x="27026" y="46002"/>
                  <a:pt x="26649" y="47779"/>
                  <a:pt x="25895" y="49317"/>
                </a:cubicBezTo>
                <a:cubicBezTo>
                  <a:pt x="25141" y="50854"/>
                  <a:pt x="24076" y="52139"/>
                  <a:pt x="22701" y="53174"/>
                </a:cubicBezTo>
                <a:cubicBezTo>
                  <a:pt x="21325" y="54207"/>
                  <a:pt x="19698" y="54982"/>
                  <a:pt x="17819" y="55499"/>
                </a:cubicBezTo>
                <a:cubicBezTo>
                  <a:pt x="15941" y="56016"/>
                  <a:pt x="13903" y="56275"/>
                  <a:pt x="11707" y="56275"/>
                </a:cubicBezTo>
                <a:cubicBezTo>
                  <a:pt x="10385" y="56275"/>
                  <a:pt x="9121" y="56175"/>
                  <a:pt x="7917" y="55974"/>
                </a:cubicBezTo>
                <a:cubicBezTo>
                  <a:pt x="6714" y="55773"/>
                  <a:pt x="5635" y="55519"/>
                  <a:pt x="4683" y="55211"/>
                </a:cubicBezTo>
                <a:cubicBezTo>
                  <a:pt x="3731" y="54903"/>
                  <a:pt x="2937" y="54588"/>
                  <a:pt x="2302" y="54267"/>
                </a:cubicBezTo>
                <a:cubicBezTo>
                  <a:pt x="1667" y="53946"/>
                  <a:pt x="1204" y="53644"/>
                  <a:pt x="913" y="53363"/>
                </a:cubicBezTo>
                <a:cubicBezTo>
                  <a:pt x="622" y="53082"/>
                  <a:pt x="397" y="52642"/>
                  <a:pt x="238" y="52044"/>
                </a:cubicBezTo>
                <a:cubicBezTo>
                  <a:pt x="79" y="51445"/>
                  <a:pt x="0" y="50560"/>
                  <a:pt x="0" y="49390"/>
                </a:cubicBezTo>
                <a:cubicBezTo>
                  <a:pt x="0" y="48618"/>
                  <a:pt x="26" y="48000"/>
                  <a:pt x="79" y="47534"/>
                </a:cubicBezTo>
                <a:cubicBezTo>
                  <a:pt x="132" y="47069"/>
                  <a:pt x="212" y="46696"/>
                  <a:pt x="317" y="46417"/>
                </a:cubicBezTo>
                <a:cubicBezTo>
                  <a:pt x="423" y="46137"/>
                  <a:pt x="556" y="45951"/>
                  <a:pt x="714" y="45859"/>
                </a:cubicBezTo>
                <a:cubicBezTo>
                  <a:pt x="873" y="45765"/>
                  <a:pt x="1072" y="45719"/>
                  <a:pt x="1310" y="45719"/>
                </a:cubicBezTo>
                <a:cubicBezTo>
                  <a:pt x="1601" y="45719"/>
                  <a:pt x="2031" y="45886"/>
                  <a:pt x="2599" y="46221"/>
                </a:cubicBezTo>
                <a:cubicBezTo>
                  <a:pt x="3168" y="46556"/>
                  <a:pt x="3876" y="46924"/>
                  <a:pt x="4723" y="47326"/>
                </a:cubicBezTo>
                <a:cubicBezTo>
                  <a:pt x="5569" y="47728"/>
                  <a:pt x="6555" y="48103"/>
                  <a:pt x="7679" y="48451"/>
                </a:cubicBezTo>
                <a:cubicBezTo>
                  <a:pt x="8804" y="48799"/>
                  <a:pt x="10080" y="48973"/>
                  <a:pt x="11509" y="48973"/>
                </a:cubicBezTo>
                <a:cubicBezTo>
                  <a:pt x="12409" y="48973"/>
                  <a:pt x="13209" y="48881"/>
                  <a:pt x="13910" y="48696"/>
                </a:cubicBezTo>
                <a:cubicBezTo>
                  <a:pt x="14611" y="48512"/>
                  <a:pt x="15220" y="48249"/>
                  <a:pt x="15736" y="47906"/>
                </a:cubicBezTo>
                <a:cubicBezTo>
                  <a:pt x="16252" y="47563"/>
                  <a:pt x="16642" y="47128"/>
                  <a:pt x="16906" y="46602"/>
                </a:cubicBezTo>
                <a:cubicBezTo>
                  <a:pt x="17171" y="46075"/>
                  <a:pt x="17303" y="45469"/>
                  <a:pt x="17303" y="44784"/>
                </a:cubicBezTo>
                <a:cubicBezTo>
                  <a:pt x="17303" y="43988"/>
                  <a:pt x="17059" y="43306"/>
                  <a:pt x="16569" y="42736"/>
                </a:cubicBezTo>
                <a:cubicBezTo>
                  <a:pt x="16080" y="42166"/>
                  <a:pt x="15431" y="41668"/>
                  <a:pt x="14624" y="41244"/>
                </a:cubicBezTo>
                <a:cubicBezTo>
                  <a:pt x="13817" y="40820"/>
                  <a:pt x="12905" y="40422"/>
                  <a:pt x="11886" y="40051"/>
                </a:cubicBezTo>
                <a:cubicBezTo>
                  <a:pt x="10867" y="39680"/>
                  <a:pt x="9822" y="39269"/>
                  <a:pt x="8751" y="38818"/>
                </a:cubicBezTo>
                <a:cubicBezTo>
                  <a:pt x="7679" y="38368"/>
                  <a:pt x="6634" y="37851"/>
                  <a:pt x="5616" y="37268"/>
                </a:cubicBezTo>
                <a:cubicBezTo>
                  <a:pt x="4597" y="36684"/>
                  <a:pt x="3684" y="35968"/>
                  <a:pt x="2877" y="35120"/>
                </a:cubicBezTo>
                <a:cubicBezTo>
                  <a:pt x="2070" y="34272"/>
                  <a:pt x="1422" y="33251"/>
                  <a:pt x="933" y="32059"/>
                </a:cubicBezTo>
                <a:cubicBezTo>
                  <a:pt x="443" y="30866"/>
                  <a:pt x="198" y="29434"/>
                  <a:pt x="198" y="27764"/>
                </a:cubicBezTo>
                <a:cubicBezTo>
                  <a:pt x="198" y="26067"/>
                  <a:pt x="529" y="24509"/>
                  <a:pt x="1191" y="23091"/>
                </a:cubicBezTo>
                <a:cubicBezTo>
                  <a:pt x="1852" y="21673"/>
                  <a:pt x="2805" y="20461"/>
                  <a:pt x="4048" y="19454"/>
                </a:cubicBezTo>
                <a:cubicBezTo>
                  <a:pt x="5292" y="18446"/>
                  <a:pt x="6806" y="17664"/>
                  <a:pt x="8592" y="17107"/>
                </a:cubicBezTo>
                <a:cubicBezTo>
                  <a:pt x="10378" y="16550"/>
                  <a:pt x="12382" y="16271"/>
                  <a:pt x="14605" y="16271"/>
                </a:cubicBezTo>
                <a:cubicBezTo>
                  <a:pt x="15716" y="16271"/>
                  <a:pt x="16794" y="16351"/>
                  <a:pt x="17839" y="16510"/>
                </a:cubicBezTo>
                <a:cubicBezTo>
                  <a:pt x="18884" y="16668"/>
                  <a:pt x="19830" y="16867"/>
                  <a:pt x="20677" y="17105"/>
                </a:cubicBezTo>
                <a:cubicBezTo>
                  <a:pt x="21523" y="17343"/>
                  <a:pt x="22238" y="17601"/>
                  <a:pt x="22820" y="17879"/>
                </a:cubicBezTo>
                <a:cubicBezTo>
                  <a:pt x="23402" y="18157"/>
                  <a:pt x="23818" y="18395"/>
                  <a:pt x="24070" y="18593"/>
                </a:cubicBezTo>
                <a:cubicBezTo>
                  <a:pt x="24321" y="18791"/>
                  <a:pt x="24500" y="18990"/>
                  <a:pt x="24606" y="19188"/>
                </a:cubicBezTo>
                <a:cubicBezTo>
                  <a:pt x="24711" y="19387"/>
                  <a:pt x="24791" y="19625"/>
                  <a:pt x="24844" y="19903"/>
                </a:cubicBezTo>
                <a:cubicBezTo>
                  <a:pt x="24897" y="20181"/>
                  <a:pt x="24943" y="20524"/>
                  <a:pt x="24983" y="20935"/>
                </a:cubicBezTo>
                <a:cubicBezTo>
                  <a:pt x="25022" y="21345"/>
                  <a:pt x="25042" y="21854"/>
                  <a:pt x="25042" y="22462"/>
                </a:cubicBezTo>
                <a:cubicBezTo>
                  <a:pt x="25042" y="23177"/>
                  <a:pt x="25022" y="23759"/>
                  <a:pt x="24983" y="24209"/>
                </a:cubicBezTo>
                <a:cubicBezTo>
                  <a:pt x="24943" y="24658"/>
                  <a:pt x="24877" y="25016"/>
                  <a:pt x="24784" y="25280"/>
                </a:cubicBezTo>
                <a:cubicBezTo>
                  <a:pt x="24692" y="25545"/>
                  <a:pt x="24566" y="25723"/>
                  <a:pt x="24407" y="25816"/>
                </a:cubicBezTo>
                <a:cubicBezTo>
                  <a:pt x="24248" y="25909"/>
                  <a:pt x="24063" y="25955"/>
                  <a:pt x="23852" y="25955"/>
                </a:cubicBezTo>
                <a:cubicBezTo>
                  <a:pt x="23613" y="25955"/>
                  <a:pt x="23243" y="25816"/>
                  <a:pt x="22740" y="25538"/>
                </a:cubicBezTo>
                <a:cubicBezTo>
                  <a:pt x="22238" y="25260"/>
                  <a:pt x="21609" y="24963"/>
                  <a:pt x="20855" y="24645"/>
                </a:cubicBezTo>
                <a:cubicBezTo>
                  <a:pt x="20101" y="24328"/>
                  <a:pt x="19228" y="24030"/>
                  <a:pt x="18236" y="23752"/>
                </a:cubicBezTo>
                <a:cubicBezTo>
                  <a:pt x="17244" y="23474"/>
                  <a:pt x="16113" y="23336"/>
                  <a:pt x="14843" y="23336"/>
                </a:cubicBezTo>
                <a:cubicBezTo>
                  <a:pt x="13943" y="23336"/>
                  <a:pt x="13163" y="23429"/>
                  <a:pt x="12501" y="23616"/>
                </a:cubicBezTo>
                <a:cubicBezTo>
                  <a:pt x="11840" y="23802"/>
                  <a:pt x="11297" y="24068"/>
                  <a:pt x="10874" y="24413"/>
                </a:cubicBezTo>
                <a:cubicBezTo>
                  <a:pt x="10451" y="24759"/>
                  <a:pt x="10133" y="25164"/>
                  <a:pt x="9922" y="25630"/>
                </a:cubicBezTo>
                <a:cubicBezTo>
                  <a:pt x="9710" y="26095"/>
                  <a:pt x="9604" y="26594"/>
                  <a:pt x="9604" y="27127"/>
                </a:cubicBezTo>
                <a:cubicBezTo>
                  <a:pt x="9604" y="27949"/>
                  <a:pt x="9855" y="28638"/>
                  <a:pt x="10358" y="29196"/>
                </a:cubicBezTo>
                <a:cubicBezTo>
                  <a:pt x="10861" y="29752"/>
                  <a:pt x="11522" y="30242"/>
                  <a:pt x="12342" y="30666"/>
                </a:cubicBezTo>
                <a:cubicBezTo>
                  <a:pt x="13163" y="31091"/>
                  <a:pt x="14095" y="31488"/>
                  <a:pt x="15140" y="31859"/>
                </a:cubicBezTo>
                <a:cubicBezTo>
                  <a:pt x="16185" y="32231"/>
                  <a:pt x="17244" y="32635"/>
                  <a:pt x="18315" y="33072"/>
                </a:cubicBezTo>
                <a:cubicBezTo>
                  <a:pt x="19387" y="33510"/>
                  <a:pt x="20445" y="34020"/>
                  <a:pt x="21490" y="34603"/>
                </a:cubicBezTo>
                <a:cubicBezTo>
                  <a:pt x="22535" y="35186"/>
                  <a:pt x="23468" y="35902"/>
                  <a:pt x="24288" y="36751"/>
                </a:cubicBezTo>
                <a:cubicBezTo>
                  <a:pt x="25108" y="37599"/>
                  <a:pt x="25770" y="38613"/>
                  <a:pt x="26272" y="39793"/>
                </a:cubicBezTo>
                <a:cubicBezTo>
                  <a:pt x="26775" y="40972"/>
                  <a:pt x="27026" y="42370"/>
                  <a:pt x="27026" y="43987"/>
                </a:cubicBezTo>
                <a:close/>
                <a:moveTo>
                  <a:pt x="55000" y="50454"/>
                </a:moveTo>
                <a:cubicBezTo>
                  <a:pt x="55000" y="51624"/>
                  <a:pt x="54927" y="52521"/>
                  <a:pt x="54782" y="53146"/>
                </a:cubicBezTo>
                <a:cubicBezTo>
                  <a:pt x="54636" y="53770"/>
                  <a:pt x="54444" y="54209"/>
                  <a:pt x="54206" y="54462"/>
                </a:cubicBezTo>
                <a:cubicBezTo>
                  <a:pt x="53968" y="54714"/>
                  <a:pt x="53618" y="54940"/>
                  <a:pt x="53155" y="55139"/>
                </a:cubicBezTo>
                <a:cubicBezTo>
                  <a:pt x="52692" y="55339"/>
                  <a:pt x="52149" y="55511"/>
                  <a:pt x="51528" y="55658"/>
                </a:cubicBezTo>
                <a:cubicBezTo>
                  <a:pt x="50906" y="55804"/>
                  <a:pt x="50231" y="55917"/>
                  <a:pt x="49503" y="55996"/>
                </a:cubicBezTo>
                <a:cubicBezTo>
                  <a:pt x="48776" y="56076"/>
                  <a:pt x="48042" y="56117"/>
                  <a:pt x="47301" y="56117"/>
                </a:cubicBezTo>
                <a:cubicBezTo>
                  <a:pt x="45317" y="56117"/>
                  <a:pt x="43597" y="55865"/>
                  <a:pt x="42142" y="55362"/>
                </a:cubicBezTo>
                <a:cubicBezTo>
                  <a:pt x="40687" y="54860"/>
                  <a:pt x="39483" y="54086"/>
                  <a:pt x="38530" y="53041"/>
                </a:cubicBezTo>
                <a:cubicBezTo>
                  <a:pt x="37578" y="51996"/>
                  <a:pt x="36877" y="50680"/>
                  <a:pt x="36427" y="49092"/>
                </a:cubicBezTo>
                <a:cubicBezTo>
                  <a:pt x="35977" y="47505"/>
                  <a:pt x="35752" y="45626"/>
                  <a:pt x="35752" y="43457"/>
                </a:cubicBezTo>
                <a:lnTo>
                  <a:pt x="35752" y="25320"/>
                </a:lnTo>
                <a:lnTo>
                  <a:pt x="31506" y="25320"/>
                </a:lnTo>
                <a:cubicBezTo>
                  <a:pt x="31003" y="25320"/>
                  <a:pt x="30619" y="25009"/>
                  <a:pt x="30355" y="24387"/>
                </a:cubicBezTo>
                <a:cubicBezTo>
                  <a:pt x="30090" y="23766"/>
                  <a:pt x="29958" y="22727"/>
                  <a:pt x="29958" y="21272"/>
                </a:cubicBezTo>
                <a:cubicBezTo>
                  <a:pt x="29958" y="20505"/>
                  <a:pt x="29991" y="19856"/>
                  <a:pt x="30057" y="19327"/>
                </a:cubicBezTo>
                <a:cubicBezTo>
                  <a:pt x="30123" y="18798"/>
                  <a:pt x="30223" y="18381"/>
                  <a:pt x="30355" y="18077"/>
                </a:cubicBezTo>
                <a:cubicBezTo>
                  <a:pt x="30487" y="17773"/>
                  <a:pt x="30652" y="17555"/>
                  <a:pt x="30851" y="17422"/>
                </a:cubicBezTo>
                <a:cubicBezTo>
                  <a:pt x="31049" y="17290"/>
                  <a:pt x="31281" y="17224"/>
                  <a:pt x="31545" y="17224"/>
                </a:cubicBezTo>
                <a:lnTo>
                  <a:pt x="35752" y="17224"/>
                </a:lnTo>
                <a:lnTo>
                  <a:pt x="35752" y="9294"/>
                </a:lnTo>
                <a:cubicBezTo>
                  <a:pt x="35752" y="9028"/>
                  <a:pt x="35825" y="8788"/>
                  <a:pt x="35970" y="8576"/>
                </a:cubicBezTo>
                <a:cubicBezTo>
                  <a:pt x="36116" y="8363"/>
                  <a:pt x="36381" y="8184"/>
                  <a:pt x="36764" y="8039"/>
                </a:cubicBezTo>
                <a:cubicBezTo>
                  <a:pt x="37148" y="7893"/>
                  <a:pt x="37664" y="7786"/>
                  <a:pt x="38312" y="7720"/>
                </a:cubicBezTo>
                <a:cubicBezTo>
                  <a:pt x="38960" y="7653"/>
                  <a:pt x="39760" y="7620"/>
                  <a:pt x="40713" y="7620"/>
                </a:cubicBezTo>
                <a:cubicBezTo>
                  <a:pt x="41692" y="7620"/>
                  <a:pt x="42505" y="7653"/>
                  <a:pt x="43154" y="7720"/>
                </a:cubicBezTo>
                <a:cubicBezTo>
                  <a:pt x="43802" y="7786"/>
                  <a:pt x="44311" y="7893"/>
                  <a:pt x="44682" y="8039"/>
                </a:cubicBezTo>
                <a:cubicBezTo>
                  <a:pt x="45052" y="8184"/>
                  <a:pt x="45317" y="8363"/>
                  <a:pt x="45475" y="8576"/>
                </a:cubicBezTo>
                <a:cubicBezTo>
                  <a:pt x="45634" y="8788"/>
                  <a:pt x="45713" y="9028"/>
                  <a:pt x="45713" y="9294"/>
                </a:cubicBezTo>
                <a:lnTo>
                  <a:pt x="45713" y="17224"/>
                </a:lnTo>
                <a:lnTo>
                  <a:pt x="53413" y="17224"/>
                </a:lnTo>
                <a:cubicBezTo>
                  <a:pt x="53677" y="17224"/>
                  <a:pt x="53909" y="17290"/>
                  <a:pt x="54107" y="17422"/>
                </a:cubicBezTo>
                <a:cubicBezTo>
                  <a:pt x="54306" y="17555"/>
                  <a:pt x="54471" y="17773"/>
                  <a:pt x="54603" y="18077"/>
                </a:cubicBezTo>
                <a:cubicBezTo>
                  <a:pt x="54735" y="18381"/>
                  <a:pt x="54835" y="18798"/>
                  <a:pt x="54901" y="19327"/>
                </a:cubicBezTo>
                <a:cubicBezTo>
                  <a:pt x="54967" y="19856"/>
                  <a:pt x="55000" y="20505"/>
                  <a:pt x="55000" y="21272"/>
                </a:cubicBezTo>
                <a:cubicBezTo>
                  <a:pt x="55000" y="22727"/>
                  <a:pt x="54868" y="23766"/>
                  <a:pt x="54603" y="24387"/>
                </a:cubicBezTo>
                <a:cubicBezTo>
                  <a:pt x="54339" y="25009"/>
                  <a:pt x="53955" y="25320"/>
                  <a:pt x="53452" y="25320"/>
                </a:cubicBezTo>
                <a:lnTo>
                  <a:pt x="45713" y="25320"/>
                </a:lnTo>
                <a:lnTo>
                  <a:pt x="45713" y="41919"/>
                </a:lnTo>
                <a:cubicBezTo>
                  <a:pt x="45713" y="43847"/>
                  <a:pt x="46018" y="45293"/>
                  <a:pt x="46626" y="46257"/>
                </a:cubicBezTo>
                <a:cubicBezTo>
                  <a:pt x="47235" y="47221"/>
                  <a:pt x="48320" y="47703"/>
                  <a:pt x="49881" y="47703"/>
                </a:cubicBezTo>
                <a:cubicBezTo>
                  <a:pt x="50410" y="47703"/>
                  <a:pt x="50886" y="47657"/>
                  <a:pt x="51309" y="47564"/>
                </a:cubicBezTo>
                <a:cubicBezTo>
                  <a:pt x="51733" y="47472"/>
                  <a:pt x="52110" y="47366"/>
                  <a:pt x="52440" y="47247"/>
                </a:cubicBezTo>
                <a:cubicBezTo>
                  <a:pt x="52771" y="47128"/>
                  <a:pt x="53049" y="47022"/>
                  <a:pt x="53274" y="46929"/>
                </a:cubicBezTo>
                <a:cubicBezTo>
                  <a:pt x="53499" y="46837"/>
                  <a:pt x="53704" y="46790"/>
                  <a:pt x="53889" y="46790"/>
                </a:cubicBezTo>
                <a:cubicBezTo>
                  <a:pt x="54048" y="46790"/>
                  <a:pt x="54200" y="46837"/>
                  <a:pt x="54345" y="46929"/>
                </a:cubicBezTo>
                <a:cubicBezTo>
                  <a:pt x="54491" y="47022"/>
                  <a:pt x="54603" y="47207"/>
                  <a:pt x="54683" y="47486"/>
                </a:cubicBezTo>
                <a:cubicBezTo>
                  <a:pt x="54762" y="47764"/>
                  <a:pt x="54835" y="48142"/>
                  <a:pt x="54901" y="48621"/>
                </a:cubicBezTo>
                <a:cubicBezTo>
                  <a:pt x="54967" y="49099"/>
                  <a:pt x="55000" y="49710"/>
                  <a:pt x="55000" y="50454"/>
                </a:cubicBezTo>
                <a:close/>
                <a:moveTo>
                  <a:pt x="91988" y="54091"/>
                </a:moveTo>
                <a:cubicBezTo>
                  <a:pt x="91988" y="54462"/>
                  <a:pt x="91856" y="54753"/>
                  <a:pt x="91591" y="54966"/>
                </a:cubicBezTo>
                <a:cubicBezTo>
                  <a:pt x="91326" y="55177"/>
                  <a:pt x="90910" y="55329"/>
                  <a:pt x="90341" y="55422"/>
                </a:cubicBezTo>
                <a:cubicBezTo>
                  <a:pt x="89772" y="55515"/>
                  <a:pt x="88932" y="55561"/>
                  <a:pt x="87821" y="55561"/>
                </a:cubicBezTo>
                <a:cubicBezTo>
                  <a:pt x="86630" y="55561"/>
                  <a:pt x="85764" y="55515"/>
                  <a:pt x="85221" y="55422"/>
                </a:cubicBezTo>
                <a:cubicBezTo>
                  <a:pt x="84679" y="55329"/>
                  <a:pt x="84295" y="55177"/>
                  <a:pt x="84070" y="54966"/>
                </a:cubicBezTo>
                <a:cubicBezTo>
                  <a:pt x="83846" y="54754"/>
                  <a:pt x="83733" y="54463"/>
                  <a:pt x="83733" y="54093"/>
                </a:cubicBezTo>
                <a:lnTo>
                  <a:pt x="83733" y="51275"/>
                </a:lnTo>
                <a:cubicBezTo>
                  <a:pt x="82278" y="52836"/>
                  <a:pt x="80618" y="54059"/>
                  <a:pt x="78753" y="54946"/>
                </a:cubicBezTo>
                <a:cubicBezTo>
                  <a:pt x="76887" y="55832"/>
                  <a:pt x="74817" y="56275"/>
                  <a:pt x="72542" y="56275"/>
                </a:cubicBezTo>
                <a:cubicBezTo>
                  <a:pt x="70663" y="56275"/>
                  <a:pt x="68937" y="56030"/>
                  <a:pt x="67363" y="55539"/>
                </a:cubicBezTo>
                <a:cubicBezTo>
                  <a:pt x="65788" y="55047"/>
                  <a:pt x="64426" y="54317"/>
                  <a:pt x="63275" y="53348"/>
                </a:cubicBezTo>
                <a:cubicBezTo>
                  <a:pt x="62124" y="52379"/>
                  <a:pt x="61231" y="51178"/>
                  <a:pt x="60596" y="49746"/>
                </a:cubicBezTo>
                <a:cubicBezTo>
                  <a:pt x="59961" y="48312"/>
                  <a:pt x="59644" y="46639"/>
                  <a:pt x="59644" y="44728"/>
                </a:cubicBezTo>
                <a:cubicBezTo>
                  <a:pt x="59644" y="42657"/>
                  <a:pt x="60047" y="40858"/>
                  <a:pt x="60854" y="39332"/>
                </a:cubicBezTo>
                <a:cubicBezTo>
                  <a:pt x="61661" y="37805"/>
                  <a:pt x="62865" y="36545"/>
                  <a:pt x="64465" y="35549"/>
                </a:cubicBezTo>
                <a:cubicBezTo>
                  <a:pt x="66066" y="34554"/>
                  <a:pt x="68057" y="33817"/>
                  <a:pt x="70438" y="33339"/>
                </a:cubicBezTo>
                <a:cubicBezTo>
                  <a:pt x="72819" y="32861"/>
                  <a:pt x="75584" y="32622"/>
                  <a:pt x="78733" y="32622"/>
                </a:cubicBezTo>
                <a:lnTo>
                  <a:pt x="82185" y="32622"/>
                </a:lnTo>
                <a:lnTo>
                  <a:pt x="82185" y="30489"/>
                </a:lnTo>
                <a:cubicBezTo>
                  <a:pt x="82185" y="29383"/>
                  <a:pt x="82073" y="28415"/>
                  <a:pt x="81848" y="27586"/>
                </a:cubicBezTo>
                <a:cubicBezTo>
                  <a:pt x="81623" y="26756"/>
                  <a:pt x="81253" y="26064"/>
                  <a:pt x="80737" y="25511"/>
                </a:cubicBezTo>
                <a:cubicBezTo>
                  <a:pt x="80221" y="24958"/>
                  <a:pt x="79533" y="24550"/>
                  <a:pt x="78673" y="24287"/>
                </a:cubicBezTo>
                <a:cubicBezTo>
                  <a:pt x="77813" y="24023"/>
                  <a:pt x="76748" y="23891"/>
                  <a:pt x="75478" y="23891"/>
                </a:cubicBezTo>
                <a:cubicBezTo>
                  <a:pt x="73812" y="23891"/>
                  <a:pt x="72323" y="24076"/>
                  <a:pt x="71014" y="24447"/>
                </a:cubicBezTo>
                <a:cubicBezTo>
                  <a:pt x="69704" y="24817"/>
                  <a:pt x="68546" y="25227"/>
                  <a:pt x="67541" y="25677"/>
                </a:cubicBezTo>
                <a:cubicBezTo>
                  <a:pt x="66536" y="26127"/>
                  <a:pt x="65696" y="26537"/>
                  <a:pt x="65021" y="26907"/>
                </a:cubicBezTo>
                <a:cubicBezTo>
                  <a:pt x="64346" y="27278"/>
                  <a:pt x="63797" y="27463"/>
                  <a:pt x="63374" y="27463"/>
                </a:cubicBezTo>
                <a:cubicBezTo>
                  <a:pt x="63083" y="27463"/>
                  <a:pt x="62825" y="27370"/>
                  <a:pt x="62600" y="27184"/>
                </a:cubicBezTo>
                <a:cubicBezTo>
                  <a:pt x="62375" y="26998"/>
                  <a:pt x="62190" y="26732"/>
                  <a:pt x="62045" y="26386"/>
                </a:cubicBezTo>
                <a:cubicBezTo>
                  <a:pt x="61899" y="26041"/>
                  <a:pt x="61787" y="25615"/>
                  <a:pt x="61707" y="25110"/>
                </a:cubicBezTo>
                <a:cubicBezTo>
                  <a:pt x="61628" y="24604"/>
                  <a:pt x="61588" y="24046"/>
                  <a:pt x="61588" y="23435"/>
                </a:cubicBezTo>
                <a:cubicBezTo>
                  <a:pt x="61588" y="22610"/>
                  <a:pt x="61654" y="21959"/>
                  <a:pt x="61787" y="21480"/>
                </a:cubicBezTo>
                <a:cubicBezTo>
                  <a:pt x="61919" y="21002"/>
                  <a:pt x="62170" y="20570"/>
                  <a:pt x="62541" y="20184"/>
                </a:cubicBezTo>
                <a:cubicBezTo>
                  <a:pt x="62911" y="19798"/>
                  <a:pt x="63559" y="19374"/>
                  <a:pt x="64485" y="18911"/>
                </a:cubicBezTo>
                <a:cubicBezTo>
                  <a:pt x="65411" y="18448"/>
                  <a:pt x="66496" y="18018"/>
                  <a:pt x="67740" y="17621"/>
                </a:cubicBezTo>
                <a:cubicBezTo>
                  <a:pt x="68983" y="17224"/>
                  <a:pt x="70339" y="16900"/>
                  <a:pt x="71807" y="16648"/>
                </a:cubicBezTo>
                <a:cubicBezTo>
                  <a:pt x="73276" y="16397"/>
                  <a:pt x="74790" y="16271"/>
                  <a:pt x="76351" y="16271"/>
                </a:cubicBezTo>
                <a:cubicBezTo>
                  <a:pt x="79130" y="16271"/>
                  <a:pt x="81504" y="16543"/>
                  <a:pt x="83475" y="17086"/>
                </a:cubicBezTo>
                <a:cubicBezTo>
                  <a:pt x="85446" y="17629"/>
                  <a:pt x="87067" y="18463"/>
                  <a:pt x="88337" y="19589"/>
                </a:cubicBezTo>
                <a:cubicBezTo>
                  <a:pt x="89607" y="20714"/>
                  <a:pt x="90533" y="22164"/>
                  <a:pt x="91115" y="23938"/>
                </a:cubicBezTo>
                <a:cubicBezTo>
                  <a:pt x="91697" y="25713"/>
                  <a:pt x="91988" y="27818"/>
                  <a:pt x="91988" y="30255"/>
                </a:cubicBezTo>
                <a:lnTo>
                  <a:pt x="91988" y="54091"/>
                </a:lnTo>
                <a:moveTo>
                  <a:pt x="82185" y="38893"/>
                </a:moveTo>
                <a:lnTo>
                  <a:pt x="78375" y="38893"/>
                </a:lnTo>
                <a:cubicBezTo>
                  <a:pt x="76762" y="38893"/>
                  <a:pt x="75386" y="39013"/>
                  <a:pt x="74248" y="39252"/>
                </a:cubicBezTo>
                <a:cubicBezTo>
                  <a:pt x="73110" y="39492"/>
                  <a:pt x="72184" y="39852"/>
                  <a:pt x="71470" y="40333"/>
                </a:cubicBezTo>
                <a:cubicBezTo>
                  <a:pt x="70756" y="40812"/>
                  <a:pt x="70233" y="41392"/>
                  <a:pt x="69902" y="42073"/>
                </a:cubicBezTo>
                <a:cubicBezTo>
                  <a:pt x="69572" y="42752"/>
                  <a:pt x="69406" y="43532"/>
                  <a:pt x="69406" y="44412"/>
                </a:cubicBezTo>
                <a:cubicBezTo>
                  <a:pt x="69406" y="45905"/>
                  <a:pt x="69876" y="47078"/>
                  <a:pt x="70815" y="47931"/>
                </a:cubicBezTo>
                <a:cubicBezTo>
                  <a:pt x="71754" y="48784"/>
                  <a:pt x="73058" y="49211"/>
                  <a:pt x="74724" y="49211"/>
                </a:cubicBezTo>
                <a:cubicBezTo>
                  <a:pt x="76127" y="49211"/>
                  <a:pt x="77416" y="48851"/>
                  <a:pt x="78594" y="48132"/>
                </a:cubicBezTo>
                <a:cubicBezTo>
                  <a:pt x="79771" y="47412"/>
                  <a:pt x="80968" y="46359"/>
                  <a:pt x="82185" y="44972"/>
                </a:cubicBezTo>
                <a:lnTo>
                  <a:pt x="82185" y="38893"/>
                </a:lnTo>
                <a:close/>
                <a:moveTo>
                  <a:pt x="122379" y="50454"/>
                </a:moveTo>
                <a:cubicBezTo>
                  <a:pt x="122379" y="51624"/>
                  <a:pt x="122307" y="52521"/>
                  <a:pt x="122161" y="53146"/>
                </a:cubicBezTo>
                <a:cubicBezTo>
                  <a:pt x="122016" y="53770"/>
                  <a:pt x="121824" y="54209"/>
                  <a:pt x="121586" y="54462"/>
                </a:cubicBezTo>
                <a:cubicBezTo>
                  <a:pt x="121347" y="54714"/>
                  <a:pt x="120997" y="54940"/>
                  <a:pt x="120534" y="55139"/>
                </a:cubicBezTo>
                <a:cubicBezTo>
                  <a:pt x="120071" y="55339"/>
                  <a:pt x="119529" y="55511"/>
                  <a:pt x="118907" y="55658"/>
                </a:cubicBezTo>
                <a:cubicBezTo>
                  <a:pt x="118285" y="55804"/>
                  <a:pt x="117610" y="55917"/>
                  <a:pt x="116883" y="55996"/>
                </a:cubicBezTo>
                <a:cubicBezTo>
                  <a:pt x="116155" y="56076"/>
                  <a:pt x="115421" y="56117"/>
                  <a:pt x="114680" y="56117"/>
                </a:cubicBezTo>
                <a:cubicBezTo>
                  <a:pt x="112696" y="56117"/>
                  <a:pt x="110976" y="55865"/>
                  <a:pt x="109521" y="55362"/>
                </a:cubicBezTo>
                <a:cubicBezTo>
                  <a:pt x="108066" y="54860"/>
                  <a:pt x="106862" y="54086"/>
                  <a:pt x="105909" y="53041"/>
                </a:cubicBezTo>
                <a:cubicBezTo>
                  <a:pt x="104957" y="51996"/>
                  <a:pt x="104256" y="50680"/>
                  <a:pt x="103806" y="49092"/>
                </a:cubicBezTo>
                <a:cubicBezTo>
                  <a:pt x="103356" y="47505"/>
                  <a:pt x="103131" y="45626"/>
                  <a:pt x="103131" y="43457"/>
                </a:cubicBezTo>
                <a:lnTo>
                  <a:pt x="103131" y="25320"/>
                </a:lnTo>
                <a:lnTo>
                  <a:pt x="98885" y="25320"/>
                </a:lnTo>
                <a:cubicBezTo>
                  <a:pt x="98382" y="25320"/>
                  <a:pt x="97999" y="25009"/>
                  <a:pt x="97734" y="24387"/>
                </a:cubicBezTo>
                <a:cubicBezTo>
                  <a:pt x="97470" y="23766"/>
                  <a:pt x="97337" y="22727"/>
                  <a:pt x="97337" y="21272"/>
                </a:cubicBezTo>
                <a:cubicBezTo>
                  <a:pt x="97337" y="20505"/>
                  <a:pt x="97370" y="19856"/>
                  <a:pt x="97436" y="19327"/>
                </a:cubicBezTo>
                <a:cubicBezTo>
                  <a:pt x="97503" y="18798"/>
                  <a:pt x="97602" y="18381"/>
                  <a:pt x="97734" y="18077"/>
                </a:cubicBezTo>
                <a:cubicBezTo>
                  <a:pt x="97866" y="17773"/>
                  <a:pt x="98032" y="17555"/>
                  <a:pt x="98230" y="17422"/>
                </a:cubicBezTo>
                <a:cubicBezTo>
                  <a:pt x="98429" y="17290"/>
                  <a:pt x="98660" y="17224"/>
                  <a:pt x="98925" y="17224"/>
                </a:cubicBezTo>
                <a:lnTo>
                  <a:pt x="103131" y="17224"/>
                </a:lnTo>
                <a:lnTo>
                  <a:pt x="103131" y="9294"/>
                </a:lnTo>
                <a:cubicBezTo>
                  <a:pt x="103131" y="9028"/>
                  <a:pt x="103204" y="8788"/>
                  <a:pt x="103350" y="8576"/>
                </a:cubicBezTo>
                <a:cubicBezTo>
                  <a:pt x="103495" y="8363"/>
                  <a:pt x="103760" y="8184"/>
                  <a:pt x="104143" y="8039"/>
                </a:cubicBezTo>
                <a:cubicBezTo>
                  <a:pt x="104527" y="7893"/>
                  <a:pt x="105043" y="7786"/>
                  <a:pt x="105691" y="7720"/>
                </a:cubicBezTo>
                <a:cubicBezTo>
                  <a:pt x="106339" y="7653"/>
                  <a:pt x="107140" y="7620"/>
                  <a:pt x="108092" y="7620"/>
                </a:cubicBezTo>
                <a:cubicBezTo>
                  <a:pt x="109071" y="7620"/>
                  <a:pt x="109885" y="7653"/>
                  <a:pt x="110533" y="7720"/>
                </a:cubicBezTo>
                <a:cubicBezTo>
                  <a:pt x="111181" y="7786"/>
                  <a:pt x="111690" y="7893"/>
                  <a:pt x="112061" y="8039"/>
                </a:cubicBezTo>
                <a:cubicBezTo>
                  <a:pt x="112431" y="8184"/>
                  <a:pt x="112696" y="8363"/>
                  <a:pt x="112855" y="8576"/>
                </a:cubicBezTo>
                <a:cubicBezTo>
                  <a:pt x="113013" y="8788"/>
                  <a:pt x="113093" y="9028"/>
                  <a:pt x="113093" y="9294"/>
                </a:cubicBezTo>
                <a:lnTo>
                  <a:pt x="113093" y="17224"/>
                </a:lnTo>
                <a:lnTo>
                  <a:pt x="120792" y="17224"/>
                </a:lnTo>
                <a:cubicBezTo>
                  <a:pt x="121056" y="17224"/>
                  <a:pt x="121288" y="17290"/>
                  <a:pt x="121486" y="17422"/>
                </a:cubicBezTo>
                <a:cubicBezTo>
                  <a:pt x="121685" y="17555"/>
                  <a:pt x="121850" y="17773"/>
                  <a:pt x="121982" y="18077"/>
                </a:cubicBezTo>
                <a:cubicBezTo>
                  <a:pt x="122115" y="18381"/>
                  <a:pt x="122214" y="18798"/>
                  <a:pt x="122280" y="19327"/>
                </a:cubicBezTo>
                <a:cubicBezTo>
                  <a:pt x="122346" y="19856"/>
                  <a:pt x="122379" y="20505"/>
                  <a:pt x="122379" y="21272"/>
                </a:cubicBezTo>
                <a:cubicBezTo>
                  <a:pt x="122379" y="22727"/>
                  <a:pt x="122247" y="23766"/>
                  <a:pt x="121982" y="24387"/>
                </a:cubicBezTo>
                <a:cubicBezTo>
                  <a:pt x="121718" y="25009"/>
                  <a:pt x="121334" y="25320"/>
                  <a:pt x="120832" y="25320"/>
                </a:cubicBezTo>
                <a:lnTo>
                  <a:pt x="113093" y="25320"/>
                </a:lnTo>
                <a:lnTo>
                  <a:pt x="113093" y="41919"/>
                </a:lnTo>
                <a:cubicBezTo>
                  <a:pt x="113093" y="43847"/>
                  <a:pt x="113397" y="45293"/>
                  <a:pt x="114006" y="46257"/>
                </a:cubicBezTo>
                <a:cubicBezTo>
                  <a:pt x="114614" y="47221"/>
                  <a:pt x="115699" y="47703"/>
                  <a:pt x="117260" y="47703"/>
                </a:cubicBezTo>
                <a:cubicBezTo>
                  <a:pt x="117789" y="47703"/>
                  <a:pt x="118265" y="47657"/>
                  <a:pt x="118689" y="47564"/>
                </a:cubicBezTo>
                <a:cubicBezTo>
                  <a:pt x="119112" y="47472"/>
                  <a:pt x="119489" y="47366"/>
                  <a:pt x="119820" y="47247"/>
                </a:cubicBezTo>
                <a:cubicBezTo>
                  <a:pt x="120150" y="47128"/>
                  <a:pt x="120428" y="47022"/>
                  <a:pt x="120653" y="46929"/>
                </a:cubicBezTo>
                <a:cubicBezTo>
                  <a:pt x="120878" y="46837"/>
                  <a:pt x="121083" y="46790"/>
                  <a:pt x="121268" y="46790"/>
                </a:cubicBezTo>
                <a:cubicBezTo>
                  <a:pt x="121427" y="46790"/>
                  <a:pt x="121579" y="46837"/>
                  <a:pt x="121725" y="46929"/>
                </a:cubicBezTo>
                <a:cubicBezTo>
                  <a:pt x="121870" y="47022"/>
                  <a:pt x="121982" y="47207"/>
                  <a:pt x="122062" y="47486"/>
                </a:cubicBezTo>
                <a:cubicBezTo>
                  <a:pt x="122141" y="47764"/>
                  <a:pt x="122214" y="48142"/>
                  <a:pt x="122280" y="48621"/>
                </a:cubicBezTo>
                <a:cubicBezTo>
                  <a:pt x="122346" y="49099"/>
                  <a:pt x="122379" y="49710"/>
                  <a:pt x="122379" y="50454"/>
                </a:cubicBezTo>
                <a:close/>
                <a:moveTo>
                  <a:pt x="161915" y="35235"/>
                </a:moveTo>
                <a:cubicBezTo>
                  <a:pt x="161915" y="36455"/>
                  <a:pt x="161644" y="37356"/>
                  <a:pt x="161102" y="37939"/>
                </a:cubicBezTo>
                <a:cubicBezTo>
                  <a:pt x="160559" y="38522"/>
                  <a:pt x="159812" y="38813"/>
                  <a:pt x="158859" y="38813"/>
                </a:cubicBezTo>
                <a:lnTo>
                  <a:pt x="137310" y="38813"/>
                </a:lnTo>
                <a:cubicBezTo>
                  <a:pt x="137310" y="40327"/>
                  <a:pt x="137488" y="41702"/>
                  <a:pt x="137845" y="42937"/>
                </a:cubicBezTo>
                <a:cubicBezTo>
                  <a:pt x="138203" y="44172"/>
                  <a:pt x="138771" y="45222"/>
                  <a:pt x="139552" y="46086"/>
                </a:cubicBezTo>
                <a:cubicBezTo>
                  <a:pt x="140332" y="46949"/>
                  <a:pt x="141338" y="47606"/>
                  <a:pt x="142568" y="48058"/>
                </a:cubicBezTo>
                <a:cubicBezTo>
                  <a:pt x="143798" y="48509"/>
                  <a:pt x="145273" y="48735"/>
                  <a:pt x="146993" y="48735"/>
                </a:cubicBezTo>
                <a:cubicBezTo>
                  <a:pt x="148739" y="48735"/>
                  <a:pt x="150274" y="48607"/>
                  <a:pt x="151597" y="48352"/>
                </a:cubicBezTo>
                <a:cubicBezTo>
                  <a:pt x="152920" y="48096"/>
                  <a:pt x="154064" y="47814"/>
                  <a:pt x="155030" y="47505"/>
                </a:cubicBezTo>
                <a:cubicBezTo>
                  <a:pt x="155995" y="47195"/>
                  <a:pt x="156796" y="46913"/>
                  <a:pt x="157431" y="46658"/>
                </a:cubicBezTo>
                <a:cubicBezTo>
                  <a:pt x="158066" y="46402"/>
                  <a:pt x="158581" y="46274"/>
                  <a:pt x="158978" y="46274"/>
                </a:cubicBezTo>
                <a:cubicBezTo>
                  <a:pt x="159216" y="46274"/>
                  <a:pt x="159415" y="46321"/>
                  <a:pt x="159574" y="46414"/>
                </a:cubicBezTo>
                <a:cubicBezTo>
                  <a:pt x="159732" y="46507"/>
                  <a:pt x="159865" y="46673"/>
                  <a:pt x="159970" y="46913"/>
                </a:cubicBezTo>
                <a:cubicBezTo>
                  <a:pt x="160076" y="47152"/>
                  <a:pt x="160149" y="47491"/>
                  <a:pt x="160189" y="47930"/>
                </a:cubicBezTo>
                <a:cubicBezTo>
                  <a:pt x="160228" y="48369"/>
                  <a:pt x="160248" y="48921"/>
                  <a:pt x="160248" y="49586"/>
                </a:cubicBezTo>
                <a:cubicBezTo>
                  <a:pt x="160248" y="50171"/>
                  <a:pt x="160235" y="50670"/>
                  <a:pt x="160209" y="51083"/>
                </a:cubicBezTo>
                <a:cubicBezTo>
                  <a:pt x="160182" y="51494"/>
                  <a:pt x="160142" y="51847"/>
                  <a:pt x="160090" y="52139"/>
                </a:cubicBezTo>
                <a:cubicBezTo>
                  <a:pt x="160037" y="52432"/>
                  <a:pt x="159957" y="52678"/>
                  <a:pt x="159851" y="52878"/>
                </a:cubicBezTo>
                <a:cubicBezTo>
                  <a:pt x="159746" y="53078"/>
                  <a:pt x="159607" y="53270"/>
                  <a:pt x="159435" y="53456"/>
                </a:cubicBezTo>
                <a:cubicBezTo>
                  <a:pt x="159263" y="53642"/>
                  <a:pt x="158793" y="53894"/>
                  <a:pt x="158026" y="54212"/>
                </a:cubicBezTo>
                <a:cubicBezTo>
                  <a:pt x="157259" y="54529"/>
                  <a:pt x="156280" y="54840"/>
                  <a:pt x="155089" y="55144"/>
                </a:cubicBezTo>
                <a:cubicBezTo>
                  <a:pt x="153898" y="55448"/>
                  <a:pt x="152536" y="55713"/>
                  <a:pt x="151001" y="55938"/>
                </a:cubicBezTo>
                <a:cubicBezTo>
                  <a:pt x="149467" y="56163"/>
                  <a:pt x="147826" y="56275"/>
                  <a:pt x="146080" y="56275"/>
                </a:cubicBezTo>
                <a:cubicBezTo>
                  <a:pt x="142932" y="56275"/>
                  <a:pt x="140174" y="55878"/>
                  <a:pt x="137806" y="55082"/>
                </a:cubicBezTo>
                <a:cubicBezTo>
                  <a:pt x="135438" y="54287"/>
                  <a:pt x="133460" y="53081"/>
                  <a:pt x="131873" y="51463"/>
                </a:cubicBezTo>
                <a:cubicBezTo>
                  <a:pt x="130285" y="49846"/>
                  <a:pt x="129101" y="47805"/>
                  <a:pt x="128321" y="45340"/>
                </a:cubicBezTo>
                <a:cubicBezTo>
                  <a:pt x="127540" y="42875"/>
                  <a:pt x="127150" y="39985"/>
                  <a:pt x="127150" y="36671"/>
                </a:cubicBezTo>
                <a:cubicBezTo>
                  <a:pt x="127150" y="33516"/>
                  <a:pt x="127560" y="30673"/>
                  <a:pt x="128380" y="28141"/>
                </a:cubicBezTo>
                <a:cubicBezTo>
                  <a:pt x="129200" y="25610"/>
                  <a:pt x="130391" y="23463"/>
                  <a:pt x="131952" y="21700"/>
                </a:cubicBezTo>
                <a:cubicBezTo>
                  <a:pt x="133513" y="19936"/>
                  <a:pt x="135411" y="18591"/>
                  <a:pt x="137647" y="17663"/>
                </a:cubicBezTo>
                <a:cubicBezTo>
                  <a:pt x="139883" y="16735"/>
                  <a:pt x="142403" y="16271"/>
                  <a:pt x="145207" y="16271"/>
                </a:cubicBezTo>
                <a:cubicBezTo>
                  <a:pt x="148170" y="16271"/>
                  <a:pt x="150704" y="16709"/>
                  <a:pt x="152807" y="17584"/>
                </a:cubicBezTo>
                <a:cubicBezTo>
                  <a:pt x="154910" y="18458"/>
                  <a:pt x="156637" y="19671"/>
                  <a:pt x="157986" y="21221"/>
                </a:cubicBezTo>
                <a:cubicBezTo>
                  <a:pt x="159336" y="22771"/>
                  <a:pt x="160328" y="24607"/>
                  <a:pt x="160963" y="26728"/>
                </a:cubicBezTo>
                <a:cubicBezTo>
                  <a:pt x="161598" y="28847"/>
                  <a:pt x="161915" y="31153"/>
                  <a:pt x="161915" y="33645"/>
                </a:cubicBezTo>
                <a:lnTo>
                  <a:pt x="161915" y="35235"/>
                </a:lnTo>
                <a:moveTo>
                  <a:pt x="152232" y="32384"/>
                </a:moveTo>
                <a:cubicBezTo>
                  <a:pt x="152311" y="29567"/>
                  <a:pt x="151749" y="27355"/>
                  <a:pt x="150545" y="25748"/>
                </a:cubicBezTo>
                <a:cubicBezTo>
                  <a:pt x="149341" y="24140"/>
                  <a:pt x="147483" y="23336"/>
                  <a:pt x="144969" y="23336"/>
                </a:cubicBezTo>
                <a:cubicBezTo>
                  <a:pt x="143699" y="23336"/>
                  <a:pt x="142594" y="23575"/>
                  <a:pt x="141655" y="24054"/>
                </a:cubicBezTo>
                <a:cubicBezTo>
                  <a:pt x="140716" y="24532"/>
                  <a:pt x="139935" y="25176"/>
                  <a:pt x="139314" y="25987"/>
                </a:cubicBezTo>
                <a:cubicBezTo>
                  <a:pt x="138692" y="26797"/>
                  <a:pt x="138216" y="27754"/>
                  <a:pt x="137885" y="28857"/>
                </a:cubicBezTo>
                <a:cubicBezTo>
                  <a:pt x="137554" y="29959"/>
                  <a:pt x="137362" y="31135"/>
                  <a:pt x="137310" y="32384"/>
                </a:cubicBezTo>
                <a:lnTo>
                  <a:pt x="152232" y="32384"/>
                </a:lnTo>
                <a:close/>
                <a:moveTo>
                  <a:pt x="226517" y="53972"/>
                </a:moveTo>
                <a:cubicBezTo>
                  <a:pt x="226517" y="54237"/>
                  <a:pt x="226437" y="54469"/>
                  <a:pt x="226279" y="54668"/>
                </a:cubicBezTo>
                <a:cubicBezTo>
                  <a:pt x="226120" y="54866"/>
                  <a:pt x="225855" y="55032"/>
                  <a:pt x="225485" y="55164"/>
                </a:cubicBezTo>
                <a:cubicBezTo>
                  <a:pt x="225115" y="55296"/>
                  <a:pt x="224612" y="55396"/>
                  <a:pt x="223977" y="55462"/>
                </a:cubicBezTo>
                <a:cubicBezTo>
                  <a:pt x="223342" y="55528"/>
                  <a:pt x="222535" y="55561"/>
                  <a:pt x="221556" y="55561"/>
                </a:cubicBezTo>
                <a:cubicBezTo>
                  <a:pt x="220551" y="55561"/>
                  <a:pt x="219730" y="55528"/>
                  <a:pt x="219095" y="55462"/>
                </a:cubicBezTo>
                <a:cubicBezTo>
                  <a:pt x="218460" y="55396"/>
                  <a:pt x="217951" y="55296"/>
                  <a:pt x="217568" y="55164"/>
                </a:cubicBezTo>
                <a:cubicBezTo>
                  <a:pt x="217184" y="55032"/>
                  <a:pt x="216919" y="54866"/>
                  <a:pt x="216774" y="54668"/>
                </a:cubicBezTo>
                <a:cubicBezTo>
                  <a:pt x="216628" y="54470"/>
                  <a:pt x="216556" y="54238"/>
                  <a:pt x="216556" y="53973"/>
                </a:cubicBezTo>
                <a:lnTo>
                  <a:pt x="216556" y="32979"/>
                </a:lnTo>
                <a:cubicBezTo>
                  <a:pt x="216556" y="31789"/>
                  <a:pt x="216443" y="30704"/>
                  <a:pt x="216218" y="29725"/>
                </a:cubicBezTo>
                <a:cubicBezTo>
                  <a:pt x="215993" y="28746"/>
                  <a:pt x="215649" y="27906"/>
                  <a:pt x="215186" y="27205"/>
                </a:cubicBezTo>
                <a:cubicBezTo>
                  <a:pt x="214723" y="26504"/>
                  <a:pt x="214141" y="25962"/>
                  <a:pt x="213440" y="25578"/>
                </a:cubicBezTo>
                <a:cubicBezTo>
                  <a:pt x="212739" y="25194"/>
                  <a:pt x="211899" y="25002"/>
                  <a:pt x="210920" y="25002"/>
                </a:cubicBezTo>
                <a:cubicBezTo>
                  <a:pt x="209729" y="25002"/>
                  <a:pt x="208526" y="25465"/>
                  <a:pt x="207309" y="26391"/>
                </a:cubicBezTo>
                <a:cubicBezTo>
                  <a:pt x="206092" y="27317"/>
                  <a:pt x="204769" y="28667"/>
                  <a:pt x="203340" y="30439"/>
                </a:cubicBezTo>
                <a:lnTo>
                  <a:pt x="203340" y="53973"/>
                </a:lnTo>
                <a:cubicBezTo>
                  <a:pt x="203340" y="54238"/>
                  <a:pt x="203261" y="54470"/>
                  <a:pt x="203102" y="54668"/>
                </a:cubicBezTo>
                <a:cubicBezTo>
                  <a:pt x="202943" y="54866"/>
                  <a:pt x="202672" y="55032"/>
                  <a:pt x="202288" y="55164"/>
                </a:cubicBezTo>
                <a:cubicBezTo>
                  <a:pt x="201905" y="55296"/>
                  <a:pt x="201395" y="55396"/>
                  <a:pt x="200760" y="55462"/>
                </a:cubicBezTo>
                <a:cubicBezTo>
                  <a:pt x="200125" y="55528"/>
                  <a:pt x="199332" y="55561"/>
                  <a:pt x="198379" y="55561"/>
                </a:cubicBezTo>
                <a:cubicBezTo>
                  <a:pt x="197400" y="55561"/>
                  <a:pt x="196593" y="55528"/>
                  <a:pt x="195958" y="55462"/>
                </a:cubicBezTo>
                <a:cubicBezTo>
                  <a:pt x="195323" y="55396"/>
                  <a:pt x="194814" y="55296"/>
                  <a:pt x="194430" y="55164"/>
                </a:cubicBezTo>
                <a:cubicBezTo>
                  <a:pt x="194047" y="55032"/>
                  <a:pt x="193776" y="54866"/>
                  <a:pt x="193617" y="54668"/>
                </a:cubicBezTo>
                <a:cubicBezTo>
                  <a:pt x="193458" y="54470"/>
                  <a:pt x="193379" y="54238"/>
                  <a:pt x="193379" y="53973"/>
                </a:cubicBezTo>
                <a:lnTo>
                  <a:pt x="193379" y="32979"/>
                </a:lnTo>
                <a:cubicBezTo>
                  <a:pt x="193379" y="31789"/>
                  <a:pt x="193266" y="30704"/>
                  <a:pt x="193041" y="29725"/>
                </a:cubicBezTo>
                <a:cubicBezTo>
                  <a:pt x="192816" y="28746"/>
                  <a:pt x="192479" y="27906"/>
                  <a:pt x="192029" y="27205"/>
                </a:cubicBezTo>
                <a:cubicBezTo>
                  <a:pt x="191580" y="26504"/>
                  <a:pt x="190997" y="25962"/>
                  <a:pt x="190283" y="25578"/>
                </a:cubicBezTo>
                <a:cubicBezTo>
                  <a:pt x="189569" y="25194"/>
                  <a:pt x="188735" y="25002"/>
                  <a:pt x="187783" y="25002"/>
                </a:cubicBezTo>
                <a:cubicBezTo>
                  <a:pt x="186566" y="25002"/>
                  <a:pt x="185349" y="25465"/>
                  <a:pt x="184132" y="26391"/>
                </a:cubicBezTo>
                <a:cubicBezTo>
                  <a:pt x="182915" y="27317"/>
                  <a:pt x="181605" y="28667"/>
                  <a:pt x="180203" y="30439"/>
                </a:cubicBezTo>
                <a:lnTo>
                  <a:pt x="180203" y="53973"/>
                </a:lnTo>
                <a:cubicBezTo>
                  <a:pt x="180203" y="54238"/>
                  <a:pt x="180123" y="54470"/>
                  <a:pt x="179965" y="54668"/>
                </a:cubicBezTo>
                <a:cubicBezTo>
                  <a:pt x="179806" y="54866"/>
                  <a:pt x="179535" y="55032"/>
                  <a:pt x="179151" y="55164"/>
                </a:cubicBezTo>
                <a:cubicBezTo>
                  <a:pt x="178767" y="55296"/>
                  <a:pt x="178258" y="55396"/>
                  <a:pt x="177623" y="55462"/>
                </a:cubicBezTo>
                <a:cubicBezTo>
                  <a:pt x="176988" y="55528"/>
                  <a:pt x="176181" y="55561"/>
                  <a:pt x="175202" y="55561"/>
                </a:cubicBezTo>
                <a:cubicBezTo>
                  <a:pt x="174223" y="55561"/>
                  <a:pt x="173416" y="55528"/>
                  <a:pt x="172781" y="55462"/>
                </a:cubicBezTo>
                <a:cubicBezTo>
                  <a:pt x="172146" y="55396"/>
                  <a:pt x="171637" y="55296"/>
                  <a:pt x="171254" y="55164"/>
                </a:cubicBezTo>
                <a:cubicBezTo>
                  <a:pt x="170870" y="55032"/>
                  <a:pt x="170599" y="54866"/>
                  <a:pt x="170440" y="54668"/>
                </a:cubicBezTo>
                <a:cubicBezTo>
                  <a:pt x="170281" y="54470"/>
                  <a:pt x="170202" y="54238"/>
                  <a:pt x="170202" y="53973"/>
                </a:cubicBezTo>
                <a:lnTo>
                  <a:pt x="170202" y="18573"/>
                </a:lnTo>
                <a:cubicBezTo>
                  <a:pt x="170202" y="18309"/>
                  <a:pt x="170268" y="18077"/>
                  <a:pt x="170400" y="17879"/>
                </a:cubicBezTo>
                <a:cubicBezTo>
                  <a:pt x="170533" y="17680"/>
                  <a:pt x="170771" y="17515"/>
                  <a:pt x="171115" y="17383"/>
                </a:cubicBezTo>
                <a:cubicBezTo>
                  <a:pt x="171459" y="17250"/>
                  <a:pt x="171902" y="17151"/>
                  <a:pt x="172444" y="17085"/>
                </a:cubicBezTo>
                <a:cubicBezTo>
                  <a:pt x="172986" y="17019"/>
                  <a:pt x="173668" y="16986"/>
                  <a:pt x="174488" y="16986"/>
                </a:cubicBezTo>
                <a:cubicBezTo>
                  <a:pt x="175335" y="16986"/>
                  <a:pt x="176036" y="17019"/>
                  <a:pt x="176591" y="17085"/>
                </a:cubicBezTo>
                <a:cubicBezTo>
                  <a:pt x="177147" y="17151"/>
                  <a:pt x="177577" y="17250"/>
                  <a:pt x="177881" y="17383"/>
                </a:cubicBezTo>
                <a:cubicBezTo>
                  <a:pt x="178185" y="17515"/>
                  <a:pt x="178404" y="17680"/>
                  <a:pt x="178536" y="17879"/>
                </a:cubicBezTo>
                <a:cubicBezTo>
                  <a:pt x="178668" y="18077"/>
                  <a:pt x="178734" y="18309"/>
                  <a:pt x="178734" y="18573"/>
                </a:cubicBezTo>
                <a:lnTo>
                  <a:pt x="178734" y="22661"/>
                </a:lnTo>
                <a:cubicBezTo>
                  <a:pt x="180692" y="20531"/>
                  <a:pt x="182643" y="18934"/>
                  <a:pt x="184588" y="17869"/>
                </a:cubicBezTo>
                <a:cubicBezTo>
                  <a:pt x="186533" y="16804"/>
                  <a:pt x="188563" y="16271"/>
                  <a:pt x="190680" y="16271"/>
                </a:cubicBezTo>
                <a:cubicBezTo>
                  <a:pt x="192135" y="16271"/>
                  <a:pt x="193445" y="16425"/>
                  <a:pt x="194609" y="16732"/>
                </a:cubicBezTo>
                <a:cubicBezTo>
                  <a:pt x="195773" y="17037"/>
                  <a:pt x="196812" y="17476"/>
                  <a:pt x="197724" y="18049"/>
                </a:cubicBezTo>
                <a:cubicBezTo>
                  <a:pt x="198637" y="18621"/>
                  <a:pt x="199424" y="19306"/>
                  <a:pt x="200086" y="20105"/>
                </a:cubicBezTo>
                <a:cubicBezTo>
                  <a:pt x="200747" y="20904"/>
                  <a:pt x="201303" y="21795"/>
                  <a:pt x="201752" y="22780"/>
                </a:cubicBezTo>
                <a:cubicBezTo>
                  <a:pt x="202811" y="21636"/>
                  <a:pt x="203849" y="20651"/>
                  <a:pt x="204868" y="19826"/>
                </a:cubicBezTo>
                <a:cubicBezTo>
                  <a:pt x="205886" y="19000"/>
                  <a:pt x="206892" y="18328"/>
                  <a:pt x="207884" y="17809"/>
                </a:cubicBezTo>
                <a:cubicBezTo>
                  <a:pt x="208876" y="17290"/>
                  <a:pt x="209868" y="16904"/>
                  <a:pt x="210861" y="16651"/>
                </a:cubicBezTo>
                <a:cubicBezTo>
                  <a:pt x="211853" y="16398"/>
                  <a:pt x="212865" y="16271"/>
                  <a:pt x="213897" y="16271"/>
                </a:cubicBezTo>
                <a:cubicBezTo>
                  <a:pt x="216251" y="16271"/>
                  <a:pt x="218236" y="16669"/>
                  <a:pt x="219849" y="17463"/>
                </a:cubicBezTo>
                <a:cubicBezTo>
                  <a:pt x="221463" y="18258"/>
                  <a:pt x="222766" y="19337"/>
                  <a:pt x="223759" y="20701"/>
                </a:cubicBezTo>
                <a:cubicBezTo>
                  <a:pt x="224751" y="22065"/>
                  <a:pt x="225458" y="23661"/>
                  <a:pt x="225882" y="25489"/>
                </a:cubicBezTo>
                <a:cubicBezTo>
                  <a:pt x="226305" y="27316"/>
                  <a:pt x="226517" y="29249"/>
                  <a:pt x="226517" y="31288"/>
                </a:cubicBezTo>
                <a:lnTo>
                  <a:pt x="226517" y="53972"/>
                </a:lnTo>
                <a:close/>
                <a:moveTo>
                  <a:pt x="268893" y="35235"/>
                </a:moveTo>
                <a:cubicBezTo>
                  <a:pt x="268893" y="36455"/>
                  <a:pt x="268622" y="37356"/>
                  <a:pt x="268079" y="37939"/>
                </a:cubicBezTo>
                <a:cubicBezTo>
                  <a:pt x="267537" y="38522"/>
                  <a:pt x="266789" y="38813"/>
                  <a:pt x="265837" y="38813"/>
                </a:cubicBezTo>
                <a:lnTo>
                  <a:pt x="244287" y="38813"/>
                </a:lnTo>
                <a:cubicBezTo>
                  <a:pt x="244287" y="40327"/>
                  <a:pt x="244466" y="41702"/>
                  <a:pt x="244823" y="42937"/>
                </a:cubicBezTo>
                <a:cubicBezTo>
                  <a:pt x="245180" y="44172"/>
                  <a:pt x="245749" y="45222"/>
                  <a:pt x="246530" y="46086"/>
                </a:cubicBezTo>
                <a:cubicBezTo>
                  <a:pt x="247310" y="46949"/>
                  <a:pt x="248315" y="47606"/>
                  <a:pt x="249546" y="48058"/>
                </a:cubicBezTo>
                <a:cubicBezTo>
                  <a:pt x="250776" y="48509"/>
                  <a:pt x="252251" y="48735"/>
                  <a:pt x="253971" y="48735"/>
                </a:cubicBezTo>
                <a:cubicBezTo>
                  <a:pt x="255717" y="48735"/>
                  <a:pt x="257251" y="48607"/>
                  <a:pt x="258574" y="48352"/>
                </a:cubicBezTo>
                <a:cubicBezTo>
                  <a:pt x="259897" y="48096"/>
                  <a:pt x="261041" y="47814"/>
                  <a:pt x="262007" y="47505"/>
                </a:cubicBezTo>
                <a:cubicBezTo>
                  <a:pt x="262973" y="47195"/>
                  <a:pt x="263773" y="46913"/>
                  <a:pt x="264408" y="46658"/>
                </a:cubicBezTo>
                <a:cubicBezTo>
                  <a:pt x="265043" y="46402"/>
                  <a:pt x="265559" y="46274"/>
                  <a:pt x="265956" y="46274"/>
                </a:cubicBezTo>
                <a:cubicBezTo>
                  <a:pt x="266194" y="46274"/>
                  <a:pt x="266393" y="46321"/>
                  <a:pt x="266551" y="46414"/>
                </a:cubicBezTo>
                <a:cubicBezTo>
                  <a:pt x="266710" y="46507"/>
                  <a:pt x="266842" y="46673"/>
                  <a:pt x="266948" y="46913"/>
                </a:cubicBezTo>
                <a:cubicBezTo>
                  <a:pt x="267054" y="47152"/>
                  <a:pt x="267127" y="47491"/>
                  <a:pt x="267166" y="47930"/>
                </a:cubicBezTo>
                <a:cubicBezTo>
                  <a:pt x="267206" y="48369"/>
                  <a:pt x="267226" y="48921"/>
                  <a:pt x="267226" y="49586"/>
                </a:cubicBezTo>
                <a:cubicBezTo>
                  <a:pt x="267226" y="50171"/>
                  <a:pt x="267213" y="50670"/>
                  <a:pt x="267186" y="51083"/>
                </a:cubicBezTo>
                <a:cubicBezTo>
                  <a:pt x="267160" y="51494"/>
                  <a:pt x="267120" y="51847"/>
                  <a:pt x="267067" y="52139"/>
                </a:cubicBezTo>
                <a:cubicBezTo>
                  <a:pt x="267014" y="52432"/>
                  <a:pt x="266935" y="52678"/>
                  <a:pt x="266829" y="52878"/>
                </a:cubicBezTo>
                <a:cubicBezTo>
                  <a:pt x="266723" y="53078"/>
                  <a:pt x="266584" y="53270"/>
                  <a:pt x="266412" y="53456"/>
                </a:cubicBezTo>
                <a:cubicBezTo>
                  <a:pt x="266240" y="53642"/>
                  <a:pt x="265771" y="53894"/>
                  <a:pt x="265004" y="54212"/>
                </a:cubicBezTo>
                <a:cubicBezTo>
                  <a:pt x="264236" y="54529"/>
                  <a:pt x="263257" y="54840"/>
                  <a:pt x="262067" y="55144"/>
                </a:cubicBezTo>
                <a:cubicBezTo>
                  <a:pt x="260876" y="55448"/>
                  <a:pt x="259514" y="55713"/>
                  <a:pt x="257979" y="55938"/>
                </a:cubicBezTo>
                <a:cubicBezTo>
                  <a:pt x="256444" y="56163"/>
                  <a:pt x="254804" y="56275"/>
                  <a:pt x="253058" y="56275"/>
                </a:cubicBezTo>
                <a:cubicBezTo>
                  <a:pt x="249909" y="56275"/>
                  <a:pt x="247151" y="55878"/>
                  <a:pt x="244783" y="55082"/>
                </a:cubicBezTo>
                <a:cubicBezTo>
                  <a:pt x="242415" y="54287"/>
                  <a:pt x="240438" y="53081"/>
                  <a:pt x="238850" y="51463"/>
                </a:cubicBezTo>
                <a:cubicBezTo>
                  <a:pt x="237263" y="49846"/>
                  <a:pt x="236079" y="47805"/>
                  <a:pt x="235298" y="45340"/>
                </a:cubicBezTo>
                <a:cubicBezTo>
                  <a:pt x="234518" y="42875"/>
                  <a:pt x="234128" y="39985"/>
                  <a:pt x="234128" y="36671"/>
                </a:cubicBezTo>
                <a:cubicBezTo>
                  <a:pt x="234128" y="33516"/>
                  <a:pt x="234538" y="30673"/>
                  <a:pt x="235358" y="28141"/>
                </a:cubicBezTo>
                <a:cubicBezTo>
                  <a:pt x="236178" y="25610"/>
                  <a:pt x="237369" y="23463"/>
                  <a:pt x="238930" y="21700"/>
                </a:cubicBezTo>
                <a:cubicBezTo>
                  <a:pt x="240491" y="19936"/>
                  <a:pt x="242389" y="18591"/>
                  <a:pt x="244625" y="17663"/>
                </a:cubicBezTo>
                <a:cubicBezTo>
                  <a:pt x="246860" y="16735"/>
                  <a:pt x="249380" y="16271"/>
                  <a:pt x="252185" y="16271"/>
                </a:cubicBezTo>
                <a:cubicBezTo>
                  <a:pt x="255148" y="16271"/>
                  <a:pt x="257681" y="16709"/>
                  <a:pt x="259785" y="17584"/>
                </a:cubicBezTo>
                <a:cubicBezTo>
                  <a:pt x="261888" y="18458"/>
                  <a:pt x="263614" y="19671"/>
                  <a:pt x="264964" y="21221"/>
                </a:cubicBezTo>
                <a:cubicBezTo>
                  <a:pt x="266313" y="22771"/>
                  <a:pt x="267305" y="24607"/>
                  <a:pt x="267940" y="26728"/>
                </a:cubicBezTo>
                <a:cubicBezTo>
                  <a:pt x="268575" y="28847"/>
                  <a:pt x="268893" y="31153"/>
                  <a:pt x="268893" y="33645"/>
                </a:cubicBezTo>
                <a:lnTo>
                  <a:pt x="268893" y="35235"/>
                </a:lnTo>
                <a:moveTo>
                  <a:pt x="259209" y="32384"/>
                </a:moveTo>
                <a:cubicBezTo>
                  <a:pt x="259289" y="29567"/>
                  <a:pt x="258726" y="27355"/>
                  <a:pt x="257523" y="25748"/>
                </a:cubicBezTo>
                <a:cubicBezTo>
                  <a:pt x="256319" y="24140"/>
                  <a:pt x="254460" y="23336"/>
                  <a:pt x="251947" y="23336"/>
                </a:cubicBezTo>
                <a:cubicBezTo>
                  <a:pt x="250677" y="23336"/>
                  <a:pt x="249572" y="23575"/>
                  <a:pt x="248633" y="24054"/>
                </a:cubicBezTo>
                <a:cubicBezTo>
                  <a:pt x="247694" y="24532"/>
                  <a:pt x="246913" y="25176"/>
                  <a:pt x="246291" y="25987"/>
                </a:cubicBezTo>
                <a:cubicBezTo>
                  <a:pt x="245670" y="26797"/>
                  <a:pt x="245193" y="27754"/>
                  <a:pt x="244863" y="28857"/>
                </a:cubicBezTo>
                <a:cubicBezTo>
                  <a:pt x="244532" y="29959"/>
                  <a:pt x="244340" y="31135"/>
                  <a:pt x="244287" y="32384"/>
                </a:cubicBezTo>
                <a:lnTo>
                  <a:pt x="259209" y="32384"/>
                </a:lnTo>
                <a:close/>
                <a:moveTo>
                  <a:pt x="310293" y="53972"/>
                </a:moveTo>
                <a:cubicBezTo>
                  <a:pt x="310293" y="54237"/>
                  <a:pt x="310214" y="54469"/>
                  <a:pt x="310055" y="54668"/>
                </a:cubicBezTo>
                <a:cubicBezTo>
                  <a:pt x="309896" y="54866"/>
                  <a:pt x="309632" y="55032"/>
                  <a:pt x="309261" y="55164"/>
                </a:cubicBezTo>
                <a:cubicBezTo>
                  <a:pt x="308891" y="55296"/>
                  <a:pt x="308382" y="55396"/>
                  <a:pt x="307734" y="55462"/>
                </a:cubicBezTo>
                <a:cubicBezTo>
                  <a:pt x="307085" y="55528"/>
                  <a:pt x="306285" y="55561"/>
                  <a:pt x="305333" y="55561"/>
                </a:cubicBezTo>
                <a:cubicBezTo>
                  <a:pt x="304354" y="55561"/>
                  <a:pt x="303540" y="55528"/>
                  <a:pt x="302892" y="55462"/>
                </a:cubicBezTo>
                <a:cubicBezTo>
                  <a:pt x="302244" y="55396"/>
                  <a:pt x="301734" y="55296"/>
                  <a:pt x="301364" y="55164"/>
                </a:cubicBezTo>
                <a:cubicBezTo>
                  <a:pt x="300993" y="55032"/>
                  <a:pt x="300729" y="54866"/>
                  <a:pt x="300570" y="54668"/>
                </a:cubicBezTo>
                <a:cubicBezTo>
                  <a:pt x="300411" y="54470"/>
                  <a:pt x="300332" y="54238"/>
                  <a:pt x="300332" y="53973"/>
                </a:cubicBezTo>
                <a:lnTo>
                  <a:pt x="300332" y="33773"/>
                </a:lnTo>
                <a:cubicBezTo>
                  <a:pt x="300332" y="32053"/>
                  <a:pt x="300206" y="30704"/>
                  <a:pt x="299955" y="29725"/>
                </a:cubicBezTo>
                <a:cubicBezTo>
                  <a:pt x="299704" y="28746"/>
                  <a:pt x="299340" y="27906"/>
                  <a:pt x="298864" y="27205"/>
                </a:cubicBezTo>
                <a:cubicBezTo>
                  <a:pt x="298387" y="26504"/>
                  <a:pt x="297772" y="25962"/>
                  <a:pt x="297018" y="25578"/>
                </a:cubicBezTo>
                <a:cubicBezTo>
                  <a:pt x="296264" y="25194"/>
                  <a:pt x="295384" y="25002"/>
                  <a:pt x="294379" y="25002"/>
                </a:cubicBezTo>
                <a:cubicBezTo>
                  <a:pt x="293109" y="25002"/>
                  <a:pt x="291826" y="25465"/>
                  <a:pt x="290530" y="26391"/>
                </a:cubicBezTo>
                <a:cubicBezTo>
                  <a:pt x="289233" y="27317"/>
                  <a:pt x="287884" y="28667"/>
                  <a:pt x="286481" y="30439"/>
                </a:cubicBezTo>
                <a:lnTo>
                  <a:pt x="286481" y="53973"/>
                </a:lnTo>
                <a:cubicBezTo>
                  <a:pt x="286481" y="54238"/>
                  <a:pt x="286402" y="54470"/>
                  <a:pt x="286243" y="54668"/>
                </a:cubicBezTo>
                <a:cubicBezTo>
                  <a:pt x="286085" y="54866"/>
                  <a:pt x="285813" y="55032"/>
                  <a:pt x="285430" y="55164"/>
                </a:cubicBezTo>
                <a:cubicBezTo>
                  <a:pt x="285046" y="55296"/>
                  <a:pt x="284537" y="55396"/>
                  <a:pt x="283902" y="55462"/>
                </a:cubicBezTo>
                <a:cubicBezTo>
                  <a:pt x="283267" y="55528"/>
                  <a:pt x="282460" y="55561"/>
                  <a:pt x="281481" y="55561"/>
                </a:cubicBezTo>
                <a:cubicBezTo>
                  <a:pt x="280502" y="55561"/>
                  <a:pt x="279695" y="55528"/>
                  <a:pt x="279060" y="55462"/>
                </a:cubicBezTo>
                <a:cubicBezTo>
                  <a:pt x="278425" y="55396"/>
                  <a:pt x="277916" y="55296"/>
                  <a:pt x="277532" y="55164"/>
                </a:cubicBezTo>
                <a:cubicBezTo>
                  <a:pt x="277149" y="55032"/>
                  <a:pt x="276877" y="54866"/>
                  <a:pt x="276719" y="54668"/>
                </a:cubicBezTo>
                <a:cubicBezTo>
                  <a:pt x="276560" y="54470"/>
                  <a:pt x="276481" y="54238"/>
                  <a:pt x="276481" y="53973"/>
                </a:cubicBezTo>
                <a:lnTo>
                  <a:pt x="276481" y="18573"/>
                </a:lnTo>
                <a:cubicBezTo>
                  <a:pt x="276481" y="18309"/>
                  <a:pt x="276547" y="18077"/>
                  <a:pt x="276679" y="17879"/>
                </a:cubicBezTo>
                <a:cubicBezTo>
                  <a:pt x="276811" y="17680"/>
                  <a:pt x="277049" y="17515"/>
                  <a:pt x="277393" y="17383"/>
                </a:cubicBezTo>
                <a:cubicBezTo>
                  <a:pt x="277737" y="17250"/>
                  <a:pt x="278180" y="17151"/>
                  <a:pt x="278723" y="17085"/>
                </a:cubicBezTo>
                <a:cubicBezTo>
                  <a:pt x="279265" y="17019"/>
                  <a:pt x="279946" y="16986"/>
                  <a:pt x="280767" y="16986"/>
                </a:cubicBezTo>
                <a:cubicBezTo>
                  <a:pt x="281613" y="16986"/>
                  <a:pt x="282314" y="17019"/>
                  <a:pt x="282870" y="17085"/>
                </a:cubicBezTo>
                <a:cubicBezTo>
                  <a:pt x="283426" y="17151"/>
                  <a:pt x="283856" y="17250"/>
                  <a:pt x="284160" y="17383"/>
                </a:cubicBezTo>
                <a:cubicBezTo>
                  <a:pt x="284464" y="17515"/>
                  <a:pt x="284682" y="17680"/>
                  <a:pt x="284815" y="17879"/>
                </a:cubicBezTo>
                <a:cubicBezTo>
                  <a:pt x="284947" y="18077"/>
                  <a:pt x="285013" y="18309"/>
                  <a:pt x="285013" y="18573"/>
                </a:cubicBezTo>
                <a:lnTo>
                  <a:pt x="285013" y="22661"/>
                </a:lnTo>
                <a:cubicBezTo>
                  <a:pt x="286971" y="20531"/>
                  <a:pt x="288962" y="18934"/>
                  <a:pt x="290986" y="17869"/>
                </a:cubicBezTo>
                <a:cubicBezTo>
                  <a:pt x="293010" y="16804"/>
                  <a:pt x="295120" y="16271"/>
                  <a:pt x="297316" y="16271"/>
                </a:cubicBezTo>
                <a:cubicBezTo>
                  <a:pt x="299724" y="16271"/>
                  <a:pt x="301754" y="16669"/>
                  <a:pt x="303408" y="17463"/>
                </a:cubicBezTo>
                <a:cubicBezTo>
                  <a:pt x="305061" y="18258"/>
                  <a:pt x="306397" y="19337"/>
                  <a:pt x="307416" y="20701"/>
                </a:cubicBezTo>
                <a:cubicBezTo>
                  <a:pt x="308435" y="22065"/>
                  <a:pt x="309169" y="23661"/>
                  <a:pt x="309619" y="25489"/>
                </a:cubicBezTo>
                <a:cubicBezTo>
                  <a:pt x="310068" y="27316"/>
                  <a:pt x="310293" y="29514"/>
                  <a:pt x="310293" y="32083"/>
                </a:cubicBezTo>
                <a:lnTo>
                  <a:pt x="310293" y="53972"/>
                </a:lnTo>
                <a:close/>
                <a:moveTo>
                  <a:pt x="339813" y="50454"/>
                </a:moveTo>
                <a:cubicBezTo>
                  <a:pt x="339813" y="51624"/>
                  <a:pt x="339740" y="52521"/>
                  <a:pt x="339595" y="53146"/>
                </a:cubicBezTo>
                <a:cubicBezTo>
                  <a:pt x="339449" y="53770"/>
                  <a:pt x="339257" y="54209"/>
                  <a:pt x="339019" y="54462"/>
                </a:cubicBezTo>
                <a:cubicBezTo>
                  <a:pt x="338781" y="54714"/>
                  <a:pt x="338431" y="54940"/>
                  <a:pt x="337968" y="55139"/>
                </a:cubicBezTo>
                <a:cubicBezTo>
                  <a:pt x="337505" y="55339"/>
                  <a:pt x="336962" y="55511"/>
                  <a:pt x="336341" y="55658"/>
                </a:cubicBezTo>
                <a:cubicBezTo>
                  <a:pt x="335719" y="55804"/>
                  <a:pt x="335044" y="55917"/>
                  <a:pt x="334317" y="55996"/>
                </a:cubicBezTo>
                <a:cubicBezTo>
                  <a:pt x="333589" y="56076"/>
                  <a:pt x="332855" y="56117"/>
                  <a:pt x="332114" y="56117"/>
                </a:cubicBezTo>
                <a:cubicBezTo>
                  <a:pt x="330130" y="56117"/>
                  <a:pt x="328410" y="55865"/>
                  <a:pt x="326955" y="55362"/>
                </a:cubicBezTo>
                <a:cubicBezTo>
                  <a:pt x="325500" y="54860"/>
                  <a:pt x="324296" y="54086"/>
                  <a:pt x="323343" y="53041"/>
                </a:cubicBezTo>
                <a:cubicBezTo>
                  <a:pt x="322391" y="51996"/>
                  <a:pt x="321690" y="50680"/>
                  <a:pt x="321240" y="49092"/>
                </a:cubicBezTo>
                <a:cubicBezTo>
                  <a:pt x="320790" y="47505"/>
                  <a:pt x="320565" y="45626"/>
                  <a:pt x="320565" y="43457"/>
                </a:cubicBezTo>
                <a:lnTo>
                  <a:pt x="320565" y="25320"/>
                </a:lnTo>
                <a:lnTo>
                  <a:pt x="316319" y="25320"/>
                </a:lnTo>
                <a:cubicBezTo>
                  <a:pt x="315816" y="25320"/>
                  <a:pt x="315432" y="25009"/>
                  <a:pt x="315168" y="24387"/>
                </a:cubicBezTo>
                <a:cubicBezTo>
                  <a:pt x="314903" y="23766"/>
                  <a:pt x="314771" y="22727"/>
                  <a:pt x="314771" y="21272"/>
                </a:cubicBezTo>
                <a:cubicBezTo>
                  <a:pt x="314771" y="20505"/>
                  <a:pt x="314804" y="19856"/>
                  <a:pt x="314870" y="19327"/>
                </a:cubicBezTo>
                <a:cubicBezTo>
                  <a:pt x="314936" y="18798"/>
                  <a:pt x="315036" y="18381"/>
                  <a:pt x="315168" y="18077"/>
                </a:cubicBezTo>
                <a:cubicBezTo>
                  <a:pt x="315300" y="17773"/>
                  <a:pt x="315465" y="17555"/>
                  <a:pt x="315664" y="17422"/>
                </a:cubicBezTo>
                <a:cubicBezTo>
                  <a:pt x="315862" y="17290"/>
                  <a:pt x="316094" y="17224"/>
                  <a:pt x="316358" y="17224"/>
                </a:cubicBezTo>
                <a:lnTo>
                  <a:pt x="320565" y="17224"/>
                </a:lnTo>
                <a:lnTo>
                  <a:pt x="320565" y="9294"/>
                </a:lnTo>
                <a:cubicBezTo>
                  <a:pt x="320565" y="9028"/>
                  <a:pt x="320638" y="8788"/>
                  <a:pt x="320783" y="8576"/>
                </a:cubicBezTo>
                <a:cubicBezTo>
                  <a:pt x="320929" y="8363"/>
                  <a:pt x="321194" y="8184"/>
                  <a:pt x="321577" y="8039"/>
                </a:cubicBezTo>
                <a:cubicBezTo>
                  <a:pt x="321961" y="7893"/>
                  <a:pt x="322477" y="7786"/>
                  <a:pt x="323125" y="7720"/>
                </a:cubicBezTo>
                <a:cubicBezTo>
                  <a:pt x="323773" y="7653"/>
                  <a:pt x="324574" y="7620"/>
                  <a:pt x="325526" y="7620"/>
                </a:cubicBezTo>
                <a:cubicBezTo>
                  <a:pt x="326505" y="7620"/>
                  <a:pt x="327318" y="7653"/>
                  <a:pt x="327967" y="7720"/>
                </a:cubicBezTo>
                <a:cubicBezTo>
                  <a:pt x="328615" y="7786"/>
                  <a:pt x="329124" y="7893"/>
                  <a:pt x="329495" y="8039"/>
                </a:cubicBezTo>
                <a:cubicBezTo>
                  <a:pt x="329865" y="8184"/>
                  <a:pt x="330130" y="8363"/>
                  <a:pt x="330288" y="8576"/>
                </a:cubicBezTo>
                <a:cubicBezTo>
                  <a:pt x="330447" y="8788"/>
                  <a:pt x="330526" y="9028"/>
                  <a:pt x="330526" y="9294"/>
                </a:cubicBezTo>
                <a:lnTo>
                  <a:pt x="330526" y="17224"/>
                </a:lnTo>
                <a:lnTo>
                  <a:pt x="338226" y="17224"/>
                </a:lnTo>
                <a:cubicBezTo>
                  <a:pt x="338490" y="17224"/>
                  <a:pt x="338722" y="17290"/>
                  <a:pt x="338920" y="17422"/>
                </a:cubicBezTo>
                <a:cubicBezTo>
                  <a:pt x="339119" y="17555"/>
                  <a:pt x="339284" y="17773"/>
                  <a:pt x="339416" y="18077"/>
                </a:cubicBezTo>
                <a:cubicBezTo>
                  <a:pt x="339549" y="18381"/>
                  <a:pt x="339648" y="18798"/>
                  <a:pt x="339714" y="19327"/>
                </a:cubicBezTo>
                <a:cubicBezTo>
                  <a:pt x="339780" y="19856"/>
                  <a:pt x="339813" y="20505"/>
                  <a:pt x="339813" y="21272"/>
                </a:cubicBezTo>
                <a:cubicBezTo>
                  <a:pt x="339813" y="22727"/>
                  <a:pt x="339681" y="23766"/>
                  <a:pt x="339416" y="24387"/>
                </a:cubicBezTo>
                <a:cubicBezTo>
                  <a:pt x="339152" y="25009"/>
                  <a:pt x="338768" y="25320"/>
                  <a:pt x="338265" y="25320"/>
                </a:cubicBezTo>
                <a:lnTo>
                  <a:pt x="330526" y="25320"/>
                </a:lnTo>
                <a:lnTo>
                  <a:pt x="330526" y="41919"/>
                </a:lnTo>
                <a:cubicBezTo>
                  <a:pt x="330526" y="43847"/>
                  <a:pt x="330831" y="45293"/>
                  <a:pt x="331439" y="46257"/>
                </a:cubicBezTo>
                <a:cubicBezTo>
                  <a:pt x="332048" y="47221"/>
                  <a:pt x="333133" y="47703"/>
                  <a:pt x="334694" y="47703"/>
                </a:cubicBezTo>
                <a:cubicBezTo>
                  <a:pt x="335223" y="47703"/>
                  <a:pt x="335699" y="47657"/>
                  <a:pt x="336122" y="47564"/>
                </a:cubicBezTo>
                <a:cubicBezTo>
                  <a:pt x="336546" y="47472"/>
                  <a:pt x="336923" y="47366"/>
                  <a:pt x="337253" y="47247"/>
                </a:cubicBezTo>
                <a:cubicBezTo>
                  <a:pt x="337584" y="47128"/>
                  <a:pt x="337862" y="47022"/>
                  <a:pt x="338087" y="46929"/>
                </a:cubicBezTo>
                <a:cubicBezTo>
                  <a:pt x="338312" y="46837"/>
                  <a:pt x="338517" y="46790"/>
                  <a:pt x="338702" y="46790"/>
                </a:cubicBezTo>
                <a:cubicBezTo>
                  <a:pt x="338861" y="46790"/>
                  <a:pt x="339013" y="46837"/>
                  <a:pt x="339158" y="46929"/>
                </a:cubicBezTo>
                <a:cubicBezTo>
                  <a:pt x="339304" y="47022"/>
                  <a:pt x="339416" y="47207"/>
                  <a:pt x="339496" y="47486"/>
                </a:cubicBezTo>
                <a:cubicBezTo>
                  <a:pt x="339575" y="47764"/>
                  <a:pt x="339648" y="48142"/>
                  <a:pt x="339714" y="48621"/>
                </a:cubicBezTo>
                <a:cubicBezTo>
                  <a:pt x="339780" y="49099"/>
                  <a:pt x="339813" y="49710"/>
                  <a:pt x="339813" y="50454"/>
                </a:cubicBezTo>
                <a:close/>
                <a:moveTo>
                  <a:pt x="372261" y="43987"/>
                </a:moveTo>
                <a:cubicBezTo>
                  <a:pt x="372261" y="46002"/>
                  <a:pt x="371884" y="47779"/>
                  <a:pt x="371130" y="49317"/>
                </a:cubicBezTo>
                <a:cubicBezTo>
                  <a:pt x="370376" y="50854"/>
                  <a:pt x="369311" y="52139"/>
                  <a:pt x="367935" y="53174"/>
                </a:cubicBezTo>
                <a:cubicBezTo>
                  <a:pt x="366560" y="54207"/>
                  <a:pt x="364933" y="54982"/>
                  <a:pt x="363054" y="55499"/>
                </a:cubicBezTo>
                <a:cubicBezTo>
                  <a:pt x="361176" y="56016"/>
                  <a:pt x="359138" y="56275"/>
                  <a:pt x="356942" y="56275"/>
                </a:cubicBezTo>
                <a:cubicBezTo>
                  <a:pt x="355619" y="56275"/>
                  <a:pt x="354356" y="56175"/>
                  <a:pt x="353152" y="55974"/>
                </a:cubicBezTo>
                <a:cubicBezTo>
                  <a:pt x="351948" y="55773"/>
                  <a:pt x="350870" y="55519"/>
                  <a:pt x="349918" y="55211"/>
                </a:cubicBezTo>
                <a:cubicBezTo>
                  <a:pt x="348965" y="54903"/>
                  <a:pt x="348172" y="54588"/>
                  <a:pt x="347537" y="54267"/>
                </a:cubicBezTo>
                <a:cubicBezTo>
                  <a:pt x="346902" y="53946"/>
                  <a:pt x="346439" y="53644"/>
                  <a:pt x="346148" y="53363"/>
                </a:cubicBezTo>
                <a:cubicBezTo>
                  <a:pt x="345857" y="53082"/>
                  <a:pt x="345632" y="52642"/>
                  <a:pt x="345473" y="52044"/>
                </a:cubicBezTo>
                <a:cubicBezTo>
                  <a:pt x="345314" y="51445"/>
                  <a:pt x="345235" y="50560"/>
                  <a:pt x="345235" y="49390"/>
                </a:cubicBezTo>
                <a:cubicBezTo>
                  <a:pt x="345235" y="48618"/>
                  <a:pt x="345261" y="48000"/>
                  <a:pt x="345314" y="47534"/>
                </a:cubicBezTo>
                <a:cubicBezTo>
                  <a:pt x="345367" y="47069"/>
                  <a:pt x="345447" y="46696"/>
                  <a:pt x="345552" y="46417"/>
                </a:cubicBezTo>
                <a:cubicBezTo>
                  <a:pt x="345658" y="46137"/>
                  <a:pt x="345790" y="45951"/>
                  <a:pt x="345949" y="45859"/>
                </a:cubicBezTo>
                <a:cubicBezTo>
                  <a:pt x="346108" y="45765"/>
                  <a:pt x="346306" y="45719"/>
                  <a:pt x="346545" y="45719"/>
                </a:cubicBezTo>
                <a:cubicBezTo>
                  <a:pt x="346836" y="45719"/>
                  <a:pt x="347265" y="45886"/>
                  <a:pt x="347834" y="46221"/>
                </a:cubicBezTo>
                <a:cubicBezTo>
                  <a:pt x="348403" y="46556"/>
                  <a:pt x="349111" y="46924"/>
                  <a:pt x="349958" y="47326"/>
                </a:cubicBezTo>
                <a:cubicBezTo>
                  <a:pt x="350804" y="47728"/>
                  <a:pt x="351790" y="48103"/>
                  <a:pt x="352914" y="48451"/>
                </a:cubicBezTo>
                <a:cubicBezTo>
                  <a:pt x="354039" y="48799"/>
                  <a:pt x="355315" y="48973"/>
                  <a:pt x="356744" y="48973"/>
                </a:cubicBezTo>
                <a:cubicBezTo>
                  <a:pt x="357643" y="48973"/>
                  <a:pt x="358444" y="48881"/>
                  <a:pt x="359145" y="48696"/>
                </a:cubicBezTo>
                <a:cubicBezTo>
                  <a:pt x="359846" y="48512"/>
                  <a:pt x="360455" y="48249"/>
                  <a:pt x="360971" y="47906"/>
                </a:cubicBezTo>
                <a:cubicBezTo>
                  <a:pt x="361486" y="47563"/>
                  <a:pt x="361877" y="47128"/>
                  <a:pt x="362141" y="46602"/>
                </a:cubicBezTo>
                <a:cubicBezTo>
                  <a:pt x="362406" y="46075"/>
                  <a:pt x="362538" y="45469"/>
                  <a:pt x="362538" y="44784"/>
                </a:cubicBezTo>
                <a:cubicBezTo>
                  <a:pt x="362538" y="43988"/>
                  <a:pt x="362293" y="43306"/>
                  <a:pt x="361804" y="42736"/>
                </a:cubicBezTo>
                <a:cubicBezTo>
                  <a:pt x="361314" y="42166"/>
                  <a:pt x="360666" y="41668"/>
                  <a:pt x="359859" y="41244"/>
                </a:cubicBezTo>
                <a:cubicBezTo>
                  <a:pt x="359052" y="40820"/>
                  <a:pt x="358140" y="40422"/>
                  <a:pt x="357121" y="40051"/>
                </a:cubicBezTo>
                <a:cubicBezTo>
                  <a:pt x="356102" y="39680"/>
                  <a:pt x="355057" y="39269"/>
                  <a:pt x="353986" y="38818"/>
                </a:cubicBezTo>
                <a:cubicBezTo>
                  <a:pt x="352914" y="38368"/>
                  <a:pt x="351869" y="37851"/>
                  <a:pt x="350850" y="37268"/>
                </a:cubicBezTo>
                <a:cubicBezTo>
                  <a:pt x="349832" y="36684"/>
                  <a:pt x="348919" y="35968"/>
                  <a:pt x="348112" y="35120"/>
                </a:cubicBezTo>
                <a:cubicBezTo>
                  <a:pt x="347305" y="34272"/>
                  <a:pt x="346657" y="33251"/>
                  <a:pt x="346167" y="32059"/>
                </a:cubicBezTo>
                <a:cubicBezTo>
                  <a:pt x="345678" y="30866"/>
                  <a:pt x="345433" y="29434"/>
                  <a:pt x="345433" y="27764"/>
                </a:cubicBezTo>
                <a:cubicBezTo>
                  <a:pt x="345433" y="26067"/>
                  <a:pt x="345764" y="24509"/>
                  <a:pt x="346425" y="23091"/>
                </a:cubicBezTo>
                <a:cubicBezTo>
                  <a:pt x="347087" y="21673"/>
                  <a:pt x="348039" y="20461"/>
                  <a:pt x="349283" y="19454"/>
                </a:cubicBezTo>
                <a:cubicBezTo>
                  <a:pt x="350526" y="18446"/>
                  <a:pt x="352041" y="17664"/>
                  <a:pt x="353827" y="17107"/>
                </a:cubicBezTo>
                <a:cubicBezTo>
                  <a:pt x="355613" y="16550"/>
                  <a:pt x="357617" y="16271"/>
                  <a:pt x="359839" y="16271"/>
                </a:cubicBezTo>
                <a:cubicBezTo>
                  <a:pt x="360951" y="16271"/>
                  <a:pt x="362029" y="16351"/>
                  <a:pt x="363074" y="16510"/>
                </a:cubicBezTo>
                <a:cubicBezTo>
                  <a:pt x="364119" y="16668"/>
                  <a:pt x="365065" y="16867"/>
                  <a:pt x="365911" y="17105"/>
                </a:cubicBezTo>
                <a:cubicBezTo>
                  <a:pt x="366758" y="17343"/>
                  <a:pt x="367472" y="17601"/>
                  <a:pt x="368055" y="17879"/>
                </a:cubicBezTo>
                <a:cubicBezTo>
                  <a:pt x="368637" y="18157"/>
                  <a:pt x="369053" y="18395"/>
                  <a:pt x="369305" y="18593"/>
                </a:cubicBezTo>
                <a:cubicBezTo>
                  <a:pt x="369556" y="18791"/>
                  <a:pt x="369735" y="18990"/>
                  <a:pt x="369840" y="19188"/>
                </a:cubicBezTo>
                <a:cubicBezTo>
                  <a:pt x="369946" y="19387"/>
                  <a:pt x="370026" y="19625"/>
                  <a:pt x="370079" y="19903"/>
                </a:cubicBezTo>
                <a:cubicBezTo>
                  <a:pt x="370131" y="20181"/>
                  <a:pt x="370178" y="20524"/>
                  <a:pt x="370217" y="20935"/>
                </a:cubicBezTo>
                <a:cubicBezTo>
                  <a:pt x="370257" y="21345"/>
                  <a:pt x="370277" y="21854"/>
                  <a:pt x="370277" y="22462"/>
                </a:cubicBezTo>
                <a:cubicBezTo>
                  <a:pt x="370277" y="23177"/>
                  <a:pt x="370257" y="23759"/>
                  <a:pt x="370217" y="24209"/>
                </a:cubicBezTo>
                <a:cubicBezTo>
                  <a:pt x="370178" y="24658"/>
                  <a:pt x="370112" y="25016"/>
                  <a:pt x="370019" y="25280"/>
                </a:cubicBezTo>
                <a:cubicBezTo>
                  <a:pt x="369926" y="25545"/>
                  <a:pt x="369801" y="25723"/>
                  <a:pt x="369642" y="25816"/>
                </a:cubicBezTo>
                <a:cubicBezTo>
                  <a:pt x="369483" y="25909"/>
                  <a:pt x="369298" y="25955"/>
                  <a:pt x="369086" y="25955"/>
                </a:cubicBezTo>
                <a:cubicBezTo>
                  <a:pt x="368848" y="25955"/>
                  <a:pt x="368478" y="25816"/>
                  <a:pt x="367975" y="25538"/>
                </a:cubicBezTo>
                <a:cubicBezTo>
                  <a:pt x="367472" y="25260"/>
                  <a:pt x="366844" y="24963"/>
                  <a:pt x="366090" y="24645"/>
                </a:cubicBezTo>
                <a:cubicBezTo>
                  <a:pt x="365336" y="24328"/>
                  <a:pt x="364463" y="24030"/>
                  <a:pt x="363471" y="23752"/>
                </a:cubicBezTo>
                <a:cubicBezTo>
                  <a:pt x="362479" y="23474"/>
                  <a:pt x="361348" y="23336"/>
                  <a:pt x="360078" y="23336"/>
                </a:cubicBezTo>
                <a:cubicBezTo>
                  <a:pt x="359178" y="23336"/>
                  <a:pt x="358398" y="23429"/>
                  <a:pt x="357736" y="23616"/>
                </a:cubicBezTo>
                <a:cubicBezTo>
                  <a:pt x="357075" y="23802"/>
                  <a:pt x="356532" y="24068"/>
                  <a:pt x="356109" y="24413"/>
                </a:cubicBezTo>
                <a:cubicBezTo>
                  <a:pt x="355686" y="24759"/>
                  <a:pt x="355368" y="25164"/>
                  <a:pt x="355156" y="25630"/>
                </a:cubicBezTo>
                <a:cubicBezTo>
                  <a:pt x="354945" y="26095"/>
                  <a:pt x="354839" y="26594"/>
                  <a:pt x="354839" y="27127"/>
                </a:cubicBezTo>
                <a:cubicBezTo>
                  <a:pt x="354839" y="27949"/>
                  <a:pt x="355090" y="28638"/>
                  <a:pt x="355593" y="29196"/>
                </a:cubicBezTo>
                <a:cubicBezTo>
                  <a:pt x="356096" y="29752"/>
                  <a:pt x="356757" y="30242"/>
                  <a:pt x="357577" y="30666"/>
                </a:cubicBezTo>
                <a:cubicBezTo>
                  <a:pt x="358398" y="31091"/>
                  <a:pt x="359330" y="31488"/>
                  <a:pt x="360375" y="31859"/>
                </a:cubicBezTo>
                <a:cubicBezTo>
                  <a:pt x="361420" y="32231"/>
                  <a:pt x="362479" y="32635"/>
                  <a:pt x="363550" y="33072"/>
                </a:cubicBezTo>
                <a:cubicBezTo>
                  <a:pt x="364622" y="33510"/>
                  <a:pt x="365680" y="34020"/>
                  <a:pt x="366725" y="34603"/>
                </a:cubicBezTo>
                <a:cubicBezTo>
                  <a:pt x="367770" y="35186"/>
                  <a:pt x="368703" y="35902"/>
                  <a:pt x="369523" y="36751"/>
                </a:cubicBezTo>
                <a:cubicBezTo>
                  <a:pt x="370343" y="37599"/>
                  <a:pt x="371005" y="38613"/>
                  <a:pt x="371507" y="39793"/>
                </a:cubicBezTo>
                <a:cubicBezTo>
                  <a:pt x="372010" y="40972"/>
                  <a:pt x="372261" y="42370"/>
                  <a:pt x="372261" y="43987"/>
                </a:cubicBezTo>
                <a:close/>
                <a:moveTo>
                  <a:pt x="415620" y="51751"/>
                </a:moveTo>
                <a:cubicBezTo>
                  <a:pt x="415620" y="52518"/>
                  <a:pt x="415567" y="53127"/>
                  <a:pt x="415461" y="53577"/>
                </a:cubicBezTo>
                <a:cubicBezTo>
                  <a:pt x="415355" y="54026"/>
                  <a:pt x="415197" y="54357"/>
                  <a:pt x="414985" y="54569"/>
                </a:cubicBezTo>
                <a:cubicBezTo>
                  <a:pt x="414773" y="54780"/>
                  <a:pt x="414456" y="54979"/>
                  <a:pt x="414032" y="55164"/>
                </a:cubicBezTo>
                <a:cubicBezTo>
                  <a:pt x="413609" y="55349"/>
                  <a:pt x="413126" y="55501"/>
                  <a:pt x="412584" y="55620"/>
                </a:cubicBezTo>
                <a:cubicBezTo>
                  <a:pt x="412041" y="55740"/>
                  <a:pt x="411466" y="55839"/>
                  <a:pt x="410858" y="55918"/>
                </a:cubicBezTo>
                <a:cubicBezTo>
                  <a:pt x="410249" y="55997"/>
                  <a:pt x="409640" y="56037"/>
                  <a:pt x="409032" y="56037"/>
                </a:cubicBezTo>
                <a:cubicBezTo>
                  <a:pt x="407180" y="56037"/>
                  <a:pt x="405592" y="55792"/>
                  <a:pt x="404270" y="55302"/>
                </a:cubicBezTo>
                <a:cubicBezTo>
                  <a:pt x="402947" y="54811"/>
                  <a:pt x="401862" y="54068"/>
                  <a:pt x="401015" y="53073"/>
                </a:cubicBezTo>
                <a:cubicBezTo>
                  <a:pt x="400169" y="52078"/>
                  <a:pt x="399554" y="50819"/>
                  <a:pt x="399170" y="49294"/>
                </a:cubicBezTo>
                <a:cubicBezTo>
                  <a:pt x="398786" y="47770"/>
                  <a:pt x="398594" y="45973"/>
                  <a:pt x="398594" y="43904"/>
                </a:cubicBezTo>
                <a:lnTo>
                  <a:pt x="398594" y="22978"/>
                </a:lnTo>
                <a:lnTo>
                  <a:pt x="393594" y="22978"/>
                </a:lnTo>
                <a:cubicBezTo>
                  <a:pt x="393197" y="22978"/>
                  <a:pt x="392880" y="22767"/>
                  <a:pt x="392641" y="22343"/>
                </a:cubicBezTo>
                <a:cubicBezTo>
                  <a:pt x="392403" y="21920"/>
                  <a:pt x="392284" y="21232"/>
                  <a:pt x="392284" y="20280"/>
                </a:cubicBezTo>
                <a:cubicBezTo>
                  <a:pt x="392284" y="19777"/>
                  <a:pt x="392317" y="19354"/>
                  <a:pt x="392384" y="19010"/>
                </a:cubicBezTo>
                <a:cubicBezTo>
                  <a:pt x="392450" y="18666"/>
                  <a:pt x="392536" y="18381"/>
                  <a:pt x="392641" y="18157"/>
                </a:cubicBezTo>
                <a:cubicBezTo>
                  <a:pt x="392747" y="17932"/>
                  <a:pt x="392886" y="17773"/>
                  <a:pt x="393058" y="17680"/>
                </a:cubicBezTo>
                <a:cubicBezTo>
                  <a:pt x="393230" y="17588"/>
                  <a:pt x="393422" y="17541"/>
                  <a:pt x="393634" y="17541"/>
                </a:cubicBezTo>
                <a:lnTo>
                  <a:pt x="398594" y="17541"/>
                </a:lnTo>
                <a:lnTo>
                  <a:pt x="398594" y="9048"/>
                </a:lnTo>
                <a:cubicBezTo>
                  <a:pt x="398594" y="8863"/>
                  <a:pt x="398641" y="8691"/>
                  <a:pt x="398733" y="8533"/>
                </a:cubicBezTo>
                <a:cubicBezTo>
                  <a:pt x="398826" y="8374"/>
                  <a:pt x="398998" y="8235"/>
                  <a:pt x="399249" y="8116"/>
                </a:cubicBezTo>
                <a:cubicBezTo>
                  <a:pt x="399501" y="7997"/>
                  <a:pt x="399838" y="7911"/>
                  <a:pt x="400261" y="7858"/>
                </a:cubicBezTo>
                <a:cubicBezTo>
                  <a:pt x="400685" y="7805"/>
                  <a:pt x="401214" y="7779"/>
                  <a:pt x="401849" y="7779"/>
                </a:cubicBezTo>
                <a:cubicBezTo>
                  <a:pt x="402510" y="7779"/>
                  <a:pt x="403053" y="7805"/>
                  <a:pt x="403476" y="7858"/>
                </a:cubicBezTo>
                <a:cubicBezTo>
                  <a:pt x="403899" y="7911"/>
                  <a:pt x="404230" y="7997"/>
                  <a:pt x="404468" y="8116"/>
                </a:cubicBezTo>
                <a:cubicBezTo>
                  <a:pt x="404706" y="8235"/>
                  <a:pt x="404878" y="8374"/>
                  <a:pt x="404984" y="8533"/>
                </a:cubicBezTo>
                <a:cubicBezTo>
                  <a:pt x="405090" y="8691"/>
                  <a:pt x="405143" y="8863"/>
                  <a:pt x="405143" y="9048"/>
                </a:cubicBezTo>
                <a:lnTo>
                  <a:pt x="405143" y="17541"/>
                </a:lnTo>
                <a:lnTo>
                  <a:pt x="414310" y="17541"/>
                </a:lnTo>
                <a:cubicBezTo>
                  <a:pt x="414522" y="17541"/>
                  <a:pt x="414707" y="17588"/>
                  <a:pt x="414866" y="17680"/>
                </a:cubicBezTo>
                <a:cubicBezTo>
                  <a:pt x="415025" y="17773"/>
                  <a:pt x="415163" y="17932"/>
                  <a:pt x="415283" y="18157"/>
                </a:cubicBezTo>
                <a:cubicBezTo>
                  <a:pt x="415402" y="18381"/>
                  <a:pt x="415488" y="18666"/>
                  <a:pt x="415541" y="19010"/>
                </a:cubicBezTo>
                <a:cubicBezTo>
                  <a:pt x="415593" y="19354"/>
                  <a:pt x="415620" y="19777"/>
                  <a:pt x="415620" y="20280"/>
                </a:cubicBezTo>
                <a:cubicBezTo>
                  <a:pt x="415620" y="21232"/>
                  <a:pt x="415501" y="21920"/>
                  <a:pt x="415263" y="22343"/>
                </a:cubicBezTo>
                <a:cubicBezTo>
                  <a:pt x="415025" y="22767"/>
                  <a:pt x="414707" y="22978"/>
                  <a:pt x="414310" y="22978"/>
                </a:cubicBezTo>
                <a:lnTo>
                  <a:pt x="405143" y="22978"/>
                </a:lnTo>
                <a:lnTo>
                  <a:pt x="405143" y="42959"/>
                </a:lnTo>
                <a:cubicBezTo>
                  <a:pt x="405143" y="45426"/>
                  <a:pt x="405506" y="47290"/>
                  <a:pt x="406234" y="48551"/>
                </a:cubicBezTo>
                <a:cubicBezTo>
                  <a:pt x="406962" y="49811"/>
                  <a:pt x="408265" y="50441"/>
                  <a:pt x="410143" y="50441"/>
                </a:cubicBezTo>
                <a:cubicBezTo>
                  <a:pt x="410752" y="50441"/>
                  <a:pt x="411294" y="50382"/>
                  <a:pt x="411770" y="50263"/>
                </a:cubicBezTo>
                <a:cubicBezTo>
                  <a:pt x="412247" y="50144"/>
                  <a:pt x="412670" y="50018"/>
                  <a:pt x="413040" y="49886"/>
                </a:cubicBezTo>
                <a:cubicBezTo>
                  <a:pt x="413411" y="49753"/>
                  <a:pt x="413728" y="49628"/>
                  <a:pt x="413993" y="49509"/>
                </a:cubicBezTo>
                <a:cubicBezTo>
                  <a:pt x="414257" y="49390"/>
                  <a:pt x="414495" y="49330"/>
                  <a:pt x="414707" y="49330"/>
                </a:cubicBezTo>
                <a:cubicBezTo>
                  <a:pt x="414839" y="49330"/>
                  <a:pt x="414965" y="49363"/>
                  <a:pt x="415084" y="49429"/>
                </a:cubicBezTo>
                <a:cubicBezTo>
                  <a:pt x="415203" y="49496"/>
                  <a:pt x="415296" y="49621"/>
                  <a:pt x="415362" y="49806"/>
                </a:cubicBezTo>
                <a:cubicBezTo>
                  <a:pt x="415428" y="49992"/>
                  <a:pt x="415488" y="50243"/>
                  <a:pt x="415541" y="50560"/>
                </a:cubicBezTo>
                <a:cubicBezTo>
                  <a:pt x="415593" y="50878"/>
                  <a:pt x="415620" y="51275"/>
                  <a:pt x="415620" y="51751"/>
                </a:cubicBezTo>
                <a:close/>
                <a:moveTo>
                  <a:pt x="454869" y="54331"/>
                </a:moveTo>
                <a:cubicBezTo>
                  <a:pt x="454869" y="54542"/>
                  <a:pt x="454816" y="54721"/>
                  <a:pt x="454710" y="54866"/>
                </a:cubicBezTo>
                <a:cubicBezTo>
                  <a:pt x="454604" y="55012"/>
                  <a:pt x="454432" y="55138"/>
                  <a:pt x="454194" y="55243"/>
                </a:cubicBezTo>
                <a:cubicBezTo>
                  <a:pt x="453956" y="55349"/>
                  <a:pt x="453626" y="55429"/>
                  <a:pt x="453202" y="55482"/>
                </a:cubicBezTo>
                <a:cubicBezTo>
                  <a:pt x="452779" y="55534"/>
                  <a:pt x="452250" y="55561"/>
                  <a:pt x="451615" y="55561"/>
                </a:cubicBezTo>
                <a:cubicBezTo>
                  <a:pt x="450953" y="55561"/>
                  <a:pt x="450411" y="55534"/>
                  <a:pt x="449988" y="55482"/>
                </a:cubicBezTo>
                <a:cubicBezTo>
                  <a:pt x="449564" y="55429"/>
                  <a:pt x="449234" y="55349"/>
                  <a:pt x="448995" y="55243"/>
                </a:cubicBezTo>
                <a:cubicBezTo>
                  <a:pt x="448757" y="55138"/>
                  <a:pt x="448585" y="55012"/>
                  <a:pt x="448480" y="54866"/>
                </a:cubicBezTo>
                <a:cubicBezTo>
                  <a:pt x="448374" y="54721"/>
                  <a:pt x="448321" y="54542"/>
                  <a:pt x="448321" y="54331"/>
                </a:cubicBezTo>
                <a:lnTo>
                  <a:pt x="448321" y="33416"/>
                </a:lnTo>
                <a:cubicBezTo>
                  <a:pt x="448321" y="31379"/>
                  <a:pt x="448162" y="29738"/>
                  <a:pt x="447845" y="28495"/>
                </a:cubicBezTo>
                <a:cubicBezTo>
                  <a:pt x="447527" y="27251"/>
                  <a:pt x="447064" y="26180"/>
                  <a:pt x="446456" y="25280"/>
                </a:cubicBezTo>
                <a:cubicBezTo>
                  <a:pt x="445847" y="24381"/>
                  <a:pt x="445060" y="23693"/>
                  <a:pt x="444094" y="23217"/>
                </a:cubicBezTo>
                <a:cubicBezTo>
                  <a:pt x="443128" y="22740"/>
                  <a:pt x="442011" y="22502"/>
                  <a:pt x="440741" y="22502"/>
                </a:cubicBezTo>
                <a:cubicBezTo>
                  <a:pt x="439100" y="22502"/>
                  <a:pt x="437460" y="23084"/>
                  <a:pt x="435820" y="24248"/>
                </a:cubicBezTo>
                <a:cubicBezTo>
                  <a:pt x="434179" y="25413"/>
                  <a:pt x="432459" y="27119"/>
                  <a:pt x="430660" y="29368"/>
                </a:cubicBezTo>
                <a:lnTo>
                  <a:pt x="430660" y="54331"/>
                </a:lnTo>
                <a:cubicBezTo>
                  <a:pt x="430660" y="54542"/>
                  <a:pt x="430607" y="54721"/>
                  <a:pt x="430502" y="54866"/>
                </a:cubicBezTo>
                <a:cubicBezTo>
                  <a:pt x="430396" y="55012"/>
                  <a:pt x="430224" y="55138"/>
                  <a:pt x="429986" y="55243"/>
                </a:cubicBezTo>
                <a:cubicBezTo>
                  <a:pt x="429748" y="55349"/>
                  <a:pt x="429417" y="55429"/>
                  <a:pt x="428994" y="55482"/>
                </a:cubicBezTo>
                <a:cubicBezTo>
                  <a:pt x="428570" y="55534"/>
                  <a:pt x="428028" y="55561"/>
                  <a:pt x="427366" y="55561"/>
                </a:cubicBezTo>
                <a:cubicBezTo>
                  <a:pt x="426731" y="55561"/>
                  <a:pt x="426202" y="55534"/>
                  <a:pt x="425779" y="55482"/>
                </a:cubicBezTo>
                <a:cubicBezTo>
                  <a:pt x="425356" y="55429"/>
                  <a:pt x="425018" y="55349"/>
                  <a:pt x="424767" y="55243"/>
                </a:cubicBezTo>
                <a:cubicBezTo>
                  <a:pt x="424516" y="55138"/>
                  <a:pt x="424344" y="55012"/>
                  <a:pt x="424251" y="54866"/>
                </a:cubicBezTo>
                <a:cubicBezTo>
                  <a:pt x="424158" y="54720"/>
                  <a:pt x="424112" y="54541"/>
                  <a:pt x="424112" y="54329"/>
                </a:cubicBezTo>
                <a:lnTo>
                  <a:pt x="424112" y="1271"/>
                </a:lnTo>
                <a:cubicBezTo>
                  <a:pt x="424112" y="1060"/>
                  <a:pt x="424158" y="874"/>
                  <a:pt x="424251" y="716"/>
                </a:cubicBezTo>
                <a:cubicBezTo>
                  <a:pt x="424344" y="556"/>
                  <a:pt x="424516" y="423"/>
                  <a:pt x="424767" y="317"/>
                </a:cubicBezTo>
                <a:cubicBezTo>
                  <a:pt x="425018" y="212"/>
                  <a:pt x="425356" y="132"/>
                  <a:pt x="425779" y="79"/>
                </a:cubicBezTo>
                <a:cubicBezTo>
                  <a:pt x="426202" y="26"/>
                  <a:pt x="426731" y="0"/>
                  <a:pt x="427366" y="0"/>
                </a:cubicBezTo>
                <a:cubicBezTo>
                  <a:pt x="428028" y="0"/>
                  <a:pt x="428570" y="26"/>
                  <a:pt x="428994" y="79"/>
                </a:cubicBezTo>
                <a:cubicBezTo>
                  <a:pt x="429417" y="132"/>
                  <a:pt x="429748" y="212"/>
                  <a:pt x="429986" y="319"/>
                </a:cubicBezTo>
                <a:cubicBezTo>
                  <a:pt x="430224" y="425"/>
                  <a:pt x="430396" y="557"/>
                  <a:pt x="430502" y="716"/>
                </a:cubicBezTo>
                <a:cubicBezTo>
                  <a:pt x="430607" y="874"/>
                  <a:pt x="430660" y="1060"/>
                  <a:pt x="430660" y="1272"/>
                </a:cubicBezTo>
                <a:lnTo>
                  <a:pt x="430660" y="22701"/>
                </a:lnTo>
                <a:cubicBezTo>
                  <a:pt x="432539" y="20716"/>
                  <a:pt x="434431" y="19241"/>
                  <a:pt x="436335" y="18276"/>
                </a:cubicBezTo>
                <a:cubicBezTo>
                  <a:pt x="438240" y="17310"/>
                  <a:pt x="440159" y="16827"/>
                  <a:pt x="442090" y="16827"/>
                </a:cubicBezTo>
                <a:cubicBezTo>
                  <a:pt x="444471" y="16827"/>
                  <a:pt x="446475" y="17231"/>
                  <a:pt x="448103" y="18037"/>
                </a:cubicBezTo>
                <a:cubicBezTo>
                  <a:pt x="449730" y="18844"/>
                  <a:pt x="451046" y="19923"/>
                  <a:pt x="452051" y="21272"/>
                </a:cubicBezTo>
                <a:cubicBezTo>
                  <a:pt x="453057" y="22621"/>
                  <a:pt x="453778" y="24202"/>
                  <a:pt x="454214" y="26014"/>
                </a:cubicBezTo>
                <a:cubicBezTo>
                  <a:pt x="454651" y="27827"/>
                  <a:pt x="454869" y="30016"/>
                  <a:pt x="454869" y="32583"/>
                </a:cubicBezTo>
                <a:lnTo>
                  <a:pt x="454869" y="54331"/>
                </a:lnTo>
                <a:close/>
                <a:moveTo>
                  <a:pt x="493398" y="54370"/>
                </a:moveTo>
                <a:cubicBezTo>
                  <a:pt x="493398" y="54688"/>
                  <a:pt x="493292" y="54926"/>
                  <a:pt x="493080" y="55085"/>
                </a:cubicBezTo>
                <a:cubicBezTo>
                  <a:pt x="492869" y="55243"/>
                  <a:pt x="492578" y="55362"/>
                  <a:pt x="492207" y="55442"/>
                </a:cubicBezTo>
                <a:cubicBezTo>
                  <a:pt x="491837" y="55521"/>
                  <a:pt x="491294" y="55561"/>
                  <a:pt x="490580" y="55561"/>
                </a:cubicBezTo>
                <a:cubicBezTo>
                  <a:pt x="489892" y="55561"/>
                  <a:pt x="489343" y="55521"/>
                  <a:pt x="488933" y="55442"/>
                </a:cubicBezTo>
                <a:cubicBezTo>
                  <a:pt x="488523" y="55362"/>
                  <a:pt x="488225" y="55243"/>
                  <a:pt x="488040" y="55085"/>
                </a:cubicBezTo>
                <a:cubicBezTo>
                  <a:pt x="487855" y="54926"/>
                  <a:pt x="487762" y="54688"/>
                  <a:pt x="487762" y="54370"/>
                </a:cubicBezTo>
                <a:lnTo>
                  <a:pt x="487762" y="50799"/>
                </a:lnTo>
                <a:cubicBezTo>
                  <a:pt x="486201" y="52465"/>
                  <a:pt x="484462" y="53768"/>
                  <a:pt x="482544" y="54708"/>
                </a:cubicBezTo>
                <a:cubicBezTo>
                  <a:pt x="480625" y="55647"/>
                  <a:pt x="478595" y="56117"/>
                  <a:pt x="476452" y="56117"/>
                </a:cubicBezTo>
                <a:cubicBezTo>
                  <a:pt x="474573" y="56117"/>
                  <a:pt x="472873" y="55871"/>
                  <a:pt x="471352" y="55380"/>
                </a:cubicBezTo>
                <a:cubicBezTo>
                  <a:pt x="469831" y="54889"/>
                  <a:pt x="468534" y="54179"/>
                  <a:pt x="467463" y="53249"/>
                </a:cubicBezTo>
                <a:cubicBezTo>
                  <a:pt x="466391" y="52320"/>
                  <a:pt x="465558" y="51178"/>
                  <a:pt x="464963" y="49825"/>
                </a:cubicBezTo>
                <a:cubicBezTo>
                  <a:pt x="464367" y="48471"/>
                  <a:pt x="464070" y="46930"/>
                  <a:pt x="464070" y="45204"/>
                </a:cubicBezTo>
                <a:cubicBezTo>
                  <a:pt x="464070" y="43187"/>
                  <a:pt x="464480" y="41435"/>
                  <a:pt x="465300" y="39948"/>
                </a:cubicBezTo>
                <a:cubicBezTo>
                  <a:pt x="466120" y="38461"/>
                  <a:pt x="467297" y="37226"/>
                  <a:pt x="468832" y="36244"/>
                </a:cubicBezTo>
                <a:cubicBezTo>
                  <a:pt x="470367" y="35261"/>
                  <a:pt x="472245" y="34525"/>
                  <a:pt x="474467" y="34034"/>
                </a:cubicBezTo>
                <a:cubicBezTo>
                  <a:pt x="476690" y="33542"/>
                  <a:pt x="479190" y="33297"/>
                  <a:pt x="481968" y="33297"/>
                </a:cubicBezTo>
                <a:lnTo>
                  <a:pt x="486889" y="33297"/>
                </a:lnTo>
                <a:lnTo>
                  <a:pt x="486889" y="30529"/>
                </a:lnTo>
                <a:cubicBezTo>
                  <a:pt x="486889" y="29158"/>
                  <a:pt x="486744" y="27945"/>
                  <a:pt x="486453" y="26891"/>
                </a:cubicBezTo>
                <a:cubicBezTo>
                  <a:pt x="486162" y="25836"/>
                  <a:pt x="485692" y="24959"/>
                  <a:pt x="485044" y="24261"/>
                </a:cubicBezTo>
                <a:cubicBezTo>
                  <a:pt x="484396" y="23562"/>
                  <a:pt x="483556" y="23035"/>
                  <a:pt x="482524" y="22680"/>
                </a:cubicBezTo>
                <a:cubicBezTo>
                  <a:pt x="481492" y="22323"/>
                  <a:pt x="480222" y="22145"/>
                  <a:pt x="478714" y="22145"/>
                </a:cubicBezTo>
                <a:cubicBezTo>
                  <a:pt x="477100" y="22145"/>
                  <a:pt x="475651" y="22335"/>
                  <a:pt x="474368" y="22714"/>
                </a:cubicBezTo>
                <a:cubicBezTo>
                  <a:pt x="473085" y="23094"/>
                  <a:pt x="471961" y="23513"/>
                  <a:pt x="470995" y="23971"/>
                </a:cubicBezTo>
                <a:cubicBezTo>
                  <a:pt x="470029" y="24429"/>
                  <a:pt x="469222" y="24847"/>
                  <a:pt x="468574" y="25227"/>
                </a:cubicBezTo>
                <a:cubicBezTo>
                  <a:pt x="467926" y="25606"/>
                  <a:pt x="467443" y="25796"/>
                  <a:pt x="467125" y="25796"/>
                </a:cubicBezTo>
                <a:cubicBezTo>
                  <a:pt x="466914" y="25796"/>
                  <a:pt x="466729" y="25743"/>
                  <a:pt x="466570" y="25637"/>
                </a:cubicBezTo>
                <a:cubicBezTo>
                  <a:pt x="466411" y="25532"/>
                  <a:pt x="466272" y="25373"/>
                  <a:pt x="466153" y="25161"/>
                </a:cubicBezTo>
                <a:cubicBezTo>
                  <a:pt x="466034" y="24950"/>
                  <a:pt x="465948" y="24678"/>
                  <a:pt x="465895" y="24348"/>
                </a:cubicBezTo>
                <a:cubicBezTo>
                  <a:pt x="465842" y="24017"/>
                  <a:pt x="465816" y="23653"/>
                  <a:pt x="465816" y="23256"/>
                </a:cubicBezTo>
                <a:cubicBezTo>
                  <a:pt x="465816" y="22595"/>
                  <a:pt x="465862" y="22072"/>
                  <a:pt x="465955" y="21689"/>
                </a:cubicBezTo>
                <a:cubicBezTo>
                  <a:pt x="466047" y="21305"/>
                  <a:pt x="466272" y="20941"/>
                  <a:pt x="466629" y="20597"/>
                </a:cubicBezTo>
                <a:cubicBezTo>
                  <a:pt x="466987" y="20253"/>
                  <a:pt x="467602" y="19853"/>
                  <a:pt x="468475" y="19395"/>
                </a:cubicBezTo>
                <a:cubicBezTo>
                  <a:pt x="469348" y="18937"/>
                  <a:pt x="470353" y="18519"/>
                  <a:pt x="471491" y="18140"/>
                </a:cubicBezTo>
                <a:cubicBezTo>
                  <a:pt x="472629" y="17762"/>
                  <a:pt x="473872" y="17448"/>
                  <a:pt x="475221" y="17200"/>
                </a:cubicBezTo>
                <a:cubicBezTo>
                  <a:pt x="476571" y="16951"/>
                  <a:pt x="477933" y="16827"/>
                  <a:pt x="479309" y="16827"/>
                </a:cubicBezTo>
                <a:cubicBezTo>
                  <a:pt x="481876" y="16827"/>
                  <a:pt x="484058" y="17118"/>
                  <a:pt x="485857" y="17700"/>
                </a:cubicBezTo>
                <a:cubicBezTo>
                  <a:pt x="487657" y="18282"/>
                  <a:pt x="489112" y="19135"/>
                  <a:pt x="490223" y="20260"/>
                </a:cubicBezTo>
                <a:cubicBezTo>
                  <a:pt x="491334" y="21384"/>
                  <a:pt x="492141" y="22780"/>
                  <a:pt x="492644" y="24447"/>
                </a:cubicBezTo>
                <a:cubicBezTo>
                  <a:pt x="493146" y="26114"/>
                  <a:pt x="493398" y="28058"/>
                  <a:pt x="493398" y="30281"/>
                </a:cubicBezTo>
                <a:lnTo>
                  <a:pt x="493398" y="54370"/>
                </a:lnTo>
                <a:moveTo>
                  <a:pt x="486889" y="38020"/>
                </a:moveTo>
                <a:lnTo>
                  <a:pt x="481293" y="38020"/>
                </a:lnTo>
                <a:cubicBezTo>
                  <a:pt x="479494" y="38020"/>
                  <a:pt x="477933" y="38173"/>
                  <a:pt x="476611" y="38480"/>
                </a:cubicBezTo>
                <a:cubicBezTo>
                  <a:pt x="475288" y="38786"/>
                  <a:pt x="474190" y="39238"/>
                  <a:pt x="473317" y="39836"/>
                </a:cubicBezTo>
                <a:cubicBezTo>
                  <a:pt x="472443" y="40435"/>
                  <a:pt x="471802" y="41154"/>
                  <a:pt x="471392" y="41993"/>
                </a:cubicBezTo>
                <a:cubicBezTo>
                  <a:pt x="470982" y="42832"/>
                  <a:pt x="470777" y="43796"/>
                  <a:pt x="470777" y="44888"/>
                </a:cubicBezTo>
                <a:cubicBezTo>
                  <a:pt x="470777" y="46751"/>
                  <a:pt x="471365" y="48235"/>
                  <a:pt x="472543" y="49340"/>
                </a:cubicBezTo>
                <a:cubicBezTo>
                  <a:pt x="473720" y="50445"/>
                  <a:pt x="475367" y="50997"/>
                  <a:pt x="477484" y="50997"/>
                </a:cubicBezTo>
                <a:cubicBezTo>
                  <a:pt x="479203" y="50997"/>
                  <a:pt x="480797" y="50558"/>
                  <a:pt x="482266" y="49680"/>
                </a:cubicBezTo>
                <a:cubicBezTo>
                  <a:pt x="483734" y="48801"/>
                  <a:pt x="485275" y="47457"/>
                  <a:pt x="486889" y="45647"/>
                </a:cubicBezTo>
                <a:lnTo>
                  <a:pt x="486889" y="38020"/>
                </a:lnTo>
                <a:close/>
                <a:moveTo>
                  <a:pt x="523272" y="51751"/>
                </a:moveTo>
                <a:cubicBezTo>
                  <a:pt x="523272" y="52518"/>
                  <a:pt x="523219" y="53127"/>
                  <a:pt x="523113" y="53577"/>
                </a:cubicBezTo>
                <a:cubicBezTo>
                  <a:pt x="523008" y="54026"/>
                  <a:pt x="522849" y="54357"/>
                  <a:pt x="522637" y="54569"/>
                </a:cubicBezTo>
                <a:cubicBezTo>
                  <a:pt x="522426" y="54780"/>
                  <a:pt x="522108" y="54979"/>
                  <a:pt x="521685" y="55164"/>
                </a:cubicBezTo>
                <a:cubicBezTo>
                  <a:pt x="521261" y="55349"/>
                  <a:pt x="520779" y="55501"/>
                  <a:pt x="520236" y="55620"/>
                </a:cubicBezTo>
                <a:cubicBezTo>
                  <a:pt x="519694" y="55740"/>
                  <a:pt x="519118" y="55839"/>
                  <a:pt x="518510" y="55918"/>
                </a:cubicBezTo>
                <a:cubicBezTo>
                  <a:pt x="517901" y="55997"/>
                  <a:pt x="517293" y="56037"/>
                  <a:pt x="516684" y="56037"/>
                </a:cubicBezTo>
                <a:cubicBezTo>
                  <a:pt x="514832" y="56037"/>
                  <a:pt x="513245" y="55792"/>
                  <a:pt x="511922" y="55302"/>
                </a:cubicBezTo>
                <a:cubicBezTo>
                  <a:pt x="510599" y="54811"/>
                  <a:pt x="509514" y="54068"/>
                  <a:pt x="508668" y="53073"/>
                </a:cubicBezTo>
                <a:cubicBezTo>
                  <a:pt x="507821" y="52078"/>
                  <a:pt x="507206" y="50819"/>
                  <a:pt x="506822" y="49294"/>
                </a:cubicBezTo>
                <a:cubicBezTo>
                  <a:pt x="506439" y="47770"/>
                  <a:pt x="506247" y="45973"/>
                  <a:pt x="506247" y="43904"/>
                </a:cubicBezTo>
                <a:lnTo>
                  <a:pt x="506247" y="22978"/>
                </a:lnTo>
                <a:lnTo>
                  <a:pt x="501246" y="22978"/>
                </a:lnTo>
                <a:cubicBezTo>
                  <a:pt x="500849" y="22978"/>
                  <a:pt x="500532" y="22767"/>
                  <a:pt x="500294" y="22343"/>
                </a:cubicBezTo>
                <a:cubicBezTo>
                  <a:pt x="500056" y="21920"/>
                  <a:pt x="499937" y="21232"/>
                  <a:pt x="499937" y="20280"/>
                </a:cubicBezTo>
                <a:cubicBezTo>
                  <a:pt x="499937" y="19777"/>
                  <a:pt x="499970" y="19354"/>
                  <a:pt x="500036" y="19010"/>
                </a:cubicBezTo>
                <a:cubicBezTo>
                  <a:pt x="500102" y="18666"/>
                  <a:pt x="500188" y="18381"/>
                  <a:pt x="500294" y="18157"/>
                </a:cubicBezTo>
                <a:cubicBezTo>
                  <a:pt x="500400" y="17932"/>
                  <a:pt x="500539" y="17773"/>
                  <a:pt x="500711" y="17680"/>
                </a:cubicBezTo>
                <a:cubicBezTo>
                  <a:pt x="500883" y="17588"/>
                  <a:pt x="501074" y="17541"/>
                  <a:pt x="501286" y="17541"/>
                </a:cubicBezTo>
                <a:lnTo>
                  <a:pt x="506247" y="17541"/>
                </a:lnTo>
                <a:lnTo>
                  <a:pt x="506247" y="9048"/>
                </a:lnTo>
                <a:cubicBezTo>
                  <a:pt x="506247" y="8863"/>
                  <a:pt x="506293" y="8691"/>
                  <a:pt x="506386" y="8533"/>
                </a:cubicBezTo>
                <a:cubicBezTo>
                  <a:pt x="506478" y="8374"/>
                  <a:pt x="506650" y="8235"/>
                  <a:pt x="506902" y="8116"/>
                </a:cubicBezTo>
                <a:cubicBezTo>
                  <a:pt x="507153" y="7997"/>
                  <a:pt x="507490" y="7911"/>
                  <a:pt x="507914" y="7858"/>
                </a:cubicBezTo>
                <a:cubicBezTo>
                  <a:pt x="508337" y="7805"/>
                  <a:pt x="508866" y="7779"/>
                  <a:pt x="509501" y="7779"/>
                </a:cubicBezTo>
                <a:cubicBezTo>
                  <a:pt x="510163" y="7779"/>
                  <a:pt x="510705" y="7805"/>
                  <a:pt x="511128" y="7858"/>
                </a:cubicBezTo>
                <a:cubicBezTo>
                  <a:pt x="511552" y="7911"/>
                  <a:pt x="511882" y="7997"/>
                  <a:pt x="512120" y="8116"/>
                </a:cubicBezTo>
                <a:cubicBezTo>
                  <a:pt x="512358" y="8235"/>
                  <a:pt x="512530" y="8374"/>
                  <a:pt x="512636" y="8533"/>
                </a:cubicBezTo>
                <a:cubicBezTo>
                  <a:pt x="512742" y="8691"/>
                  <a:pt x="512795" y="8863"/>
                  <a:pt x="512795" y="9048"/>
                </a:cubicBezTo>
                <a:lnTo>
                  <a:pt x="512795" y="17541"/>
                </a:lnTo>
                <a:lnTo>
                  <a:pt x="521963" y="17541"/>
                </a:lnTo>
                <a:cubicBezTo>
                  <a:pt x="522174" y="17541"/>
                  <a:pt x="522359" y="17588"/>
                  <a:pt x="522518" y="17680"/>
                </a:cubicBezTo>
                <a:cubicBezTo>
                  <a:pt x="522677" y="17773"/>
                  <a:pt x="522816" y="17932"/>
                  <a:pt x="522935" y="18157"/>
                </a:cubicBezTo>
                <a:cubicBezTo>
                  <a:pt x="523054" y="18381"/>
                  <a:pt x="523140" y="18666"/>
                  <a:pt x="523193" y="19010"/>
                </a:cubicBezTo>
                <a:cubicBezTo>
                  <a:pt x="523246" y="19354"/>
                  <a:pt x="523272" y="19777"/>
                  <a:pt x="523272" y="20280"/>
                </a:cubicBezTo>
                <a:cubicBezTo>
                  <a:pt x="523272" y="21232"/>
                  <a:pt x="523153" y="21920"/>
                  <a:pt x="522915" y="22343"/>
                </a:cubicBezTo>
                <a:cubicBezTo>
                  <a:pt x="522677" y="22767"/>
                  <a:pt x="522359" y="22978"/>
                  <a:pt x="521963" y="22978"/>
                </a:cubicBezTo>
                <a:lnTo>
                  <a:pt x="512795" y="22978"/>
                </a:lnTo>
                <a:lnTo>
                  <a:pt x="512795" y="42959"/>
                </a:lnTo>
                <a:cubicBezTo>
                  <a:pt x="512795" y="45426"/>
                  <a:pt x="513159" y="47290"/>
                  <a:pt x="513886" y="48551"/>
                </a:cubicBezTo>
                <a:cubicBezTo>
                  <a:pt x="514614" y="49811"/>
                  <a:pt x="515917" y="50441"/>
                  <a:pt x="517796" y="50441"/>
                </a:cubicBezTo>
                <a:cubicBezTo>
                  <a:pt x="518404" y="50441"/>
                  <a:pt x="518946" y="50382"/>
                  <a:pt x="519423" y="50263"/>
                </a:cubicBezTo>
                <a:cubicBezTo>
                  <a:pt x="519899" y="50144"/>
                  <a:pt x="520322" y="50018"/>
                  <a:pt x="520693" y="49886"/>
                </a:cubicBezTo>
                <a:cubicBezTo>
                  <a:pt x="521063" y="49753"/>
                  <a:pt x="521381" y="49628"/>
                  <a:pt x="521645" y="49509"/>
                </a:cubicBezTo>
                <a:cubicBezTo>
                  <a:pt x="521910" y="49390"/>
                  <a:pt x="522148" y="49330"/>
                  <a:pt x="522359" y="49330"/>
                </a:cubicBezTo>
                <a:cubicBezTo>
                  <a:pt x="522492" y="49330"/>
                  <a:pt x="522617" y="49363"/>
                  <a:pt x="522736" y="49429"/>
                </a:cubicBezTo>
                <a:cubicBezTo>
                  <a:pt x="522856" y="49496"/>
                  <a:pt x="522948" y="49621"/>
                  <a:pt x="523014" y="49806"/>
                </a:cubicBezTo>
                <a:cubicBezTo>
                  <a:pt x="523080" y="49992"/>
                  <a:pt x="523140" y="50243"/>
                  <a:pt x="523193" y="50560"/>
                </a:cubicBezTo>
                <a:cubicBezTo>
                  <a:pt x="523246" y="50878"/>
                  <a:pt x="523272" y="51275"/>
                  <a:pt x="523272" y="51751"/>
                </a:cubicBezTo>
                <a:close/>
                <a:moveTo>
                  <a:pt x="578122" y="54370"/>
                </a:moveTo>
                <a:cubicBezTo>
                  <a:pt x="578122" y="54688"/>
                  <a:pt x="578016" y="54926"/>
                  <a:pt x="577804" y="55085"/>
                </a:cubicBezTo>
                <a:cubicBezTo>
                  <a:pt x="577592" y="55243"/>
                  <a:pt x="577301" y="55362"/>
                  <a:pt x="576931" y="55442"/>
                </a:cubicBezTo>
                <a:cubicBezTo>
                  <a:pt x="576561" y="55521"/>
                  <a:pt x="576018" y="55561"/>
                  <a:pt x="575304" y="55561"/>
                </a:cubicBezTo>
                <a:cubicBezTo>
                  <a:pt x="574616" y="55561"/>
                  <a:pt x="574067" y="55521"/>
                  <a:pt x="573657" y="55442"/>
                </a:cubicBezTo>
                <a:cubicBezTo>
                  <a:pt x="573247" y="55362"/>
                  <a:pt x="572949" y="55243"/>
                  <a:pt x="572764" y="55085"/>
                </a:cubicBezTo>
                <a:cubicBezTo>
                  <a:pt x="572579" y="54926"/>
                  <a:pt x="572486" y="54688"/>
                  <a:pt x="572486" y="54370"/>
                </a:cubicBezTo>
                <a:lnTo>
                  <a:pt x="572486" y="50799"/>
                </a:lnTo>
                <a:cubicBezTo>
                  <a:pt x="570925" y="52465"/>
                  <a:pt x="569186" y="53768"/>
                  <a:pt x="567267" y="54708"/>
                </a:cubicBezTo>
                <a:cubicBezTo>
                  <a:pt x="565349" y="55647"/>
                  <a:pt x="563319" y="56117"/>
                  <a:pt x="561176" y="56117"/>
                </a:cubicBezTo>
                <a:cubicBezTo>
                  <a:pt x="559297" y="56117"/>
                  <a:pt x="557597" y="55871"/>
                  <a:pt x="556076" y="55380"/>
                </a:cubicBezTo>
                <a:cubicBezTo>
                  <a:pt x="554555" y="54889"/>
                  <a:pt x="553258" y="54179"/>
                  <a:pt x="552187" y="53249"/>
                </a:cubicBezTo>
                <a:cubicBezTo>
                  <a:pt x="551115" y="52320"/>
                  <a:pt x="550282" y="51178"/>
                  <a:pt x="549686" y="49825"/>
                </a:cubicBezTo>
                <a:cubicBezTo>
                  <a:pt x="549091" y="48471"/>
                  <a:pt x="548793" y="46930"/>
                  <a:pt x="548793" y="45204"/>
                </a:cubicBezTo>
                <a:cubicBezTo>
                  <a:pt x="548793" y="43187"/>
                  <a:pt x="549203" y="41435"/>
                  <a:pt x="550024" y="39948"/>
                </a:cubicBezTo>
                <a:cubicBezTo>
                  <a:pt x="550844" y="38461"/>
                  <a:pt x="552021" y="37226"/>
                  <a:pt x="553556" y="36244"/>
                </a:cubicBezTo>
                <a:cubicBezTo>
                  <a:pt x="555090" y="35261"/>
                  <a:pt x="556969" y="34525"/>
                  <a:pt x="559191" y="34034"/>
                </a:cubicBezTo>
                <a:cubicBezTo>
                  <a:pt x="561414" y="33542"/>
                  <a:pt x="563914" y="33297"/>
                  <a:pt x="566692" y="33297"/>
                </a:cubicBezTo>
                <a:lnTo>
                  <a:pt x="571613" y="33297"/>
                </a:lnTo>
                <a:lnTo>
                  <a:pt x="571613" y="30529"/>
                </a:lnTo>
                <a:cubicBezTo>
                  <a:pt x="571613" y="29158"/>
                  <a:pt x="571468" y="27945"/>
                  <a:pt x="571177" y="26891"/>
                </a:cubicBezTo>
                <a:cubicBezTo>
                  <a:pt x="570885" y="25836"/>
                  <a:pt x="570416" y="24959"/>
                  <a:pt x="569768" y="24261"/>
                </a:cubicBezTo>
                <a:cubicBezTo>
                  <a:pt x="569119" y="23562"/>
                  <a:pt x="568279" y="23035"/>
                  <a:pt x="567248" y="22680"/>
                </a:cubicBezTo>
                <a:cubicBezTo>
                  <a:pt x="566216" y="22323"/>
                  <a:pt x="564946" y="22145"/>
                  <a:pt x="563438" y="22145"/>
                </a:cubicBezTo>
                <a:cubicBezTo>
                  <a:pt x="561824" y="22145"/>
                  <a:pt x="560375" y="22335"/>
                  <a:pt x="559092" y="22714"/>
                </a:cubicBezTo>
                <a:cubicBezTo>
                  <a:pt x="557809" y="23094"/>
                  <a:pt x="556684" y="23513"/>
                  <a:pt x="555719" y="23971"/>
                </a:cubicBezTo>
                <a:cubicBezTo>
                  <a:pt x="554753" y="24429"/>
                  <a:pt x="553946" y="24847"/>
                  <a:pt x="553298" y="25227"/>
                </a:cubicBezTo>
                <a:cubicBezTo>
                  <a:pt x="552650" y="25606"/>
                  <a:pt x="552167" y="25796"/>
                  <a:pt x="551849" y="25796"/>
                </a:cubicBezTo>
                <a:cubicBezTo>
                  <a:pt x="551638" y="25796"/>
                  <a:pt x="551452" y="25743"/>
                  <a:pt x="551294" y="25637"/>
                </a:cubicBezTo>
                <a:cubicBezTo>
                  <a:pt x="551135" y="25532"/>
                  <a:pt x="550996" y="25373"/>
                  <a:pt x="550877" y="25161"/>
                </a:cubicBezTo>
                <a:cubicBezTo>
                  <a:pt x="550758" y="24950"/>
                  <a:pt x="550672" y="24678"/>
                  <a:pt x="550619" y="24348"/>
                </a:cubicBezTo>
                <a:cubicBezTo>
                  <a:pt x="550566" y="24017"/>
                  <a:pt x="550540" y="23653"/>
                  <a:pt x="550540" y="23256"/>
                </a:cubicBezTo>
                <a:cubicBezTo>
                  <a:pt x="550540" y="22595"/>
                  <a:pt x="550586" y="22072"/>
                  <a:pt x="550678" y="21689"/>
                </a:cubicBezTo>
                <a:cubicBezTo>
                  <a:pt x="550771" y="21305"/>
                  <a:pt x="550996" y="20941"/>
                  <a:pt x="551353" y="20597"/>
                </a:cubicBezTo>
                <a:cubicBezTo>
                  <a:pt x="551710" y="20253"/>
                  <a:pt x="552325" y="19853"/>
                  <a:pt x="553199" y="19395"/>
                </a:cubicBezTo>
                <a:cubicBezTo>
                  <a:pt x="554072" y="18937"/>
                  <a:pt x="555077" y="18519"/>
                  <a:pt x="556215" y="18140"/>
                </a:cubicBezTo>
                <a:cubicBezTo>
                  <a:pt x="557352" y="17762"/>
                  <a:pt x="558596" y="17448"/>
                  <a:pt x="559945" y="17200"/>
                </a:cubicBezTo>
                <a:cubicBezTo>
                  <a:pt x="561295" y="16951"/>
                  <a:pt x="562657" y="16827"/>
                  <a:pt x="564033" y="16827"/>
                </a:cubicBezTo>
                <a:cubicBezTo>
                  <a:pt x="566599" y="16827"/>
                  <a:pt x="568782" y="17118"/>
                  <a:pt x="570581" y="17700"/>
                </a:cubicBezTo>
                <a:cubicBezTo>
                  <a:pt x="572380" y="18282"/>
                  <a:pt x="573835" y="19135"/>
                  <a:pt x="574947" y="20260"/>
                </a:cubicBezTo>
                <a:cubicBezTo>
                  <a:pt x="576058" y="21384"/>
                  <a:pt x="576865" y="22780"/>
                  <a:pt x="577368" y="24447"/>
                </a:cubicBezTo>
                <a:cubicBezTo>
                  <a:pt x="577870" y="26114"/>
                  <a:pt x="578122" y="28058"/>
                  <a:pt x="578122" y="30281"/>
                </a:cubicBezTo>
                <a:lnTo>
                  <a:pt x="578122" y="54370"/>
                </a:lnTo>
                <a:moveTo>
                  <a:pt x="571613" y="38020"/>
                </a:moveTo>
                <a:lnTo>
                  <a:pt x="566017" y="38020"/>
                </a:lnTo>
                <a:cubicBezTo>
                  <a:pt x="564218" y="38020"/>
                  <a:pt x="562657" y="38173"/>
                  <a:pt x="561334" y="38480"/>
                </a:cubicBezTo>
                <a:cubicBezTo>
                  <a:pt x="560011" y="38786"/>
                  <a:pt x="558913" y="39238"/>
                  <a:pt x="558040" y="39836"/>
                </a:cubicBezTo>
                <a:cubicBezTo>
                  <a:pt x="557167" y="40435"/>
                  <a:pt x="556526" y="41154"/>
                  <a:pt x="556116" y="41993"/>
                </a:cubicBezTo>
                <a:cubicBezTo>
                  <a:pt x="555705" y="42832"/>
                  <a:pt x="555500" y="43796"/>
                  <a:pt x="555500" y="44888"/>
                </a:cubicBezTo>
                <a:cubicBezTo>
                  <a:pt x="555500" y="46751"/>
                  <a:pt x="556089" y="48235"/>
                  <a:pt x="557266" y="49340"/>
                </a:cubicBezTo>
                <a:cubicBezTo>
                  <a:pt x="558444" y="50445"/>
                  <a:pt x="560091" y="50997"/>
                  <a:pt x="562207" y="50997"/>
                </a:cubicBezTo>
                <a:cubicBezTo>
                  <a:pt x="563927" y="50997"/>
                  <a:pt x="565521" y="50558"/>
                  <a:pt x="566990" y="49680"/>
                </a:cubicBezTo>
                <a:cubicBezTo>
                  <a:pt x="568458" y="48801"/>
                  <a:pt x="569999" y="47457"/>
                  <a:pt x="571613" y="45647"/>
                </a:cubicBezTo>
                <a:lnTo>
                  <a:pt x="571613" y="38020"/>
                </a:lnTo>
                <a:close/>
                <a:moveTo>
                  <a:pt x="610989" y="20954"/>
                </a:moveTo>
                <a:cubicBezTo>
                  <a:pt x="610989" y="21536"/>
                  <a:pt x="610976" y="22026"/>
                  <a:pt x="610949" y="22423"/>
                </a:cubicBezTo>
                <a:cubicBezTo>
                  <a:pt x="610923" y="22820"/>
                  <a:pt x="610870" y="23131"/>
                  <a:pt x="610790" y="23355"/>
                </a:cubicBezTo>
                <a:cubicBezTo>
                  <a:pt x="610711" y="23580"/>
                  <a:pt x="610612" y="23752"/>
                  <a:pt x="610493" y="23871"/>
                </a:cubicBezTo>
                <a:cubicBezTo>
                  <a:pt x="610374" y="23990"/>
                  <a:pt x="610208" y="24050"/>
                  <a:pt x="609997" y="24050"/>
                </a:cubicBezTo>
                <a:cubicBezTo>
                  <a:pt x="609785" y="24050"/>
                  <a:pt x="609527" y="23990"/>
                  <a:pt x="609223" y="23871"/>
                </a:cubicBezTo>
                <a:cubicBezTo>
                  <a:pt x="608918" y="23752"/>
                  <a:pt x="608574" y="23633"/>
                  <a:pt x="608191" y="23514"/>
                </a:cubicBezTo>
                <a:cubicBezTo>
                  <a:pt x="607807" y="23395"/>
                  <a:pt x="607377" y="23283"/>
                  <a:pt x="606901" y="23177"/>
                </a:cubicBezTo>
                <a:cubicBezTo>
                  <a:pt x="606425" y="23071"/>
                  <a:pt x="605909" y="23018"/>
                  <a:pt x="605353" y="23018"/>
                </a:cubicBezTo>
                <a:cubicBezTo>
                  <a:pt x="604692" y="23018"/>
                  <a:pt x="604044" y="23150"/>
                  <a:pt x="603409" y="23415"/>
                </a:cubicBezTo>
                <a:cubicBezTo>
                  <a:pt x="602774" y="23680"/>
                  <a:pt x="602106" y="24116"/>
                  <a:pt x="601404" y="24725"/>
                </a:cubicBezTo>
                <a:cubicBezTo>
                  <a:pt x="600703" y="25333"/>
                  <a:pt x="599969" y="26140"/>
                  <a:pt x="599202" y="27145"/>
                </a:cubicBezTo>
                <a:cubicBezTo>
                  <a:pt x="598435" y="28151"/>
                  <a:pt x="597588" y="29381"/>
                  <a:pt x="596662" y="30836"/>
                </a:cubicBezTo>
                <a:lnTo>
                  <a:pt x="596662" y="54331"/>
                </a:lnTo>
                <a:cubicBezTo>
                  <a:pt x="596662" y="54542"/>
                  <a:pt x="596609" y="54721"/>
                  <a:pt x="596503" y="54866"/>
                </a:cubicBezTo>
                <a:cubicBezTo>
                  <a:pt x="596397" y="55012"/>
                  <a:pt x="596225" y="55138"/>
                  <a:pt x="595987" y="55243"/>
                </a:cubicBezTo>
                <a:cubicBezTo>
                  <a:pt x="595749" y="55349"/>
                  <a:pt x="595418" y="55429"/>
                  <a:pt x="594995" y="55482"/>
                </a:cubicBezTo>
                <a:cubicBezTo>
                  <a:pt x="594572" y="55534"/>
                  <a:pt x="594029" y="55561"/>
                  <a:pt x="593368" y="55561"/>
                </a:cubicBezTo>
                <a:cubicBezTo>
                  <a:pt x="592733" y="55561"/>
                  <a:pt x="592204" y="55534"/>
                  <a:pt x="591781" y="55482"/>
                </a:cubicBezTo>
                <a:cubicBezTo>
                  <a:pt x="591357" y="55429"/>
                  <a:pt x="591020" y="55349"/>
                  <a:pt x="590769" y="55243"/>
                </a:cubicBezTo>
                <a:cubicBezTo>
                  <a:pt x="590517" y="55138"/>
                  <a:pt x="590345" y="55012"/>
                  <a:pt x="590253" y="54866"/>
                </a:cubicBezTo>
                <a:cubicBezTo>
                  <a:pt x="590160" y="54721"/>
                  <a:pt x="590114" y="54542"/>
                  <a:pt x="590114" y="54331"/>
                </a:cubicBezTo>
                <a:lnTo>
                  <a:pt x="590114" y="18613"/>
                </a:lnTo>
                <a:cubicBezTo>
                  <a:pt x="590114" y="18401"/>
                  <a:pt x="590153" y="18223"/>
                  <a:pt x="590233" y="18077"/>
                </a:cubicBezTo>
                <a:cubicBezTo>
                  <a:pt x="590312" y="17932"/>
                  <a:pt x="590471" y="17799"/>
                  <a:pt x="590709" y="17680"/>
                </a:cubicBezTo>
                <a:cubicBezTo>
                  <a:pt x="590947" y="17561"/>
                  <a:pt x="591251" y="17482"/>
                  <a:pt x="591622" y="17442"/>
                </a:cubicBezTo>
                <a:cubicBezTo>
                  <a:pt x="591992" y="17402"/>
                  <a:pt x="592482" y="17383"/>
                  <a:pt x="593090" y="17383"/>
                </a:cubicBezTo>
                <a:cubicBezTo>
                  <a:pt x="593672" y="17383"/>
                  <a:pt x="594155" y="17402"/>
                  <a:pt x="594539" y="17442"/>
                </a:cubicBezTo>
                <a:cubicBezTo>
                  <a:pt x="594922" y="17482"/>
                  <a:pt x="595220" y="17561"/>
                  <a:pt x="595432" y="17680"/>
                </a:cubicBezTo>
                <a:cubicBezTo>
                  <a:pt x="595643" y="17799"/>
                  <a:pt x="595795" y="17932"/>
                  <a:pt x="595888" y="18077"/>
                </a:cubicBezTo>
                <a:cubicBezTo>
                  <a:pt x="595981" y="18223"/>
                  <a:pt x="596027" y="18401"/>
                  <a:pt x="596027" y="18613"/>
                </a:cubicBezTo>
                <a:lnTo>
                  <a:pt x="596027" y="23812"/>
                </a:lnTo>
                <a:cubicBezTo>
                  <a:pt x="597006" y="22383"/>
                  <a:pt x="597925" y="21219"/>
                  <a:pt x="598785" y="20319"/>
                </a:cubicBezTo>
                <a:cubicBezTo>
                  <a:pt x="599645" y="19420"/>
                  <a:pt x="600459" y="18712"/>
                  <a:pt x="601226" y="18196"/>
                </a:cubicBezTo>
                <a:cubicBezTo>
                  <a:pt x="601993" y="17680"/>
                  <a:pt x="602754" y="17323"/>
                  <a:pt x="603508" y="17125"/>
                </a:cubicBezTo>
                <a:cubicBezTo>
                  <a:pt x="604262" y="16926"/>
                  <a:pt x="605023" y="16827"/>
                  <a:pt x="605790" y="16827"/>
                </a:cubicBezTo>
                <a:cubicBezTo>
                  <a:pt x="606134" y="16827"/>
                  <a:pt x="606524" y="16847"/>
                  <a:pt x="606961" y="16887"/>
                </a:cubicBezTo>
                <a:cubicBezTo>
                  <a:pt x="607397" y="16926"/>
                  <a:pt x="607854" y="16999"/>
                  <a:pt x="608330" y="17105"/>
                </a:cubicBezTo>
                <a:cubicBezTo>
                  <a:pt x="608806" y="17211"/>
                  <a:pt x="609236" y="17330"/>
                  <a:pt x="609620" y="17462"/>
                </a:cubicBezTo>
                <a:cubicBezTo>
                  <a:pt x="610003" y="17594"/>
                  <a:pt x="610274" y="17727"/>
                  <a:pt x="610433" y="17859"/>
                </a:cubicBezTo>
                <a:cubicBezTo>
                  <a:pt x="610592" y="17991"/>
                  <a:pt x="610698" y="18117"/>
                  <a:pt x="610751" y="18236"/>
                </a:cubicBezTo>
                <a:cubicBezTo>
                  <a:pt x="610804" y="18355"/>
                  <a:pt x="610850" y="18507"/>
                  <a:pt x="610890" y="18692"/>
                </a:cubicBezTo>
                <a:cubicBezTo>
                  <a:pt x="610929" y="18877"/>
                  <a:pt x="610956" y="19149"/>
                  <a:pt x="610969" y="19506"/>
                </a:cubicBezTo>
                <a:cubicBezTo>
                  <a:pt x="610982" y="19863"/>
                  <a:pt x="610989" y="20346"/>
                  <a:pt x="610989" y="20954"/>
                </a:cubicBezTo>
                <a:close/>
                <a:moveTo>
                  <a:pt x="647691" y="34924"/>
                </a:moveTo>
                <a:cubicBezTo>
                  <a:pt x="647691" y="35956"/>
                  <a:pt x="647433" y="36690"/>
                  <a:pt x="646917" y="37127"/>
                </a:cubicBezTo>
                <a:cubicBezTo>
                  <a:pt x="646401" y="37563"/>
                  <a:pt x="645813" y="37781"/>
                  <a:pt x="645151" y="37781"/>
                </a:cubicBezTo>
                <a:lnTo>
                  <a:pt x="621736" y="37781"/>
                </a:lnTo>
                <a:cubicBezTo>
                  <a:pt x="621736" y="39772"/>
                  <a:pt x="621935" y="41563"/>
                  <a:pt x="622331" y="43155"/>
                </a:cubicBezTo>
                <a:cubicBezTo>
                  <a:pt x="622728" y="44748"/>
                  <a:pt x="623390" y="46114"/>
                  <a:pt x="624316" y="47255"/>
                </a:cubicBezTo>
                <a:cubicBezTo>
                  <a:pt x="625242" y="48396"/>
                  <a:pt x="626446" y="49272"/>
                  <a:pt x="627927" y="49883"/>
                </a:cubicBezTo>
                <a:cubicBezTo>
                  <a:pt x="629409" y="50493"/>
                  <a:pt x="631221" y="50799"/>
                  <a:pt x="633364" y="50799"/>
                </a:cubicBezTo>
                <a:cubicBezTo>
                  <a:pt x="635058" y="50799"/>
                  <a:pt x="636566" y="50660"/>
                  <a:pt x="637889" y="50382"/>
                </a:cubicBezTo>
                <a:cubicBezTo>
                  <a:pt x="639211" y="50104"/>
                  <a:pt x="640356" y="49793"/>
                  <a:pt x="641321" y="49449"/>
                </a:cubicBezTo>
                <a:cubicBezTo>
                  <a:pt x="642287" y="49105"/>
                  <a:pt x="643081" y="48794"/>
                  <a:pt x="643703" y="48517"/>
                </a:cubicBezTo>
                <a:cubicBezTo>
                  <a:pt x="644324" y="48239"/>
                  <a:pt x="644794" y="48100"/>
                  <a:pt x="645111" y="48100"/>
                </a:cubicBezTo>
                <a:cubicBezTo>
                  <a:pt x="645297" y="48100"/>
                  <a:pt x="645462" y="48146"/>
                  <a:pt x="645608" y="48239"/>
                </a:cubicBezTo>
                <a:cubicBezTo>
                  <a:pt x="645753" y="48331"/>
                  <a:pt x="645866" y="48470"/>
                  <a:pt x="645945" y="48655"/>
                </a:cubicBezTo>
                <a:cubicBezTo>
                  <a:pt x="646024" y="48841"/>
                  <a:pt x="646084" y="49099"/>
                  <a:pt x="646123" y="49429"/>
                </a:cubicBezTo>
                <a:cubicBezTo>
                  <a:pt x="646163" y="49760"/>
                  <a:pt x="646183" y="50164"/>
                  <a:pt x="646183" y="50640"/>
                </a:cubicBezTo>
                <a:cubicBezTo>
                  <a:pt x="646183" y="50984"/>
                  <a:pt x="646170" y="51281"/>
                  <a:pt x="646143" y="51533"/>
                </a:cubicBezTo>
                <a:cubicBezTo>
                  <a:pt x="646117" y="51784"/>
                  <a:pt x="646084" y="52009"/>
                  <a:pt x="646044" y="52207"/>
                </a:cubicBezTo>
                <a:cubicBezTo>
                  <a:pt x="646004" y="52406"/>
                  <a:pt x="645938" y="52584"/>
                  <a:pt x="645846" y="52743"/>
                </a:cubicBezTo>
                <a:cubicBezTo>
                  <a:pt x="645753" y="52902"/>
                  <a:pt x="645634" y="53054"/>
                  <a:pt x="645488" y="53200"/>
                </a:cubicBezTo>
                <a:cubicBezTo>
                  <a:pt x="645343" y="53345"/>
                  <a:pt x="644913" y="53583"/>
                  <a:pt x="644199" y="53914"/>
                </a:cubicBezTo>
                <a:cubicBezTo>
                  <a:pt x="643484" y="54245"/>
                  <a:pt x="642558" y="54569"/>
                  <a:pt x="641421" y="54886"/>
                </a:cubicBezTo>
                <a:cubicBezTo>
                  <a:pt x="640283" y="55204"/>
                  <a:pt x="638967" y="55488"/>
                  <a:pt x="637472" y="55740"/>
                </a:cubicBezTo>
                <a:cubicBezTo>
                  <a:pt x="635977" y="55991"/>
                  <a:pt x="634383" y="56117"/>
                  <a:pt x="632690" y="56117"/>
                </a:cubicBezTo>
                <a:cubicBezTo>
                  <a:pt x="629753" y="56117"/>
                  <a:pt x="627180" y="55706"/>
                  <a:pt x="624971" y="54885"/>
                </a:cubicBezTo>
                <a:cubicBezTo>
                  <a:pt x="622761" y="54064"/>
                  <a:pt x="620903" y="52846"/>
                  <a:pt x="619395" y="51230"/>
                </a:cubicBezTo>
                <a:cubicBezTo>
                  <a:pt x="617887" y="49615"/>
                  <a:pt x="616749" y="47589"/>
                  <a:pt x="615982" y="45152"/>
                </a:cubicBezTo>
                <a:cubicBezTo>
                  <a:pt x="615214" y="42715"/>
                  <a:pt x="614831" y="39882"/>
                  <a:pt x="614831" y="36650"/>
                </a:cubicBezTo>
                <a:cubicBezTo>
                  <a:pt x="614831" y="33578"/>
                  <a:pt x="615228" y="30817"/>
                  <a:pt x="616021" y="28367"/>
                </a:cubicBezTo>
                <a:cubicBezTo>
                  <a:pt x="616815" y="25917"/>
                  <a:pt x="617959" y="23838"/>
                  <a:pt x="619454" y="22130"/>
                </a:cubicBezTo>
                <a:cubicBezTo>
                  <a:pt x="620949" y="20422"/>
                  <a:pt x="622755" y="19111"/>
                  <a:pt x="624871" y="18197"/>
                </a:cubicBezTo>
                <a:cubicBezTo>
                  <a:pt x="626988" y="17284"/>
                  <a:pt x="629356" y="16827"/>
                  <a:pt x="631975" y="16827"/>
                </a:cubicBezTo>
                <a:cubicBezTo>
                  <a:pt x="634780" y="16827"/>
                  <a:pt x="637168" y="17277"/>
                  <a:pt x="639139" y="18176"/>
                </a:cubicBezTo>
                <a:cubicBezTo>
                  <a:pt x="641110" y="19076"/>
                  <a:pt x="642730" y="20286"/>
                  <a:pt x="644000" y="21808"/>
                </a:cubicBezTo>
                <a:cubicBezTo>
                  <a:pt x="645270" y="23329"/>
                  <a:pt x="646203" y="25115"/>
                  <a:pt x="646798" y="27165"/>
                </a:cubicBezTo>
                <a:cubicBezTo>
                  <a:pt x="647393" y="29216"/>
                  <a:pt x="647691" y="31405"/>
                  <a:pt x="647691" y="33733"/>
                </a:cubicBezTo>
                <a:lnTo>
                  <a:pt x="647691" y="34924"/>
                </a:lnTo>
                <a:moveTo>
                  <a:pt x="641103" y="32979"/>
                </a:moveTo>
                <a:cubicBezTo>
                  <a:pt x="641183" y="29540"/>
                  <a:pt x="640422" y="26841"/>
                  <a:pt x="638821" y="24883"/>
                </a:cubicBezTo>
                <a:cubicBezTo>
                  <a:pt x="637220" y="22925"/>
                  <a:pt x="634846" y="21947"/>
                  <a:pt x="631697" y="21947"/>
                </a:cubicBezTo>
                <a:cubicBezTo>
                  <a:pt x="630084" y="21947"/>
                  <a:pt x="628668" y="22251"/>
                  <a:pt x="627451" y="22859"/>
                </a:cubicBezTo>
                <a:cubicBezTo>
                  <a:pt x="626234" y="23468"/>
                  <a:pt x="625215" y="24275"/>
                  <a:pt x="624395" y="25280"/>
                </a:cubicBezTo>
                <a:cubicBezTo>
                  <a:pt x="623575" y="26286"/>
                  <a:pt x="622940" y="27456"/>
                  <a:pt x="622490" y="28792"/>
                </a:cubicBezTo>
                <a:cubicBezTo>
                  <a:pt x="622040" y="30129"/>
                  <a:pt x="621789" y="31524"/>
                  <a:pt x="621736" y="32979"/>
                </a:cubicBezTo>
                <a:lnTo>
                  <a:pt x="641103" y="32979"/>
                </a:lnTo>
                <a:close/>
                <a:moveTo>
                  <a:pt x="682118" y="54329"/>
                </a:moveTo>
                <a:cubicBezTo>
                  <a:pt x="682118" y="54541"/>
                  <a:pt x="682065" y="54720"/>
                  <a:pt x="681959" y="54866"/>
                </a:cubicBezTo>
                <a:cubicBezTo>
                  <a:pt x="681853" y="55012"/>
                  <a:pt x="681681" y="55138"/>
                  <a:pt x="681443" y="55243"/>
                </a:cubicBezTo>
                <a:cubicBezTo>
                  <a:pt x="681205" y="55349"/>
                  <a:pt x="680874" y="55429"/>
                  <a:pt x="680451" y="55482"/>
                </a:cubicBezTo>
                <a:cubicBezTo>
                  <a:pt x="680028" y="55534"/>
                  <a:pt x="679485" y="55561"/>
                  <a:pt x="678824" y="55561"/>
                </a:cubicBezTo>
                <a:cubicBezTo>
                  <a:pt x="678189" y="55561"/>
                  <a:pt x="677660" y="55534"/>
                  <a:pt x="677236" y="55482"/>
                </a:cubicBezTo>
                <a:cubicBezTo>
                  <a:pt x="676813" y="55429"/>
                  <a:pt x="676476" y="55349"/>
                  <a:pt x="676224" y="55243"/>
                </a:cubicBezTo>
                <a:cubicBezTo>
                  <a:pt x="675973" y="55138"/>
                  <a:pt x="675801" y="55012"/>
                  <a:pt x="675708" y="54866"/>
                </a:cubicBezTo>
                <a:cubicBezTo>
                  <a:pt x="675616" y="54720"/>
                  <a:pt x="675570" y="54541"/>
                  <a:pt x="675570" y="54329"/>
                </a:cubicBezTo>
                <a:lnTo>
                  <a:pt x="675570" y="1271"/>
                </a:lnTo>
                <a:cubicBezTo>
                  <a:pt x="675570" y="1060"/>
                  <a:pt x="675616" y="874"/>
                  <a:pt x="675708" y="716"/>
                </a:cubicBezTo>
                <a:cubicBezTo>
                  <a:pt x="675801" y="556"/>
                  <a:pt x="675973" y="423"/>
                  <a:pt x="676224" y="317"/>
                </a:cubicBezTo>
                <a:cubicBezTo>
                  <a:pt x="676476" y="212"/>
                  <a:pt x="676813" y="132"/>
                  <a:pt x="677236" y="79"/>
                </a:cubicBezTo>
                <a:cubicBezTo>
                  <a:pt x="677660" y="26"/>
                  <a:pt x="678189" y="0"/>
                  <a:pt x="678824" y="0"/>
                </a:cubicBezTo>
                <a:cubicBezTo>
                  <a:pt x="679485" y="0"/>
                  <a:pt x="680028" y="26"/>
                  <a:pt x="680451" y="79"/>
                </a:cubicBezTo>
                <a:cubicBezTo>
                  <a:pt x="680874" y="132"/>
                  <a:pt x="681205" y="212"/>
                  <a:pt x="681443" y="317"/>
                </a:cubicBezTo>
                <a:cubicBezTo>
                  <a:pt x="681681" y="423"/>
                  <a:pt x="681853" y="556"/>
                  <a:pt x="681959" y="716"/>
                </a:cubicBezTo>
                <a:cubicBezTo>
                  <a:pt x="682065" y="874"/>
                  <a:pt x="682118" y="1060"/>
                  <a:pt x="682118" y="1271"/>
                </a:cubicBezTo>
                <a:lnTo>
                  <a:pt x="682118" y="54329"/>
                </a:lnTo>
                <a:close/>
                <a:moveTo>
                  <a:pt x="700877" y="54331"/>
                </a:moveTo>
                <a:cubicBezTo>
                  <a:pt x="700877" y="54542"/>
                  <a:pt x="700824" y="54721"/>
                  <a:pt x="700718" y="54866"/>
                </a:cubicBezTo>
                <a:cubicBezTo>
                  <a:pt x="700612" y="55012"/>
                  <a:pt x="700440" y="55138"/>
                  <a:pt x="700202" y="55243"/>
                </a:cubicBezTo>
                <a:cubicBezTo>
                  <a:pt x="699964" y="55349"/>
                  <a:pt x="699633" y="55429"/>
                  <a:pt x="699210" y="55482"/>
                </a:cubicBezTo>
                <a:cubicBezTo>
                  <a:pt x="698787" y="55534"/>
                  <a:pt x="698244" y="55561"/>
                  <a:pt x="697583" y="55561"/>
                </a:cubicBezTo>
                <a:cubicBezTo>
                  <a:pt x="696948" y="55561"/>
                  <a:pt x="696419" y="55534"/>
                  <a:pt x="695995" y="55482"/>
                </a:cubicBezTo>
                <a:cubicBezTo>
                  <a:pt x="695572" y="55429"/>
                  <a:pt x="695235" y="55349"/>
                  <a:pt x="694983" y="55243"/>
                </a:cubicBezTo>
                <a:cubicBezTo>
                  <a:pt x="694732" y="55138"/>
                  <a:pt x="694560" y="55012"/>
                  <a:pt x="694467" y="54866"/>
                </a:cubicBezTo>
                <a:cubicBezTo>
                  <a:pt x="694375" y="54721"/>
                  <a:pt x="694328" y="54542"/>
                  <a:pt x="694328" y="54331"/>
                </a:cubicBezTo>
                <a:lnTo>
                  <a:pt x="694328" y="18613"/>
                </a:lnTo>
                <a:cubicBezTo>
                  <a:pt x="694328" y="18428"/>
                  <a:pt x="694375" y="18256"/>
                  <a:pt x="694467" y="18097"/>
                </a:cubicBezTo>
                <a:cubicBezTo>
                  <a:pt x="694560" y="17938"/>
                  <a:pt x="694732" y="17806"/>
                  <a:pt x="694983" y="17700"/>
                </a:cubicBezTo>
                <a:cubicBezTo>
                  <a:pt x="695235" y="17594"/>
                  <a:pt x="695572" y="17515"/>
                  <a:pt x="695995" y="17462"/>
                </a:cubicBezTo>
                <a:cubicBezTo>
                  <a:pt x="696419" y="17409"/>
                  <a:pt x="696948" y="17383"/>
                  <a:pt x="697583" y="17383"/>
                </a:cubicBezTo>
                <a:cubicBezTo>
                  <a:pt x="698244" y="17383"/>
                  <a:pt x="698787" y="17409"/>
                  <a:pt x="699210" y="17462"/>
                </a:cubicBezTo>
                <a:cubicBezTo>
                  <a:pt x="699633" y="17515"/>
                  <a:pt x="699964" y="17594"/>
                  <a:pt x="700202" y="17700"/>
                </a:cubicBezTo>
                <a:cubicBezTo>
                  <a:pt x="700440" y="17806"/>
                  <a:pt x="700612" y="17938"/>
                  <a:pt x="700718" y="18097"/>
                </a:cubicBezTo>
                <a:cubicBezTo>
                  <a:pt x="700824" y="18256"/>
                  <a:pt x="700877" y="18428"/>
                  <a:pt x="700877" y="18613"/>
                </a:cubicBezTo>
                <a:lnTo>
                  <a:pt x="700877" y="54331"/>
                </a:lnTo>
                <a:moveTo>
                  <a:pt x="701631" y="6509"/>
                </a:moveTo>
                <a:cubicBezTo>
                  <a:pt x="701631" y="8043"/>
                  <a:pt x="701340" y="9088"/>
                  <a:pt x="700758" y="9644"/>
                </a:cubicBezTo>
                <a:cubicBezTo>
                  <a:pt x="700176" y="10199"/>
                  <a:pt x="699104" y="10477"/>
                  <a:pt x="697543" y="10477"/>
                </a:cubicBezTo>
                <a:cubicBezTo>
                  <a:pt x="696008" y="10477"/>
                  <a:pt x="694957" y="10206"/>
                  <a:pt x="694388" y="9664"/>
                </a:cubicBezTo>
                <a:cubicBezTo>
                  <a:pt x="693819" y="9121"/>
                  <a:pt x="693535" y="8096"/>
                  <a:pt x="693535" y="6588"/>
                </a:cubicBezTo>
                <a:cubicBezTo>
                  <a:pt x="693535" y="5053"/>
                  <a:pt x="693826" y="4008"/>
                  <a:pt x="694408" y="3453"/>
                </a:cubicBezTo>
                <a:cubicBezTo>
                  <a:pt x="694990" y="2897"/>
                  <a:pt x="696061" y="2619"/>
                  <a:pt x="697622" y="2619"/>
                </a:cubicBezTo>
                <a:cubicBezTo>
                  <a:pt x="699157" y="2619"/>
                  <a:pt x="700209" y="2890"/>
                  <a:pt x="700777" y="3433"/>
                </a:cubicBezTo>
                <a:cubicBezTo>
                  <a:pt x="701346" y="3975"/>
                  <a:pt x="701631" y="5000"/>
                  <a:pt x="701631" y="6509"/>
                </a:cubicBezTo>
                <a:close/>
                <a:moveTo>
                  <a:pt x="742415" y="54291"/>
                </a:moveTo>
                <a:cubicBezTo>
                  <a:pt x="742415" y="54503"/>
                  <a:pt x="742362" y="54688"/>
                  <a:pt x="742257" y="54847"/>
                </a:cubicBezTo>
                <a:cubicBezTo>
                  <a:pt x="742151" y="55005"/>
                  <a:pt x="741972" y="55138"/>
                  <a:pt x="741721" y="55243"/>
                </a:cubicBezTo>
                <a:cubicBezTo>
                  <a:pt x="741469" y="55349"/>
                  <a:pt x="741119" y="55429"/>
                  <a:pt x="740669" y="55482"/>
                </a:cubicBezTo>
                <a:cubicBezTo>
                  <a:pt x="740219" y="55534"/>
                  <a:pt x="739650" y="55561"/>
                  <a:pt x="738963" y="55561"/>
                </a:cubicBezTo>
                <a:cubicBezTo>
                  <a:pt x="738248" y="55561"/>
                  <a:pt x="737660" y="55541"/>
                  <a:pt x="737197" y="55501"/>
                </a:cubicBezTo>
                <a:cubicBezTo>
                  <a:pt x="736734" y="55462"/>
                  <a:pt x="736343" y="55396"/>
                  <a:pt x="736026" y="55303"/>
                </a:cubicBezTo>
                <a:cubicBezTo>
                  <a:pt x="735708" y="55210"/>
                  <a:pt x="735450" y="55078"/>
                  <a:pt x="735252" y="54906"/>
                </a:cubicBezTo>
                <a:cubicBezTo>
                  <a:pt x="735053" y="54734"/>
                  <a:pt x="734875" y="54529"/>
                  <a:pt x="734716" y="54291"/>
                </a:cubicBezTo>
                <a:lnTo>
                  <a:pt x="719635" y="34527"/>
                </a:lnTo>
                <a:lnTo>
                  <a:pt x="719635" y="54331"/>
                </a:lnTo>
                <a:cubicBezTo>
                  <a:pt x="719635" y="54542"/>
                  <a:pt x="719582" y="54721"/>
                  <a:pt x="719477" y="54866"/>
                </a:cubicBezTo>
                <a:cubicBezTo>
                  <a:pt x="719371" y="55012"/>
                  <a:pt x="719199" y="55138"/>
                  <a:pt x="718961" y="55243"/>
                </a:cubicBezTo>
                <a:cubicBezTo>
                  <a:pt x="718723" y="55349"/>
                  <a:pt x="718392" y="55429"/>
                  <a:pt x="717968" y="55482"/>
                </a:cubicBezTo>
                <a:cubicBezTo>
                  <a:pt x="717545" y="55534"/>
                  <a:pt x="717003" y="55561"/>
                  <a:pt x="716341" y="55561"/>
                </a:cubicBezTo>
                <a:cubicBezTo>
                  <a:pt x="715706" y="55561"/>
                  <a:pt x="715177" y="55534"/>
                  <a:pt x="714754" y="55482"/>
                </a:cubicBezTo>
                <a:cubicBezTo>
                  <a:pt x="714331" y="55429"/>
                  <a:pt x="713993" y="55349"/>
                  <a:pt x="713742" y="55243"/>
                </a:cubicBezTo>
                <a:cubicBezTo>
                  <a:pt x="713491" y="55138"/>
                  <a:pt x="713319" y="55012"/>
                  <a:pt x="713226" y="54866"/>
                </a:cubicBezTo>
                <a:cubicBezTo>
                  <a:pt x="713133" y="54720"/>
                  <a:pt x="713087" y="54541"/>
                  <a:pt x="713087" y="54329"/>
                </a:cubicBezTo>
                <a:lnTo>
                  <a:pt x="713087" y="1271"/>
                </a:lnTo>
                <a:cubicBezTo>
                  <a:pt x="713087" y="1060"/>
                  <a:pt x="713133" y="874"/>
                  <a:pt x="713226" y="716"/>
                </a:cubicBezTo>
                <a:cubicBezTo>
                  <a:pt x="713319" y="556"/>
                  <a:pt x="713491" y="423"/>
                  <a:pt x="713742" y="317"/>
                </a:cubicBezTo>
                <a:cubicBezTo>
                  <a:pt x="713993" y="212"/>
                  <a:pt x="714331" y="132"/>
                  <a:pt x="714754" y="79"/>
                </a:cubicBezTo>
                <a:cubicBezTo>
                  <a:pt x="715177" y="26"/>
                  <a:pt x="715706" y="0"/>
                  <a:pt x="716341" y="0"/>
                </a:cubicBezTo>
                <a:cubicBezTo>
                  <a:pt x="717003" y="0"/>
                  <a:pt x="717545" y="26"/>
                  <a:pt x="717968" y="79"/>
                </a:cubicBezTo>
                <a:cubicBezTo>
                  <a:pt x="718392" y="132"/>
                  <a:pt x="718723" y="212"/>
                  <a:pt x="718961" y="317"/>
                </a:cubicBezTo>
                <a:cubicBezTo>
                  <a:pt x="719199" y="423"/>
                  <a:pt x="719371" y="556"/>
                  <a:pt x="719477" y="716"/>
                </a:cubicBezTo>
                <a:cubicBezTo>
                  <a:pt x="719582" y="874"/>
                  <a:pt x="719635" y="1060"/>
                  <a:pt x="719635" y="1271"/>
                </a:cubicBezTo>
                <a:lnTo>
                  <a:pt x="719635" y="33614"/>
                </a:lnTo>
                <a:lnTo>
                  <a:pt x="733129" y="18772"/>
                </a:lnTo>
                <a:cubicBezTo>
                  <a:pt x="733340" y="18507"/>
                  <a:pt x="733565" y="18289"/>
                  <a:pt x="733803" y="18117"/>
                </a:cubicBezTo>
                <a:cubicBezTo>
                  <a:pt x="734041" y="17945"/>
                  <a:pt x="734326" y="17799"/>
                  <a:pt x="734657" y="17680"/>
                </a:cubicBezTo>
                <a:cubicBezTo>
                  <a:pt x="734987" y="17561"/>
                  <a:pt x="735378" y="17482"/>
                  <a:pt x="735827" y="17442"/>
                </a:cubicBezTo>
                <a:cubicBezTo>
                  <a:pt x="736277" y="17402"/>
                  <a:pt x="736820" y="17383"/>
                  <a:pt x="737455" y="17383"/>
                </a:cubicBezTo>
                <a:cubicBezTo>
                  <a:pt x="738116" y="17383"/>
                  <a:pt x="738672" y="17402"/>
                  <a:pt x="739121" y="17442"/>
                </a:cubicBezTo>
                <a:cubicBezTo>
                  <a:pt x="739571" y="17482"/>
                  <a:pt x="739935" y="17548"/>
                  <a:pt x="740213" y="17641"/>
                </a:cubicBezTo>
                <a:cubicBezTo>
                  <a:pt x="740491" y="17733"/>
                  <a:pt x="740689" y="17852"/>
                  <a:pt x="740808" y="17998"/>
                </a:cubicBezTo>
                <a:cubicBezTo>
                  <a:pt x="740927" y="18143"/>
                  <a:pt x="740987" y="18335"/>
                  <a:pt x="740987" y="18573"/>
                </a:cubicBezTo>
                <a:cubicBezTo>
                  <a:pt x="740987" y="18891"/>
                  <a:pt x="740901" y="19208"/>
                  <a:pt x="740729" y="19526"/>
                </a:cubicBezTo>
                <a:cubicBezTo>
                  <a:pt x="740557" y="19843"/>
                  <a:pt x="740272" y="20214"/>
                  <a:pt x="739875" y="20637"/>
                </a:cubicBezTo>
                <a:lnTo>
                  <a:pt x="726938" y="33575"/>
                </a:lnTo>
                <a:lnTo>
                  <a:pt x="741463" y="52426"/>
                </a:lnTo>
                <a:cubicBezTo>
                  <a:pt x="741807" y="52875"/>
                  <a:pt x="742052" y="53239"/>
                  <a:pt x="742197" y="53517"/>
                </a:cubicBezTo>
                <a:cubicBezTo>
                  <a:pt x="742343" y="53795"/>
                  <a:pt x="742415" y="54053"/>
                  <a:pt x="742415" y="54291"/>
                </a:cubicBezTo>
                <a:close/>
                <a:moveTo>
                  <a:pt x="777606" y="34924"/>
                </a:moveTo>
                <a:cubicBezTo>
                  <a:pt x="777606" y="35956"/>
                  <a:pt x="777348" y="36690"/>
                  <a:pt x="776832" y="37127"/>
                </a:cubicBezTo>
                <a:cubicBezTo>
                  <a:pt x="776316" y="37563"/>
                  <a:pt x="775727" y="37781"/>
                  <a:pt x="775066" y="37781"/>
                </a:cubicBezTo>
                <a:lnTo>
                  <a:pt x="751651" y="37781"/>
                </a:lnTo>
                <a:cubicBezTo>
                  <a:pt x="751651" y="39772"/>
                  <a:pt x="751849" y="41563"/>
                  <a:pt x="752246" y="43155"/>
                </a:cubicBezTo>
                <a:cubicBezTo>
                  <a:pt x="752643" y="44748"/>
                  <a:pt x="753304" y="46114"/>
                  <a:pt x="754230" y="47255"/>
                </a:cubicBezTo>
                <a:cubicBezTo>
                  <a:pt x="755156" y="48396"/>
                  <a:pt x="756360" y="49272"/>
                  <a:pt x="757842" y="49883"/>
                </a:cubicBezTo>
                <a:cubicBezTo>
                  <a:pt x="759323" y="50493"/>
                  <a:pt x="761136" y="50799"/>
                  <a:pt x="763279" y="50799"/>
                </a:cubicBezTo>
                <a:cubicBezTo>
                  <a:pt x="764972" y="50799"/>
                  <a:pt x="766480" y="50660"/>
                  <a:pt x="767803" y="50382"/>
                </a:cubicBezTo>
                <a:cubicBezTo>
                  <a:pt x="769126" y="50104"/>
                  <a:pt x="770270" y="49793"/>
                  <a:pt x="771236" y="49449"/>
                </a:cubicBezTo>
                <a:cubicBezTo>
                  <a:pt x="772202" y="49105"/>
                  <a:pt x="772995" y="48794"/>
                  <a:pt x="773617" y="48517"/>
                </a:cubicBezTo>
                <a:cubicBezTo>
                  <a:pt x="774239" y="48239"/>
                  <a:pt x="774708" y="48100"/>
                  <a:pt x="775026" y="48100"/>
                </a:cubicBezTo>
                <a:cubicBezTo>
                  <a:pt x="775211" y="48100"/>
                  <a:pt x="775376" y="48146"/>
                  <a:pt x="775522" y="48239"/>
                </a:cubicBezTo>
                <a:cubicBezTo>
                  <a:pt x="775667" y="48331"/>
                  <a:pt x="775780" y="48470"/>
                  <a:pt x="775859" y="48655"/>
                </a:cubicBezTo>
                <a:cubicBezTo>
                  <a:pt x="775939" y="48841"/>
                  <a:pt x="775998" y="49099"/>
                  <a:pt x="776038" y="49429"/>
                </a:cubicBezTo>
                <a:cubicBezTo>
                  <a:pt x="776078" y="49760"/>
                  <a:pt x="776097" y="50164"/>
                  <a:pt x="776097" y="50640"/>
                </a:cubicBezTo>
                <a:cubicBezTo>
                  <a:pt x="776097" y="50984"/>
                  <a:pt x="776084" y="51281"/>
                  <a:pt x="776058" y="51533"/>
                </a:cubicBezTo>
                <a:cubicBezTo>
                  <a:pt x="776031" y="51784"/>
                  <a:pt x="775998" y="52009"/>
                  <a:pt x="775959" y="52207"/>
                </a:cubicBezTo>
                <a:cubicBezTo>
                  <a:pt x="775919" y="52406"/>
                  <a:pt x="775853" y="52584"/>
                  <a:pt x="775760" y="52743"/>
                </a:cubicBezTo>
                <a:cubicBezTo>
                  <a:pt x="775667" y="52902"/>
                  <a:pt x="775548" y="53054"/>
                  <a:pt x="775403" y="53200"/>
                </a:cubicBezTo>
                <a:cubicBezTo>
                  <a:pt x="775257" y="53345"/>
                  <a:pt x="774827" y="53583"/>
                  <a:pt x="774113" y="53914"/>
                </a:cubicBezTo>
                <a:cubicBezTo>
                  <a:pt x="773399" y="54245"/>
                  <a:pt x="772473" y="54569"/>
                  <a:pt x="771335" y="54886"/>
                </a:cubicBezTo>
                <a:cubicBezTo>
                  <a:pt x="770197" y="55204"/>
                  <a:pt x="768881" y="55488"/>
                  <a:pt x="767386" y="55740"/>
                </a:cubicBezTo>
                <a:cubicBezTo>
                  <a:pt x="765891" y="55991"/>
                  <a:pt x="764297" y="56117"/>
                  <a:pt x="762604" y="56117"/>
                </a:cubicBezTo>
                <a:cubicBezTo>
                  <a:pt x="759667" y="56117"/>
                  <a:pt x="757094" y="55706"/>
                  <a:pt x="754885" y="54885"/>
                </a:cubicBezTo>
                <a:cubicBezTo>
                  <a:pt x="752676" y="54064"/>
                  <a:pt x="750817" y="52846"/>
                  <a:pt x="749309" y="51230"/>
                </a:cubicBezTo>
                <a:cubicBezTo>
                  <a:pt x="747801" y="49615"/>
                  <a:pt x="746663" y="47589"/>
                  <a:pt x="745896" y="45152"/>
                </a:cubicBezTo>
                <a:cubicBezTo>
                  <a:pt x="745129" y="42715"/>
                  <a:pt x="744745" y="39882"/>
                  <a:pt x="744745" y="36650"/>
                </a:cubicBezTo>
                <a:cubicBezTo>
                  <a:pt x="744745" y="33578"/>
                  <a:pt x="745142" y="30817"/>
                  <a:pt x="745936" y="28367"/>
                </a:cubicBezTo>
                <a:cubicBezTo>
                  <a:pt x="746730" y="25917"/>
                  <a:pt x="747874" y="23838"/>
                  <a:pt x="749369" y="22130"/>
                </a:cubicBezTo>
                <a:cubicBezTo>
                  <a:pt x="750864" y="20422"/>
                  <a:pt x="752669" y="19111"/>
                  <a:pt x="754786" y="18197"/>
                </a:cubicBezTo>
                <a:cubicBezTo>
                  <a:pt x="756902" y="17284"/>
                  <a:pt x="759270" y="16827"/>
                  <a:pt x="761890" y="16827"/>
                </a:cubicBezTo>
                <a:cubicBezTo>
                  <a:pt x="764694" y="16827"/>
                  <a:pt x="767082" y="17277"/>
                  <a:pt x="769053" y="18176"/>
                </a:cubicBezTo>
                <a:cubicBezTo>
                  <a:pt x="771024" y="19076"/>
                  <a:pt x="772645" y="20286"/>
                  <a:pt x="773915" y="21808"/>
                </a:cubicBezTo>
                <a:cubicBezTo>
                  <a:pt x="775185" y="23329"/>
                  <a:pt x="776117" y="25115"/>
                  <a:pt x="776713" y="27165"/>
                </a:cubicBezTo>
                <a:cubicBezTo>
                  <a:pt x="777308" y="29216"/>
                  <a:pt x="777606" y="31405"/>
                  <a:pt x="777606" y="33733"/>
                </a:cubicBezTo>
                <a:lnTo>
                  <a:pt x="777606" y="34924"/>
                </a:lnTo>
                <a:moveTo>
                  <a:pt x="771018" y="32979"/>
                </a:moveTo>
                <a:cubicBezTo>
                  <a:pt x="771097" y="29540"/>
                  <a:pt x="770336" y="26841"/>
                  <a:pt x="768736" y="24883"/>
                </a:cubicBezTo>
                <a:cubicBezTo>
                  <a:pt x="767135" y="22925"/>
                  <a:pt x="764760" y="21947"/>
                  <a:pt x="761612" y="21947"/>
                </a:cubicBezTo>
                <a:cubicBezTo>
                  <a:pt x="759998" y="21947"/>
                  <a:pt x="758583" y="22251"/>
                  <a:pt x="757365" y="22859"/>
                </a:cubicBezTo>
                <a:cubicBezTo>
                  <a:pt x="756148" y="23468"/>
                  <a:pt x="755130" y="24275"/>
                  <a:pt x="754310" y="25280"/>
                </a:cubicBezTo>
                <a:cubicBezTo>
                  <a:pt x="753489" y="26286"/>
                  <a:pt x="752854" y="27456"/>
                  <a:pt x="752405" y="28792"/>
                </a:cubicBezTo>
                <a:cubicBezTo>
                  <a:pt x="751955" y="30129"/>
                  <a:pt x="751704" y="31524"/>
                  <a:pt x="751651" y="32979"/>
                </a:cubicBezTo>
                <a:lnTo>
                  <a:pt x="771018" y="32979"/>
                </a:lnTo>
                <a:close/>
                <a:moveTo>
                  <a:pt x="793988" y="54329"/>
                </a:moveTo>
                <a:cubicBezTo>
                  <a:pt x="793988" y="54541"/>
                  <a:pt x="793935" y="54720"/>
                  <a:pt x="793830" y="54866"/>
                </a:cubicBezTo>
                <a:cubicBezTo>
                  <a:pt x="793724" y="55012"/>
                  <a:pt x="793552" y="55138"/>
                  <a:pt x="793314" y="55243"/>
                </a:cubicBezTo>
                <a:cubicBezTo>
                  <a:pt x="793076" y="55349"/>
                  <a:pt x="792745" y="55429"/>
                  <a:pt x="792321" y="55482"/>
                </a:cubicBezTo>
                <a:cubicBezTo>
                  <a:pt x="791898" y="55534"/>
                  <a:pt x="791356" y="55561"/>
                  <a:pt x="790694" y="55561"/>
                </a:cubicBezTo>
                <a:cubicBezTo>
                  <a:pt x="790059" y="55561"/>
                  <a:pt x="789530" y="55534"/>
                  <a:pt x="789107" y="55482"/>
                </a:cubicBezTo>
                <a:cubicBezTo>
                  <a:pt x="788684" y="55429"/>
                  <a:pt x="788346" y="55349"/>
                  <a:pt x="788095" y="55243"/>
                </a:cubicBezTo>
                <a:cubicBezTo>
                  <a:pt x="787844" y="55138"/>
                  <a:pt x="787672" y="55012"/>
                  <a:pt x="787579" y="54866"/>
                </a:cubicBezTo>
                <a:cubicBezTo>
                  <a:pt x="787486" y="54720"/>
                  <a:pt x="787440" y="54541"/>
                  <a:pt x="787440" y="54329"/>
                </a:cubicBezTo>
                <a:lnTo>
                  <a:pt x="787440" y="1271"/>
                </a:lnTo>
                <a:cubicBezTo>
                  <a:pt x="787440" y="1060"/>
                  <a:pt x="787486" y="874"/>
                  <a:pt x="787579" y="716"/>
                </a:cubicBezTo>
                <a:cubicBezTo>
                  <a:pt x="787672" y="556"/>
                  <a:pt x="787844" y="423"/>
                  <a:pt x="788095" y="317"/>
                </a:cubicBezTo>
                <a:cubicBezTo>
                  <a:pt x="788346" y="212"/>
                  <a:pt x="788684" y="132"/>
                  <a:pt x="789107" y="79"/>
                </a:cubicBezTo>
                <a:cubicBezTo>
                  <a:pt x="789530" y="26"/>
                  <a:pt x="790059" y="0"/>
                  <a:pt x="790694" y="0"/>
                </a:cubicBezTo>
                <a:cubicBezTo>
                  <a:pt x="791356" y="0"/>
                  <a:pt x="791898" y="26"/>
                  <a:pt x="792321" y="79"/>
                </a:cubicBezTo>
                <a:cubicBezTo>
                  <a:pt x="792745" y="132"/>
                  <a:pt x="793076" y="212"/>
                  <a:pt x="793314" y="317"/>
                </a:cubicBezTo>
                <a:cubicBezTo>
                  <a:pt x="793552" y="423"/>
                  <a:pt x="793724" y="556"/>
                  <a:pt x="793830" y="716"/>
                </a:cubicBezTo>
                <a:cubicBezTo>
                  <a:pt x="793935" y="874"/>
                  <a:pt x="793988" y="1060"/>
                  <a:pt x="793988" y="1271"/>
                </a:cubicBezTo>
                <a:lnTo>
                  <a:pt x="793988" y="54329"/>
                </a:lnTo>
                <a:close/>
                <a:moveTo>
                  <a:pt x="822470" y="55323"/>
                </a:moveTo>
                <a:lnTo>
                  <a:pt x="817708" y="68459"/>
                </a:lnTo>
                <a:cubicBezTo>
                  <a:pt x="817549" y="68882"/>
                  <a:pt x="817146" y="69206"/>
                  <a:pt x="816498" y="69431"/>
                </a:cubicBezTo>
                <a:cubicBezTo>
                  <a:pt x="815849" y="69656"/>
                  <a:pt x="814864" y="69769"/>
                  <a:pt x="813541" y="69769"/>
                </a:cubicBezTo>
                <a:cubicBezTo>
                  <a:pt x="812853" y="69769"/>
                  <a:pt x="812297" y="69736"/>
                  <a:pt x="811874" y="69669"/>
                </a:cubicBezTo>
                <a:cubicBezTo>
                  <a:pt x="811451" y="69603"/>
                  <a:pt x="811127" y="69491"/>
                  <a:pt x="810902" y="69332"/>
                </a:cubicBezTo>
                <a:cubicBezTo>
                  <a:pt x="810677" y="69173"/>
                  <a:pt x="810551" y="68962"/>
                  <a:pt x="810525" y="68697"/>
                </a:cubicBezTo>
                <a:cubicBezTo>
                  <a:pt x="810498" y="68433"/>
                  <a:pt x="810564" y="68115"/>
                  <a:pt x="810723" y="67745"/>
                </a:cubicBezTo>
                <a:lnTo>
                  <a:pt x="815644" y="55323"/>
                </a:lnTo>
                <a:cubicBezTo>
                  <a:pt x="815406" y="55217"/>
                  <a:pt x="815181" y="55045"/>
                  <a:pt x="814970" y="54807"/>
                </a:cubicBezTo>
                <a:cubicBezTo>
                  <a:pt x="814758" y="54569"/>
                  <a:pt x="814613" y="54317"/>
                  <a:pt x="814533" y="54053"/>
                </a:cubicBezTo>
                <a:lnTo>
                  <a:pt x="801794" y="19923"/>
                </a:lnTo>
                <a:cubicBezTo>
                  <a:pt x="801582" y="19367"/>
                  <a:pt x="801476" y="18930"/>
                  <a:pt x="801476" y="18613"/>
                </a:cubicBezTo>
                <a:cubicBezTo>
                  <a:pt x="801476" y="18295"/>
                  <a:pt x="801582" y="18044"/>
                  <a:pt x="801794" y="17859"/>
                </a:cubicBezTo>
                <a:cubicBezTo>
                  <a:pt x="802005" y="17674"/>
                  <a:pt x="802349" y="17548"/>
                  <a:pt x="802826" y="17482"/>
                </a:cubicBezTo>
                <a:cubicBezTo>
                  <a:pt x="803302" y="17416"/>
                  <a:pt x="803937" y="17383"/>
                  <a:pt x="804731" y="17383"/>
                </a:cubicBezTo>
                <a:cubicBezTo>
                  <a:pt x="805524" y="17383"/>
                  <a:pt x="806146" y="17402"/>
                  <a:pt x="806596" y="17442"/>
                </a:cubicBezTo>
                <a:cubicBezTo>
                  <a:pt x="807046" y="17482"/>
                  <a:pt x="807403" y="17555"/>
                  <a:pt x="807667" y="17660"/>
                </a:cubicBezTo>
                <a:cubicBezTo>
                  <a:pt x="807932" y="17766"/>
                  <a:pt x="808124" y="17918"/>
                  <a:pt x="808243" y="18117"/>
                </a:cubicBezTo>
                <a:cubicBezTo>
                  <a:pt x="808362" y="18315"/>
                  <a:pt x="808488" y="18586"/>
                  <a:pt x="808620" y="18930"/>
                </a:cubicBezTo>
                <a:lnTo>
                  <a:pt x="818819" y="47584"/>
                </a:lnTo>
                <a:lnTo>
                  <a:pt x="818938" y="47584"/>
                </a:lnTo>
                <a:lnTo>
                  <a:pt x="828781" y="18772"/>
                </a:lnTo>
                <a:cubicBezTo>
                  <a:pt x="828939" y="18269"/>
                  <a:pt x="829131" y="17945"/>
                  <a:pt x="829356" y="17799"/>
                </a:cubicBezTo>
                <a:cubicBezTo>
                  <a:pt x="829581" y="17654"/>
                  <a:pt x="829918" y="17548"/>
                  <a:pt x="830368" y="17482"/>
                </a:cubicBezTo>
                <a:cubicBezTo>
                  <a:pt x="830818" y="17416"/>
                  <a:pt x="831466" y="17383"/>
                  <a:pt x="832313" y="17383"/>
                </a:cubicBezTo>
                <a:cubicBezTo>
                  <a:pt x="833053" y="17383"/>
                  <a:pt x="833662" y="17416"/>
                  <a:pt x="834138" y="17482"/>
                </a:cubicBezTo>
                <a:cubicBezTo>
                  <a:pt x="834614" y="17548"/>
                  <a:pt x="834965" y="17674"/>
                  <a:pt x="835190" y="17859"/>
                </a:cubicBezTo>
                <a:cubicBezTo>
                  <a:pt x="835415" y="18044"/>
                  <a:pt x="835527" y="18295"/>
                  <a:pt x="835527" y="18613"/>
                </a:cubicBezTo>
                <a:cubicBezTo>
                  <a:pt x="835527" y="18930"/>
                  <a:pt x="835448" y="19327"/>
                  <a:pt x="835289" y="19804"/>
                </a:cubicBezTo>
                <a:lnTo>
                  <a:pt x="822470" y="55323"/>
                </a:lnTo>
                <a:close/>
                <a:moveTo>
                  <a:pt x="881041" y="51751"/>
                </a:moveTo>
                <a:cubicBezTo>
                  <a:pt x="881041" y="52518"/>
                  <a:pt x="880988" y="53127"/>
                  <a:pt x="880882" y="53577"/>
                </a:cubicBezTo>
                <a:cubicBezTo>
                  <a:pt x="880776" y="54026"/>
                  <a:pt x="880617" y="54357"/>
                  <a:pt x="880406" y="54569"/>
                </a:cubicBezTo>
                <a:cubicBezTo>
                  <a:pt x="880194" y="54780"/>
                  <a:pt x="879877" y="54979"/>
                  <a:pt x="879453" y="55164"/>
                </a:cubicBezTo>
                <a:cubicBezTo>
                  <a:pt x="879030" y="55349"/>
                  <a:pt x="878547" y="55501"/>
                  <a:pt x="878005" y="55620"/>
                </a:cubicBezTo>
                <a:cubicBezTo>
                  <a:pt x="877462" y="55740"/>
                  <a:pt x="876887" y="55839"/>
                  <a:pt x="876278" y="55918"/>
                </a:cubicBezTo>
                <a:cubicBezTo>
                  <a:pt x="875670" y="55997"/>
                  <a:pt x="875061" y="56037"/>
                  <a:pt x="874453" y="56037"/>
                </a:cubicBezTo>
                <a:cubicBezTo>
                  <a:pt x="872601" y="56037"/>
                  <a:pt x="871013" y="55792"/>
                  <a:pt x="869690" y="55302"/>
                </a:cubicBezTo>
                <a:cubicBezTo>
                  <a:pt x="868367" y="54811"/>
                  <a:pt x="867283" y="54068"/>
                  <a:pt x="866436" y="53073"/>
                </a:cubicBezTo>
                <a:cubicBezTo>
                  <a:pt x="865589" y="52078"/>
                  <a:pt x="864974" y="50819"/>
                  <a:pt x="864591" y="49294"/>
                </a:cubicBezTo>
                <a:cubicBezTo>
                  <a:pt x="864207" y="47770"/>
                  <a:pt x="864015" y="45973"/>
                  <a:pt x="864015" y="43904"/>
                </a:cubicBezTo>
                <a:lnTo>
                  <a:pt x="864015" y="22978"/>
                </a:lnTo>
                <a:lnTo>
                  <a:pt x="859015" y="22978"/>
                </a:lnTo>
                <a:cubicBezTo>
                  <a:pt x="858618" y="22978"/>
                  <a:pt x="858300" y="22767"/>
                  <a:pt x="858062" y="22343"/>
                </a:cubicBezTo>
                <a:cubicBezTo>
                  <a:pt x="857824" y="21920"/>
                  <a:pt x="857705" y="21232"/>
                  <a:pt x="857705" y="20280"/>
                </a:cubicBezTo>
                <a:cubicBezTo>
                  <a:pt x="857705" y="19777"/>
                  <a:pt x="857738" y="19354"/>
                  <a:pt x="857804" y="19010"/>
                </a:cubicBezTo>
                <a:cubicBezTo>
                  <a:pt x="857870" y="18666"/>
                  <a:pt x="857956" y="18381"/>
                  <a:pt x="858062" y="18157"/>
                </a:cubicBezTo>
                <a:cubicBezTo>
                  <a:pt x="858168" y="17932"/>
                  <a:pt x="858307" y="17773"/>
                  <a:pt x="858479" y="17680"/>
                </a:cubicBezTo>
                <a:cubicBezTo>
                  <a:pt x="858651" y="17588"/>
                  <a:pt x="858843" y="17541"/>
                  <a:pt x="859054" y="17541"/>
                </a:cubicBezTo>
                <a:lnTo>
                  <a:pt x="864015" y="17541"/>
                </a:lnTo>
                <a:lnTo>
                  <a:pt x="864015" y="9048"/>
                </a:lnTo>
                <a:cubicBezTo>
                  <a:pt x="864015" y="8863"/>
                  <a:pt x="864062" y="8691"/>
                  <a:pt x="864154" y="8533"/>
                </a:cubicBezTo>
                <a:cubicBezTo>
                  <a:pt x="864247" y="8374"/>
                  <a:pt x="864419" y="8235"/>
                  <a:pt x="864670" y="8116"/>
                </a:cubicBezTo>
                <a:cubicBezTo>
                  <a:pt x="864921" y="7997"/>
                  <a:pt x="865259" y="7911"/>
                  <a:pt x="865682" y="7858"/>
                </a:cubicBezTo>
                <a:cubicBezTo>
                  <a:pt x="866105" y="7805"/>
                  <a:pt x="866635" y="7779"/>
                  <a:pt x="867270" y="7779"/>
                </a:cubicBezTo>
                <a:cubicBezTo>
                  <a:pt x="867931" y="7779"/>
                  <a:pt x="868473" y="7805"/>
                  <a:pt x="868897" y="7858"/>
                </a:cubicBezTo>
                <a:cubicBezTo>
                  <a:pt x="869320" y="7911"/>
                  <a:pt x="869651" y="7997"/>
                  <a:pt x="869889" y="8116"/>
                </a:cubicBezTo>
                <a:cubicBezTo>
                  <a:pt x="870127" y="8235"/>
                  <a:pt x="870299" y="8374"/>
                  <a:pt x="870405" y="8533"/>
                </a:cubicBezTo>
                <a:cubicBezTo>
                  <a:pt x="870511" y="8691"/>
                  <a:pt x="870563" y="8863"/>
                  <a:pt x="870563" y="9048"/>
                </a:cubicBezTo>
                <a:lnTo>
                  <a:pt x="870563" y="17541"/>
                </a:lnTo>
                <a:lnTo>
                  <a:pt x="879731" y="17541"/>
                </a:lnTo>
                <a:cubicBezTo>
                  <a:pt x="879943" y="17541"/>
                  <a:pt x="880128" y="17588"/>
                  <a:pt x="880287" y="17680"/>
                </a:cubicBezTo>
                <a:cubicBezTo>
                  <a:pt x="880445" y="17773"/>
                  <a:pt x="880584" y="17932"/>
                  <a:pt x="880703" y="18157"/>
                </a:cubicBezTo>
                <a:cubicBezTo>
                  <a:pt x="880822" y="18381"/>
                  <a:pt x="880908" y="18666"/>
                  <a:pt x="880961" y="19010"/>
                </a:cubicBezTo>
                <a:cubicBezTo>
                  <a:pt x="881014" y="19354"/>
                  <a:pt x="881041" y="19777"/>
                  <a:pt x="881041" y="20280"/>
                </a:cubicBezTo>
                <a:cubicBezTo>
                  <a:pt x="881041" y="21232"/>
                  <a:pt x="880922" y="21920"/>
                  <a:pt x="880683" y="22343"/>
                </a:cubicBezTo>
                <a:cubicBezTo>
                  <a:pt x="880445" y="22767"/>
                  <a:pt x="880128" y="22978"/>
                  <a:pt x="879731" y="22978"/>
                </a:cubicBezTo>
                <a:lnTo>
                  <a:pt x="870563" y="22978"/>
                </a:lnTo>
                <a:lnTo>
                  <a:pt x="870563" y="42959"/>
                </a:lnTo>
                <a:cubicBezTo>
                  <a:pt x="870563" y="45426"/>
                  <a:pt x="870927" y="47290"/>
                  <a:pt x="871655" y="48551"/>
                </a:cubicBezTo>
                <a:cubicBezTo>
                  <a:pt x="872382" y="49811"/>
                  <a:pt x="873685" y="50441"/>
                  <a:pt x="875564" y="50441"/>
                </a:cubicBezTo>
                <a:cubicBezTo>
                  <a:pt x="876172" y="50441"/>
                  <a:pt x="876715" y="50382"/>
                  <a:pt x="877191" y="50263"/>
                </a:cubicBezTo>
                <a:cubicBezTo>
                  <a:pt x="877667" y="50144"/>
                  <a:pt x="878091" y="50018"/>
                  <a:pt x="878461" y="49886"/>
                </a:cubicBezTo>
                <a:cubicBezTo>
                  <a:pt x="878831" y="49753"/>
                  <a:pt x="879149" y="49628"/>
                  <a:pt x="879414" y="49509"/>
                </a:cubicBezTo>
                <a:cubicBezTo>
                  <a:pt x="879678" y="49390"/>
                  <a:pt x="879916" y="49330"/>
                  <a:pt x="880128" y="49330"/>
                </a:cubicBezTo>
                <a:cubicBezTo>
                  <a:pt x="880260" y="49330"/>
                  <a:pt x="880386" y="49363"/>
                  <a:pt x="880505" y="49429"/>
                </a:cubicBezTo>
                <a:cubicBezTo>
                  <a:pt x="880624" y="49496"/>
                  <a:pt x="880717" y="49621"/>
                  <a:pt x="880783" y="49806"/>
                </a:cubicBezTo>
                <a:cubicBezTo>
                  <a:pt x="880849" y="49992"/>
                  <a:pt x="880908" y="50243"/>
                  <a:pt x="880961" y="50560"/>
                </a:cubicBezTo>
                <a:cubicBezTo>
                  <a:pt x="881014" y="50878"/>
                  <a:pt x="881041" y="51275"/>
                  <a:pt x="881041" y="51751"/>
                </a:cubicBezTo>
                <a:close/>
                <a:moveTo>
                  <a:pt x="922084" y="36095"/>
                </a:moveTo>
                <a:cubicBezTo>
                  <a:pt x="922084" y="39008"/>
                  <a:pt x="921700" y="41689"/>
                  <a:pt x="920933" y="44139"/>
                </a:cubicBezTo>
                <a:cubicBezTo>
                  <a:pt x="920166" y="46588"/>
                  <a:pt x="919021" y="48701"/>
                  <a:pt x="917500" y="50476"/>
                </a:cubicBezTo>
                <a:cubicBezTo>
                  <a:pt x="915979" y="52250"/>
                  <a:pt x="914074" y="53634"/>
                  <a:pt x="911785" y="54627"/>
                </a:cubicBezTo>
                <a:cubicBezTo>
                  <a:pt x="909497" y="55620"/>
                  <a:pt x="906844" y="56117"/>
                  <a:pt x="903828" y="56117"/>
                </a:cubicBezTo>
                <a:cubicBezTo>
                  <a:pt x="900891" y="56117"/>
                  <a:pt x="898332" y="55680"/>
                  <a:pt x="896149" y="54806"/>
                </a:cubicBezTo>
                <a:cubicBezTo>
                  <a:pt x="893966" y="53932"/>
                  <a:pt x="892147" y="52661"/>
                  <a:pt x="890692" y="50992"/>
                </a:cubicBezTo>
                <a:cubicBezTo>
                  <a:pt x="889237" y="49324"/>
                  <a:pt x="888152" y="47297"/>
                  <a:pt x="887438" y="44914"/>
                </a:cubicBezTo>
                <a:cubicBezTo>
                  <a:pt x="886723" y="42530"/>
                  <a:pt x="886366" y="39829"/>
                  <a:pt x="886366" y="36809"/>
                </a:cubicBezTo>
                <a:cubicBezTo>
                  <a:pt x="886366" y="33896"/>
                  <a:pt x="886743" y="31215"/>
                  <a:pt x="887497" y="28765"/>
                </a:cubicBezTo>
                <a:cubicBezTo>
                  <a:pt x="888251" y="26315"/>
                  <a:pt x="889389" y="24203"/>
                  <a:pt x="890910" y="22429"/>
                </a:cubicBezTo>
                <a:cubicBezTo>
                  <a:pt x="892432" y="20654"/>
                  <a:pt x="894330" y="19276"/>
                  <a:pt x="896605" y="18297"/>
                </a:cubicBezTo>
                <a:cubicBezTo>
                  <a:pt x="898881" y="17317"/>
                  <a:pt x="901540" y="16827"/>
                  <a:pt x="904582" y="16827"/>
                </a:cubicBezTo>
                <a:cubicBezTo>
                  <a:pt x="907519" y="16827"/>
                  <a:pt x="910079" y="17264"/>
                  <a:pt x="912262" y="18138"/>
                </a:cubicBezTo>
                <a:cubicBezTo>
                  <a:pt x="914444" y="19012"/>
                  <a:pt x="916263" y="20283"/>
                  <a:pt x="917718" y="21952"/>
                </a:cubicBezTo>
                <a:cubicBezTo>
                  <a:pt x="919174" y="23620"/>
                  <a:pt x="920265" y="25646"/>
                  <a:pt x="920993" y="28030"/>
                </a:cubicBezTo>
                <a:cubicBezTo>
                  <a:pt x="921720" y="30413"/>
                  <a:pt x="922084" y="33102"/>
                  <a:pt x="922084" y="36095"/>
                </a:cubicBezTo>
                <a:moveTo>
                  <a:pt x="915179" y="36531"/>
                </a:moveTo>
                <a:cubicBezTo>
                  <a:pt x="915179" y="34597"/>
                  <a:pt x="915000" y="32769"/>
                  <a:pt x="914643" y="31047"/>
                </a:cubicBezTo>
                <a:cubicBezTo>
                  <a:pt x="914286" y="29325"/>
                  <a:pt x="913697" y="27815"/>
                  <a:pt x="912877" y="26517"/>
                </a:cubicBezTo>
                <a:cubicBezTo>
                  <a:pt x="912057" y="25219"/>
                  <a:pt x="910945" y="24192"/>
                  <a:pt x="909543" y="23437"/>
                </a:cubicBezTo>
                <a:cubicBezTo>
                  <a:pt x="908141" y="22682"/>
                  <a:pt x="906395" y="22304"/>
                  <a:pt x="904304" y="22304"/>
                </a:cubicBezTo>
                <a:cubicBezTo>
                  <a:pt x="902373" y="22304"/>
                  <a:pt x="900713" y="22648"/>
                  <a:pt x="899324" y="23337"/>
                </a:cubicBezTo>
                <a:cubicBezTo>
                  <a:pt x="897935" y="24026"/>
                  <a:pt x="896791" y="25000"/>
                  <a:pt x="895891" y="26259"/>
                </a:cubicBezTo>
                <a:cubicBezTo>
                  <a:pt x="894991" y="27517"/>
                  <a:pt x="894323" y="29007"/>
                  <a:pt x="893887" y="30730"/>
                </a:cubicBezTo>
                <a:cubicBezTo>
                  <a:pt x="893450" y="32451"/>
                  <a:pt x="893232" y="34332"/>
                  <a:pt x="893232" y="36373"/>
                </a:cubicBezTo>
                <a:cubicBezTo>
                  <a:pt x="893232" y="38333"/>
                  <a:pt x="893411" y="40174"/>
                  <a:pt x="893768" y="41896"/>
                </a:cubicBezTo>
                <a:cubicBezTo>
                  <a:pt x="894125" y="43619"/>
                  <a:pt x="894720" y="45122"/>
                  <a:pt x="895554" y="46407"/>
                </a:cubicBezTo>
                <a:cubicBezTo>
                  <a:pt x="896387" y="47692"/>
                  <a:pt x="897505" y="48712"/>
                  <a:pt x="898907" y="49468"/>
                </a:cubicBezTo>
                <a:cubicBezTo>
                  <a:pt x="900309" y="50223"/>
                  <a:pt x="902056" y="50600"/>
                  <a:pt x="904146" y="50600"/>
                </a:cubicBezTo>
                <a:cubicBezTo>
                  <a:pt x="906051" y="50600"/>
                  <a:pt x="907704" y="50256"/>
                  <a:pt x="909107" y="49567"/>
                </a:cubicBezTo>
                <a:cubicBezTo>
                  <a:pt x="910509" y="48878"/>
                  <a:pt x="911660" y="47911"/>
                  <a:pt x="912559" y="46666"/>
                </a:cubicBezTo>
                <a:cubicBezTo>
                  <a:pt x="913459" y="45420"/>
                  <a:pt x="914120" y="43937"/>
                  <a:pt x="914544" y="42215"/>
                </a:cubicBezTo>
                <a:cubicBezTo>
                  <a:pt x="914967" y="40493"/>
                  <a:pt x="915179" y="38598"/>
                  <a:pt x="915179" y="36531"/>
                </a:cubicBezTo>
                <a:close/>
                <a:moveTo>
                  <a:pt x="956527" y="54329"/>
                </a:moveTo>
                <a:cubicBezTo>
                  <a:pt x="956527" y="54541"/>
                  <a:pt x="956475" y="54720"/>
                  <a:pt x="956369" y="54866"/>
                </a:cubicBezTo>
                <a:cubicBezTo>
                  <a:pt x="956263" y="55012"/>
                  <a:pt x="956091" y="55138"/>
                  <a:pt x="955853" y="55243"/>
                </a:cubicBezTo>
                <a:cubicBezTo>
                  <a:pt x="955615" y="55349"/>
                  <a:pt x="955284" y="55429"/>
                  <a:pt x="954861" y="55482"/>
                </a:cubicBezTo>
                <a:cubicBezTo>
                  <a:pt x="954437" y="55534"/>
                  <a:pt x="953895" y="55561"/>
                  <a:pt x="953233" y="55561"/>
                </a:cubicBezTo>
                <a:cubicBezTo>
                  <a:pt x="952598" y="55561"/>
                  <a:pt x="952069" y="55534"/>
                  <a:pt x="951646" y="55482"/>
                </a:cubicBezTo>
                <a:cubicBezTo>
                  <a:pt x="951223" y="55429"/>
                  <a:pt x="950885" y="55349"/>
                  <a:pt x="950634" y="55243"/>
                </a:cubicBezTo>
                <a:cubicBezTo>
                  <a:pt x="950383" y="55138"/>
                  <a:pt x="950211" y="55012"/>
                  <a:pt x="950118" y="54866"/>
                </a:cubicBezTo>
                <a:cubicBezTo>
                  <a:pt x="950025" y="54720"/>
                  <a:pt x="949979" y="54541"/>
                  <a:pt x="949979" y="54329"/>
                </a:cubicBezTo>
                <a:lnTo>
                  <a:pt x="949979" y="1271"/>
                </a:lnTo>
                <a:cubicBezTo>
                  <a:pt x="949979" y="1060"/>
                  <a:pt x="950025" y="874"/>
                  <a:pt x="950118" y="716"/>
                </a:cubicBezTo>
                <a:cubicBezTo>
                  <a:pt x="950211" y="556"/>
                  <a:pt x="950383" y="423"/>
                  <a:pt x="950634" y="317"/>
                </a:cubicBezTo>
                <a:cubicBezTo>
                  <a:pt x="950885" y="212"/>
                  <a:pt x="951223" y="132"/>
                  <a:pt x="951646" y="79"/>
                </a:cubicBezTo>
                <a:cubicBezTo>
                  <a:pt x="952069" y="26"/>
                  <a:pt x="952598" y="0"/>
                  <a:pt x="953233" y="0"/>
                </a:cubicBezTo>
                <a:cubicBezTo>
                  <a:pt x="953895" y="0"/>
                  <a:pt x="954437" y="26"/>
                  <a:pt x="954861" y="79"/>
                </a:cubicBezTo>
                <a:cubicBezTo>
                  <a:pt x="955284" y="132"/>
                  <a:pt x="955615" y="212"/>
                  <a:pt x="955853" y="317"/>
                </a:cubicBezTo>
                <a:cubicBezTo>
                  <a:pt x="956091" y="423"/>
                  <a:pt x="956263" y="556"/>
                  <a:pt x="956369" y="716"/>
                </a:cubicBezTo>
                <a:cubicBezTo>
                  <a:pt x="956475" y="874"/>
                  <a:pt x="956527" y="1060"/>
                  <a:pt x="956527" y="1271"/>
                </a:cubicBezTo>
                <a:lnTo>
                  <a:pt x="956527" y="54329"/>
                </a:lnTo>
                <a:close/>
                <a:moveTo>
                  <a:pt x="999217" y="34924"/>
                </a:moveTo>
                <a:cubicBezTo>
                  <a:pt x="999217" y="35956"/>
                  <a:pt x="998959" y="36690"/>
                  <a:pt x="998443" y="37127"/>
                </a:cubicBezTo>
                <a:cubicBezTo>
                  <a:pt x="997927" y="37563"/>
                  <a:pt x="997338" y="37781"/>
                  <a:pt x="996677" y="37781"/>
                </a:cubicBezTo>
                <a:lnTo>
                  <a:pt x="973262" y="37781"/>
                </a:lnTo>
                <a:cubicBezTo>
                  <a:pt x="973262" y="39772"/>
                  <a:pt x="973461" y="41563"/>
                  <a:pt x="973857" y="43155"/>
                </a:cubicBezTo>
                <a:cubicBezTo>
                  <a:pt x="974254" y="44748"/>
                  <a:pt x="974916" y="46114"/>
                  <a:pt x="975842" y="47255"/>
                </a:cubicBezTo>
                <a:cubicBezTo>
                  <a:pt x="976768" y="48396"/>
                  <a:pt x="977972" y="49272"/>
                  <a:pt x="979453" y="49883"/>
                </a:cubicBezTo>
                <a:cubicBezTo>
                  <a:pt x="980935" y="50493"/>
                  <a:pt x="982747" y="50799"/>
                  <a:pt x="984890" y="50799"/>
                </a:cubicBezTo>
                <a:cubicBezTo>
                  <a:pt x="986583" y="50799"/>
                  <a:pt x="988092" y="50660"/>
                  <a:pt x="989414" y="50382"/>
                </a:cubicBezTo>
                <a:cubicBezTo>
                  <a:pt x="990737" y="50104"/>
                  <a:pt x="991882" y="49793"/>
                  <a:pt x="992847" y="49449"/>
                </a:cubicBezTo>
                <a:cubicBezTo>
                  <a:pt x="993813" y="49105"/>
                  <a:pt x="994607" y="48794"/>
                  <a:pt x="995229" y="48517"/>
                </a:cubicBezTo>
                <a:cubicBezTo>
                  <a:pt x="995850" y="48239"/>
                  <a:pt x="996320" y="48100"/>
                  <a:pt x="996637" y="48100"/>
                </a:cubicBezTo>
                <a:cubicBezTo>
                  <a:pt x="996823" y="48100"/>
                  <a:pt x="996988" y="48146"/>
                  <a:pt x="997133" y="48239"/>
                </a:cubicBezTo>
                <a:cubicBezTo>
                  <a:pt x="997279" y="48331"/>
                  <a:pt x="997391" y="48470"/>
                  <a:pt x="997471" y="48655"/>
                </a:cubicBezTo>
                <a:cubicBezTo>
                  <a:pt x="997550" y="48841"/>
                  <a:pt x="997610" y="49099"/>
                  <a:pt x="997649" y="49429"/>
                </a:cubicBezTo>
                <a:cubicBezTo>
                  <a:pt x="997689" y="49760"/>
                  <a:pt x="997709" y="50164"/>
                  <a:pt x="997709" y="50640"/>
                </a:cubicBezTo>
                <a:cubicBezTo>
                  <a:pt x="997709" y="50984"/>
                  <a:pt x="997696" y="51281"/>
                  <a:pt x="997669" y="51533"/>
                </a:cubicBezTo>
                <a:cubicBezTo>
                  <a:pt x="997643" y="51784"/>
                  <a:pt x="997610" y="52009"/>
                  <a:pt x="997570" y="52207"/>
                </a:cubicBezTo>
                <a:cubicBezTo>
                  <a:pt x="997530" y="52406"/>
                  <a:pt x="997464" y="52584"/>
                  <a:pt x="997372" y="52743"/>
                </a:cubicBezTo>
                <a:cubicBezTo>
                  <a:pt x="997279" y="52902"/>
                  <a:pt x="997160" y="53054"/>
                  <a:pt x="997014" y="53200"/>
                </a:cubicBezTo>
                <a:cubicBezTo>
                  <a:pt x="996869" y="53345"/>
                  <a:pt x="996439" y="53583"/>
                  <a:pt x="995725" y="53914"/>
                </a:cubicBezTo>
                <a:cubicBezTo>
                  <a:pt x="995010" y="54245"/>
                  <a:pt x="994084" y="54569"/>
                  <a:pt x="992947" y="54886"/>
                </a:cubicBezTo>
                <a:cubicBezTo>
                  <a:pt x="991809" y="55204"/>
                  <a:pt x="990493" y="55488"/>
                  <a:pt x="988998" y="55740"/>
                </a:cubicBezTo>
                <a:cubicBezTo>
                  <a:pt x="987503" y="55991"/>
                  <a:pt x="985909" y="56117"/>
                  <a:pt x="984216" y="56117"/>
                </a:cubicBezTo>
                <a:cubicBezTo>
                  <a:pt x="981279" y="56117"/>
                  <a:pt x="978706" y="55706"/>
                  <a:pt x="976497" y="54885"/>
                </a:cubicBezTo>
                <a:cubicBezTo>
                  <a:pt x="974287" y="54064"/>
                  <a:pt x="972429" y="52846"/>
                  <a:pt x="970921" y="51230"/>
                </a:cubicBezTo>
                <a:cubicBezTo>
                  <a:pt x="969413" y="49615"/>
                  <a:pt x="968275" y="47589"/>
                  <a:pt x="967508" y="45152"/>
                </a:cubicBezTo>
                <a:cubicBezTo>
                  <a:pt x="966740" y="42715"/>
                  <a:pt x="966357" y="39882"/>
                  <a:pt x="966357" y="36650"/>
                </a:cubicBezTo>
                <a:cubicBezTo>
                  <a:pt x="966357" y="33578"/>
                  <a:pt x="966754" y="30817"/>
                  <a:pt x="967547" y="28367"/>
                </a:cubicBezTo>
                <a:cubicBezTo>
                  <a:pt x="968341" y="25917"/>
                  <a:pt x="969485" y="23838"/>
                  <a:pt x="970980" y="22130"/>
                </a:cubicBezTo>
                <a:cubicBezTo>
                  <a:pt x="972475" y="20422"/>
                  <a:pt x="974281" y="19111"/>
                  <a:pt x="976397" y="18197"/>
                </a:cubicBezTo>
                <a:cubicBezTo>
                  <a:pt x="978514" y="17284"/>
                  <a:pt x="980882" y="16827"/>
                  <a:pt x="983501" y="16827"/>
                </a:cubicBezTo>
                <a:cubicBezTo>
                  <a:pt x="986306" y="16827"/>
                  <a:pt x="988693" y="17277"/>
                  <a:pt x="990665" y="18176"/>
                </a:cubicBezTo>
                <a:cubicBezTo>
                  <a:pt x="992636" y="19076"/>
                  <a:pt x="994256" y="20286"/>
                  <a:pt x="995526" y="21808"/>
                </a:cubicBezTo>
                <a:cubicBezTo>
                  <a:pt x="996796" y="23329"/>
                  <a:pt x="997729" y="25115"/>
                  <a:pt x="998324" y="27165"/>
                </a:cubicBezTo>
                <a:cubicBezTo>
                  <a:pt x="998919" y="29216"/>
                  <a:pt x="999217" y="31405"/>
                  <a:pt x="999217" y="33733"/>
                </a:cubicBezTo>
                <a:lnTo>
                  <a:pt x="999217" y="34924"/>
                </a:lnTo>
                <a:moveTo>
                  <a:pt x="992629" y="32979"/>
                </a:moveTo>
                <a:cubicBezTo>
                  <a:pt x="992708" y="29540"/>
                  <a:pt x="991948" y="26841"/>
                  <a:pt x="990347" y="24883"/>
                </a:cubicBezTo>
                <a:cubicBezTo>
                  <a:pt x="988746" y="22925"/>
                  <a:pt x="986372" y="21947"/>
                  <a:pt x="983223" y="21947"/>
                </a:cubicBezTo>
                <a:cubicBezTo>
                  <a:pt x="981609" y="21947"/>
                  <a:pt x="980194" y="22251"/>
                  <a:pt x="978977" y="22859"/>
                </a:cubicBezTo>
                <a:cubicBezTo>
                  <a:pt x="977760" y="23468"/>
                  <a:pt x="976741" y="24275"/>
                  <a:pt x="975921" y="25280"/>
                </a:cubicBezTo>
                <a:cubicBezTo>
                  <a:pt x="975101" y="26286"/>
                  <a:pt x="974466" y="27456"/>
                  <a:pt x="974016" y="28792"/>
                </a:cubicBezTo>
                <a:cubicBezTo>
                  <a:pt x="973566" y="30129"/>
                  <a:pt x="973315" y="31524"/>
                  <a:pt x="973262" y="32979"/>
                </a:cubicBezTo>
                <a:lnTo>
                  <a:pt x="992629" y="32979"/>
                </a:lnTo>
                <a:close/>
                <a:moveTo>
                  <a:pt x="1035959" y="54370"/>
                </a:moveTo>
                <a:cubicBezTo>
                  <a:pt x="1035959" y="54688"/>
                  <a:pt x="1035853" y="54926"/>
                  <a:pt x="1035642" y="55085"/>
                </a:cubicBezTo>
                <a:cubicBezTo>
                  <a:pt x="1035430" y="55243"/>
                  <a:pt x="1035139" y="55362"/>
                  <a:pt x="1034769" y="55442"/>
                </a:cubicBezTo>
                <a:cubicBezTo>
                  <a:pt x="1034398" y="55521"/>
                  <a:pt x="1033856" y="55561"/>
                  <a:pt x="1033141" y="55561"/>
                </a:cubicBezTo>
                <a:cubicBezTo>
                  <a:pt x="1032454" y="55561"/>
                  <a:pt x="1031905" y="55521"/>
                  <a:pt x="1031494" y="55442"/>
                </a:cubicBezTo>
                <a:cubicBezTo>
                  <a:pt x="1031084" y="55362"/>
                  <a:pt x="1030787" y="55243"/>
                  <a:pt x="1030601" y="55085"/>
                </a:cubicBezTo>
                <a:cubicBezTo>
                  <a:pt x="1030416" y="54926"/>
                  <a:pt x="1030324" y="54688"/>
                  <a:pt x="1030324" y="54370"/>
                </a:cubicBezTo>
                <a:lnTo>
                  <a:pt x="1030324" y="50799"/>
                </a:lnTo>
                <a:cubicBezTo>
                  <a:pt x="1028763" y="52465"/>
                  <a:pt x="1027023" y="53768"/>
                  <a:pt x="1025105" y="54708"/>
                </a:cubicBezTo>
                <a:cubicBezTo>
                  <a:pt x="1023187" y="55647"/>
                  <a:pt x="1021156" y="56117"/>
                  <a:pt x="1019013" y="56117"/>
                </a:cubicBezTo>
                <a:cubicBezTo>
                  <a:pt x="1017135" y="56117"/>
                  <a:pt x="1015435" y="55871"/>
                  <a:pt x="1013913" y="55380"/>
                </a:cubicBezTo>
                <a:cubicBezTo>
                  <a:pt x="1012392" y="54889"/>
                  <a:pt x="1011096" y="54179"/>
                  <a:pt x="1010024" y="53249"/>
                </a:cubicBezTo>
                <a:cubicBezTo>
                  <a:pt x="1008953" y="52320"/>
                  <a:pt x="1008119" y="51178"/>
                  <a:pt x="1007524" y="49825"/>
                </a:cubicBezTo>
                <a:cubicBezTo>
                  <a:pt x="1006929" y="48471"/>
                  <a:pt x="1006631" y="46930"/>
                  <a:pt x="1006631" y="45204"/>
                </a:cubicBezTo>
                <a:cubicBezTo>
                  <a:pt x="1006631" y="43187"/>
                  <a:pt x="1007041" y="41435"/>
                  <a:pt x="1007861" y="39948"/>
                </a:cubicBezTo>
                <a:cubicBezTo>
                  <a:pt x="1008681" y="38461"/>
                  <a:pt x="1009859" y="37226"/>
                  <a:pt x="1011393" y="36244"/>
                </a:cubicBezTo>
                <a:cubicBezTo>
                  <a:pt x="1012928" y="35261"/>
                  <a:pt x="1014806" y="34525"/>
                  <a:pt x="1017029" y="34034"/>
                </a:cubicBezTo>
                <a:cubicBezTo>
                  <a:pt x="1019251" y="33542"/>
                  <a:pt x="1021751" y="33297"/>
                  <a:pt x="1024529" y="33297"/>
                </a:cubicBezTo>
                <a:lnTo>
                  <a:pt x="1029451" y="33297"/>
                </a:lnTo>
                <a:lnTo>
                  <a:pt x="1029451" y="30529"/>
                </a:lnTo>
                <a:cubicBezTo>
                  <a:pt x="1029451" y="29158"/>
                  <a:pt x="1029305" y="27945"/>
                  <a:pt x="1029014" y="26891"/>
                </a:cubicBezTo>
                <a:cubicBezTo>
                  <a:pt x="1028723" y="25836"/>
                  <a:pt x="1028253" y="24959"/>
                  <a:pt x="1027605" y="24261"/>
                </a:cubicBezTo>
                <a:cubicBezTo>
                  <a:pt x="1026957" y="23562"/>
                  <a:pt x="1026117" y="23035"/>
                  <a:pt x="1025085" y="22680"/>
                </a:cubicBezTo>
                <a:cubicBezTo>
                  <a:pt x="1024053" y="22323"/>
                  <a:pt x="1022783" y="22145"/>
                  <a:pt x="1021275" y="22145"/>
                </a:cubicBezTo>
                <a:cubicBezTo>
                  <a:pt x="1019661" y="22145"/>
                  <a:pt x="1018213" y="22335"/>
                  <a:pt x="1016930" y="22714"/>
                </a:cubicBezTo>
                <a:cubicBezTo>
                  <a:pt x="1015646" y="23094"/>
                  <a:pt x="1014522" y="23513"/>
                  <a:pt x="1013556" y="23971"/>
                </a:cubicBezTo>
                <a:cubicBezTo>
                  <a:pt x="1012590" y="24429"/>
                  <a:pt x="1011784" y="24847"/>
                  <a:pt x="1011135" y="25227"/>
                </a:cubicBezTo>
                <a:cubicBezTo>
                  <a:pt x="1010487" y="25606"/>
                  <a:pt x="1010004" y="25796"/>
                  <a:pt x="1009687" y="25796"/>
                </a:cubicBezTo>
                <a:cubicBezTo>
                  <a:pt x="1009475" y="25796"/>
                  <a:pt x="1009290" y="25743"/>
                  <a:pt x="1009131" y="25637"/>
                </a:cubicBezTo>
                <a:cubicBezTo>
                  <a:pt x="1008972" y="25532"/>
                  <a:pt x="1008833" y="25373"/>
                  <a:pt x="1008714" y="25161"/>
                </a:cubicBezTo>
                <a:cubicBezTo>
                  <a:pt x="1008595" y="24950"/>
                  <a:pt x="1008509" y="24678"/>
                  <a:pt x="1008456" y="24348"/>
                </a:cubicBezTo>
                <a:cubicBezTo>
                  <a:pt x="1008404" y="24017"/>
                  <a:pt x="1008377" y="23653"/>
                  <a:pt x="1008377" y="23256"/>
                </a:cubicBezTo>
                <a:cubicBezTo>
                  <a:pt x="1008377" y="22595"/>
                  <a:pt x="1008423" y="22072"/>
                  <a:pt x="1008516" y="21689"/>
                </a:cubicBezTo>
                <a:cubicBezTo>
                  <a:pt x="1008609" y="21305"/>
                  <a:pt x="1008833" y="20941"/>
                  <a:pt x="1009191" y="20597"/>
                </a:cubicBezTo>
                <a:cubicBezTo>
                  <a:pt x="1009548" y="20253"/>
                  <a:pt x="1010163" y="19853"/>
                  <a:pt x="1011036" y="19395"/>
                </a:cubicBezTo>
                <a:cubicBezTo>
                  <a:pt x="1011909" y="18937"/>
                  <a:pt x="1012915" y="18519"/>
                  <a:pt x="1014052" y="18140"/>
                </a:cubicBezTo>
                <a:cubicBezTo>
                  <a:pt x="1015190" y="17762"/>
                  <a:pt x="1016433" y="17448"/>
                  <a:pt x="1017783" y="17200"/>
                </a:cubicBezTo>
                <a:cubicBezTo>
                  <a:pt x="1019132" y="16951"/>
                  <a:pt x="1020495" y="16827"/>
                  <a:pt x="1021870" y="16827"/>
                </a:cubicBezTo>
                <a:cubicBezTo>
                  <a:pt x="1024437" y="16827"/>
                  <a:pt x="1026620" y="17118"/>
                  <a:pt x="1028419" y="17700"/>
                </a:cubicBezTo>
                <a:cubicBezTo>
                  <a:pt x="1030218" y="18282"/>
                  <a:pt x="1031673" y="19135"/>
                  <a:pt x="1032784" y="20260"/>
                </a:cubicBezTo>
                <a:cubicBezTo>
                  <a:pt x="1033895" y="21384"/>
                  <a:pt x="1034702" y="22780"/>
                  <a:pt x="1035205" y="24447"/>
                </a:cubicBezTo>
                <a:cubicBezTo>
                  <a:pt x="1035708" y="26114"/>
                  <a:pt x="1035959" y="28058"/>
                  <a:pt x="1035959" y="30281"/>
                </a:cubicBezTo>
                <a:lnTo>
                  <a:pt x="1035959" y="54370"/>
                </a:lnTo>
                <a:moveTo>
                  <a:pt x="1029451" y="38020"/>
                </a:moveTo>
                <a:lnTo>
                  <a:pt x="1023855" y="38020"/>
                </a:lnTo>
                <a:cubicBezTo>
                  <a:pt x="1022056" y="38020"/>
                  <a:pt x="1020495" y="38173"/>
                  <a:pt x="1019172" y="38480"/>
                </a:cubicBezTo>
                <a:cubicBezTo>
                  <a:pt x="1017849" y="38786"/>
                  <a:pt x="1016751" y="39238"/>
                  <a:pt x="1015878" y="39836"/>
                </a:cubicBezTo>
                <a:cubicBezTo>
                  <a:pt x="1015005" y="40435"/>
                  <a:pt x="1014363" y="41154"/>
                  <a:pt x="1013953" y="41993"/>
                </a:cubicBezTo>
                <a:cubicBezTo>
                  <a:pt x="1013543" y="42832"/>
                  <a:pt x="1013338" y="43796"/>
                  <a:pt x="1013338" y="44888"/>
                </a:cubicBezTo>
                <a:cubicBezTo>
                  <a:pt x="1013338" y="46751"/>
                  <a:pt x="1013927" y="48235"/>
                  <a:pt x="1015104" y="49340"/>
                </a:cubicBezTo>
                <a:cubicBezTo>
                  <a:pt x="1016281" y="50445"/>
                  <a:pt x="1017928" y="50997"/>
                  <a:pt x="1020045" y="50997"/>
                </a:cubicBezTo>
                <a:cubicBezTo>
                  <a:pt x="1021765" y="50997"/>
                  <a:pt x="1023359" y="50558"/>
                  <a:pt x="1024827" y="49680"/>
                </a:cubicBezTo>
                <a:cubicBezTo>
                  <a:pt x="1026296" y="48801"/>
                  <a:pt x="1027837" y="47457"/>
                  <a:pt x="1029451" y="45647"/>
                </a:cubicBezTo>
                <a:lnTo>
                  <a:pt x="1029451" y="38020"/>
                </a:lnTo>
                <a:close/>
                <a:moveTo>
                  <a:pt x="1078549" y="54329"/>
                </a:moveTo>
                <a:cubicBezTo>
                  <a:pt x="1078549" y="54541"/>
                  <a:pt x="1078503" y="54727"/>
                  <a:pt x="1078410" y="54886"/>
                </a:cubicBezTo>
                <a:cubicBezTo>
                  <a:pt x="1078318" y="55045"/>
                  <a:pt x="1078159" y="55171"/>
                  <a:pt x="1077934" y="55263"/>
                </a:cubicBezTo>
                <a:cubicBezTo>
                  <a:pt x="1077709" y="55356"/>
                  <a:pt x="1077412" y="55429"/>
                  <a:pt x="1077041" y="55482"/>
                </a:cubicBezTo>
                <a:cubicBezTo>
                  <a:pt x="1076671" y="55534"/>
                  <a:pt x="1076221" y="55561"/>
                  <a:pt x="1075692" y="55561"/>
                </a:cubicBezTo>
                <a:cubicBezTo>
                  <a:pt x="1075136" y="55561"/>
                  <a:pt x="1074673" y="55534"/>
                  <a:pt x="1074303" y="55482"/>
                </a:cubicBezTo>
                <a:cubicBezTo>
                  <a:pt x="1073933" y="55429"/>
                  <a:pt x="1073628" y="55358"/>
                  <a:pt x="1073390" y="55266"/>
                </a:cubicBezTo>
                <a:cubicBezTo>
                  <a:pt x="1073152" y="55173"/>
                  <a:pt x="1072980" y="55048"/>
                  <a:pt x="1072874" y="54890"/>
                </a:cubicBezTo>
                <a:cubicBezTo>
                  <a:pt x="1072768" y="54732"/>
                  <a:pt x="1072716" y="54548"/>
                  <a:pt x="1072716" y="54338"/>
                </a:cubicBezTo>
                <a:lnTo>
                  <a:pt x="1072716" y="49641"/>
                </a:lnTo>
                <a:cubicBezTo>
                  <a:pt x="1070837" y="51680"/>
                  <a:pt x="1068886" y="53269"/>
                  <a:pt x="1066862" y="54409"/>
                </a:cubicBezTo>
                <a:cubicBezTo>
                  <a:pt x="1064838" y="55547"/>
                  <a:pt x="1062622" y="56117"/>
                  <a:pt x="1060214" y="56117"/>
                </a:cubicBezTo>
                <a:cubicBezTo>
                  <a:pt x="1057595" y="56117"/>
                  <a:pt x="1055359" y="55607"/>
                  <a:pt x="1053507" y="54587"/>
                </a:cubicBezTo>
                <a:cubicBezTo>
                  <a:pt x="1051655" y="53568"/>
                  <a:pt x="1050154" y="52191"/>
                  <a:pt x="1049003" y="50456"/>
                </a:cubicBezTo>
                <a:cubicBezTo>
                  <a:pt x="1047852" y="48721"/>
                  <a:pt x="1047012" y="46682"/>
                  <a:pt x="1046483" y="44338"/>
                </a:cubicBezTo>
                <a:cubicBezTo>
                  <a:pt x="1045954" y="41994"/>
                  <a:pt x="1045689" y="39524"/>
                  <a:pt x="1045689" y="36928"/>
                </a:cubicBezTo>
                <a:cubicBezTo>
                  <a:pt x="1045689" y="33857"/>
                  <a:pt x="1046020" y="31083"/>
                  <a:pt x="1046681" y="28606"/>
                </a:cubicBezTo>
                <a:cubicBezTo>
                  <a:pt x="1047343" y="26130"/>
                  <a:pt x="1048322" y="24018"/>
                  <a:pt x="1049618" y="22270"/>
                </a:cubicBezTo>
                <a:cubicBezTo>
                  <a:pt x="1050914" y="20522"/>
                  <a:pt x="1052522" y="19177"/>
                  <a:pt x="1054440" y="18237"/>
                </a:cubicBezTo>
                <a:cubicBezTo>
                  <a:pt x="1056358" y="17297"/>
                  <a:pt x="1058574" y="16827"/>
                  <a:pt x="1061087" y="16827"/>
                </a:cubicBezTo>
                <a:cubicBezTo>
                  <a:pt x="1063178" y="16827"/>
                  <a:pt x="1065089" y="17284"/>
                  <a:pt x="1066822" y="18197"/>
                </a:cubicBezTo>
                <a:cubicBezTo>
                  <a:pt x="1068555" y="19111"/>
                  <a:pt x="1070268" y="20455"/>
                  <a:pt x="1071961" y="22229"/>
                </a:cubicBezTo>
                <a:lnTo>
                  <a:pt x="1071961" y="1431"/>
                </a:lnTo>
                <a:cubicBezTo>
                  <a:pt x="1071961" y="1246"/>
                  <a:pt x="1072008" y="1067"/>
                  <a:pt x="1072100" y="895"/>
                </a:cubicBezTo>
                <a:cubicBezTo>
                  <a:pt x="1072193" y="723"/>
                  <a:pt x="1072372" y="590"/>
                  <a:pt x="1072636" y="497"/>
                </a:cubicBezTo>
                <a:cubicBezTo>
                  <a:pt x="1072901" y="404"/>
                  <a:pt x="1073238" y="324"/>
                  <a:pt x="1073648" y="258"/>
                </a:cubicBezTo>
                <a:cubicBezTo>
                  <a:pt x="1074058" y="192"/>
                  <a:pt x="1074581" y="159"/>
                  <a:pt x="1075216" y="159"/>
                </a:cubicBezTo>
                <a:cubicBezTo>
                  <a:pt x="1075877" y="159"/>
                  <a:pt x="1076420" y="192"/>
                  <a:pt x="1076843" y="258"/>
                </a:cubicBezTo>
                <a:cubicBezTo>
                  <a:pt x="1077266" y="324"/>
                  <a:pt x="1077597" y="403"/>
                  <a:pt x="1077835" y="496"/>
                </a:cubicBezTo>
                <a:cubicBezTo>
                  <a:pt x="1078073" y="589"/>
                  <a:pt x="1078252" y="721"/>
                  <a:pt x="1078371" y="894"/>
                </a:cubicBezTo>
                <a:cubicBezTo>
                  <a:pt x="1078490" y="1066"/>
                  <a:pt x="1078549" y="1245"/>
                  <a:pt x="1078549" y="1430"/>
                </a:cubicBezTo>
                <a:lnTo>
                  <a:pt x="1078549" y="54329"/>
                </a:lnTo>
                <a:moveTo>
                  <a:pt x="1071961" y="29222"/>
                </a:moveTo>
                <a:cubicBezTo>
                  <a:pt x="1070189" y="27021"/>
                  <a:pt x="1068476" y="25345"/>
                  <a:pt x="1066822" y="24193"/>
                </a:cubicBezTo>
                <a:cubicBezTo>
                  <a:pt x="1065168" y="23039"/>
                  <a:pt x="1063442" y="22462"/>
                  <a:pt x="1061643" y="22462"/>
                </a:cubicBezTo>
                <a:cubicBezTo>
                  <a:pt x="1059976" y="22462"/>
                  <a:pt x="1058561" y="22860"/>
                  <a:pt x="1057397" y="23656"/>
                </a:cubicBezTo>
                <a:cubicBezTo>
                  <a:pt x="1056232" y="24450"/>
                  <a:pt x="1055287" y="25496"/>
                  <a:pt x="1054559" y="26795"/>
                </a:cubicBezTo>
                <a:cubicBezTo>
                  <a:pt x="1053831" y="28093"/>
                  <a:pt x="1053302" y="29563"/>
                  <a:pt x="1052972" y="31206"/>
                </a:cubicBezTo>
                <a:cubicBezTo>
                  <a:pt x="1052641" y="32849"/>
                  <a:pt x="1052475" y="34518"/>
                  <a:pt x="1052475" y="36214"/>
                </a:cubicBezTo>
                <a:cubicBezTo>
                  <a:pt x="1052475" y="38015"/>
                  <a:pt x="1052614" y="39777"/>
                  <a:pt x="1052892" y="41500"/>
                </a:cubicBezTo>
                <a:cubicBezTo>
                  <a:pt x="1053170" y="43222"/>
                  <a:pt x="1053653" y="44752"/>
                  <a:pt x="1054341" y="46090"/>
                </a:cubicBezTo>
                <a:cubicBezTo>
                  <a:pt x="1055029" y="47427"/>
                  <a:pt x="1055941" y="48500"/>
                  <a:pt x="1057079" y="49309"/>
                </a:cubicBezTo>
                <a:cubicBezTo>
                  <a:pt x="1058217" y="50117"/>
                  <a:pt x="1059645" y="50521"/>
                  <a:pt x="1061365" y="50521"/>
                </a:cubicBezTo>
                <a:cubicBezTo>
                  <a:pt x="1062238" y="50521"/>
                  <a:pt x="1063078" y="50402"/>
                  <a:pt x="1063885" y="50164"/>
                </a:cubicBezTo>
                <a:cubicBezTo>
                  <a:pt x="1064692" y="49925"/>
                  <a:pt x="1065519" y="49527"/>
                  <a:pt x="1066366" y="48971"/>
                </a:cubicBezTo>
                <a:cubicBezTo>
                  <a:pt x="1067212" y="48414"/>
                  <a:pt x="1068099" y="47692"/>
                  <a:pt x="1069025" y="46804"/>
                </a:cubicBezTo>
                <a:cubicBezTo>
                  <a:pt x="1069951" y="45916"/>
                  <a:pt x="1070930" y="44822"/>
                  <a:pt x="1071961" y="43524"/>
                </a:cubicBezTo>
                <a:lnTo>
                  <a:pt x="1071961" y="29222"/>
                </a:lnTo>
                <a:close/>
                <a:moveTo>
                  <a:pt x="1127661" y="51751"/>
                </a:moveTo>
                <a:cubicBezTo>
                  <a:pt x="1127661" y="52518"/>
                  <a:pt x="1127608" y="53127"/>
                  <a:pt x="1127502" y="53577"/>
                </a:cubicBezTo>
                <a:cubicBezTo>
                  <a:pt x="1127397" y="54026"/>
                  <a:pt x="1127238" y="54357"/>
                  <a:pt x="1127026" y="54569"/>
                </a:cubicBezTo>
                <a:cubicBezTo>
                  <a:pt x="1126815" y="54780"/>
                  <a:pt x="1126497" y="54979"/>
                  <a:pt x="1126074" y="55164"/>
                </a:cubicBezTo>
                <a:cubicBezTo>
                  <a:pt x="1125650" y="55349"/>
                  <a:pt x="1125168" y="55501"/>
                  <a:pt x="1124625" y="55620"/>
                </a:cubicBezTo>
                <a:cubicBezTo>
                  <a:pt x="1124083" y="55740"/>
                  <a:pt x="1123507" y="55839"/>
                  <a:pt x="1122899" y="55918"/>
                </a:cubicBezTo>
                <a:cubicBezTo>
                  <a:pt x="1122290" y="55997"/>
                  <a:pt x="1121682" y="56037"/>
                  <a:pt x="1121073" y="56037"/>
                </a:cubicBezTo>
                <a:cubicBezTo>
                  <a:pt x="1119221" y="56037"/>
                  <a:pt x="1117634" y="55792"/>
                  <a:pt x="1116311" y="55302"/>
                </a:cubicBezTo>
                <a:cubicBezTo>
                  <a:pt x="1114988" y="54811"/>
                  <a:pt x="1113903" y="54068"/>
                  <a:pt x="1113057" y="53073"/>
                </a:cubicBezTo>
                <a:cubicBezTo>
                  <a:pt x="1112210" y="52078"/>
                  <a:pt x="1111595" y="50819"/>
                  <a:pt x="1111211" y="49294"/>
                </a:cubicBezTo>
                <a:cubicBezTo>
                  <a:pt x="1110828" y="47770"/>
                  <a:pt x="1110636" y="45973"/>
                  <a:pt x="1110636" y="43904"/>
                </a:cubicBezTo>
                <a:lnTo>
                  <a:pt x="1110636" y="22978"/>
                </a:lnTo>
                <a:lnTo>
                  <a:pt x="1105635" y="22978"/>
                </a:lnTo>
                <a:cubicBezTo>
                  <a:pt x="1105238" y="22978"/>
                  <a:pt x="1104921" y="22767"/>
                  <a:pt x="1104683" y="22343"/>
                </a:cubicBezTo>
                <a:cubicBezTo>
                  <a:pt x="1104445" y="21920"/>
                  <a:pt x="1104326" y="21232"/>
                  <a:pt x="1104326" y="20280"/>
                </a:cubicBezTo>
                <a:cubicBezTo>
                  <a:pt x="1104326" y="19777"/>
                  <a:pt x="1104359" y="19354"/>
                  <a:pt x="1104425" y="19010"/>
                </a:cubicBezTo>
                <a:cubicBezTo>
                  <a:pt x="1104491" y="18666"/>
                  <a:pt x="1104577" y="18381"/>
                  <a:pt x="1104683" y="18157"/>
                </a:cubicBezTo>
                <a:cubicBezTo>
                  <a:pt x="1104789" y="17932"/>
                  <a:pt x="1104928" y="17773"/>
                  <a:pt x="1105100" y="17680"/>
                </a:cubicBezTo>
                <a:cubicBezTo>
                  <a:pt x="1105271" y="17588"/>
                  <a:pt x="1105463" y="17541"/>
                  <a:pt x="1105675" y="17541"/>
                </a:cubicBezTo>
                <a:lnTo>
                  <a:pt x="1110636" y="17541"/>
                </a:lnTo>
                <a:lnTo>
                  <a:pt x="1110636" y="9048"/>
                </a:lnTo>
                <a:cubicBezTo>
                  <a:pt x="1110636" y="8863"/>
                  <a:pt x="1110682" y="8691"/>
                  <a:pt x="1110775" y="8533"/>
                </a:cubicBezTo>
                <a:cubicBezTo>
                  <a:pt x="1110867" y="8374"/>
                  <a:pt x="1111039" y="8235"/>
                  <a:pt x="1111291" y="8116"/>
                </a:cubicBezTo>
                <a:cubicBezTo>
                  <a:pt x="1111542" y="7997"/>
                  <a:pt x="1111879" y="7911"/>
                  <a:pt x="1112303" y="7858"/>
                </a:cubicBezTo>
                <a:cubicBezTo>
                  <a:pt x="1112726" y="7805"/>
                  <a:pt x="1113255" y="7779"/>
                  <a:pt x="1113890" y="7779"/>
                </a:cubicBezTo>
                <a:cubicBezTo>
                  <a:pt x="1114551" y="7779"/>
                  <a:pt x="1115094" y="7805"/>
                  <a:pt x="1115517" y="7858"/>
                </a:cubicBezTo>
                <a:cubicBezTo>
                  <a:pt x="1115941" y="7911"/>
                  <a:pt x="1116271" y="7997"/>
                  <a:pt x="1116509" y="8116"/>
                </a:cubicBezTo>
                <a:cubicBezTo>
                  <a:pt x="1116747" y="8235"/>
                  <a:pt x="1116919" y="8374"/>
                  <a:pt x="1117025" y="8533"/>
                </a:cubicBezTo>
                <a:cubicBezTo>
                  <a:pt x="1117131" y="8691"/>
                  <a:pt x="1117184" y="8863"/>
                  <a:pt x="1117184" y="9048"/>
                </a:cubicBezTo>
                <a:lnTo>
                  <a:pt x="1117184" y="17541"/>
                </a:lnTo>
                <a:lnTo>
                  <a:pt x="1126352" y="17541"/>
                </a:lnTo>
                <a:cubicBezTo>
                  <a:pt x="1126563" y="17541"/>
                  <a:pt x="1126748" y="17588"/>
                  <a:pt x="1126907" y="17680"/>
                </a:cubicBezTo>
                <a:cubicBezTo>
                  <a:pt x="1127066" y="17773"/>
                  <a:pt x="1127205" y="17932"/>
                  <a:pt x="1127324" y="18157"/>
                </a:cubicBezTo>
                <a:cubicBezTo>
                  <a:pt x="1127443" y="18381"/>
                  <a:pt x="1127529" y="18666"/>
                  <a:pt x="1127582" y="19010"/>
                </a:cubicBezTo>
                <a:cubicBezTo>
                  <a:pt x="1127635" y="19354"/>
                  <a:pt x="1127661" y="19777"/>
                  <a:pt x="1127661" y="20280"/>
                </a:cubicBezTo>
                <a:cubicBezTo>
                  <a:pt x="1127661" y="21232"/>
                  <a:pt x="1127542" y="21920"/>
                  <a:pt x="1127304" y="22343"/>
                </a:cubicBezTo>
                <a:cubicBezTo>
                  <a:pt x="1127066" y="22767"/>
                  <a:pt x="1126748" y="22978"/>
                  <a:pt x="1126352" y="22978"/>
                </a:cubicBezTo>
                <a:lnTo>
                  <a:pt x="1117184" y="22978"/>
                </a:lnTo>
                <a:lnTo>
                  <a:pt x="1117184" y="42959"/>
                </a:lnTo>
                <a:cubicBezTo>
                  <a:pt x="1117184" y="45426"/>
                  <a:pt x="1117548" y="47290"/>
                  <a:pt x="1118275" y="48551"/>
                </a:cubicBezTo>
                <a:cubicBezTo>
                  <a:pt x="1119003" y="49811"/>
                  <a:pt x="1120306" y="50441"/>
                  <a:pt x="1122184" y="50441"/>
                </a:cubicBezTo>
                <a:cubicBezTo>
                  <a:pt x="1122793" y="50441"/>
                  <a:pt x="1123335" y="50382"/>
                  <a:pt x="1123812" y="50263"/>
                </a:cubicBezTo>
                <a:cubicBezTo>
                  <a:pt x="1124288" y="50144"/>
                  <a:pt x="1124711" y="50018"/>
                  <a:pt x="1125082" y="49886"/>
                </a:cubicBezTo>
                <a:cubicBezTo>
                  <a:pt x="1125452" y="49753"/>
                  <a:pt x="1125769" y="49628"/>
                  <a:pt x="1126034" y="49509"/>
                </a:cubicBezTo>
                <a:cubicBezTo>
                  <a:pt x="1126299" y="49390"/>
                  <a:pt x="1126537" y="49330"/>
                  <a:pt x="1126748" y="49330"/>
                </a:cubicBezTo>
                <a:cubicBezTo>
                  <a:pt x="1126881" y="49330"/>
                  <a:pt x="1127006" y="49363"/>
                  <a:pt x="1127125" y="49429"/>
                </a:cubicBezTo>
                <a:cubicBezTo>
                  <a:pt x="1127245" y="49496"/>
                  <a:pt x="1127337" y="49621"/>
                  <a:pt x="1127403" y="49806"/>
                </a:cubicBezTo>
                <a:cubicBezTo>
                  <a:pt x="1127469" y="49992"/>
                  <a:pt x="1127529" y="50243"/>
                  <a:pt x="1127582" y="50560"/>
                </a:cubicBezTo>
                <a:cubicBezTo>
                  <a:pt x="1127635" y="50878"/>
                  <a:pt x="1127661" y="51275"/>
                  <a:pt x="1127661" y="51751"/>
                </a:cubicBezTo>
                <a:close/>
                <a:moveTo>
                  <a:pt x="1168696" y="36095"/>
                </a:moveTo>
                <a:cubicBezTo>
                  <a:pt x="1168696" y="39008"/>
                  <a:pt x="1168313" y="41689"/>
                  <a:pt x="1167546" y="44139"/>
                </a:cubicBezTo>
                <a:cubicBezTo>
                  <a:pt x="1166778" y="46588"/>
                  <a:pt x="1165634" y="48701"/>
                  <a:pt x="1164113" y="50476"/>
                </a:cubicBezTo>
                <a:cubicBezTo>
                  <a:pt x="1162591" y="52250"/>
                  <a:pt x="1160686" y="53634"/>
                  <a:pt x="1158398" y="54627"/>
                </a:cubicBezTo>
                <a:cubicBezTo>
                  <a:pt x="1156109" y="55620"/>
                  <a:pt x="1153457" y="56117"/>
                  <a:pt x="1150441" y="56117"/>
                </a:cubicBezTo>
                <a:cubicBezTo>
                  <a:pt x="1147504" y="56117"/>
                  <a:pt x="1144944" y="55680"/>
                  <a:pt x="1142761" y="54806"/>
                </a:cubicBezTo>
                <a:cubicBezTo>
                  <a:pt x="1140579" y="53932"/>
                  <a:pt x="1138760" y="52661"/>
                  <a:pt x="1137305" y="50992"/>
                </a:cubicBezTo>
                <a:cubicBezTo>
                  <a:pt x="1135849" y="49324"/>
                  <a:pt x="1134765" y="47297"/>
                  <a:pt x="1134050" y="44914"/>
                </a:cubicBezTo>
                <a:cubicBezTo>
                  <a:pt x="1133336" y="42530"/>
                  <a:pt x="1132979" y="39829"/>
                  <a:pt x="1132979" y="36809"/>
                </a:cubicBezTo>
                <a:cubicBezTo>
                  <a:pt x="1132979" y="33896"/>
                  <a:pt x="1133356" y="31215"/>
                  <a:pt x="1134110" y="28765"/>
                </a:cubicBezTo>
                <a:cubicBezTo>
                  <a:pt x="1134864" y="26315"/>
                  <a:pt x="1136002" y="24203"/>
                  <a:pt x="1137523" y="22429"/>
                </a:cubicBezTo>
                <a:cubicBezTo>
                  <a:pt x="1139044" y="20654"/>
                  <a:pt x="1140942" y="19276"/>
                  <a:pt x="1143218" y="18297"/>
                </a:cubicBezTo>
                <a:cubicBezTo>
                  <a:pt x="1145493" y="17317"/>
                  <a:pt x="1148152" y="16827"/>
                  <a:pt x="1151195" y="16827"/>
                </a:cubicBezTo>
                <a:cubicBezTo>
                  <a:pt x="1154132" y="16827"/>
                  <a:pt x="1156691" y="17264"/>
                  <a:pt x="1158874" y="18138"/>
                </a:cubicBezTo>
                <a:cubicBezTo>
                  <a:pt x="1161057" y="19012"/>
                  <a:pt x="1162876" y="20283"/>
                  <a:pt x="1164331" y="21952"/>
                </a:cubicBezTo>
                <a:cubicBezTo>
                  <a:pt x="1165786" y="23620"/>
                  <a:pt x="1166878" y="25646"/>
                  <a:pt x="1167605" y="28030"/>
                </a:cubicBezTo>
                <a:cubicBezTo>
                  <a:pt x="1168333" y="30413"/>
                  <a:pt x="1168696" y="33102"/>
                  <a:pt x="1168696" y="36095"/>
                </a:cubicBezTo>
                <a:moveTo>
                  <a:pt x="1161791" y="36531"/>
                </a:moveTo>
                <a:cubicBezTo>
                  <a:pt x="1161791" y="34597"/>
                  <a:pt x="1161612" y="32769"/>
                  <a:pt x="1161255" y="31047"/>
                </a:cubicBezTo>
                <a:cubicBezTo>
                  <a:pt x="1160898" y="29325"/>
                  <a:pt x="1160309" y="27815"/>
                  <a:pt x="1159489" y="26517"/>
                </a:cubicBezTo>
                <a:cubicBezTo>
                  <a:pt x="1158669" y="25219"/>
                  <a:pt x="1157558" y="24192"/>
                  <a:pt x="1156156" y="23437"/>
                </a:cubicBezTo>
                <a:cubicBezTo>
                  <a:pt x="1154753" y="22682"/>
                  <a:pt x="1153007" y="22304"/>
                  <a:pt x="1150917" y="22304"/>
                </a:cubicBezTo>
                <a:cubicBezTo>
                  <a:pt x="1148986" y="22304"/>
                  <a:pt x="1147325" y="22648"/>
                  <a:pt x="1145936" y="23337"/>
                </a:cubicBezTo>
                <a:cubicBezTo>
                  <a:pt x="1144547" y="24026"/>
                  <a:pt x="1143403" y="25000"/>
                  <a:pt x="1142503" y="26259"/>
                </a:cubicBezTo>
                <a:cubicBezTo>
                  <a:pt x="1141604" y="27517"/>
                  <a:pt x="1140936" y="29007"/>
                  <a:pt x="1140499" y="30730"/>
                </a:cubicBezTo>
                <a:cubicBezTo>
                  <a:pt x="1140063" y="32451"/>
                  <a:pt x="1139845" y="34332"/>
                  <a:pt x="1139845" y="36373"/>
                </a:cubicBezTo>
                <a:cubicBezTo>
                  <a:pt x="1139845" y="38333"/>
                  <a:pt x="1140023" y="40174"/>
                  <a:pt x="1140380" y="41896"/>
                </a:cubicBezTo>
                <a:cubicBezTo>
                  <a:pt x="1140737" y="43619"/>
                  <a:pt x="1141333" y="45122"/>
                  <a:pt x="1142166" y="46407"/>
                </a:cubicBezTo>
                <a:cubicBezTo>
                  <a:pt x="1143000" y="47692"/>
                  <a:pt x="1144117" y="48712"/>
                  <a:pt x="1145520" y="49468"/>
                </a:cubicBezTo>
                <a:cubicBezTo>
                  <a:pt x="1146922" y="50223"/>
                  <a:pt x="1148668" y="50600"/>
                  <a:pt x="1150758" y="50600"/>
                </a:cubicBezTo>
                <a:cubicBezTo>
                  <a:pt x="1152663" y="50600"/>
                  <a:pt x="1154317" y="50256"/>
                  <a:pt x="1155719" y="49567"/>
                </a:cubicBezTo>
                <a:cubicBezTo>
                  <a:pt x="1157121" y="48878"/>
                  <a:pt x="1158272" y="47911"/>
                  <a:pt x="1159172" y="46666"/>
                </a:cubicBezTo>
                <a:cubicBezTo>
                  <a:pt x="1160071" y="45420"/>
                  <a:pt x="1160733" y="43937"/>
                  <a:pt x="1161156" y="42215"/>
                </a:cubicBezTo>
                <a:cubicBezTo>
                  <a:pt x="1161579" y="40493"/>
                  <a:pt x="1161791" y="38598"/>
                  <a:pt x="1161791" y="36531"/>
                </a:cubicBezTo>
                <a:close/>
                <a:moveTo>
                  <a:pt x="1215173" y="51751"/>
                </a:moveTo>
                <a:cubicBezTo>
                  <a:pt x="1215173" y="52518"/>
                  <a:pt x="1215120" y="53127"/>
                  <a:pt x="1215014" y="53577"/>
                </a:cubicBezTo>
                <a:cubicBezTo>
                  <a:pt x="1214908" y="54026"/>
                  <a:pt x="1214749" y="54357"/>
                  <a:pt x="1214538" y="54569"/>
                </a:cubicBezTo>
                <a:cubicBezTo>
                  <a:pt x="1214326" y="54780"/>
                  <a:pt x="1214009" y="54979"/>
                  <a:pt x="1213585" y="55164"/>
                </a:cubicBezTo>
                <a:cubicBezTo>
                  <a:pt x="1213162" y="55349"/>
                  <a:pt x="1212679" y="55501"/>
                  <a:pt x="1212137" y="55620"/>
                </a:cubicBezTo>
                <a:cubicBezTo>
                  <a:pt x="1211594" y="55740"/>
                  <a:pt x="1211019" y="55839"/>
                  <a:pt x="1210410" y="55918"/>
                </a:cubicBezTo>
                <a:cubicBezTo>
                  <a:pt x="1209802" y="55997"/>
                  <a:pt x="1209193" y="56037"/>
                  <a:pt x="1208585" y="56037"/>
                </a:cubicBezTo>
                <a:cubicBezTo>
                  <a:pt x="1206733" y="56037"/>
                  <a:pt x="1205145" y="55792"/>
                  <a:pt x="1203822" y="55302"/>
                </a:cubicBezTo>
                <a:cubicBezTo>
                  <a:pt x="1202500" y="54811"/>
                  <a:pt x="1201415" y="54068"/>
                  <a:pt x="1200568" y="53073"/>
                </a:cubicBezTo>
                <a:cubicBezTo>
                  <a:pt x="1199721" y="52078"/>
                  <a:pt x="1199106" y="50819"/>
                  <a:pt x="1198723" y="49294"/>
                </a:cubicBezTo>
                <a:cubicBezTo>
                  <a:pt x="1198339" y="47770"/>
                  <a:pt x="1198147" y="45973"/>
                  <a:pt x="1198147" y="43904"/>
                </a:cubicBezTo>
                <a:lnTo>
                  <a:pt x="1198147" y="22978"/>
                </a:lnTo>
                <a:lnTo>
                  <a:pt x="1193147" y="22978"/>
                </a:lnTo>
                <a:cubicBezTo>
                  <a:pt x="1192750" y="22978"/>
                  <a:pt x="1192432" y="22767"/>
                  <a:pt x="1192194" y="22343"/>
                </a:cubicBezTo>
                <a:cubicBezTo>
                  <a:pt x="1191956" y="21920"/>
                  <a:pt x="1191837" y="21232"/>
                  <a:pt x="1191837" y="20280"/>
                </a:cubicBezTo>
                <a:cubicBezTo>
                  <a:pt x="1191837" y="19777"/>
                  <a:pt x="1191870" y="19354"/>
                  <a:pt x="1191936" y="19010"/>
                </a:cubicBezTo>
                <a:cubicBezTo>
                  <a:pt x="1192002" y="18666"/>
                  <a:pt x="1192088" y="18381"/>
                  <a:pt x="1192194" y="18157"/>
                </a:cubicBezTo>
                <a:cubicBezTo>
                  <a:pt x="1192300" y="17932"/>
                  <a:pt x="1192439" y="17773"/>
                  <a:pt x="1192611" y="17680"/>
                </a:cubicBezTo>
                <a:cubicBezTo>
                  <a:pt x="1192783" y="17588"/>
                  <a:pt x="1192975" y="17541"/>
                  <a:pt x="1193186" y="17541"/>
                </a:cubicBezTo>
                <a:lnTo>
                  <a:pt x="1198147" y="17541"/>
                </a:lnTo>
                <a:lnTo>
                  <a:pt x="1198147" y="9048"/>
                </a:lnTo>
                <a:cubicBezTo>
                  <a:pt x="1198147" y="8863"/>
                  <a:pt x="1198194" y="8691"/>
                  <a:pt x="1198286" y="8533"/>
                </a:cubicBezTo>
                <a:cubicBezTo>
                  <a:pt x="1198379" y="8374"/>
                  <a:pt x="1198551" y="8235"/>
                  <a:pt x="1198802" y="8116"/>
                </a:cubicBezTo>
                <a:cubicBezTo>
                  <a:pt x="1199053" y="7997"/>
                  <a:pt x="1199391" y="7911"/>
                  <a:pt x="1199814" y="7858"/>
                </a:cubicBezTo>
                <a:cubicBezTo>
                  <a:pt x="1200237" y="7805"/>
                  <a:pt x="1200767" y="7779"/>
                  <a:pt x="1201402" y="7779"/>
                </a:cubicBezTo>
                <a:cubicBezTo>
                  <a:pt x="1202063" y="7779"/>
                  <a:pt x="1202605" y="7805"/>
                  <a:pt x="1203029" y="7858"/>
                </a:cubicBezTo>
                <a:cubicBezTo>
                  <a:pt x="1203452" y="7911"/>
                  <a:pt x="1203783" y="7997"/>
                  <a:pt x="1204021" y="8116"/>
                </a:cubicBezTo>
                <a:cubicBezTo>
                  <a:pt x="1204259" y="8235"/>
                  <a:pt x="1204431" y="8374"/>
                  <a:pt x="1204537" y="8533"/>
                </a:cubicBezTo>
                <a:cubicBezTo>
                  <a:pt x="1204643" y="8691"/>
                  <a:pt x="1204696" y="8863"/>
                  <a:pt x="1204696" y="9048"/>
                </a:cubicBezTo>
                <a:lnTo>
                  <a:pt x="1204696" y="17541"/>
                </a:lnTo>
                <a:lnTo>
                  <a:pt x="1213863" y="17541"/>
                </a:lnTo>
                <a:cubicBezTo>
                  <a:pt x="1214075" y="17541"/>
                  <a:pt x="1214260" y="17588"/>
                  <a:pt x="1214419" y="17680"/>
                </a:cubicBezTo>
                <a:cubicBezTo>
                  <a:pt x="1214577" y="17773"/>
                  <a:pt x="1214716" y="17932"/>
                  <a:pt x="1214835" y="18157"/>
                </a:cubicBezTo>
                <a:cubicBezTo>
                  <a:pt x="1214954" y="18381"/>
                  <a:pt x="1215040" y="18666"/>
                  <a:pt x="1215093" y="19010"/>
                </a:cubicBezTo>
                <a:cubicBezTo>
                  <a:pt x="1215146" y="19354"/>
                  <a:pt x="1215173" y="19777"/>
                  <a:pt x="1215173" y="20280"/>
                </a:cubicBezTo>
                <a:cubicBezTo>
                  <a:pt x="1215173" y="21232"/>
                  <a:pt x="1215054" y="21920"/>
                  <a:pt x="1214816" y="22343"/>
                </a:cubicBezTo>
                <a:cubicBezTo>
                  <a:pt x="1214577" y="22767"/>
                  <a:pt x="1214260" y="22978"/>
                  <a:pt x="1213863" y="22978"/>
                </a:cubicBezTo>
                <a:lnTo>
                  <a:pt x="1204696" y="22978"/>
                </a:lnTo>
                <a:lnTo>
                  <a:pt x="1204696" y="42959"/>
                </a:lnTo>
                <a:cubicBezTo>
                  <a:pt x="1204696" y="45426"/>
                  <a:pt x="1205059" y="47290"/>
                  <a:pt x="1205787" y="48551"/>
                </a:cubicBezTo>
                <a:cubicBezTo>
                  <a:pt x="1206514" y="49811"/>
                  <a:pt x="1207818" y="50441"/>
                  <a:pt x="1209696" y="50441"/>
                </a:cubicBezTo>
                <a:cubicBezTo>
                  <a:pt x="1210305" y="50441"/>
                  <a:pt x="1210847" y="50382"/>
                  <a:pt x="1211323" y="50263"/>
                </a:cubicBezTo>
                <a:cubicBezTo>
                  <a:pt x="1211799" y="50144"/>
                  <a:pt x="1212223" y="50018"/>
                  <a:pt x="1212593" y="49886"/>
                </a:cubicBezTo>
                <a:cubicBezTo>
                  <a:pt x="1212964" y="49753"/>
                  <a:pt x="1213281" y="49628"/>
                  <a:pt x="1213546" y="49509"/>
                </a:cubicBezTo>
                <a:cubicBezTo>
                  <a:pt x="1213810" y="49390"/>
                  <a:pt x="1214048" y="49330"/>
                  <a:pt x="1214260" y="49330"/>
                </a:cubicBezTo>
                <a:cubicBezTo>
                  <a:pt x="1214392" y="49330"/>
                  <a:pt x="1214518" y="49363"/>
                  <a:pt x="1214637" y="49429"/>
                </a:cubicBezTo>
                <a:cubicBezTo>
                  <a:pt x="1214756" y="49496"/>
                  <a:pt x="1214849" y="49621"/>
                  <a:pt x="1214915" y="49806"/>
                </a:cubicBezTo>
                <a:cubicBezTo>
                  <a:pt x="1214981" y="49992"/>
                  <a:pt x="1215040" y="50243"/>
                  <a:pt x="1215093" y="50560"/>
                </a:cubicBezTo>
                <a:cubicBezTo>
                  <a:pt x="1215146" y="50878"/>
                  <a:pt x="1215173" y="51275"/>
                  <a:pt x="1215173" y="51751"/>
                </a:cubicBezTo>
                <a:close/>
                <a:moveTo>
                  <a:pt x="1254422" y="54331"/>
                </a:moveTo>
                <a:cubicBezTo>
                  <a:pt x="1254422" y="54542"/>
                  <a:pt x="1254369" y="54721"/>
                  <a:pt x="1254263" y="54866"/>
                </a:cubicBezTo>
                <a:cubicBezTo>
                  <a:pt x="1254157" y="55012"/>
                  <a:pt x="1253985" y="55138"/>
                  <a:pt x="1253747" y="55243"/>
                </a:cubicBezTo>
                <a:cubicBezTo>
                  <a:pt x="1253509" y="55349"/>
                  <a:pt x="1253178" y="55429"/>
                  <a:pt x="1252755" y="55482"/>
                </a:cubicBezTo>
                <a:cubicBezTo>
                  <a:pt x="1252332" y="55534"/>
                  <a:pt x="1251803" y="55561"/>
                  <a:pt x="1251168" y="55561"/>
                </a:cubicBezTo>
                <a:cubicBezTo>
                  <a:pt x="1250506" y="55561"/>
                  <a:pt x="1249964" y="55534"/>
                  <a:pt x="1249540" y="55482"/>
                </a:cubicBezTo>
                <a:cubicBezTo>
                  <a:pt x="1249117" y="55429"/>
                  <a:pt x="1248786" y="55349"/>
                  <a:pt x="1248548" y="55243"/>
                </a:cubicBezTo>
                <a:cubicBezTo>
                  <a:pt x="1248310" y="55138"/>
                  <a:pt x="1248138" y="55012"/>
                  <a:pt x="1248032" y="54866"/>
                </a:cubicBezTo>
                <a:cubicBezTo>
                  <a:pt x="1247926" y="54721"/>
                  <a:pt x="1247874" y="54542"/>
                  <a:pt x="1247874" y="54331"/>
                </a:cubicBezTo>
                <a:lnTo>
                  <a:pt x="1247874" y="33416"/>
                </a:lnTo>
                <a:cubicBezTo>
                  <a:pt x="1247874" y="31379"/>
                  <a:pt x="1247715" y="29738"/>
                  <a:pt x="1247397" y="28495"/>
                </a:cubicBezTo>
                <a:cubicBezTo>
                  <a:pt x="1247080" y="27251"/>
                  <a:pt x="1246617" y="26180"/>
                  <a:pt x="1246008" y="25280"/>
                </a:cubicBezTo>
                <a:cubicBezTo>
                  <a:pt x="1245400" y="24381"/>
                  <a:pt x="1244613" y="23693"/>
                  <a:pt x="1243647" y="23217"/>
                </a:cubicBezTo>
                <a:cubicBezTo>
                  <a:pt x="1242681" y="22740"/>
                  <a:pt x="1241563" y="22502"/>
                  <a:pt x="1240293" y="22502"/>
                </a:cubicBezTo>
                <a:cubicBezTo>
                  <a:pt x="1238653" y="22502"/>
                  <a:pt x="1237013" y="23084"/>
                  <a:pt x="1235372" y="24248"/>
                </a:cubicBezTo>
                <a:cubicBezTo>
                  <a:pt x="1233732" y="25413"/>
                  <a:pt x="1232012" y="27119"/>
                  <a:pt x="1230213" y="29368"/>
                </a:cubicBezTo>
                <a:lnTo>
                  <a:pt x="1230213" y="54331"/>
                </a:lnTo>
                <a:cubicBezTo>
                  <a:pt x="1230213" y="54542"/>
                  <a:pt x="1230160" y="54721"/>
                  <a:pt x="1230054" y="54866"/>
                </a:cubicBezTo>
                <a:cubicBezTo>
                  <a:pt x="1229949" y="55012"/>
                  <a:pt x="1229777" y="55138"/>
                  <a:pt x="1229538" y="55243"/>
                </a:cubicBezTo>
                <a:cubicBezTo>
                  <a:pt x="1229300" y="55349"/>
                  <a:pt x="1228970" y="55429"/>
                  <a:pt x="1228546" y="55482"/>
                </a:cubicBezTo>
                <a:cubicBezTo>
                  <a:pt x="1228123" y="55534"/>
                  <a:pt x="1227581" y="55561"/>
                  <a:pt x="1226919" y="55561"/>
                </a:cubicBezTo>
                <a:cubicBezTo>
                  <a:pt x="1226284" y="55561"/>
                  <a:pt x="1225755" y="55534"/>
                  <a:pt x="1225332" y="55482"/>
                </a:cubicBezTo>
                <a:cubicBezTo>
                  <a:pt x="1224908" y="55429"/>
                  <a:pt x="1224571" y="55349"/>
                  <a:pt x="1224320" y="55243"/>
                </a:cubicBezTo>
                <a:cubicBezTo>
                  <a:pt x="1224068" y="55138"/>
                  <a:pt x="1223896" y="55012"/>
                  <a:pt x="1223804" y="54866"/>
                </a:cubicBezTo>
                <a:cubicBezTo>
                  <a:pt x="1223711" y="54720"/>
                  <a:pt x="1223665" y="54541"/>
                  <a:pt x="1223665" y="54329"/>
                </a:cubicBezTo>
                <a:lnTo>
                  <a:pt x="1223665" y="1271"/>
                </a:lnTo>
                <a:cubicBezTo>
                  <a:pt x="1223665" y="1060"/>
                  <a:pt x="1223711" y="874"/>
                  <a:pt x="1223804" y="716"/>
                </a:cubicBezTo>
                <a:cubicBezTo>
                  <a:pt x="1223896" y="556"/>
                  <a:pt x="1224068" y="423"/>
                  <a:pt x="1224320" y="317"/>
                </a:cubicBezTo>
                <a:cubicBezTo>
                  <a:pt x="1224571" y="212"/>
                  <a:pt x="1224908" y="132"/>
                  <a:pt x="1225332" y="79"/>
                </a:cubicBezTo>
                <a:cubicBezTo>
                  <a:pt x="1225755" y="26"/>
                  <a:pt x="1226284" y="0"/>
                  <a:pt x="1226919" y="0"/>
                </a:cubicBezTo>
                <a:cubicBezTo>
                  <a:pt x="1227581" y="0"/>
                  <a:pt x="1228123" y="26"/>
                  <a:pt x="1228546" y="79"/>
                </a:cubicBezTo>
                <a:cubicBezTo>
                  <a:pt x="1228970" y="132"/>
                  <a:pt x="1229300" y="212"/>
                  <a:pt x="1229538" y="319"/>
                </a:cubicBezTo>
                <a:cubicBezTo>
                  <a:pt x="1229777" y="425"/>
                  <a:pt x="1229949" y="557"/>
                  <a:pt x="1230054" y="716"/>
                </a:cubicBezTo>
                <a:cubicBezTo>
                  <a:pt x="1230160" y="874"/>
                  <a:pt x="1230213" y="1060"/>
                  <a:pt x="1230213" y="1272"/>
                </a:cubicBezTo>
                <a:lnTo>
                  <a:pt x="1230213" y="22701"/>
                </a:lnTo>
                <a:cubicBezTo>
                  <a:pt x="1232092" y="20716"/>
                  <a:pt x="1233983" y="19241"/>
                  <a:pt x="1235888" y="18276"/>
                </a:cubicBezTo>
                <a:cubicBezTo>
                  <a:pt x="1237793" y="17310"/>
                  <a:pt x="1239711" y="16827"/>
                  <a:pt x="1241643" y="16827"/>
                </a:cubicBezTo>
                <a:cubicBezTo>
                  <a:pt x="1244024" y="16827"/>
                  <a:pt x="1246028" y="17231"/>
                  <a:pt x="1247655" y="18037"/>
                </a:cubicBezTo>
                <a:cubicBezTo>
                  <a:pt x="1249282" y="18844"/>
                  <a:pt x="1250599" y="19923"/>
                  <a:pt x="1251604" y="21272"/>
                </a:cubicBezTo>
                <a:cubicBezTo>
                  <a:pt x="1252609" y="22621"/>
                  <a:pt x="1253330" y="24202"/>
                  <a:pt x="1253767" y="26014"/>
                </a:cubicBezTo>
                <a:cubicBezTo>
                  <a:pt x="1254204" y="27827"/>
                  <a:pt x="1254422" y="30016"/>
                  <a:pt x="1254422" y="32583"/>
                </a:cubicBezTo>
                <a:lnTo>
                  <a:pt x="1254422" y="54331"/>
                </a:lnTo>
                <a:close/>
                <a:moveTo>
                  <a:pt x="1296522" y="34924"/>
                </a:moveTo>
                <a:cubicBezTo>
                  <a:pt x="1296522" y="35956"/>
                  <a:pt x="1296264" y="36690"/>
                  <a:pt x="1295748" y="37127"/>
                </a:cubicBezTo>
                <a:cubicBezTo>
                  <a:pt x="1295232" y="37563"/>
                  <a:pt x="1294644" y="37781"/>
                  <a:pt x="1293982" y="37781"/>
                </a:cubicBezTo>
                <a:lnTo>
                  <a:pt x="1270567" y="37781"/>
                </a:lnTo>
                <a:cubicBezTo>
                  <a:pt x="1270567" y="39772"/>
                  <a:pt x="1270766" y="41563"/>
                  <a:pt x="1271163" y="43155"/>
                </a:cubicBezTo>
                <a:cubicBezTo>
                  <a:pt x="1271559" y="44748"/>
                  <a:pt x="1272221" y="46114"/>
                  <a:pt x="1273147" y="47255"/>
                </a:cubicBezTo>
                <a:cubicBezTo>
                  <a:pt x="1274073" y="48396"/>
                  <a:pt x="1275277" y="49272"/>
                  <a:pt x="1276758" y="49883"/>
                </a:cubicBezTo>
                <a:cubicBezTo>
                  <a:pt x="1278240" y="50493"/>
                  <a:pt x="1280052" y="50799"/>
                  <a:pt x="1282195" y="50799"/>
                </a:cubicBezTo>
                <a:cubicBezTo>
                  <a:pt x="1283889" y="50799"/>
                  <a:pt x="1285397" y="50660"/>
                  <a:pt x="1286720" y="50382"/>
                </a:cubicBezTo>
                <a:cubicBezTo>
                  <a:pt x="1288043" y="50104"/>
                  <a:pt x="1289187" y="49793"/>
                  <a:pt x="1290153" y="49449"/>
                </a:cubicBezTo>
                <a:cubicBezTo>
                  <a:pt x="1291118" y="49105"/>
                  <a:pt x="1291912" y="48794"/>
                  <a:pt x="1292534" y="48517"/>
                </a:cubicBezTo>
                <a:cubicBezTo>
                  <a:pt x="1293155" y="48239"/>
                  <a:pt x="1293625" y="48100"/>
                  <a:pt x="1293943" y="48100"/>
                </a:cubicBezTo>
                <a:cubicBezTo>
                  <a:pt x="1294128" y="48100"/>
                  <a:pt x="1294293" y="48146"/>
                  <a:pt x="1294439" y="48239"/>
                </a:cubicBezTo>
                <a:cubicBezTo>
                  <a:pt x="1294584" y="48331"/>
                  <a:pt x="1294697" y="48470"/>
                  <a:pt x="1294776" y="48655"/>
                </a:cubicBezTo>
                <a:cubicBezTo>
                  <a:pt x="1294855" y="48841"/>
                  <a:pt x="1294915" y="49099"/>
                  <a:pt x="1294955" y="49429"/>
                </a:cubicBezTo>
                <a:cubicBezTo>
                  <a:pt x="1294994" y="49760"/>
                  <a:pt x="1295014" y="50164"/>
                  <a:pt x="1295014" y="50640"/>
                </a:cubicBezTo>
                <a:cubicBezTo>
                  <a:pt x="1295014" y="50984"/>
                  <a:pt x="1295001" y="51281"/>
                  <a:pt x="1294974" y="51533"/>
                </a:cubicBezTo>
                <a:cubicBezTo>
                  <a:pt x="1294948" y="51784"/>
                  <a:pt x="1294915" y="52009"/>
                  <a:pt x="1294875" y="52207"/>
                </a:cubicBezTo>
                <a:cubicBezTo>
                  <a:pt x="1294836" y="52406"/>
                  <a:pt x="1294769" y="52584"/>
                  <a:pt x="1294677" y="52743"/>
                </a:cubicBezTo>
                <a:cubicBezTo>
                  <a:pt x="1294584" y="52902"/>
                  <a:pt x="1294465" y="53054"/>
                  <a:pt x="1294320" y="53200"/>
                </a:cubicBezTo>
                <a:cubicBezTo>
                  <a:pt x="1294174" y="53345"/>
                  <a:pt x="1293744" y="53583"/>
                  <a:pt x="1293030" y="53914"/>
                </a:cubicBezTo>
                <a:cubicBezTo>
                  <a:pt x="1292315" y="54245"/>
                  <a:pt x="1291389" y="54569"/>
                  <a:pt x="1290252" y="54886"/>
                </a:cubicBezTo>
                <a:cubicBezTo>
                  <a:pt x="1289114" y="55204"/>
                  <a:pt x="1287798" y="55488"/>
                  <a:pt x="1286303" y="55740"/>
                </a:cubicBezTo>
                <a:cubicBezTo>
                  <a:pt x="1284808" y="55991"/>
                  <a:pt x="1283214" y="56117"/>
                  <a:pt x="1281521" y="56117"/>
                </a:cubicBezTo>
                <a:cubicBezTo>
                  <a:pt x="1278584" y="56117"/>
                  <a:pt x="1276011" y="55706"/>
                  <a:pt x="1273802" y="54885"/>
                </a:cubicBezTo>
                <a:cubicBezTo>
                  <a:pt x="1271593" y="54064"/>
                  <a:pt x="1269734" y="52846"/>
                  <a:pt x="1268226" y="51230"/>
                </a:cubicBezTo>
                <a:cubicBezTo>
                  <a:pt x="1266718" y="49615"/>
                  <a:pt x="1265580" y="47589"/>
                  <a:pt x="1264813" y="45152"/>
                </a:cubicBezTo>
                <a:cubicBezTo>
                  <a:pt x="1264045" y="42715"/>
                  <a:pt x="1263662" y="39882"/>
                  <a:pt x="1263662" y="36650"/>
                </a:cubicBezTo>
                <a:cubicBezTo>
                  <a:pt x="1263662" y="33578"/>
                  <a:pt x="1264059" y="30817"/>
                  <a:pt x="1264852" y="28367"/>
                </a:cubicBezTo>
                <a:cubicBezTo>
                  <a:pt x="1265646" y="25917"/>
                  <a:pt x="1266790" y="23838"/>
                  <a:pt x="1268285" y="22130"/>
                </a:cubicBezTo>
                <a:cubicBezTo>
                  <a:pt x="1269780" y="20422"/>
                  <a:pt x="1271586" y="19111"/>
                  <a:pt x="1273703" y="18197"/>
                </a:cubicBezTo>
                <a:cubicBezTo>
                  <a:pt x="1275819" y="17284"/>
                  <a:pt x="1278187" y="16827"/>
                  <a:pt x="1280806" y="16827"/>
                </a:cubicBezTo>
                <a:cubicBezTo>
                  <a:pt x="1283611" y="16827"/>
                  <a:pt x="1285999" y="17277"/>
                  <a:pt x="1287970" y="18176"/>
                </a:cubicBezTo>
                <a:cubicBezTo>
                  <a:pt x="1289941" y="19076"/>
                  <a:pt x="1291561" y="20286"/>
                  <a:pt x="1292831" y="21808"/>
                </a:cubicBezTo>
                <a:cubicBezTo>
                  <a:pt x="1294101" y="23329"/>
                  <a:pt x="1295034" y="25115"/>
                  <a:pt x="1295629" y="27165"/>
                </a:cubicBezTo>
                <a:cubicBezTo>
                  <a:pt x="1296225" y="29216"/>
                  <a:pt x="1296522" y="31405"/>
                  <a:pt x="1296522" y="33733"/>
                </a:cubicBezTo>
                <a:lnTo>
                  <a:pt x="1296522" y="34924"/>
                </a:lnTo>
                <a:moveTo>
                  <a:pt x="1289934" y="32979"/>
                </a:moveTo>
                <a:cubicBezTo>
                  <a:pt x="1290014" y="29540"/>
                  <a:pt x="1289253" y="26841"/>
                  <a:pt x="1287652" y="24883"/>
                </a:cubicBezTo>
                <a:cubicBezTo>
                  <a:pt x="1286052" y="22925"/>
                  <a:pt x="1283677" y="21947"/>
                  <a:pt x="1280529" y="21947"/>
                </a:cubicBezTo>
                <a:cubicBezTo>
                  <a:pt x="1278915" y="21947"/>
                  <a:pt x="1277499" y="22251"/>
                  <a:pt x="1276282" y="22859"/>
                </a:cubicBezTo>
                <a:cubicBezTo>
                  <a:pt x="1275065" y="23468"/>
                  <a:pt x="1274046" y="24275"/>
                  <a:pt x="1273226" y="25280"/>
                </a:cubicBezTo>
                <a:cubicBezTo>
                  <a:pt x="1272406" y="26286"/>
                  <a:pt x="1271771" y="27456"/>
                  <a:pt x="1271321" y="28792"/>
                </a:cubicBezTo>
                <a:cubicBezTo>
                  <a:pt x="1270872" y="30129"/>
                  <a:pt x="1270620" y="31524"/>
                  <a:pt x="1270567" y="32979"/>
                </a:cubicBezTo>
                <a:lnTo>
                  <a:pt x="1289934" y="32979"/>
                </a:lnTo>
                <a:close/>
                <a:moveTo>
                  <a:pt x="1357976" y="36015"/>
                </a:moveTo>
                <a:cubicBezTo>
                  <a:pt x="1357976" y="39113"/>
                  <a:pt x="1357638" y="41901"/>
                  <a:pt x="1356964" y="44377"/>
                </a:cubicBezTo>
                <a:cubicBezTo>
                  <a:pt x="1356289" y="46853"/>
                  <a:pt x="1355297" y="48966"/>
                  <a:pt x="1353987" y="50714"/>
                </a:cubicBezTo>
                <a:cubicBezTo>
                  <a:pt x="1352677" y="52462"/>
                  <a:pt x="1351070" y="53799"/>
                  <a:pt x="1349165" y="54726"/>
                </a:cubicBezTo>
                <a:cubicBezTo>
                  <a:pt x="1347260" y="55653"/>
                  <a:pt x="1345078" y="56117"/>
                  <a:pt x="1342617" y="56117"/>
                </a:cubicBezTo>
                <a:cubicBezTo>
                  <a:pt x="1341479" y="56117"/>
                  <a:pt x="1340428" y="56004"/>
                  <a:pt x="1339462" y="55778"/>
                </a:cubicBezTo>
                <a:cubicBezTo>
                  <a:pt x="1338496" y="55553"/>
                  <a:pt x="1337550" y="55189"/>
                  <a:pt x="1336624" y="54687"/>
                </a:cubicBezTo>
                <a:cubicBezTo>
                  <a:pt x="1335698" y="54183"/>
                  <a:pt x="1334772" y="53547"/>
                  <a:pt x="1333846" y="52779"/>
                </a:cubicBezTo>
                <a:cubicBezTo>
                  <a:pt x="1332920" y="52011"/>
                  <a:pt x="1331941" y="51084"/>
                  <a:pt x="1330909" y="49999"/>
                </a:cubicBezTo>
                <a:lnTo>
                  <a:pt x="1330909" y="54338"/>
                </a:lnTo>
                <a:cubicBezTo>
                  <a:pt x="1330909" y="54548"/>
                  <a:pt x="1330857" y="54732"/>
                  <a:pt x="1330751" y="54890"/>
                </a:cubicBezTo>
                <a:cubicBezTo>
                  <a:pt x="1330645" y="55048"/>
                  <a:pt x="1330473" y="55173"/>
                  <a:pt x="1330235" y="55266"/>
                </a:cubicBezTo>
                <a:cubicBezTo>
                  <a:pt x="1329997" y="55358"/>
                  <a:pt x="1329699" y="55429"/>
                  <a:pt x="1329342" y="55482"/>
                </a:cubicBezTo>
                <a:cubicBezTo>
                  <a:pt x="1328985" y="55534"/>
                  <a:pt x="1328528" y="55561"/>
                  <a:pt x="1327973" y="55561"/>
                </a:cubicBezTo>
                <a:cubicBezTo>
                  <a:pt x="1327444" y="55561"/>
                  <a:pt x="1326994" y="55534"/>
                  <a:pt x="1326623" y="55482"/>
                </a:cubicBezTo>
                <a:cubicBezTo>
                  <a:pt x="1326253" y="55429"/>
                  <a:pt x="1325949" y="55356"/>
                  <a:pt x="1325711" y="55263"/>
                </a:cubicBezTo>
                <a:cubicBezTo>
                  <a:pt x="1325472" y="55171"/>
                  <a:pt x="1325314" y="55045"/>
                  <a:pt x="1325234" y="54886"/>
                </a:cubicBezTo>
                <a:cubicBezTo>
                  <a:pt x="1325155" y="54727"/>
                  <a:pt x="1325115" y="54541"/>
                  <a:pt x="1325115" y="54329"/>
                </a:cubicBezTo>
                <a:lnTo>
                  <a:pt x="1325115" y="1271"/>
                </a:lnTo>
                <a:cubicBezTo>
                  <a:pt x="1325115" y="1060"/>
                  <a:pt x="1325162" y="874"/>
                  <a:pt x="1325254" y="716"/>
                </a:cubicBezTo>
                <a:cubicBezTo>
                  <a:pt x="1325347" y="556"/>
                  <a:pt x="1325519" y="423"/>
                  <a:pt x="1325770" y="317"/>
                </a:cubicBezTo>
                <a:cubicBezTo>
                  <a:pt x="1326021" y="212"/>
                  <a:pt x="1326359" y="132"/>
                  <a:pt x="1326782" y="79"/>
                </a:cubicBezTo>
                <a:cubicBezTo>
                  <a:pt x="1327205" y="26"/>
                  <a:pt x="1327735" y="0"/>
                  <a:pt x="1328370" y="0"/>
                </a:cubicBezTo>
                <a:cubicBezTo>
                  <a:pt x="1329031" y="0"/>
                  <a:pt x="1329573" y="26"/>
                  <a:pt x="1329997" y="79"/>
                </a:cubicBezTo>
                <a:cubicBezTo>
                  <a:pt x="1330420" y="132"/>
                  <a:pt x="1330751" y="212"/>
                  <a:pt x="1330989" y="319"/>
                </a:cubicBezTo>
                <a:cubicBezTo>
                  <a:pt x="1331227" y="425"/>
                  <a:pt x="1331399" y="557"/>
                  <a:pt x="1331505" y="717"/>
                </a:cubicBezTo>
                <a:cubicBezTo>
                  <a:pt x="1331611" y="876"/>
                  <a:pt x="1331664" y="1061"/>
                  <a:pt x="1331664" y="1272"/>
                </a:cubicBezTo>
                <a:lnTo>
                  <a:pt x="1331664" y="22707"/>
                </a:lnTo>
                <a:cubicBezTo>
                  <a:pt x="1332722" y="21621"/>
                  <a:pt x="1333747" y="20708"/>
                  <a:pt x="1334739" y="19966"/>
                </a:cubicBezTo>
                <a:cubicBezTo>
                  <a:pt x="1335731" y="19224"/>
                  <a:pt x="1336704" y="18622"/>
                  <a:pt x="1337656" y="18159"/>
                </a:cubicBezTo>
                <a:cubicBezTo>
                  <a:pt x="1338609" y="17695"/>
                  <a:pt x="1339561" y="17357"/>
                  <a:pt x="1340514" y="17146"/>
                </a:cubicBezTo>
                <a:cubicBezTo>
                  <a:pt x="1341466" y="16933"/>
                  <a:pt x="1342471" y="16827"/>
                  <a:pt x="1343530" y="16827"/>
                </a:cubicBezTo>
                <a:cubicBezTo>
                  <a:pt x="1346123" y="16827"/>
                  <a:pt x="1348338" y="17344"/>
                  <a:pt x="1350177" y="18377"/>
                </a:cubicBezTo>
                <a:cubicBezTo>
                  <a:pt x="1352016" y="19410"/>
                  <a:pt x="1353511" y="20794"/>
                  <a:pt x="1354662" y="22528"/>
                </a:cubicBezTo>
                <a:cubicBezTo>
                  <a:pt x="1355813" y="24263"/>
                  <a:pt x="1356653" y="26296"/>
                  <a:pt x="1357182" y="28626"/>
                </a:cubicBezTo>
                <a:cubicBezTo>
                  <a:pt x="1357711" y="30956"/>
                  <a:pt x="1357976" y="33419"/>
                  <a:pt x="1357976" y="36015"/>
                </a:cubicBezTo>
                <a:moveTo>
                  <a:pt x="1351070" y="36769"/>
                </a:moveTo>
                <a:cubicBezTo>
                  <a:pt x="1351070" y="34941"/>
                  <a:pt x="1350931" y="33166"/>
                  <a:pt x="1350653" y="31444"/>
                </a:cubicBezTo>
                <a:cubicBezTo>
                  <a:pt x="1350376" y="29722"/>
                  <a:pt x="1349893" y="28198"/>
                  <a:pt x="1349205" y="26874"/>
                </a:cubicBezTo>
                <a:cubicBezTo>
                  <a:pt x="1348517" y="25549"/>
                  <a:pt x="1347604" y="24483"/>
                  <a:pt x="1346467" y="23675"/>
                </a:cubicBezTo>
                <a:cubicBezTo>
                  <a:pt x="1345329" y="22867"/>
                  <a:pt x="1343913" y="22462"/>
                  <a:pt x="1342220" y="22462"/>
                </a:cubicBezTo>
                <a:cubicBezTo>
                  <a:pt x="1341373" y="22462"/>
                  <a:pt x="1340540" y="22582"/>
                  <a:pt x="1339720" y="22821"/>
                </a:cubicBezTo>
                <a:cubicBezTo>
                  <a:pt x="1338900" y="23059"/>
                  <a:pt x="1338066" y="23456"/>
                  <a:pt x="1337220" y="24013"/>
                </a:cubicBezTo>
                <a:cubicBezTo>
                  <a:pt x="1336373" y="24569"/>
                  <a:pt x="1335493" y="25285"/>
                  <a:pt x="1334580" y="26160"/>
                </a:cubicBezTo>
                <a:cubicBezTo>
                  <a:pt x="1333668" y="27034"/>
                  <a:pt x="1332695" y="28134"/>
                  <a:pt x="1331664" y="29460"/>
                </a:cubicBezTo>
                <a:lnTo>
                  <a:pt x="1331664" y="43722"/>
                </a:lnTo>
                <a:cubicBezTo>
                  <a:pt x="1333463" y="45922"/>
                  <a:pt x="1335182" y="47599"/>
                  <a:pt x="1336823" y="48752"/>
                </a:cubicBezTo>
                <a:cubicBezTo>
                  <a:pt x="1338463" y="49905"/>
                  <a:pt x="1340170" y="50481"/>
                  <a:pt x="1341942" y="50481"/>
                </a:cubicBezTo>
                <a:cubicBezTo>
                  <a:pt x="1343583" y="50481"/>
                  <a:pt x="1344985" y="50084"/>
                  <a:pt x="1346149" y="49289"/>
                </a:cubicBezTo>
                <a:cubicBezTo>
                  <a:pt x="1347313" y="48494"/>
                  <a:pt x="1348259" y="47441"/>
                  <a:pt x="1348987" y="46129"/>
                </a:cubicBezTo>
                <a:cubicBezTo>
                  <a:pt x="1349714" y="44818"/>
                  <a:pt x="1350243" y="43347"/>
                  <a:pt x="1350574" y="41718"/>
                </a:cubicBezTo>
                <a:cubicBezTo>
                  <a:pt x="1350905" y="40088"/>
                  <a:pt x="1351070" y="38439"/>
                  <a:pt x="1351070" y="36769"/>
                </a:cubicBezTo>
                <a:close/>
                <a:moveTo>
                  <a:pt x="1398084" y="54331"/>
                </a:moveTo>
                <a:cubicBezTo>
                  <a:pt x="1398084" y="54542"/>
                  <a:pt x="1398038" y="54721"/>
                  <a:pt x="1397945" y="54866"/>
                </a:cubicBezTo>
                <a:cubicBezTo>
                  <a:pt x="1397852" y="55012"/>
                  <a:pt x="1397687" y="55138"/>
                  <a:pt x="1397449" y="55243"/>
                </a:cubicBezTo>
                <a:cubicBezTo>
                  <a:pt x="1397211" y="55349"/>
                  <a:pt x="1396900" y="55429"/>
                  <a:pt x="1396516" y="55482"/>
                </a:cubicBezTo>
                <a:cubicBezTo>
                  <a:pt x="1396133" y="55534"/>
                  <a:pt x="1395663" y="55561"/>
                  <a:pt x="1395107" y="55561"/>
                </a:cubicBezTo>
                <a:cubicBezTo>
                  <a:pt x="1394499" y="55561"/>
                  <a:pt x="1394003" y="55534"/>
                  <a:pt x="1393619" y="55482"/>
                </a:cubicBezTo>
                <a:cubicBezTo>
                  <a:pt x="1393236" y="55429"/>
                  <a:pt x="1392931" y="55349"/>
                  <a:pt x="1392706" y="55243"/>
                </a:cubicBezTo>
                <a:cubicBezTo>
                  <a:pt x="1392482" y="55138"/>
                  <a:pt x="1392329" y="55012"/>
                  <a:pt x="1392250" y="54866"/>
                </a:cubicBezTo>
                <a:cubicBezTo>
                  <a:pt x="1392171" y="54721"/>
                  <a:pt x="1392131" y="54542"/>
                  <a:pt x="1392131" y="54331"/>
                </a:cubicBezTo>
                <a:lnTo>
                  <a:pt x="1392131" y="49608"/>
                </a:lnTo>
                <a:cubicBezTo>
                  <a:pt x="1390094" y="51871"/>
                  <a:pt x="1388083" y="53522"/>
                  <a:pt x="1386099" y="54560"/>
                </a:cubicBezTo>
                <a:cubicBezTo>
                  <a:pt x="1384114" y="55598"/>
                  <a:pt x="1382104" y="56117"/>
                  <a:pt x="1380066" y="56117"/>
                </a:cubicBezTo>
                <a:cubicBezTo>
                  <a:pt x="1377685" y="56117"/>
                  <a:pt x="1375681" y="55719"/>
                  <a:pt x="1374054" y="54925"/>
                </a:cubicBezTo>
                <a:cubicBezTo>
                  <a:pt x="1372427" y="54130"/>
                  <a:pt x="1371110" y="53051"/>
                  <a:pt x="1370105" y="51688"/>
                </a:cubicBezTo>
                <a:cubicBezTo>
                  <a:pt x="1369100" y="50324"/>
                  <a:pt x="1368379" y="48734"/>
                  <a:pt x="1367942" y="46920"/>
                </a:cubicBezTo>
                <a:cubicBezTo>
                  <a:pt x="1367506" y="45106"/>
                  <a:pt x="1367287" y="42901"/>
                  <a:pt x="1367287" y="40305"/>
                </a:cubicBezTo>
                <a:lnTo>
                  <a:pt x="1367287" y="18614"/>
                </a:lnTo>
                <a:cubicBezTo>
                  <a:pt x="1367287" y="18402"/>
                  <a:pt x="1367334" y="18224"/>
                  <a:pt x="1367426" y="18078"/>
                </a:cubicBezTo>
                <a:cubicBezTo>
                  <a:pt x="1367519" y="17932"/>
                  <a:pt x="1367697" y="17799"/>
                  <a:pt x="1367962" y="17680"/>
                </a:cubicBezTo>
                <a:cubicBezTo>
                  <a:pt x="1368227" y="17561"/>
                  <a:pt x="1368570" y="17482"/>
                  <a:pt x="1368994" y="17442"/>
                </a:cubicBezTo>
                <a:cubicBezTo>
                  <a:pt x="1369417" y="17402"/>
                  <a:pt x="1369946" y="17383"/>
                  <a:pt x="1370581" y="17383"/>
                </a:cubicBezTo>
                <a:cubicBezTo>
                  <a:pt x="1371216" y="17383"/>
                  <a:pt x="1371745" y="17402"/>
                  <a:pt x="1372169" y="17442"/>
                </a:cubicBezTo>
                <a:cubicBezTo>
                  <a:pt x="1372592" y="17482"/>
                  <a:pt x="1372929" y="17561"/>
                  <a:pt x="1373181" y="17680"/>
                </a:cubicBezTo>
                <a:cubicBezTo>
                  <a:pt x="1373432" y="17799"/>
                  <a:pt x="1373611" y="17932"/>
                  <a:pt x="1373716" y="18078"/>
                </a:cubicBezTo>
                <a:cubicBezTo>
                  <a:pt x="1373822" y="18224"/>
                  <a:pt x="1373875" y="18402"/>
                  <a:pt x="1373875" y="18614"/>
                </a:cubicBezTo>
                <a:lnTo>
                  <a:pt x="1373875" y="39435"/>
                </a:lnTo>
                <a:cubicBezTo>
                  <a:pt x="1373875" y="41527"/>
                  <a:pt x="1374027" y="43203"/>
                  <a:pt x="1374332" y="44461"/>
                </a:cubicBezTo>
                <a:cubicBezTo>
                  <a:pt x="1374636" y="45720"/>
                  <a:pt x="1375099" y="46793"/>
                  <a:pt x="1375721" y="47681"/>
                </a:cubicBezTo>
                <a:cubicBezTo>
                  <a:pt x="1376342" y="48568"/>
                  <a:pt x="1377130" y="49257"/>
                  <a:pt x="1378082" y="49747"/>
                </a:cubicBezTo>
                <a:cubicBezTo>
                  <a:pt x="1379034" y="50236"/>
                  <a:pt x="1380146" y="50481"/>
                  <a:pt x="1381416" y="50481"/>
                </a:cubicBezTo>
                <a:cubicBezTo>
                  <a:pt x="1383056" y="50481"/>
                  <a:pt x="1384690" y="49896"/>
                  <a:pt x="1386317" y="48725"/>
                </a:cubicBezTo>
                <a:cubicBezTo>
                  <a:pt x="1387944" y="47554"/>
                  <a:pt x="1389670" y="45838"/>
                  <a:pt x="1391496" y="43576"/>
                </a:cubicBezTo>
                <a:lnTo>
                  <a:pt x="1391496" y="18613"/>
                </a:lnTo>
                <a:cubicBezTo>
                  <a:pt x="1391496" y="18401"/>
                  <a:pt x="1391542" y="18223"/>
                  <a:pt x="1391635" y="18077"/>
                </a:cubicBezTo>
                <a:cubicBezTo>
                  <a:pt x="1391727" y="17932"/>
                  <a:pt x="1391906" y="17799"/>
                  <a:pt x="1392171" y="17680"/>
                </a:cubicBezTo>
                <a:cubicBezTo>
                  <a:pt x="1392435" y="17561"/>
                  <a:pt x="1392773" y="17482"/>
                  <a:pt x="1393183" y="17442"/>
                </a:cubicBezTo>
                <a:cubicBezTo>
                  <a:pt x="1393593" y="17402"/>
                  <a:pt x="1394128" y="17383"/>
                  <a:pt x="1394790" y="17383"/>
                </a:cubicBezTo>
                <a:cubicBezTo>
                  <a:pt x="1395425" y="17383"/>
                  <a:pt x="1395954" y="17402"/>
                  <a:pt x="1396377" y="17442"/>
                </a:cubicBezTo>
                <a:cubicBezTo>
                  <a:pt x="1396801" y="17482"/>
                  <a:pt x="1397131" y="17561"/>
                  <a:pt x="1397370" y="17680"/>
                </a:cubicBezTo>
                <a:cubicBezTo>
                  <a:pt x="1397608" y="17799"/>
                  <a:pt x="1397786" y="17932"/>
                  <a:pt x="1397905" y="18077"/>
                </a:cubicBezTo>
                <a:cubicBezTo>
                  <a:pt x="1398024" y="18223"/>
                  <a:pt x="1398084" y="18401"/>
                  <a:pt x="1398084" y="18613"/>
                </a:cubicBezTo>
                <a:lnTo>
                  <a:pt x="1398084" y="54331"/>
                </a:lnTo>
                <a:close/>
                <a:moveTo>
                  <a:pt x="1439708" y="20200"/>
                </a:moveTo>
                <a:cubicBezTo>
                  <a:pt x="1439708" y="21126"/>
                  <a:pt x="1439582" y="21794"/>
                  <a:pt x="1439331" y="22205"/>
                </a:cubicBezTo>
                <a:cubicBezTo>
                  <a:pt x="1439080" y="22615"/>
                  <a:pt x="1438756" y="22820"/>
                  <a:pt x="1438359" y="22820"/>
                </a:cubicBezTo>
                <a:lnTo>
                  <a:pt x="1433239" y="22820"/>
                </a:lnTo>
                <a:cubicBezTo>
                  <a:pt x="1434165" y="23775"/>
                  <a:pt x="1434813" y="24830"/>
                  <a:pt x="1435184" y="25985"/>
                </a:cubicBezTo>
                <a:cubicBezTo>
                  <a:pt x="1435554" y="27139"/>
                  <a:pt x="1435739" y="28339"/>
                  <a:pt x="1435739" y="29586"/>
                </a:cubicBezTo>
                <a:cubicBezTo>
                  <a:pt x="1435739" y="31647"/>
                  <a:pt x="1435409" y="33469"/>
                  <a:pt x="1434747" y="35054"/>
                </a:cubicBezTo>
                <a:cubicBezTo>
                  <a:pt x="1434086" y="36639"/>
                  <a:pt x="1433140" y="37980"/>
                  <a:pt x="1431910" y="39076"/>
                </a:cubicBezTo>
                <a:cubicBezTo>
                  <a:pt x="1430679" y="40173"/>
                  <a:pt x="1429218" y="41011"/>
                  <a:pt x="1427524" y="41593"/>
                </a:cubicBezTo>
                <a:cubicBezTo>
                  <a:pt x="1425831" y="42174"/>
                  <a:pt x="1423953" y="42464"/>
                  <a:pt x="1421889" y="42464"/>
                </a:cubicBezTo>
                <a:cubicBezTo>
                  <a:pt x="1420434" y="42464"/>
                  <a:pt x="1419051" y="42273"/>
                  <a:pt x="1417742" y="41890"/>
                </a:cubicBezTo>
                <a:cubicBezTo>
                  <a:pt x="1416432" y="41507"/>
                  <a:pt x="1415420" y="41025"/>
                  <a:pt x="1414706" y="40444"/>
                </a:cubicBezTo>
                <a:cubicBezTo>
                  <a:pt x="1414229" y="40920"/>
                  <a:pt x="1413839" y="41463"/>
                  <a:pt x="1413535" y="42071"/>
                </a:cubicBezTo>
                <a:cubicBezTo>
                  <a:pt x="1413231" y="42679"/>
                  <a:pt x="1413078" y="43379"/>
                  <a:pt x="1413078" y="44172"/>
                </a:cubicBezTo>
                <a:cubicBezTo>
                  <a:pt x="1413078" y="45098"/>
                  <a:pt x="1413508" y="45865"/>
                  <a:pt x="1414368" y="46474"/>
                </a:cubicBezTo>
                <a:cubicBezTo>
                  <a:pt x="1415228" y="47082"/>
                  <a:pt x="1416372" y="47412"/>
                  <a:pt x="1417801" y="47465"/>
                </a:cubicBezTo>
                <a:lnTo>
                  <a:pt x="1427127" y="47863"/>
                </a:lnTo>
                <a:cubicBezTo>
                  <a:pt x="1428900" y="47916"/>
                  <a:pt x="1430527" y="48161"/>
                  <a:pt x="1432009" y="48600"/>
                </a:cubicBezTo>
                <a:cubicBezTo>
                  <a:pt x="1433490" y="49038"/>
                  <a:pt x="1434774" y="49662"/>
                  <a:pt x="1435858" y="50472"/>
                </a:cubicBezTo>
                <a:cubicBezTo>
                  <a:pt x="1436943" y="51282"/>
                  <a:pt x="1437790" y="52277"/>
                  <a:pt x="1438398" y="53459"/>
                </a:cubicBezTo>
                <a:cubicBezTo>
                  <a:pt x="1439007" y="54640"/>
                  <a:pt x="1439311" y="56014"/>
                  <a:pt x="1439311" y="57581"/>
                </a:cubicBezTo>
                <a:cubicBezTo>
                  <a:pt x="1439311" y="59227"/>
                  <a:pt x="1438967" y="60794"/>
                  <a:pt x="1438279" y="62280"/>
                </a:cubicBezTo>
                <a:cubicBezTo>
                  <a:pt x="1437591" y="63768"/>
                  <a:pt x="1436540" y="65075"/>
                  <a:pt x="1435124" y="66203"/>
                </a:cubicBezTo>
                <a:cubicBezTo>
                  <a:pt x="1433709" y="67332"/>
                  <a:pt x="1431903" y="68221"/>
                  <a:pt x="1429707" y="68872"/>
                </a:cubicBezTo>
                <a:cubicBezTo>
                  <a:pt x="1427511" y="69523"/>
                  <a:pt x="1424918" y="69848"/>
                  <a:pt x="1421929" y="69848"/>
                </a:cubicBezTo>
                <a:cubicBezTo>
                  <a:pt x="1419045" y="69848"/>
                  <a:pt x="1416591" y="69603"/>
                  <a:pt x="1414567" y="69113"/>
                </a:cubicBezTo>
                <a:cubicBezTo>
                  <a:pt x="1412543" y="68623"/>
                  <a:pt x="1410882" y="67955"/>
                  <a:pt x="1409586" y="67107"/>
                </a:cubicBezTo>
                <a:cubicBezTo>
                  <a:pt x="1408290" y="66261"/>
                  <a:pt x="1407350" y="65248"/>
                  <a:pt x="1406768" y="64070"/>
                </a:cubicBezTo>
                <a:cubicBezTo>
                  <a:pt x="1406186" y="62892"/>
                  <a:pt x="1405895" y="61614"/>
                  <a:pt x="1405895" y="60236"/>
                </a:cubicBezTo>
                <a:cubicBezTo>
                  <a:pt x="1405895" y="59363"/>
                  <a:pt x="1406001" y="58516"/>
                  <a:pt x="1406213" y="57695"/>
                </a:cubicBezTo>
                <a:cubicBezTo>
                  <a:pt x="1406424" y="56874"/>
                  <a:pt x="1406748" y="56093"/>
                  <a:pt x="1407185" y="55351"/>
                </a:cubicBezTo>
                <a:cubicBezTo>
                  <a:pt x="1407622" y="54611"/>
                  <a:pt x="1408164" y="53903"/>
                  <a:pt x="1408812" y="53228"/>
                </a:cubicBezTo>
                <a:cubicBezTo>
                  <a:pt x="1409460" y="52553"/>
                  <a:pt x="1410208" y="51884"/>
                  <a:pt x="1411054" y="51221"/>
                </a:cubicBezTo>
                <a:cubicBezTo>
                  <a:pt x="1409758" y="50558"/>
                  <a:pt x="1408799" y="49721"/>
                  <a:pt x="1408177" y="48711"/>
                </a:cubicBezTo>
                <a:cubicBezTo>
                  <a:pt x="1407555" y="47701"/>
                  <a:pt x="1407245" y="46611"/>
                  <a:pt x="1407245" y="45442"/>
                </a:cubicBezTo>
                <a:cubicBezTo>
                  <a:pt x="1407245" y="43822"/>
                  <a:pt x="1407575" y="42373"/>
                  <a:pt x="1408237" y="41098"/>
                </a:cubicBezTo>
                <a:cubicBezTo>
                  <a:pt x="1408898" y="39822"/>
                  <a:pt x="1409718" y="38679"/>
                  <a:pt x="1410697" y="37670"/>
                </a:cubicBezTo>
                <a:cubicBezTo>
                  <a:pt x="1409877" y="36693"/>
                  <a:pt x="1409229" y="35590"/>
                  <a:pt x="1408753" y="34361"/>
                </a:cubicBezTo>
                <a:cubicBezTo>
                  <a:pt x="1408276" y="33132"/>
                  <a:pt x="1408038" y="31647"/>
                  <a:pt x="1408038" y="29904"/>
                </a:cubicBezTo>
                <a:cubicBezTo>
                  <a:pt x="1408038" y="27870"/>
                  <a:pt x="1408382" y="26047"/>
                  <a:pt x="1409070" y="24436"/>
                </a:cubicBezTo>
                <a:cubicBezTo>
                  <a:pt x="1409758" y="22824"/>
                  <a:pt x="1410711" y="21464"/>
                  <a:pt x="1411928" y="20354"/>
                </a:cubicBezTo>
                <a:cubicBezTo>
                  <a:pt x="1413145" y="19245"/>
                  <a:pt x="1414606" y="18393"/>
                  <a:pt x="1416313" y="17798"/>
                </a:cubicBezTo>
                <a:cubicBezTo>
                  <a:pt x="1418019" y="17204"/>
                  <a:pt x="1419878" y="16906"/>
                  <a:pt x="1421889" y="16906"/>
                </a:cubicBezTo>
                <a:cubicBezTo>
                  <a:pt x="1422974" y="16906"/>
                  <a:pt x="1423986" y="16963"/>
                  <a:pt x="1424925" y="17075"/>
                </a:cubicBezTo>
                <a:cubicBezTo>
                  <a:pt x="1425864" y="17187"/>
                  <a:pt x="1426744" y="17342"/>
                  <a:pt x="1427564" y="17541"/>
                </a:cubicBezTo>
                <a:lnTo>
                  <a:pt x="1438359" y="17541"/>
                </a:lnTo>
                <a:cubicBezTo>
                  <a:pt x="1438808" y="17541"/>
                  <a:pt x="1439146" y="17760"/>
                  <a:pt x="1439371" y="18196"/>
                </a:cubicBezTo>
                <a:cubicBezTo>
                  <a:pt x="1439596" y="18633"/>
                  <a:pt x="1439708" y="19301"/>
                  <a:pt x="1439708" y="20200"/>
                </a:cubicBezTo>
                <a:moveTo>
                  <a:pt x="1429469" y="29626"/>
                </a:moveTo>
                <a:cubicBezTo>
                  <a:pt x="1429469" y="27198"/>
                  <a:pt x="1428801" y="25305"/>
                  <a:pt x="1427465" y="23946"/>
                </a:cubicBezTo>
                <a:cubicBezTo>
                  <a:pt x="1426129" y="22587"/>
                  <a:pt x="1424230" y="21907"/>
                  <a:pt x="1421770" y="21907"/>
                </a:cubicBezTo>
                <a:cubicBezTo>
                  <a:pt x="1420500" y="21907"/>
                  <a:pt x="1419395" y="22118"/>
                  <a:pt x="1418456" y="22541"/>
                </a:cubicBezTo>
                <a:cubicBezTo>
                  <a:pt x="1417517" y="22962"/>
                  <a:pt x="1416736" y="23543"/>
                  <a:pt x="1416114" y="24282"/>
                </a:cubicBezTo>
                <a:cubicBezTo>
                  <a:pt x="1415493" y="25021"/>
                  <a:pt x="1415030" y="25872"/>
                  <a:pt x="1414725" y="26835"/>
                </a:cubicBezTo>
                <a:cubicBezTo>
                  <a:pt x="1414421" y="27799"/>
                  <a:pt x="1414269" y="28808"/>
                  <a:pt x="1414269" y="29864"/>
                </a:cubicBezTo>
                <a:cubicBezTo>
                  <a:pt x="1414269" y="32212"/>
                  <a:pt x="1414937" y="34059"/>
                  <a:pt x="1416273" y="35405"/>
                </a:cubicBezTo>
                <a:cubicBezTo>
                  <a:pt x="1417609" y="36751"/>
                  <a:pt x="1419481" y="37424"/>
                  <a:pt x="1421889" y="37424"/>
                </a:cubicBezTo>
                <a:cubicBezTo>
                  <a:pt x="1423185" y="37424"/>
                  <a:pt x="1424310" y="37220"/>
                  <a:pt x="1425262" y="36812"/>
                </a:cubicBezTo>
                <a:cubicBezTo>
                  <a:pt x="1426215" y="36402"/>
                  <a:pt x="1427002" y="35835"/>
                  <a:pt x="1427624" y="35109"/>
                </a:cubicBezTo>
                <a:cubicBezTo>
                  <a:pt x="1428245" y="34383"/>
                  <a:pt x="1428708" y="33545"/>
                  <a:pt x="1429013" y="32595"/>
                </a:cubicBezTo>
                <a:cubicBezTo>
                  <a:pt x="1429317" y="31645"/>
                  <a:pt x="1429469" y="30655"/>
                  <a:pt x="1429469" y="29626"/>
                </a:cubicBezTo>
                <a:moveTo>
                  <a:pt x="1432763" y="57937"/>
                </a:moveTo>
                <a:cubicBezTo>
                  <a:pt x="1432763" y="56392"/>
                  <a:pt x="1432135" y="55200"/>
                  <a:pt x="1430878" y="54362"/>
                </a:cubicBezTo>
                <a:cubicBezTo>
                  <a:pt x="1429621" y="53522"/>
                  <a:pt x="1427921" y="53076"/>
                  <a:pt x="1425778" y="53023"/>
                </a:cubicBezTo>
                <a:lnTo>
                  <a:pt x="1416531" y="52704"/>
                </a:lnTo>
                <a:cubicBezTo>
                  <a:pt x="1415685" y="53369"/>
                  <a:pt x="1414990" y="54002"/>
                  <a:pt x="1414448" y="54601"/>
                </a:cubicBezTo>
                <a:cubicBezTo>
                  <a:pt x="1413905" y="55200"/>
                  <a:pt x="1413475" y="55773"/>
                  <a:pt x="1413158" y="56319"/>
                </a:cubicBezTo>
                <a:cubicBezTo>
                  <a:pt x="1412840" y="56864"/>
                  <a:pt x="1412622" y="57403"/>
                  <a:pt x="1412503" y="57936"/>
                </a:cubicBezTo>
                <a:cubicBezTo>
                  <a:pt x="1412384" y="58469"/>
                  <a:pt x="1412324" y="59015"/>
                  <a:pt x="1412324" y="59574"/>
                </a:cubicBezTo>
                <a:cubicBezTo>
                  <a:pt x="1412324" y="61306"/>
                  <a:pt x="1413198" y="62617"/>
                  <a:pt x="1414944" y="63509"/>
                </a:cubicBezTo>
                <a:cubicBezTo>
                  <a:pt x="1416690" y="64401"/>
                  <a:pt x="1419124" y="64848"/>
                  <a:pt x="1422246" y="64848"/>
                </a:cubicBezTo>
                <a:cubicBezTo>
                  <a:pt x="1424230" y="64848"/>
                  <a:pt x="1425891" y="64654"/>
                  <a:pt x="1427227" y="64268"/>
                </a:cubicBezTo>
                <a:cubicBezTo>
                  <a:pt x="1428563" y="63882"/>
                  <a:pt x="1429641" y="63370"/>
                  <a:pt x="1430461" y="62731"/>
                </a:cubicBezTo>
                <a:cubicBezTo>
                  <a:pt x="1431281" y="62091"/>
                  <a:pt x="1431870" y="61359"/>
                  <a:pt x="1432227" y="60533"/>
                </a:cubicBezTo>
                <a:cubicBezTo>
                  <a:pt x="1432584" y="59708"/>
                  <a:pt x="1432763" y="58842"/>
                  <a:pt x="1432763" y="579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andwhy.">
            <a:extLst xmlns:a="http://schemas.openxmlformats.org/drawingml/2006/main">
              <a:ext uri="{FF2B5EF4-FFF2-40B4-BE49-F238E27FC236}">
                <a16:creationId xmlns:a16="http://schemas.microsoft.com/office/drawing/2014/main" id="{7A35C136-BE69-4B6E-A3D3-F1F4DDF0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691" y="746137"/>
            <a:ext cx="294289" cy="69689"/>
          </a:xfrm>
          <a:custGeom xmlns:a="http://schemas.openxmlformats.org/drawingml/2006/main">
            <a:pathLst>
              <a:path w="294289" h="69689">
                <a:moveTo>
                  <a:pt x="29328" y="54291"/>
                </a:moveTo>
                <a:cubicBezTo>
                  <a:pt x="29328" y="54608"/>
                  <a:pt x="29222" y="54847"/>
                  <a:pt x="29011" y="55005"/>
                </a:cubicBezTo>
                <a:cubicBezTo>
                  <a:pt x="28799" y="55164"/>
                  <a:pt x="28508" y="55283"/>
                  <a:pt x="28138" y="55362"/>
                </a:cubicBezTo>
                <a:cubicBezTo>
                  <a:pt x="27767" y="55442"/>
                  <a:pt x="27225" y="55482"/>
                  <a:pt x="26510" y="55482"/>
                </a:cubicBezTo>
                <a:cubicBezTo>
                  <a:pt x="25823" y="55482"/>
                  <a:pt x="25274" y="55442"/>
                  <a:pt x="24864" y="55362"/>
                </a:cubicBezTo>
                <a:cubicBezTo>
                  <a:pt x="24453" y="55283"/>
                  <a:pt x="24156" y="55164"/>
                  <a:pt x="23971" y="55005"/>
                </a:cubicBezTo>
                <a:cubicBezTo>
                  <a:pt x="23785" y="54847"/>
                  <a:pt x="23693" y="54608"/>
                  <a:pt x="23693" y="54291"/>
                </a:cubicBezTo>
                <a:lnTo>
                  <a:pt x="23693" y="50719"/>
                </a:lnTo>
                <a:cubicBezTo>
                  <a:pt x="22132" y="52386"/>
                  <a:pt x="20392" y="53689"/>
                  <a:pt x="18474" y="54628"/>
                </a:cubicBezTo>
                <a:cubicBezTo>
                  <a:pt x="16556" y="55568"/>
                  <a:pt x="14525" y="56037"/>
                  <a:pt x="12382" y="56037"/>
                </a:cubicBezTo>
                <a:cubicBezTo>
                  <a:pt x="10504" y="56037"/>
                  <a:pt x="8804" y="55792"/>
                  <a:pt x="7282" y="55300"/>
                </a:cubicBezTo>
                <a:cubicBezTo>
                  <a:pt x="5761" y="54809"/>
                  <a:pt x="4465" y="54099"/>
                  <a:pt x="3393" y="53170"/>
                </a:cubicBezTo>
                <a:cubicBezTo>
                  <a:pt x="2322" y="52240"/>
                  <a:pt x="1488" y="51099"/>
                  <a:pt x="893" y="49746"/>
                </a:cubicBezTo>
                <a:cubicBezTo>
                  <a:pt x="298" y="48391"/>
                  <a:pt x="0" y="46851"/>
                  <a:pt x="0" y="45125"/>
                </a:cubicBezTo>
                <a:cubicBezTo>
                  <a:pt x="0" y="43107"/>
                  <a:pt x="410" y="41355"/>
                  <a:pt x="1230" y="39869"/>
                </a:cubicBezTo>
                <a:cubicBezTo>
                  <a:pt x="2050" y="38381"/>
                  <a:pt x="3228" y="37146"/>
                  <a:pt x="4762" y="36164"/>
                </a:cubicBezTo>
                <a:cubicBezTo>
                  <a:pt x="6297" y="35182"/>
                  <a:pt x="8175" y="34445"/>
                  <a:pt x="10398" y="33954"/>
                </a:cubicBezTo>
                <a:cubicBezTo>
                  <a:pt x="12620" y="33463"/>
                  <a:pt x="15121" y="33217"/>
                  <a:pt x="17899" y="33217"/>
                </a:cubicBezTo>
                <a:lnTo>
                  <a:pt x="22820" y="33217"/>
                </a:lnTo>
                <a:lnTo>
                  <a:pt x="22820" y="30449"/>
                </a:lnTo>
                <a:cubicBezTo>
                  <a:pt x="22820" y="29079"/>
                  <a:pt x="22674" y="27866"/>
                  <a:pt x="22383" y="26812"/>
                </a:cubicBezTo>
                <a:cubicBezTo>
                  <a:pt x="22092" y="25757"/>
                  <a:pt x="21622" y="24880"/>
                  <a:pt x="20974" y="24181"/>
                </a:cubicBezTo>
                <a:cubicBezTo>
                  <a:pt x="20326" y="23483"/>
                  <a:pt x="19486" y="22956"/>
                  <a:pt x="18454" y="22600"/>
                </a:cubicBezTo>
                <a:cubicBezTo>
                  <a:pt x="17422" y="22244"/>
                  <a:pt x="16152" y="22066"/>
                  <a:pt x="14644" y="22066"/>
                </a:cubicBezTo>
                <a:cubicBezTo>
                  <a:pt x="13030" y="22066"/>
                  <a:pt x="11582" y="22255"/>
                  <a:pt x="10299" y="22635"/>
                </a:cubicBezTo>
                <a:cubicBezTo>
                  <a:pt x="9015" y="23014"/>
                  <a:pt x="7891" y="23433"/>
                  <a:pt x="6925" y="23891"/>
                </a:cubicBezTo>
                <a:cubicBezTo>
                  <a:pt x="5960" y="24349"/>
                  <a:pt x="5153" y="24768"/>
                  <a:pt x="4504" y="25148"/>
                </a:cubicBezTo>
                <a:cubicBezTo>
                  <a:pt x="3856" y="25527"/>
                  <a:pt x="3373" y="25717"/>
                  <a:pt x="3056" y="25717"/>
                </a:cubicBezTo>
                <a:cubicBezTo>
                  <a:pt x="2844" y="25717"/>
                  <a:pt x="2659" y="25664"/>
                  <a:pt x="2500" y="25558"/>
                </a:cubicBezTo>
                <a:cubicBezTo>
                  <a:pt x="2341" y="25452"/>
                  <a:pt x="2203" y="25293"/>
                  <a:pt x="2084" y="25082"/>
                </a:cubicBezTo>
                <a:cubicBezTo>
                  <a:pt x="1964" y="24870"/>
                  <a:pt x="1878" y="24599"/>
                  <a:pt x="1826" y="24268"/>
                </a:cubicBezTo>
                <a:cubicBezTo>
                  <a:pt x="1773" y="23937"/>
                  <a:pt x="1746" y="23574"/>
                  <a:pt x="1746" y="23177"/>
                </a:cubicBezTo>
                <a:cubicBezTo>
                  <a:pt x="1746" y="22515"/>
                  <a:pt x="1793" y="21993"/>
                  <a:pt x="1885" y="21609"/>
                </a:cubicBezTo>
                <a:cubicBezTo>
                  <a:pt x="1978" y="21226"/>
                  <a:pt x="2203" y="20862"/>
                  <a:pt x="2560" y="20518"/>
                </a:cubicBezTo>
                <a:cubicBezTo>
                  <a:pt x="2917" y="20174"/>
                  <a:pt x="3532" y="19773"/>
                  <a:pt x="4405" y="19316"/>
                </a:cubicBezTo>
                <a:cubicBezTo>
                  <a:pt x="5278" y="18858"/>
                  <a:pt x="6284" y="18440"/>
                  <a:pt x="7421" y="18061"/>
                </a:cubicBezTo>
                <a:cubicBezTo>
                  <a:pt x="8559" y="17682"/>
                  <a:pt x="9803" y="17369"/>
                  <a:pt x="11152" y="17121"/>
                </a:cubicBezTo>
                <a:cubicBezTo>
                  <a:pt x="12501" y="16872"/>
                  <a:pt x="13864" y="16748"/>
                  <a:pt x="15240" y="16748"/>
                </a:cubicBezTo>
                <a:cubicBezTo>
                  <a:pt x="17806" y="16748"/>
                  <a:pt x="19989" y="17039"/>
                  <a:pt x="21788" y="17621"/>
                </a:cubicBezTo>
                <a:cubicBezTo>
                  <a:pt x="23587" y="18203"/>
                  <a:pt x="25042" y="19056"/>
                  <a:pt x="26153" y="20181"/>
                </a:cubicBezTo>
                <a:cubicBezTo>
                  <a:pt x="27265" y="21305"/>
                  <a:pt x="28071" y="22701"/>
                  <a:pt x="28574" y="24367"/>
                </a:cubicBezTo>
                <a:cubicBezTo>
                  <a:pt x="29077" y="26034"/>
                  <a:pt x="29328" y="27979"/>
                  <a:pt x="29328" y="30201"/>
                </a:cubicBezTo>
                <a:lnTo>
                  <a:pt x="29328" y="54291"/>
                </a:lnTo>
                <a:moveTo>
                  <a:pt x="22820" y="37940"/>
                </a:moveTo>
                <a:lnTo>
                  <a:pt x="17224" y="37940"/>
                </a:lnTo>
                <a:cubicBezTo>
                  <a:pt x="15425" y="37940"/>
                  <a:pt x="13864" y="38094"/>
                  <a:pt x="12541" y="38400"/>
                </a:cubicBezTo>
                <a:cubicBezTo>
                  <a:pt x="11218" y="38706"/>
                  <a:pt x="10120" y="39158"/>
                  <a:pt x="9247" y="39757"/>
                </a:cubicBezTo>
                <a:cubicBezTo>
                  <a:pt x="8374" y="40356"/>
                  <a:pt x="7732" y="41075"/>
                  <a:pt x="7322" y="41914"/>
                </a:cubicBezTo>
                <a:cubicBezTo>
                  <a:pt x="6912" y="42752"/>
                  <a:pt x="6707" y="43717"/>
                  <a:pt x="6707" y="44808"/>
                </a:cubicBezTo>
                <a:cubicBezTo>
                  <a:pt x="6707" y="46672"/>
                  <a:pt x="7296" y="48156"/>
                  <a:pt x="8473" y="49261"/>
                </a:cubicBezTo>
                <a:cubicBezTo>
                  <a:pt x="9650" y="50365"/>
                  <a:pt x="11297" y="50918"/>
                  <a:pt x="13414" y="50918"/>
                </a:cubicBezTo>
                <a:cubicBezTo>
                  <a:pt x="15134" y="50918"/>
                  <a:pt x="16728" y="50479"/>
                  <a:pt x="18196" y="49601"/>
                </a:cubicBezTo>
                <a:cubicBezTo>
                  <a:pt x="19665" y="48722"/>
                  <a:pt x="21206" y="47377"/>
                  <a:pt x="22820" y="45567"/>
                </a:cubicBezTo>
                <a:lnTo>
                  <a:pt x="22820" y="37940"/>
                </a:lnTo>
                <a:close/>
                <a:moveTo>
                  <a:pt x="72077" y="54251"/>
                </a:moveTo>
                <a:cubicBezTo>
                  <a:pt x="72077" y="54463"/>
                  <a:pt x="72025" y="54642"/>
                  <a:pt x="71919" y="54787"/>
                </a:cubicBezTo>
                <a:cubicBezTo>
                  <a:pt x="71813" y="54933"/>
                  <a:pt x="71641" y="55058"/>
                  <a:pt x="71403" y="55164"/>
                </a:cubicBezTo>
                <a:cubicBezTo>
                  <a:pt x="71165" y="55270"/>
                  <a:pt x="70834" y="55349"/>
                  <a:pt x="70411" y="55402"/>
                </a:cubicBezTo>
                <a:cubicBezTo>
                  <a:pt x="69987" y="55455"/>
                  <a:pt x="69458" y="55482"/>
                  <a:pt x="68823" y="55482"/>
                </a:cubicBezTo>
                <a:cubicBezTo>
                  <a:pt x="68162" y="55482"/>
                  <a:pt x="67619" y="55455"/>
                  <a:pt x="67196" y="55402"/>
                </a:cubicBezTo>
                <a:cubicBezTo>
                  <a:pt x="66773" y="55349"/>
                  <a:pt x="66442" y="55270"/>
                  <a:pt x="66204" y="55164"/>
                </a:cubicBezTo>
                <a:cubicBezTo>
                  <a:pt x="65966" y="55058"/>
                  <a:pt x="65794" y="54933"/>
                  <a:pt x="65688" y="54787"/>
                </a:cubicBezTo>
                <a:cubicBezTo>
                  <a:pt x="65582" y="54642"/>
                  <a:pt x="65529" y="54463"/>
                  <a:pt x="65529" y="54251"/>
                </a:cubicBezTo>
                <a:lnTo>
                  <a:pt x="65529" y="33337"/>
                </a:lnTo>
                <a:cubicBezTo>
                  <a:pt x="65529" y="31299"/>
                  <a:pt x="65370" y="29659"/>
                  <a:pt x="65053" y="28415"/>
                </a:cubicBezTo>
                <a:cubicBezTo>
                  <a:pt x="64735" y="27172"/>
                  <a:pt x="64272" y="26100"/>
                  <a:pt x="63664" y="25201"/>
                </a:cubicBezTo>
                <a:cubicBezTo>
                  <a:pt x="63055" y="24301"/>
                  <a:pt x="62268" y="23613"/>
                  <a:pt x="61303" y="23137"/>
                </a:cubicBezTo>
                <a:cubicBezTo>
                  <a:pt x="60337" y="22661"/>
                  <a:pt x="59219" y="22423"/>
                  <a:pt x="57949" y="22423"/>
                </a:cubicBezTo>
                <a:cubicBezTo>
                  <a:pt x="56309" y="22423"/>
                  <a:pt x="54668" y="23005"/>
                  <a:pt x="53028" y="24169"/>
                </a:cubicBezTo>
                <a:cubicBezTo>
                  <a:pt x="51388" y="25333"/>
                  <a:pt x="49668" y="27040"/>
                  <a:pt x="47869" y="29289"/>
                </a:cubicBezTo>
                <a:lnTo>
                  <a:pt x="47869" y="54251"/>
                </a:lnTo>
                <a:cubicBezTo>
                  <a:pt x="47869" y="54463"/>
                  <a:pt x="47816" y="54642"/>
                  <a:pt x="47710" y="54787"/>
                </a:cubicBezTo>
                <a:cubicBezTo>
                  <a:pt x="47604" y="54933"/>
                  <a:pt x="47432" y="55058"/>
                  <a:pt x="47194" y="55164"/>
                </a:cubicBezTo>
                <a:cubicBezTo>
                  <a:pt x="46956" y="55270"/>
                  <a:pt x="46625" y="55349"/>
                  <a:pt x="46202" y="55402"/>
                </a:cubicBezTo>
                <a:cubicBezTo>
                  <a:pt x="45779" y="55455"/>
                  <a:pt x="45236" y="55482"/>
                  <a:pt x="44575" y="55482"/>
                </a:cubicBezTo>
                <a:cubicBezTo>
                  <a:pt x="43940" y="55482"/>
                  <a:pt x="43411" y="55455"/>
                  <a:pt x="42987" y="55402"/>
                </a:cubicBezTo>
                <a:cubicBezTo>
                  <a:pt x="42564" y="55349"/>
                  <a:pt x="42227" y="55270"/>
                  <a:pt x="41975" y="55164"/>
                </a:cubicBezTo>
                <a:cubicBezTo>
                  <a:pt x="41724" y="55058"/>
                  <a:pt x="41552" y="54933"/>
                  <a:pt x="41459" y="54787"/>
                </a:cubicBezTo>
                <a:cubicBezTo>
                  <a:pt x="41367" y="54642"/>
                  <a:pt x="41321" y="54463"/>
                  <a:pt x="41321" y="54251"/>
                </a:cubicBezTo>
                <a:lnTo>
                  <a:pt x="41321" y="18534"/>
                </a:lnTo>
                <a:cubicBezTo>
                  <a:pt x="41321" y="18322"/>
                  <a:pt x="41360" y="18143"/>
                  <a:pt x="41440" y="17998"/>
                </a:cubicBezTo>
                <a:cubicBezTo>
                  <a:pt x="41519" y="17852"/>
                  <a:pt x="41678" y="17720"/>
                  <a:pt x="41916" y="17601"/>
                </a:cubicBezTo>
                <a:cubicBezTo>
                  <a:pt x="42154" y="17482"/>
                  <a:pt x="42458" y="17402"/>
                  <a:pt x="42829" y="17363"/>
                </a:cubicBezTo>
                <a:cubicBezTo>
                  <a:pt x="43199" y="17323"/>
                  <a:pt x="43688" y="17303"/>
                  <a:pt x="44297" y="17303"/>
                </a:cubicBezTo>
                <a:cubicBezTo>
                  <a:pt x="44879" y="17303"/>
                  <a:pt x="45362" y="17323"/>
                  <a:pt x="45746" y="17363"/>
                </a:cubicBezTo>
                <a:cubicBezTo>
                  <a:pt x="46129" y="17402"/>
                  <a:pt x="46427" y="17482"/>
                  <a:pt x="46639" y="17601"/>
                </a:cubicBezTo>
                <a:cubicBezTo>
                  <a:pt x="46850" y="17720"/>
                  <a:pt x="47002" y="17852"/>
                  <a:pt x="47095" y="17998"/>
                </a:cubicBezTo>
                <a:cubicBezTo>
                  <a:pt x="47188" y="18143"/>
                  <a:pt x="47234" y="18322"/>
                  <a:pt x="47234" y="18534"/>
                </a:cubicBezTo>
                <a:lnTo>
                  <a:pt x="47234" y="23256"/>
                </a:lnTo>
                <a:cubicBezTo>
                  <a:pt x="49245" y="21007"/>
                  <a:pt x="51249" y="19360"/>
                  <a:pt x="53246" y="18315"/>
                </a:cubicBezTo>
                <a:cubicBezTo>
                  <a:pt x="55244" y="17270"/>
                  <a:pt x="57261" y="16748"/>
                  <a:pt x="59298" y="16748"/>
                </a:cubicBezTo>
                <a:cubicBezTo>
                  <a:pt x="61680" y="16748"/>
                  <a:pt x="63684" y="17151"/>
                  <a:pt x="65311" y="17958"/>
                </a:cubicBezTo>
                <a:cubicBezTo>
                  <a:pt x="66938" y="18765"/>
                  <a:pt x="68254" y="19843"/>
                  <a:pt x="69260" y="21193"/>
                </a:cubicBezTo>
                <a:cubicBezTo>
                  <a:pt x="70265" y="22542"/>
                  <a:pt x="70986" y="24123"/>
                  <a:pt x="71423" y="25935"/>
                </a:cubicBezTo>
                <a:cubicBezTo>
                  <a:pt x="71859" y="27747"/>
                  <a:pt x="72077" y="29924"/>
                  <a:pt x="72077" y="32463"/>
                </a:cubicBezTo>
                <a:lnTo>
                  <a:pt x="72077" y="54251"/>
                </a:lnTo>
                <a:close/>
                <a:moveTo>
                  <a:pt x="114264" y="54250"/>
                </a:moveTo>
                <a:cubicBezTo>
                  <a:pt x="114264" y="54462"/>
                  <a:pt x="114218" y="54647"/>
                  <a:pt x="114125" y="54807"/>
                </a:cubicBezTo>
                <a:cubicBezTo>
                  <a:pt x="114033" y="54966"/>
                  <a:pt x="113874" y="55091"/>
                  <a:pt x="113649" y="55184"/>
                </a:cubicBezTo>
                <a:cubicBezTo>
                  <a:pt x="113424" y="55277"/>
                  <a:pt x="113127" y="55349"/>
                  <a:pt x="112756" y="55402"/>
                </a:cubicBezTo>
                <a:cubicBezTo>
                  <a:pt x="112386" y="55455"/>
                  <a:pt x="111936" y="55482"/>
                  <a:pt x="111407" y="55482"/>
                </a:cubicBezTo>
                <a:cubicBezTo>
                  <a:pt x="110851" y="55482"/>
                  <a:pt x="110388" y="55455"/>
                  <a:pt x="110018" y="55402"/>
                </a:cubicBezTo>
                <a:cubicBezTo>
                  <a:pt x="109647" y="55350"/>
                  <a:pt x="109343" y="55278"/>
                  <a:pt x="109105" y="55186"/>
                </a:cubicBezTo>
                <a:cubicBezTo>
                  <a:pt x="108867" y="55094"/>
                  <a:pt x="108695" y="54969"/>
                  <a:pt x="108589" y="54811"/>
                </a:cubicBezTo>
                <a:cubicBezTo>
                  <a:pt x="108483" y="54653"/>
                  <a:pt x="108430" y="54469"/>
                  <a:pt x="108430" y="54259"/>
                </a:cubicBezTo>
                <a:lnTo>
                  <a:pt x="108430" y="49562"/>
                </a:lnTo>
                <a:cubicBezTo>
                  <a:pt x="106552" y="51601"/>
                  <a:pt x="104601" y="53190"/>
                  <a:pt x="102577" y="54329"/>
                </a:cubicBezTo>
                <a:cubicBezTo>
                  <a:pt x="100553" y="55468"/>
                  <a:pt x="98337" y="56037"/>
                  <a:pt x="95929" y="56037"/>
                </a:cubicBezTo>
                <a:cubicBezTo>
                  <a:pt x="93310" y="56037"/>
                  <a:pt x="91074" y="55527"/>
                  <a:pt x="89222" y="54508"/>
                </a:cubicBezTo>
                <a:cubicBezTo>
                  <a:pt x="87370" y="53489"/>
                  <a:pt x="85869" y="52112"/>
                  <a:pt x="84718" y="50377"/>
                </a:cubicBezTo>
                <a:cubicBezTo>
                  <a:pt x="83567" y="48641"/>
                  <a:pt x="82727" y="46602"/>
                  <a:pt x="82198" y="44259"/>
                </a:cubicBezTo>
                <a:cubicBezTo>
                  <a:pt x="81669" y="41915"/>
                  <a:pt x="81404" y="39445"/>
                  <a:pt x="81404" y="36849"/>
                </a:cubicBezTo>
                <a:cubicBezTo>
                  <a:pt x="81404" y="33777"/>
                  <a:pt x="81735" y="31003"/>
                  <a:pt x="82396" y="28527"/>
                </a:cubicBezTo>
                <a:cubicBezTo>
                  <a:pt x="83058" y="26051"/>
                  <a:pt x="84037" y="23939"/>
                  <a:pt x="85333" y="22191"/>
                </a:cubicBezTo>
                <a:cubicBezTo>
                  <a:pt x="86629" y="20442"/>
                  <a:pt x="88237" y="19098"/>
                  <a:pt x="90155" y="18158"/>
                </a:cubicBezTo>
                <a:cubicBezTo>
                  <a:pt x="92073" y="17218"/>
                  <a:pt x="94289" y="16748"/>
                  <a:pt x="96802" y="16748"/>
                </a:cubicBezTo>
                <a:cubicBezTo>
                  <a:pt x="98892" y="16748"/>
                  <a:pt x="100804" y="17204"/>
                  <a:pt x="102537" y="18118"/>
                </a:cubicBezTo>
                <a:cubicBezTo>
                  <a:pt x="104270" y="19032"/>
                  <a:pt x="105983" y="20376"/>
                  <a:pt x="107676" y="22150"/>
                </a:cubicBezTo>
                <a:lnTo>
                  <a:pt x="107676" y="1352"/>
                </a:lnTo>
                <a:cubicBezTo>
                  <a:pt x="107676" y="1167"/>
                  <a:pt x="107723" y="988"/>
                  <a:pt x="107815" y="816"/>
                </a:cubicBezTo>
                <a:cubicBezTo>
                  <a:pt x="107908" y="643"/>
                  <a:pt x="108086" y="511"/>
                  <a:pt x="108351" y="418"/>
                </a:cubicBezTo>
                <a:cubicBezTo>
                  <a:pt x="108616" y="325"/>
                  <a:pt x="108953" y="245"/>
                  <a:pt x="109363" y="179"/>
                </a:cubicBezTo>
                <a:cubicBezTo>
                  <a:pt x="109773" y="112"/>
                  <a:pt x="110296" y="79"/>
                  <a:pt x="110931" y="79"/>
                </a:cubicBezTo>
                <a:cubicBezTo>
                  <a:pt x="111592" y="79"/>
                  <a:pt x="112134" y="112"/>
                  <a:pt x="112558" y="179"/>
                </a:cubicBezTo>
                <a:cubicBezTo>
                  <a:pt x="112981" y="245"/>
                  <a:pt x="113312" y="324"/>
                  <a:pt x="113550" y="417"/>
                </a:cubicBezTo>
                <a:cubicBezTo>
                  <a:pt x="113788" y="509"/>
                  <a:pt x="113967" y="642"/>
                  <a:pt x="114086" y="815"/>
                </a:cubicBezTo>
                <a:cubicBezTo>
                  <a:pt x="114205" y="987"/>
                  <a:pt x="114264" y="1165"/>
                  <a:pt x="114264" y="1351"/>
                </a:cubicBezTo>
                <a:lnTo>
                  <a:pt x="114264" y="54250"/>
                </a:lnTo>
                <a:moveTo>
                  <a:pt x="107676" y="29142"/>
                </a:moveTo>
                <a:cubicBezTo>
                  <a:pt x="105904" y="26942"/>
                  <a:pt x="104191" y="25266"/>
                  <a:pt x="102537" y="24113"/>
                </a:cubicBezTo>
                <a:cubicBezTo>
                  <a:pt x="100883" y="22960"/>
                  <a:pt x="99157" y="22383"/>
                  <a:pt x="97358" y="22383"/>
                </a:cubicBezTo>
                <a:cubicBezTo>
                  <a:pt x="95691" y="22383"/>
                  <a:pt x="94276" y="22781"/>
                  <a:pt x="93111" y="23576"/>
                </a:cubicBezTo>
                <a:cubicBezTo>
                  <a:pt x="91947" y="24371"/>
                  <a:pt x="91002" y="25417"/>
                  <a:pt x="90274" y="26715"/>
                </a:cubicBezTo>
                <a:cubicBezTo>
                  <a:pt x="89546" y="28013"/>
                  <a:pt x="89017" y="29484"/>
                  <a:pt x="88686" y="31127"/>
                </a:cubicBezTo>
                <a:cubicBezTo>
                  <a:pt x="88356" y="32769"/>
                  <a:pt x="88190" y="34439"/>
                  <a:pt x="88190" y="36134"/>
                </a:cubicBezTo>
                <a:cubicBezTo>
                  <a:pt x="88190" y="37936"/>
                  <a:pt x="88329" y="39698"/>
                  <a:pt x="88607" y="41420"/>
                </a:cubicBezTo>
                <a:cubicBezTo>
                  <a:pt x="88885" y="43142"/>
                  <a:pt x="89368" y="44672"/>
                  <a:pt x="90056" y="46010"/>
                </a:cubicBezTo>
                <a:cubicBezTo>
                  <a:pt x="90744" y="47348"/>
                  <a:pt x="91656" y="48421"/>
                  <a:pt x="92794" y="49230"/>
                </a:cubicBezTo>
                <a:cubicBezTo>
                  <a:pt x="93932" y="50037"/>
                  <a:pt x="95360" y="50441"/>
                  <a:pt x="97080" y="50441"/>
                </a:cubicBezTo>
                <a:cubicBezTo>
                  <a:pt x="97953" y="50441"/>
                  <a:pt x="98793" y="50322"/>
                  <a:pt x="99600" y="50084"/>
                </a:cubicBezTo>
                <a:cubicBezTo>
                  <a:pt x="100407" y="49845"/>
                  <a:pt x="101234" y="49448"/>
                  <a:pt x="102081" y="48891"/>
                </a:cubicBezTo>
                <a:cubicBezTo>
                  <a:pt x="102927" y="48335"/>
                  <a:pt x="103814" y="47612"/>
                  <a:pt x="104740" y="46725"/>
                </a:cubicBezTo>
                <a:cubicBezTo>
                  <a:pt x="105666" y="45837"/>
                  <a:pt x="106645" y="44743"/>
                  <a:pt x="107676" y="43444"/>
                </a:cubicBezTo>
                <a:lnTo>
                  <a:pt x="107676" y="29142"/>
                </a:lnTo>
                <a:close/>
                <a:moveTo>
                  <a:pt x="197920" y="18414"/>
                </a:moveTo>
                <a:cubicBezTo>
                  <a:pt x="197920" y="18706"/>
                  <a:pt x="197880" y="19063"/>
                  <a:pt x="197801" y="19486"/>
                </a:cubicBezTo>
                <a:cubicBezTo>
                  <a:pt x="197721" y="19909"/>
                  <a:pt x="197576" y="20518"/>
                  <a:pt x="197364" y="21312"/>
                </a:cubicBezTo>
                <a:lnTo>
                  <a:pt x="187919" y="53338"/>
                </a:lnTo>
                <a:cubicBezTo>
                  <a:pt x="187787" y="53788"/>
                  <a:pt x="187615" y="54152"/>
                  <a:pt x="187403" y="54430"/>
                </a:cubicBezTo>
                <a:cubicBezTo>
                  <a:pt x="187191" y="54708"/>
                  <a:pt x="186867" y="54926"/>
                  <a:pt x="186431" y="55085"/>
                </a:cubicBezTo>
                <a:cubicBezTo>
                  <a:pt x="185994" y="55243"/>
                  <a:pt x="185372" y="55349"/>
                  <a:pt x="184565" y="55402"/>
                </a:cubicBezTo>
                <a:cubicBezTo>
                  <a:pt x="183758" y="55455"/>
                  <a:pt x="182707" y="55482"/>
                  <a:pt x="181410" y="55482"/>
                </a:cubicBezTo>
                <a:cubicBezTo>
                  <a:pt x="180114" y="55482"/>
                  <a:pt x="179056" y="55448"/>
                  <a:pt x="178235" y="55382"/>
                </a:cubicBezTo>
                <a:cubicBezTo>
                  <a:pt x="177415" y="55316"/>
                  <a:pt x="176774" y="55204"/>
                  <a:pt x="176311" y="55045"/>
                </a:cubicBezTo>
                <a:cubicBezTo>
                  <a:pt x="175848" y="54886"/>
                  <a:pt x="175510" y="54668"/>
                  <a:pt x="175299" y="54390"/>
                </a:cubicBezTo>
                <a:cubicBezTo>
                  <a:pt x="175087" y="54112"/>
                  <a:pt x="174928" y="53762"/>
                  <a:pt x="174822" y="53338"/>
                </a:cubicBezTo>
                <a:lnTo>
                  <a:pt x="168869" y="31828"/>
                </a:lnTo>
                <a:lnTo>
                  <a:pt x="168790" y="31471"/>
                </a:lnTo>
                <a:lnTo>
                  <a:pt x="168711" y="31828"/>
                </a:lnTo>
                <a:lnTo>
                  <a:pt x="163234" y="53338"/>
                </a:lnTo>
                <a:cubicBezTo>
                  <a:pt x="163128" y="53788"/>
                  <a:pt x="162976" y="54152"/>
                  <a:pt x="162778" y="54430"/>
                </a:cubicBezTo>
                <a:cubicBezTo>
                  <a:pt x="162579" y="54708"/>
                  <a:pt x="162242" y="54926"/>
                  <a:pt x="161766" y="55085"/>
                </a:cubicBezTo>
                <a:cubicBezTo>
                  <a:pt x="161289" y="55243"/>
                  <a:pt x="160641" y="55349"/>
                  <a:pt x="159821" y="55402"/>
                </a:cubicBezTo>
                <a:cubicBezTo>
                  <a:pt x="159001" y="55455"/>
                  <a:pt x="157942" y="55482"/>
                  <a:pt x="156646" y="55482"/>
                </a:cubicBezTo>
                <a:cubicBezTo>
                  <a:pt x="155323" y="55482"/>
                  <a:pt x="154258" y="55448"/>
                  <a:pt x="153451" y="55382"/>
                </a:cubicBezTo>
                <a:cubicBezTo>
                  <a:pt x="152644" y="55316"/>
                  <a:pt x="152009" y="55204"/>
                  <a:pt x="151546" y="55045"/>
                </a:cubicBezTo>
                <a:cubicBezTo>
                  <a:pt x="151083" y="54886"/>
                  <a:pt x="150746" y="54668"/>
                  <a:pt x="150534" y="54390"/>
                </a:cubicBezTo>
                <a:cubicBezTo>
                  <a:pt x="150323" y="54112"/>
                  <a:pt x="150164" y="53762"/>
                  <a:pt x="150058" y="53338"/>
                </a:cubicBezTo>
                <a:lnTo>
                  <a:pt x="140692" y="21312"/>
                </a:lnTo>
                <a:cubicBezTo>
                  <a:pt x="140454" y="20544"/>
                  <a:pt x="140302" y="19942"/>
                  <a:pt x="140236" y="19506"/>
                </a:cubicBezTo>
                <a:cubicBezTo>
                  <a:pt x="140170" y="19069"/>
                  <a:pt x="140136" y="18706"/>
                  <a:pt x="140136" y="18414"/>
                </a:cubicBezTo>
                <a:cubicBezTo>
                  <a:pt x="140136" y="18150"/>
                  <a:pt x="140209" y="17918"/>
                  <a:pt x="140355" y="17720"/>
                </a:cubicBezTo>
                <a:cubicBezTo>
                  <a:pt x="140500" y="17522"/>
                  <a:pt x="140765" y="17363"/>
                  <a:pt x="141148" y="17244"/>
                </a:cubicBezTo>
                <a:cubicBezTo>
                  <a:pt x="141532" y="17125"/>
                  <a:pt x="142048" y="17039"/>
                  <a:pt x="142696" y="16986"/>
                </a:cubicBezTo>
                <a:cubicBezTo>
                  <a:pt x="143344" y="16933"/>
                  <a:pt x="144158" y="16906"/>
                  <a:pt x="145137" y="16906"/>
                </a:cubicBezTo>
                <a:cubicBezTo>
                  <a:pt x="146195" y="16906"/>
                  <a:pt x="147055" y="16933"/>
                  <a:pt x="147717" y="16986"/>
                </a:cubicBezTo>
                <a:cubicBezTo>
                  <a:pt x="148378" y="17039"/>
                  <a:pt x="148894" y="17131"/>
                  <a:pt x="149264" y="17264"/>
                </a:cubicBezTo>
                <a:cubicBezTo>
                  <a:pt x="149635" y="17396"/>
                  <a:pt x="149893" y="17574"/>
                  <a:pt x="150038" y="17799"/>
                </a:cubicBezTo>
                <a:cubicBezTo>
                  <a:pt x="150184" y="18024"/>
                  <a:pt x="150296" y="18295"/>
                  <a:pt x="150376" y="18613"/>
                </a:cubicBezTo>
                <a:lnTo>
                  <a:pt x="157400" y="44607"/>
                </a:lnTo>
                <a:lnTo>
                  <a:pt x="157479" y="45084"/>
                </a:lnTo>
                <a:lnTo>
                  <a:pt x="157559" y="44607"/>
                </a:lnTo>
                <a:lnTo>
                  <a:pt x="164147" y="18613"/>
                </a:lnTo>
                <a:cubicBezTo>
                  <a:pt x="164226" y="18295"/>
                  <a:pt x="164352" y="18024"/>
                  <a:pt x="164524" y="17799"/>
                </a:cubicBezTo>
                <a:cubicBezTo>
                  <a:pt x="164696" y="17574"/>
                  <a:pt x="164954" y="17396"/>
                  <a:pt x="165298" y="17264"/>
                </a:cubicBezTo>
                <a:cubicBezTo>
                  <a:pt x="165642" y="17131"/>
                  <a:pt x="166124" y="17039"/>
                  <a:pt x="166746" y="16986"/>
                </a:cubicBezTo>
                <a:cubicBezTo>
                  <a:pt x="167368" y="16933"/>
                  <a:pt x="168168" y="16906"/>
                  <a:pt x="169147" y="16906"/>
                </a:cubicBezTo>
                <a:cubicBezTo>
                  <a:pt x="170126" y="16906"/>
                  <a:pt x="170920" y="16939"/>
                  <a:pt x="171528" y="17006"/>
                </a:cubicBezTo>
                <a:cubicBezTo>
                  <a:pt x="172137" y="17072"/>
                  <a:pt x="172620" y="17164"/>
                  <a:pt x="172977" y="17283"/>
                </a:cubicBezTo>
                <a:cubicBezTo>
                  <a:pt x="173334" y="17402"/>
                  <a:pt x="173585" y="17561"/>
                  <a:pt x="173731" y="17760"/>
                </a:cubicBezTo>
                <a:cubicBezTo>
                  <a:pt x="173877" y="17958"/>
                  <a:pt x="173989" y="18190"/>
                  <a:pt x="174068" y="18454"/>
                </a:cubicBezTo>
                <a:lnTo>
                  <a:pt x="181133" y="44647"/>
                </a:lnTo>
                <a:lnTo>
                  <a:pt x="181252" y="45084"/>
                </a:lnTo>
                <a:lnTo>
                  <a:pt x="181331" y="44607"/>
                </a:lnTo>
                <a:lnTo>
                  <a:pt x="188078" y="18613"/>
                </a:lnTo>
                <a:cubicBezTo>
                  <a:pt x="188131" y="18295"/>
                  <a:pt x="188236" y="18024"/>
                  <a:pt x="188395" y="17799"/>
                </a:cubicBezTo>
                <a:cubicBezTo>
                  <a:pt x="188554" y="17574"/>
                  <a:pt x="188818" y="17396"/>
                  <a:pt x="189189" y="17264"/>
                </a:cubicBezTo>
                <a:cubicBezTo>
                  <a:pt x="189559" y="17131"/>
                  <a:pt x="190062" y="17039"/>
                  <a:pt x="190697" y="16986"/>
                </a:cubicBezTo>
                <a:cubicBezTo>
                  <a:pt x="191332" y="16933"/>
                  <a:pt x="192139" y="16906"/>
                  <a:pt x="193118" y="16906"/>
                </a:cubicBezTo>
                <a:cubicBezTo>
                  <a:pt x="194097" y="16906"/>
                  <a:pt x="194897" y="16933"/>
                  <a:pt x="195519" y="16986"/>
                </a:cubicBezTo>
                <a:cubicBezTo>
                  <a:pt x="196141" y="17039"/>
                  <a:pt x="196630" y="17125"/>
                  <a:pt x="196987" y="17244"/>
                </a:cubicBezTo>
                <a:cubicBezTo>
                  <a:pt x="197344" y="17363"/>
                  <a:pt x="197589" y="17522"/>
                  <a:pt x="197721" y="17720"/>
                </a:cubicBezTo>
                <a:cubicBezTo>
                  <a:pt x="197854" y="17918"/>
                  <a:pt x="197920" y="18150"/>
                  <a:pt x="197920" y="18414"/>
                </a:cubicBezTo>
                <a:close/>
                <a:moveTo>
                  <a:pt x="237999" y="53893"/>
                </a:moveTo>
                <a:cubicBezTo>
                  <a:pt x="237999" y="54157"/>
                  <a:pt x="237920" y="54389"/>
                  <a:pt x="237761" y="54589"/>
                </a:cubicBezTo>
                <a:cubicBezTo>
                  <a:pt x="237602" y="54787"/>
                  <a:pt x="237337" y="54952"/>
                  <a:pt x="236967" y="55085"/>
                </a:cubicBezTo>
                <a:cubicBezTo>
                  <a:pt x="236597" y="55217"/>
                  <a:pt x="236087" y="55316"/>
                  <a:pt x="235439" y="55382"/>
                </a:cubicBezTo>
                <a:cubicBezTo>
                  <a:pt x="234791" y="55448"/>
                  <a:pt x="233991" y="55482"/>
                  <a:pt x="233038" y="55482"/>
                </a:cubicBezTo>
                <a:cubicBezTo>
                  <a:pt x="232059" y="55482"/>
                  <a:pt x="231246" y="55448"/>
                  <a:pt x="230597" y="55382"/>
                </a:cubicBezTo>
                <a:cubicBezTo>
                  <a:pt x="229949" y="55316"/>
                  <a:pt x="229440" y="55217"/>
                  <a:pt x="229069" y="55085"/>
                </a:cubicBezTo>
                <a:cubicBezTo>
                  <a:pt x="228699" y="54952"/>
                  <a:pt x="228434" y="54787"/>
                  <a:pt x="228276" y="54589"/>
                </a:cubicBezTo>
                <a:cubicBezTo>
                  <a:pt x="228117" y="54390"/>
                  <a:pt x="228038" y="54159"/>
                  <a:pt x="228038" y="53894"/>
                </a:cubicBezTo>
                <a:lnTo>
                  <a:pt x="228038" y="33694"/>
                </a:lnTo>
                <a:cubicBezTo>
                  <a:pt x="228038" y="31974"/>
                  <a:pt x="227912" y="30625"/>
                  <a:pt x="227661" y="29646"/>
                </a:cubicBezTo>
                <a:cubicBezTo>
                  <a:pt x="227409" y="28667"/>
                  <a:pt x="227045" y="27827"/>
                  <a:pt x="226569" y="27126"/>
                </a:cubicBezTo>
                <a:cubicBezTo>
                  <a:pt x="226093" y="26425"/>
                  <a:pt x="225478" y="25882"/>
                  <a:pt x="224724" y="25498"/>
                </a:cubicBezTo>
                <a:cubicBezTo>
                  <a:pt x="223970" y="25115"/>
                  <a:pt x="223090" y="24923"/>
                  <a:pt x="222085" y="24923"/>
                </a:cubicBezTo>
                <a:cubicBezTo>
                  <a:pt x="220815" y="24923"/>
                  <a:pt x="219532" y="25386"/>
                  <a:pt x="218235" y="26312"/>
                </a:cubicBezTo>
                <a:cubicBezTo>
                  <a:pt x="216939" y="27238"/>
                  <a:pt x="215589" y="28587"/>
                  <a:pt x="214187" y="30360"/>
                </a:cubicBezTo>
                <a:lnTo>
                  <a:pt x="214187" y="53894"/>
                </a:lnTo>
                <a:cubicBezTo>
                  <a:pt x="214187" y="54159"/>
                  <a:pt x="214108" y="54390"/>
                  <a:pt x="213949" y="54589"/>
                </a:cubicBezTo>
                <a:cubicBezTo>
                  <a:pt x="213790" y="54787"/>
                  <a:pt x="213519" y="54952"/>
                  <a:pt x="213135" y="55085"/>
                </a:cubicBezTo>
                <a:cubicBezTo>
                  <a:pt x="212752" y="55217"/>
                  <a:pt x="212242" y="55316"/>
                  <a:pt x="211607" y="55382"/>
                </a:cubicBezTo>
                <a:cubicBezTo>
                  <a:pt x="210972" y="55448"/>
                  <a:pt x="210166" y="55482"/>
                  <a:pt x="209187" y="55482"/>
                </a:cubicBezTo>
                <a:cubicBezTo>
                  <a:pt x="208208" y="55482"/>
                  <a:pt x="207401" y="55448"/>
                  <a:pt x="206766" y="55382"/>
                </a:cubicBezTo>
                <a:cubicBezTo>
                  <a:pt x="206131" y="55316"/>
                  <a:pt x="205621" y="55217"/>
                  <a:pt x="205238" y="55085"/>
                </a:cubicBezTo>
                <a:cubicBezTo>
                  <a:pt x="204854" y="54952"/>
                  <a:pt x="204583" y="54787"/>
                  <a:pt x="204424" y="54589"/>
                </a:cubicBezTo>
                <a:cubicBezTo>
                  <a:pt x="204265" y="54390"/>
                  <a:pt x="204186" y="54159"/>
                  <a:pt x="204186" y="53894"/>
                </a:cubicBezTo>
                <a:lnTo>
                  <a:pt x="204186" y="1707"/>
                </a:lnTo>
                <a:cubicBezTo>
                  <a:pt x="204186" y="1442"/>
                  <a:pt x="204265" y="1204"/>
                  <a:pt x="204424" y="992"/>
                </a:cubicBezTo>
                <a:cubicBezTo>
                  <a:pt x="204583" y="780"/>
                  <a:pt x="204854" y="602"/>
                  <a:pt x="205238" y="456"/>
                </a:cubicBezTo>
                <a:cubicBezTo>
                  <a:pt x="205621" y="311"/>
                  <a:pt x="206131" y="198"/>
                  <a:pt x="206766" y="119"/>
                </a:cubicBezTo>
                <a:cubicBezTo>
                  <a:pt x="207401" y="40"/>
                  <a:pt x="208208" y="0"/>
                  <a:pt x="209187" y="0"/>
                </a:cubicBezTo>
                <a:cubicBezTo>
                  <a:pt x="210166" y="0"/>
                  <a:pt x="210972" y="40"/>
                  <a:pt x="211607" y="119"/>
                </a:cubicBezTo>
                <a:cubicBezTo>
                  <a:pt x="212242" y="198"/>
                  <a:pt x="212752" y="311"/>
                  <a:pt x="213135" y="456"/>
                </a:cubicBezTo>
                <a:cubicBezTo>
                  <a:pt x="213519" y="601"/>
                  <a:pt x="213790" y="779"/>
                  <a:pt x="213949" y="991"/>
                </a:cubicBezTo>
                <a:cubicBezTo>
                  <a:pt x="214108" y="1202"/>
                  <a:pt x="214187" y="1439"/>
                  <a:pt x="214187" y="1704"/>
                </a:cubicBezTo>
                <a:lnTo>
                  <a:pt x="214187" y="21237"/>
                </a:lnTo>
                <a:cubicBezTo>
                  <a:pt x="215907" y="19542"/>
                  <a:pt x="217660" y="18278"/>
                  <a:pt x="219446" y="17443"/>
                </a:cubicBezTo>
                <a:cubicBezTo>
                  <a:pt x="221231" y="16609"/>
                  <a:pt x="223090" y="16192"/>
                  <a:pt x="225021" y="16192"/>
                </a:cubicBezTo>
                <a:cubicBezTo>
                  <a:pt x="227429" y="16192"/>
                  <a:pt x="229460" y="16589"/>
                  <a:pt x="231113" y="17384"/>
                </a:cubicBezTo>
                <a:cubicBezTo>
                  <a:pt x="232767" y="18178"/>
                  <a:pt x="234103" y="19264"/>
                  <a:pt x="235122" y="20642"/>
                </a:cubicBezTo>
                <a:cubicBezTo>
                  <a:pt x="236140" y="22018"/>
                  <a:pt x="236874" y="23627"/>
                  <a:pt x="237324" y="25469"/>
                </a:cubicBezTo>
                <a:cubicBezTo>
                  <a:pt x="237774" y="27309"/>
                  <a:pt x="237999" y="29540"/>
                  <a:pt x="237999" y="32162"/>
                </a:cubicBezTo>
                <a:lnTo>
                  <a:pt x="237999" y="53893"/>
                </a:lnTo>
                <a:close/>
                <a:moveTo>
                  <a:pt x="267082" y="55243"/>
                </a:moveTo>
                <a:lnTo>
                  <a:pt x="262796" y="67819"/>
                </a:lnTo>
                <a:cubicBezTo>
                  <a:pt x="262558" y="68482"/>
                  <a:pt x="261910" y="68960"/>
                  <a:pt x="260851" y="69251"/>
                </a:cubicBezTo>
                <a:cubicBezTo>
                  <a:pt x="259793" y="69543"/>
                  <a:pt x="258245" y="69689"/>
                  <a:pt x="256208" y="69689"/>
                </a:cubicBezTo>
                <a:cubicBezTo>
                  <a:pt x="255150" y="69689"/>
                  <a:pt x="254303" y="69643"/>
                  <a:pt x="253668" y="69549"/>
                </a:cubicBezTo>
                <a:cubicBezTo>
                  <a:pt x="253033" y="69457"/>
                  <a:pt x="252557" y="69304"/>
                  <a:pt x="252239" y="69091"/>
                </a:cubicBezTo>
                <a:cubicBezTo>
                  <a:pt x="251922" y="68880"/>
                  <a:pt x="251750" y="68615"/>
                  <a:pt x="251723" y="68297"/>
                </a:cubicBezTo>
                <a:cubicBezTo>
                  <a:pt x="251697" y="67978"/>
                  <a:pt x="251776" y="67593"/>
                  <a:pt x="251962" y="67142"/>
                </a:cubicBezTo>
                <a:lnTo>
                  <a:pt x="256684" y="55243"/>
                </a:lnTo>
                <a:cubicBezTo>
                  <a:pt x="256340" y="55085"/>
                  <a:pt x="256029" y="54840"/>
                  <a:pt x="255752" y="54509"/>
                </a:cubicBezTo>
                <a:cubicBezTo>
                  <a:pt x="255474" y="54179"/>
                  <a:pt x="255269" y="53828"/>
                  <a:pt x="255137" y="53458"/>
                </a:cubicBezTo>
                <a:lnTo>
                  <a:pt x="242953" y="20915"/>
                </a:lnTo>
                <a:cubicBezTo>
                  <a:pt x="242609" y="19989"/>
                  <a:pt x="242437" y="19281"/>
                  <a:pt x="242437" y="18791"/>
                </a:cubicBezTo>
                <a:cubicBezTo>
                  <a:pt x="242437" y="18302"/>
                  <a:pt x="242596" y="17918"/>
                  <a:pt x="242913" y="17641"/>
                </a:cubicBezTo>
                <a:cubicBezTo>
                  <a:pt x="243231" y="17363"/>
                  <a:pt x="243766" y="17171"/>
                  <a:pt x="244520" y="17065"/>
                </a:cubicBezTo>
                <a:cubicBezTo>
                  <a:pt x="245274" y="16959"/>
                  <a:pt x="246273" y="16906"/>
                  <a:pt x="247517" y="16906"/>
                </a:cubicBezTo>
                <a:cubicBezTo>
                  <a:pt x="248654" y="16906"/>
                  <a:pt x="249554" y="16926"/>
                  <a:pt x="250215" y="16966"/>
                </a:cubicBezTo>
                <a:cubicBezTo>
                  <a:pt x="250877" y="17006"/>
                  <a:pt x="251393" y="17105"/>
                  <a:pt x="251763" y="17264"/>
                </a:cubicBezTo>
                <a:cubicBezTo>
                  <a:pt x="252134" y="17422"/>
                  <a:pt x="252411" y="17667"/>
                  <a:pt x="252597" y="17998"/>
                </a:cubicBezTo>
                <a:cubicBezTo>
                  <a:pt x="252782" y="18328"/>
                  <a:pt x="252967" y="18798"/>
                  <a:pt x="253152" y="19407"/>
                </a:cubicBezTo>
                <a:lnTo>
                  <a:pt x="261486" y="43099"/>
                </a:lnTo>
                <a:lnTo>
                  <a:pt x="261605" y="43099"/>
                </a:lnTo>
                <a:lnTo>
                  <a:pt x="269225" y="18930"/>
                </a:lnTo>
                <a:cubicBezTo>
                  <a:pt x="269384" y="18243"/>
                  <a:pt x="269589" y="17786"/>
                  <a:pt x="269840" y="17561"/>
                </a:cubicBezTo>
                <a:cubicBezTo>
                  <a:pt x="270092" y="17336"/>
                  <a:pt x="270508" y="17171"/>
                  <a:pt x="271090" y="17065"/>
                </a:cubicBezTo>
                <a:cubicBezTo>
                  <a:pt x="271673" y="16959"/>
                  <a:pt x="272691" y="16906"/>
                  <a:pt x="274146" y="16906"/>
                </a:cubicBezTo>
                <a:cubicBezTo>
                  <a:pt x="275284" y="16906"/>
                  <a:pt x="276230" y="16959"/>
                  <a:pt x="276984" y="17065"/>
                </a:cubicBezTo>
                <a:cubicBezTo>
                  <a:pt x="277738" y="17171"/>
                  <a:pt x="278294" y="17369"/>
                  <a:pt x="278651" y="17660"/>
                </a:cubicBezTo>
                <a:cubicBezTo>
                  <a:pt x="279008" y="17951"/>
                  <a:pt x="279186" y="18342"/>
                  <a:pt x="279186" y="18831"/>
                </a:cubicBezTo>
                <a:cubicBezTo>
                  <a:pt x="279186" y="19321"/>
                  <a:pt x="279081" y="19896"/>
                  <a:pt x="278869" y="20558"/>
                </a:cubicBezTo>
                <a:lnTo>
                  <a:pt x="267082" y="55243"/>
                </a:lnTo>
                <a:close/>
                <a:moveTo>
                  <a:pt x="294289" y="50937"/>
                </a:moveTo>
                <a:cubicBezTo>
                  <a:pt x="294289" y="52824"/>
                  <a:pt x="293979" y="54080"/>
                  <a:pt x="293357" y="54704"/>
                </a:cubicBezTo>
                <a:cubicBezTo>
                  <a:pt x="292735" y="55328"/>
                  <a:pt x="291604" y="55640"/>
                  <a:pt x="289964" y="55640"/>
                </a:cubicBezTo>
                <a:cubicBezTo>
                  <a:pt x="288376" y="55640"/>
                  <a:pt x="287278" y="55335"/>
                  <a:pt x="286670" y="54724"/>
                </a:cubicBezTo>
                <a:cubicBezTo>
                  <a:pt x="286061" y="54113"/>
                  <a:pt x="285757" y="52890"/>
                  <a:pt x="285757" y="51057"/>
                </a:cubicBezTo>
                <a:cubicBezTo>
                  <a:pt x="285757" y="49170"/>
                  <a:pt x="286068" y="47914"/>
                  <a:pt x="286690" y="47290"/>
                </a:cubicBezTo>
                <a:cubicBezTo>
                  <a:pt x="287311" y="46666"/>
                  <a:pt x="288442" y="46354"/>
                  <a:pt x="290083" y="46354"/>
                </a:cubicBezTo>
                <a:cubicBezTo>
                  <a:pt x="291670" y="46354"/>
                  <a:pt x="292768" y="46659"/>
                  <a:pt x="293377" y="47270"/>
                </a:cubicBezTo>
                <a:cubicBezTo>
                  <a:pt x="293985" y="47881"/>
                  <a:pt x="294289" y="49104"/>
                  <a:pt x="294289" y="509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2.explainhowthebugisfixed,includingcode">
            <a:extLst xmlns:a="http://schemas.openxmlformats.org/drawingml/2006/main">
              <a:ext uri="{FF2B5EF4-FFF2-40B4-BE49-F238E27FC236}">
                <a16:creationId xmlns:a16="http://schemas.microsoft.com/office/drawing/2014/main" id="{246AA790-6B8A-4048-AF4D-A642E981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564" y="843109"/>
            <a:ext cx="1518422" cy="70086"/>
          </a:xfrm>
          <a:custGeom xmlns:a="http://schemas.openxmlformats.org/drawingml/2006/main">
            <a:pathLst>
              <a:path w="1518422" h="70086">
                <a:moveTo>
                  <a:pt x="32146" y="52624"/>
                </a:moveTo>
                <a:cubicBezTo>
                  <a:pt x="32146" y="53100"/>
                  <a:pt x="32113" y="53524"/>
                  <a:pt x="32047" y="53894"/>
                </a:cubicBezTo>
                <a:cubicBezTo>
                  <a:pt x="31981" y="54265"/>
                  <a:pt x="31888" y="54575"/>
                  <a:pt x="31769" y="54827"/>
                </a:cubicBezTo>
                <a:cubicBezTo>
                  <a:pt x="31650" y="55078"/>
                  <a:pt x="31491" y="55263"/>
                  <a:pt x="31293" y="55382"/>
                </a:cubicBezTo>
                <a:cubicBezTo>
                  <a:pt x="31094" y="55501"/>
                  <a:pt x="30876" y="55561"/>
                  <a:pt x="30638" y="55561"/>
                </a:cubicBezTo>
                <a:lnTo>
                  <a:pt x="2262" y="55561"/>
                </a:lnTo>
                <a:cubicBezTo>
                  <a:pt x="1892" y="55561"/>
                  <a:pt x="1568" y="55515"/>
                  <a:pt x="1290" y="55422"/>
                </a:cubicBezTo>
                <a:cubicBezTo>
                  <a:pt x="1012" y="55329"/>
                  <a:pt x="774" y="55177"/>
                  <a:pt x="575" y="54966"/>
                </a:cubicBezTo>
                <a:cubicBezTo>
                  <a:pt x="377" y="54754"/>
                  <a:pt x="232" y="54450"/>
                  <a:pt x="139" y="54053"/>
                </a:cubicBezTo>
                <a:cubicBezTo>
                  <a:pt x="46" y="53656"/>
                  <a:pt x="0" y="53167"/>
                  <a:pt x="0" y="52584"/>
                </a:cubicBezTo>
                <a:cubicBezTo>
                  <a:pt x="0" y="52055"/>
                  <a:pt x="20" y="51592"/>
                  <a:pt x="60" y="51195"/>
                </a:cubicBezTo>
                <a:cubicBezTo>
                  <a:pt x="99" y="50799"/>
                  <a:pt x="185" y="50448"/>
                  <a:pt x="317" y="50144"/>
                </a:cubicBezTo>
                <a:cubicBezTo>
                  <a:pt x="450" y="49839"/>
                  <a:pt x="615" y="49535"/>
                  <a:pt x="814" y="49231"/>
                </a:cubicBezTo>
                <a:cubicBezTo>
                  <a:pt x="1012" y="48927"/>
                  <a:pt x="1270" y="48603"/>
                  <a:pt x="1587" y="48259"/>
                </a:cubicBezTo>
                <a:lnTo>
                  <a:pt x="11549" y="37688"/>
                </a:lnTo>
                <a:cubicBezTo>
                  <a:pt x="13851" y="35253"/>
                  <a:pt x="15696" y="33068"/>
                  <a:pt x="17085" y="31135"/>
                </a:cubicBezTo>
                <a:cubicBezTo>
                  <a:pt x="18474" y="29202"/>
                  <a:pt x="19546" y="27441"/>
                  <a:pt x="20300" y="25853"/>
                </a:cubicBezTo>
                <a:cubicBezTo>
                  <a:pt x="21054" y="24264"/>
                  <a:pt x="21550" y="22821"/>
                  <a:pt x="21788" y="21524"/>
                </a:cubicBezTo>
                <a:cubicBezTo>
                  <a:pt x="22026" y="20226"/>
                  <a:pt x="22145" y="19009"/>
                  <a:pt x="22145" y="17870"/>
                </a:cubicBezTo>
                <a:cubicBezTo>
                  <a:pt x="22145" y="16731"/>
                  <a:pt x="21960" y="15651"/>
                  <a:pt x="21589" y="14632"/>
                </a:cubicBezTo>
                <a:cubicBezTo>
                  <a:pt x="21219" y="13612"/>
                  <a:pt x="20683" y="12717"/>
                  <a:pt x="19982" y="11949"/>
                </a:cubicBezTo>
                <a:cubicBezTo>
                  <a:pt x="19281" y="11180"/>
                  <a:pt x="18401" y="10571"/>
                  <a:pt x="17343" y="10121"/>
                </a:cubicBezTo>
                <a:cubicBezTo>
                  <a:pt x="16285" y="9671"/>
                  <a:pt x="15068" y="9445"/>
                  <a:pt x="13692" y="9445"/>
                </a:cubicBezTo>
                <a:cubicBezTo>
                  <a:pt x="12078" y="9445"/>
                  <a:pt x="10629" y="9670"/>
                  <a:pt x="9346" y="10120"/>
                </a:cubicBezTo>
                <a:cubicBezTo>
                  <a:pt x="8063" y="10570"/>
                  <a:pt x="6939" y="11059"/>
                  <a:pt x="5973" y="11588"/>
                </a:cubicBezTo>
                <a:cubicBezTo>
                  <a:pt x="5007" y="12118"/>
                  <a:pt x="4200" y="12607"/>
                  <a:pt x="3552" y="13057"/>
                </a:cubicBezTo>
                <a:cubicBezTo>
                  <a:pt x="2904" y="13507"/>
                  <a:pt x="2421" y="13731"/>
                  <a:pt x="2103" y="13731"/>
                </a:cubicBezTo>
                <a:cubicBezTo>
                  <a:pt x="1918" y="13731"/>
                  <a:pt x="1753" y="13679"/>
                  <a:pt x="1607" y="13573"/>
                </a:cubicBezTo>
                <a:cubicBezTo>
                  <a:pt x="1462" y="13467"/>
                  <a:pt x="1343" y="13295"/>
                  <a:pt x="1250" y="13057"/>
                </a:cubicBezTo>
                <a:cubicBezTo>
                  <a:pt x="1158" y="12819"/>
                  <a:pt x="1085" y="12501"/>
                  <a:pt x="1032" y="12104"/>
                </a:cubicBezTo>
                <a:cubicBezTo>
                  <a:pt x="979" y="11707"/>
                  <a:pt x="952" y="11231"/>
                  <a:pt x="952" y="10676"/>
                </a:cubicBezTo>
                <a:cubicBezTo>
                  <a:pt x="952" y="10279"/>
                  <a:pt x="966" y="9935"/>
                  <a:pt x="992" y="9644"/>
                </a:cubicBezTo>
                <a:cubicBezTo>
                  <a:pt x="1019" y="9353"/>
                  <a:pt x="1065" y="9101"/>
                  <a:pt x="1131" y="8890"/>
                </a:cubicBezTo>
                <a:cubicBezTo>
                  <a:pt x="1197" y="8678"/>
                  <a:pt x="1283" y="8480"/>
                  <a:pt x="1389" y="8294"/>
                </a:cubicBezTo>
                <a:cubicBezTo>
                  <a:pt x="1495" y="8109"/>
                  <a:pt x="1707" y="7878"/>
                  <a:pt x="2024" y="7600"/>
                </a:cubicBezTo>
                <a:cubicBezTo>
                  <a:pt x="2341" y="7322"/>
                  <a:pt x="2890" y="6945"/>
                  <a:pt x="3671" y="6469"/>
                </a:cubicBezTo>
                <a:cubicBezTo>
                  <a:pt x="4451" y="5993"/>
                  <a:pt x="5430" y="5523"/>
                  <a:pt x="6608" y="5060"/>
                </a:cubicBezTo>
                <a:cubicBezTo>
                  <a:pt x="7785" y="4597"/>
                  <a:pt x="9082" y="4207"/>
                  <a:pt x="10497" y="3889"/>
                </a:cubicBezTo>
                <a:cubicBezTo>
                  <a:pt x="11913" y="3572"/>
                  <a:pt x="13401" y="3413"/>
                  <a:pt x="14962" y="3413"/>
                </a:cubicBezTo>
                <a:cubicBezTo>
                  <a:pt x="17449" y="3413"/>
                  <a:pt x="19625" y="3764"/>
                  <a:pt x="21490" y="4466"/>
                </a:cubicBezTo>
                <a:cubicBezTo>
                  <a:pt x="23355" y="5167"/>
                  <a:pt x="24903" y="6127"/>
                  <a:pt x="26133" y="7344"/>
                </a:cubicBezTo>
                <a:cubicBezTo>
                  <a:pt x="27364" y="8562"/>
                  <a:pt x="28283" y="9979"/>
                  <a:pt x="28892" y="11595"/>
                </a:cubicBezTo>
                <a:cubicBezTo>
                  <a:pt x="29500" y="13209"/>
                  <a:pt x="29804" y="14930"/>
                  <a:pt x="29804" y="16758"/>
                </a:cubicBezTo>
                <a:cubicBezTo>
                  <a:pt x="29804" y="18400"/>
                  <a:pt x="29659" y="20035"/>
                  <a:pt x="29368" y="21664"/>
                </a:cubicBezTo>
                <a:cubicBezTo>
                  <a:pt x="29077" y="23292"/>
                  <a:pt x="28462" y="25052"/>
                  <a:pt x="27523" y="26946"/>
                </a:cubicBezTo>
                <a:cubicBezTo>
                  <a:pt x="26583" y="28839"/>
                  <a:pt x="25227" y="30944"/>
                  <a:pt x="23455" y="33261"/>
                </a:cubicBezTo>
                <a:cubicBezTo>
                  <a:pt x="21682" y="35578"/>
                  <a:pt x="19327" y="38245"/>
                  <a:pt x="16390" y="41264"/>
                </a:cubicBezTo>
                <a:lnTo>
                  <a:pt x="8255" y="49767"/>
                </a:lnTo>
                <a:lnTo>
                  <a:pt x="30598" y="49767"/>
                </a:lnTo>
                <a:cubicBezTo>
                  <a:pt x="30810" y="49767"/>
                  <a:pt x="31015" y="49826"/>
                  <a:pt x="31213" y="49945"/>
                </a:cubicBezTo>
                <a:cubicBezTo>
                  <a:pt x="31412" y="50064"/>
                  <a:pt x="31584" y="50243"/>
                  <a:pt x="31729" y="50481"/>
                </a:cubicBezTo>
                <a:cubicBezTo>
                  <a:pt x="31875" y="50719"/>
                  <a:pt x="31981" y="51017"/>
                  <a:pt x="32047" y="51374"/>
                </a:cubicBezTo>
                <a:cubicBezTo>
                  <a:pt x="32113" y="51731"/>
                  <a:pt x="32146" y="52148"/>
                  <a:pt x="32146" y="52624"/>
                </a:cubicBezTo>
                <a:close/>
                <a:moveTo>
                  <a:pt x="50989" y="51255"/>
                </a:moveTo>
                <a:cubicBezTo>
                  <a:pt x="50989" y="53142"/>
                  <a:pt x="50678" y="54397"/>
                  <a:pt x="50057" y="55021"/>
                </a:cubicBezTo>
                <a:cubicBezTo>
                  <a:pt x="49435" y="55646"/>
                  <a:pt x="48304" y="55958"/>
                  <a:pt x="46663" y="55958"/>
                </a:cubicBezTo>
                <a:cubicBezTo>
                  <a:pt x="45076" y="55958"/>
                  <a:pt x="43978" y="55652"/>
                  <a:pt x="43369" y="55041"/>
                </a:cubicBezTo>
                <a:cubicBezTo>
                  <a:pt x="42761" y="54430"/>
                  <a:pt x="42457" y="53208"/>
                  <a:pt x="42457" y="51374"/>
                </a:cubicBezTo>
                <a:cubicBezTo>
                  <a:pt x="42457" y="49487"/>
                  <a:pt x="42768" y="48232"/>
                  <a:pt x="43389" y="47608"/>
                </a:cubicBezTo>
                <a:cubicBezTo>
                  <a:pt x="44011" y="46983"/>
                  <a:pt x="45142" y="46671"/>
                  <a:pt x="46782" y="46671"/>
                </a:cubicBezTo>
                <a:cubicBezTo>
                  <a:pt x="48370" y="46671"/>
                  <a:pt x="49468" y="46977"/>
                  <a:pt x="50076" y="47588"/>
                </a:cubicBezTo>
                <a:cubicBezTo>
                  <a:pt x="50685" y="48199"/>
                  <a:pt x="50989" y="49421"/>
                  <a:pt x="50989" y="51255"/>
                </a:cubicBezTo>
                <a:close/>
                <a:moveTo>
                  <a:pt x="111899" y="35162"/>
                </a:moveTo>
                <a:cubicBezTo>
                  <a:pt x="111899" y="36194"/>
                  <a:pt x="111641" y="36928"/>
                  <a:pt x="111125" y="37365"/>
                </a:cubicBezTo>
                <a:cubicBezTo>
                  <a:pt x="110609" y="37801"/>
                  <a:pt x="110020" y="38020"/>
                  <a:pt x="109359" y="38020"/>
                </a:cubicBezTo>
                <a:lnTo>
                  <a:pt x="85944" y="38020"/>
                </a:lnTo>
                <a:cubicBezTo>
                  <a:pt x="85944" y="40010"/>
                  <a:pt x="86142" y="41801"/>
                  <a:pt x="86539" y="43393"/>
                </a:cubicBezTo>
                <a:cubicBezTo>
                  <a:pt x="86936" y="44986"/>
                  <a:pt x="87598" y="46352"/>
                  <a:pt x="88524" y="47493"/>
                </a:cubicBezTo>
                <a:cubicBezTo>
                  <a:pt x="89450" y="48634"/>
                  <a:pt x="90653" y="49510"/>
                  <a:pt x="92135" y="50121"/>
                </a:cubicBezTo>
                <a:cubicBezTo>
                  <a:pt x="93617" y="50732"/>
                  <a:pt x="95429" y="51037"/>
                  <a:pt x="97572" y="51037"/>
                </a:cubicBezTo>
                <a:cubicBezTo>
                  <a:pt x="99265" y="51037"/>
                  <a:pt x="100773" y="50898"/>
                  <a:pt x="102096" y="50620"/>
                </a:cubicBezTo>
                <a:cubicBezTo>
                  <a:pt x="103419" y="50342"/>
                  <a:pt x="104564" y="50031"/>
                  <a:pt x="105529" y="49687"/>
                </a:cubicBezTo>
                <a:cubicBezTo>
                  <a:pt x="106495" y="49343"/>
                  <a:pt x="107289" y="49033"/>
                  <a:pt x="107910" y="48755"/>
                </a:cubicBezTo>
                <a:cubicBezTo>
                  <a:pt x="108532" y="48477"/>
                  <a:pt x="109002" y="48338"/>
                  <a:pt x="109319" y="48338"/>
                </a:cubicBezTo>
                <a:cubicBezTo>
                  <a:pt x="109504" y="48338"/>
                  <a:pt x="109670" y="48384"/>
                  <a:pt x="109815" y="48477"/>
                </a:cubicBezTo>
                <a:cubicBezTo>
                  <a:pt x="109961" y="48570"/>
                  <a:pt x="110073" y="48708"/>
                  <a:pt x="110153" y="48894"/>
                </a:cubicBezTo>
                <a:cubicBezTo>
                  <a:pt x="110232" y="49079"/>
                  <a:pt x="110292" y="49337"/>
                  <a:pt x="110331" y="49667"/>
                </a:cubicBezTo>
                <a:cubicBezTo>
                  <a:pt x="110371" y="49998"/>
                  <a:pt x="110391" y="50402"/>
                  <a:pt x="110391" y="50878"/>
                </a:cubicBezTo>
                <a:cubicBezTo>
                  <a:pt x="110391" y="51222"/>
                  <a:pt x="110378" y="51520"/>
                  <a:pt x="110351" y="51771"/>
                </a:cubicBezTo>
                <a:cubicBezTo>
                  <a:pt x="110325" y="52022"/>
                  <a:pt x="110292" y="52247"/>
                  <a:pt x="110252" y="52446"/>
                </a:cubicBezTo>
                <a:cubicBezTo>
                  <a:pt x="110212" y="52644"/>
                  <a:pt x="110146" y="52823"/>
                  <a:pt x="110053" y="52981"/>
                </a:cubicBezTo>
                <a:cubicBezTo>
                  <a:pt x="109961" y="53140"/>
                  <a:pt x="109842" y="53292"/>
                  <a:pt x="109696" y="53438"/>
                </a:cubicBezTo>
                <a:cubicBezTo>
                  <a:pt x="109551" y="53583"/>
                  <a:pt x="109121" y="53821"/>
                  <a:pt x="108406" y="54152"/>
                </a:cubicBezTo>
                <a:cubicBezTo>
                  <a:pt x="107692" y="54483"/>
                  <a:pt x="106766" y="54807"/>
                  <a:pt x="105628" y="55124"/>
                </a:cubicBezTo>
                <a:cubicBezTo>
                  <a:pt x="104491" y="55442"/>
                  <a:pt x="103175" y="55726"/>
                  <a:pt x="101680" y="55978"/>
                </a:cubicBezTo>
                <a:cubicBezTo>
                  <a:pt x="100185" y="56229"/>
                  <a:pt x="98591" y="56355"/>
                  <a:pt x="96897" y="56355"/>
                </a:cubicBezTo>
                <a:cubicBezTo>
                  <a:pt x="93961" y="56355"/>
                  <a:pt x="91388" y="55944"/>
                  <a:pt x="89178" y="55123"/>
                </a:cubicBezTo>
                <a:cubicBezTo>
                  <a:pt x="86969" y="54302"/>
                  <a:pt x="85111" y="53084"/>
                  <a:pt x="83603" y="51468"/>
                </a:cubicBezTo>
                <a:cubicBezTo>
                  <a:pt x="82094" y="49853"/>
                  <a:pt x="80957" y="47827"/>
                  <a:pt x="80189" y="45390"/>
                </a:cubicBezTo>
                <a:cubicBezTo>
                  <a:pt x="79422" y="42953"/>
                  <a:pt x="79039" y="40120"/>
                  <a:pt x="79039" y="36888"/>
                </a:cubicBezTo>
                <a:cubicBezTo>
                  <a:pt x="79039" y="33816"/>
                  <a:pt x="79435" y="31055"/>
                  <a:pt x="80229" y="28605"/>
                </a:cubicBezTo>
                <a:cubicBezTo>
                  <a:pt x="81023" y="26155"/>
                  <a:pt x="82167" y="24076"/>
                  <a:pt x="83662" y="22368"/>
                </a:cubicBezTo>
                <a:cubicBezTo>
                  <a:pt x="85157" y="20660"/>
                  <a:pt x="86963" y="19349"/>
                  <a:pt x="89079" y="18436"/>
                </a:cubicBezTo>
                <a:cubicBezTo>
                  <a:pt x="91196" y="17522"/>
                  <a:pt x="93564" y="17065"/>
                  <a:pt x="96183" y="17065"/>
                </a:cubicBezTo>
                <a:cubicBezTo>
                  <a:pt x="98988" y="17065"/>
                  <a:pt x="101375" y="17515"/>
                  <a:pt x="103346" y="18414"/>
                </a:cubicBezTo>
                <a:cubicBezTo>
                  <a:pt x="105318" y="19314"/>
                  <a:pt x="106938" y="20524"/>
                  <a:pt x="108208" y="22046"/>
                </a:cubicBezTo>
                <a:cubicBezTo>
                  <a:pt x="109478" y="23567"/>
                  <a:pt x="110411" y="25353"/>
                  <a:pt x="111006" y="27403"/>
                </a:cubicBezTo>
                <a:cubicBezTo>
                  <a:pt x="111601" y="29454"/>
                  <a:pt x="111899" y="31643"/>
                  <a:pt x="111899" y="33972"/>
                </a:cubicBezTo>
                <a:lnTo>
                  <a:pt x="111899" y="35162"/>
                </a:lnTo>
                <a:moveTo>
                  <a:pt x="105311" y="33217"/>
                </a:moveTo>
                <a:cubicBezTo>
                  <a:pt x="105390" y="29778"/>
                  <a:pt x="104630" y="27079"/>
                  <a:pt x="103029" y="25121"/>
                </a:cubicBezTo>
                <a:cubicBezTo>
                  <a:pt x="101428" y="23164"/>
                  <a:pt x="99054" y="22185"/>
                  <a:pt x="95905" y="22185"/>
                </a:cubicBezTo>
                <a:cubicBezTo>
                  <a:pt x="94291" y="22185"/>
                  <a:pt x="92876" y="22489"/>
                  <a:pt x="91659" y="23097"/>
                </a:cubicBezTo>
                <a:cubicBezTo>
                  <a:pt x="90442" y="23706"/>
                  <a:pt x="89423" y="24513"/>
                  <a:pt x="88603" y="25518"/>
                </a:cubicBezTo>
                <a:cubicBezTo>
                  <a:pt x="87783" y="26524"/>
                  <a:pt x="87148" y="27694"/>
                  <a:pt x="86698" y="29031"/>
                </a:cubicBezTo>
                <a:cubicBezTo>
                  <a:pt x="86248" y="30367"/>
                  <a:pt x="85997" y="31762"/>
                  <a:pt x="85944" y="33217"/>
                </a:cubicBezTo>
                <a:lnTo>
                  <a:pt x="105311" y="33217"/>
                </a:lnTo>
                <a:close/>
                <a:moveTo>
                  <a:pt x="147385" y="53815"/>
                </a:moveTo>
                <a:cubicBezTo>
                  <a:pt x="147597" y="54185"/>
                  <a:pt x="147703" y="54496"/>
                  <a:pt x="147703" y="54747"/>
                </a:cubicBezTo>
                <a:cubicBezTo>
                  <a:pt x="147703" y="54999"/>
                  <a:pt x="147577" y="55204"/>
                  <a:pt x="147326" y="55362"/>
                </a:cubicBezTo>
                <a:cubicBezTo>
                  <a:pt x="147074" y="55521"/>
                  <a:pt x="146691" y="55634"/>
                  <a:pt x="146175" y="55700"/>
                </a:cubicBezTo>
                <a:cubicBezTo>
                  <a:pt x="145659" y="55766"/>
                  <a:pt x="144991" y="55799"/>
                  <a:pt x="144171" y="55799"/>
                </a:cubicBezTo>
                <a:cubicBezTo>
                  <a:pt x="143377" y="55799"/>
                  <a:pt x="142749" y="55779"/>
                  <a:pt x="142286" y="55740"/>
                </a:cubicBezTo>
                <a:cubicBezTo>
                  <a:pt x="141823" y="55700"/>
                  <a:pt x="141452" y="55634"/>
                  <a:pt x="141174" y="55541"/>
                </a:cubicBezTo>
                <a:cubicBezTo>
                  <a:pt x="140897" y="55448"/>
                  <a:pt x="140685" y="55329"/>
                  <a:pt x="140539" y="55184"/>
                </a:cubicBezTo>
                <a:cubicBezTo>
                  <a:pt x="140394" y="55038"/>
                  <a:pt x="140268" y="54873"/>
                  <a:pt x="140162" y="54688"/>
                </a:cubicBezTo>
                <a:lnTo>
                  <a:pt x="131590" y="40520"/>
                </a:lnTo>
                <a:lnTo>
                  <a:pt x="123058" y="54688"/>
                </a:lnTo>
                <a:cubicBezTo>
                  <a:pt x="122952" y="54873"/>
                  <a:pt x="122826" y="55038"/>
                  <a:pt x="122681" y="55184"/>
                </a:cubicBezTo>
                <a:cubicBezTo>
                  <a:pt x="122535" y="55329"/>
                  <a:pt x="122323" y="55448"/>
                  <a:pt x="122046" y="55541"/>
                </a:cubicBezTo>
                <a:cubicBezTo>
                  <a:pt x="121768" y="55634"/>
                  <a:pt x="121404" y="55700"/>
                  <a:pt x="120954" y="55740"/>
                </a:cubicBezTo>
                <a:cubicBezTo>
                  <a:pt x="120504" y="55779"/>
                  <a:pt x="119909" y="55799"/>
                  <a:pt x="119168" y="55799"/>
                </a:cubicBezTo>
                <a:cubicBezTo>
                  <a:pt x="118401" y="55799"/>
                  <a:pt x="117773" y="55766"/>
                  <a:pt x="117283" y="55700"/>
                </a:cubicBezTo>
                <a:cubicBezTo>
                  <a:pt x="116794" y="55634"/>
                  <a:pt x="116437" y="55521"/>
                  <a:pt x="116212" y="55362"/>
                </a:cubicBezTo>
                <a:cubicBezTo>
                  <a:pt x="115987" y="55204"/>
                  <a:pt x="115881" y="54999"/>
                  <a:pt x="115894" y="54747"/>
                </a:cubicBezTo>
                <a:cubicBezTo>
                  <a:pt x="115907" y="54496"/>
                  <a:pt x="116033" y="54185"/>
                  <a:pt x="116271" y="53815"/>
                </a:cubicBezTo>
                <a:lnTo>
                  <a:pt x="127383" y="36392"/>
                </a:lnTo>
                <a:lnTo>
                  <a:pt x="116866" y="19605"/>
                </a:lnTo>
                <a:cubicBezTo>
                  <a:pt x="116655" y="19235"/>
                  <a:pt x="116542" y="18924"/>
                  <a:pt x="116529" y="18672"/>
                </a:cubicBezTo>
                <a:cubicBezTo>
                  <a:pt x="116516" y="18421"/>
                  <a:pt x="116635" y="18209"/>
                  <a:pt x="116886" y="18037"/>
                </a:cubicBezTo>
                <a:cubicBezTo>
                  <a:pt x="117138" y="17865"/>
                  <a:pt x="117521" y="17753"/>
                  <a:pt x="118037" y="17700"/>
                </a:cubicBezTo>
                <a:cubicBezTo>
                  <a:pt x="118553" y="17647"/>
                  <a:pt x="119234" y="17621"/>
                  <a:pt x="120081" y="17621"/>
                </a:cubicBezTo>
                <a:cubicBezTo>
                  <a:pt x="120848" y="17621"/>
                  <a:pt x="121463" y="17641"/>
                  <a:pt x="121926" y="17680"/>
                </a:cubicBezTo>
                <a:cubicBezTo>
                  <a:pt x="122389" y="17720"/>
                  <a:pt x="122753" y="17779"/>
                  <a:pt x="123018" y="17859"/>
                </a:cubicBezTo>
                <a:cubicBezTo>
                  <a:pt x="123282" y="17938"/>
                  <a:pt x="123481" y="18044"/>
                  <a:pt x="123613" y="18176"/>
                </a:cubicBezTo>
                <a:cubicBezTo>
                  <a:pt x="123745" y="18309"/>
                  <a:pt x="123865" y="18467"/>
                  <a:pt x="123970" y="18653"/>
                </a:cubicBezTo>
                <a:lnTo>
                  <a:pt x="132106" y="31948"/>
                </a:lnTo>
                <a:lnTo>
                  <a:pt x="140361" y="18653"/>
                </a:lnTo>
                <a:cubicBezTo>
                  <a:pt x="140467" y="18494"/>
                  <a:pt x="140586" y="18348"/>
                  <a:pt x="140718" y="18216"/>
                </a:cubicBezTo>
                <a:cubicBezTo>
                  <a:pt x="140850" y="18084"/>
                  <a:pt x="141029" y="17971"/>
                  <a:pt x="141254" y="17879"/>
                </a:cubicBezTo>
                <a:cubicBezTo>
                  <a:pt x="141479" y="17786"/>
                  <a:pt x="141796" y="17720"/>
                  <a:pt x="142206" y="17680"/>
                </a:cubicBezTo>
                <a:cubicBezTo>
                  <a:pt x="142616" y="17641"/>
                  <a:pt x="143179" y="17621"/>
                  <a:pt x="143893" y="17621"/>
                </a:cubicBezTo>
                <a:cubicBezTo>
                  <a:pt x="144660" y="17621"/>
                  <a:pt x="145289" y="17647"/>
                  <a:pt x="145778" y="17700"/>
                </a:cubicBezTo>
                <a:cubicBezTo>
                  <a:pt x="146267" y="17753"/>
                  <a:pt x="146631" y="17852"/>
                  <a:pt x="146869" y="17998"/>
                </a:cubicBezTo>
                <a:cubicBezTo>
                  <a:pt x="147107" y="18143"/>
                  <a:pt x="147213" y="18348"/>
                  <a:pt x="147187" y="18613"/>
                </a:cubicBezTo>
                <a:cubicBezTo>
                  <a:pt x="147160" y="18877"/>
                  <a:pt x="147028" y="19208"/>
                  <a:pt x="146790" y="19605"/>
                </a:cubicBezTo>
                <a:lnTo>
                  <a:pt x="136352" y="36194"/>
                </a:lnTo>
                <a:lnTo>
                  <a:pt x="147385" y="53815"/>
                </a:lnTo>
                <a:close/>
                <a:moveTo>
                  <a:pt x="188608" y="36174"/>
                </a:moveTo>
                <a:cubicBezTo>
                  <a:pt x="188608" y="39299"/>
                  <a:pt x="188271" y="42106"/>
                  <a:pt x="187596" y="44595"/>
                </a:cubicBezTo>
                <a:cubicBezTo>
                  <a:pt x="186922" y="47085"/>
                  <a:pt x="185930" y="49197"/>
                  <a:pt x="184620" y="50933"/>
                </a:cubicBezTo>
                <a:cubicBezTo>
                  <a:pt x="183310" y="52667"/>
                  <a:pt x="181690" y="54004"/>
                  <a:pt x="179758" y="54945"/>
                </a:cubicBezTo>
                <a:cubicBezTo>
                  <a:pt x="177827" y="55885"/>
                  <a:pt x="175618" y="56355"/>
                  <a:pt x="173131" y="56355"/>
                </a:cubicBezTo>
                <a:cubicBezTo>
                  <a:pt x="172072" y="56355"/>
                  <a:pt x="171093" y="56249"/>
                  <a:pt x="170194" y="56037"/>
                </a:cubicBezTo>
                <a:cubicBezTo>
                  <a:pt x="169294" y="55826"/>
                  <a:pt x="168415" y="55495"/>
                  <a:pt x="167555" y="55045"/>
                </a:cubicBezTo>
                <a:cubicBezTo>
                  <a:pt x="166695" y="54594"/>
                  <a:pt x="165842" y="54025"/>
                  <a:pt x="164995" y="53336"/>
                </a:cubicBezTo>
                <a:cubicBezTo>
                  <a:pt x="164148" y="52647"/>
                  <a:pt x="163249" y="51840"/>
                  <a:pt x="162296" y="50913"/>
                </a:cubicBezTo>
                <a:lnTo>
                  <a:pt x="162296" y="68739"/>
                </a:lnTo>
                <a:cubicBezTo>
                  <a:pt x="162296" y="68950"/>
                  <a:pt x="162243" y="69135"/>
                  <a:pt x="162138" y="69294"/>
                </a:cubicBezTo>
                <a:cubicBezTo>
                  <a:pt x="162032" y="69452"/>
                  <a:pt x="161860" y="69584"/>
                  <a:pt x="161622" y="69689"/>
                </a:cubicBezTo>
                <a:cubicBezTo>
                  <a:pt x="161384" y="69795"/>
                  <a:pt x="161053" y="69874"/>
                  <a:pt x="160630" y="69927"/>
                </a:cubicBezTo>
                <a:cubicBezTo>
                  <a:pt x="160206" y="69980"/>
                  <a:pt x="159664" y="70007"/>
                  <a:pt x="159002" y="70007"/>
                </a:cubicBezTo>
                <a:cubicBezTo>
                  <a:pt x="158367" y="70007"/>
                  <a:pt x="157838" y="69980"/>
                  <a:pt x="157415" y="69927"/>
                </a:cubicBezTo>
                <a:cubicBezTo>
                  <a:pt x="156992" y="69874"/>
                  <a:pt x="156654" y="69795"/>
                  <a:pt x="156403" y="69689"/>
                </a:cubicBezTo>
                <a:cubicBezTo>
                  <a:pt x="156152" y="69583"/>
                  <a:pt x="155980" y="69451"/>
                  <a:pt x="155887" y="69292"/>
                </a:cubicBezTo>
                <a:cubicBezTo>
                  <a:pt x="155794" y="69134"/>
                  <a:pt x="155748" y="68948"/>
                  <a:pt x="155748" y="68737"/>
                </a:cubicBezTo>
                <a:lnTo>
                  <a:pt x="155748" y="18851"/>
                </a:lnTo>
                <a:cubicBezTo>
                  <a:pt x="155748" y="18613"/>
                  <a:pt x="155788" y="18421"/>
                  <a:pt x="155867" y="18276"/>
                </a:cubicBezTo>
                <a:cubicBezTo>
                  <a:pt x="155947" y="18130"/>
                  <a:pt x="156105" y="18004"/>
                  <a:pt x="156343" y="17899"/>
                </a:cubicBezTo>
                <a:cubicBezTo>
                  <a:pt x="156582" y="17793"/>
                  <a:pt x="156886" y="17720"/>
                  <a:pt x="157256" y="17680"/>
                </a:cubicBezTo>
                <a:cubicBezTo>
                  <a:pt x="157627" y="17641"/>
                  <a:pt x="158076" y="17621"/>
                  <a:pt x="158606" y="17621"/>
                </a:cubicBezTo>
                <a:cubicBezTo>
                  <a:pt x="159161" y="17621"/>
                  <a:pt x="159618" y="17641"/>
                  <a:pt x="159975" y="17680"/>
                </a:cubicBezTo>
                <a:cubicBezTo>
                  <a:pt x="160332" y="17720"/>
                  <a:pt x="160630" y="17793"/>
                  <a:pt x="160868" y="17899"/>
                </a:cubicBezTo>
                <a:cubicBezTo>
                  <a:pt x="161106" y="18004"/>
                  <a:pt x="161271" y="18130"/>
                  <a:pt x="161364" y="18277"/>
                </a:cubicBezTo>
                <a:cubicBezTo>
                  <a:pt x="161456" y="18422"/>
                  <a:pt x="161503" y="18614"/>
                  <a:pt x="161503" y="18852"/>
                </a:cubicBezTo>
                <a:lnTo>
                  <a:pt x="161503" y="23659"/>
                </a:lnTo>
                <a:cubicBezTo>
                  <a:pt x="162587" y="22547"/>
                  <a:pt x="163632" y="21581"/>
                  <a:pt x="164638" y="20760"/>
                </a:cubicBezTo>
                <a:cubicBezTo>
                  <a:pt x="165643" y="19939"/>
                  <a:pt x="166655" y="19257"/>
                  <a:pt x="167674" y="18715"/>
                </a:cubicBezTo>
                <a:cubicBezTo>
                  <a:pt x="168692" y="18171"/>
                  <a:pt x="169738" y="17761"/>
                  <a:pt x="170809" y="17483"/>
                </a:cubicBezTo>
                <a:cubicBezTo>
                  <a:pt x="171881" y="17204"/>
                  <a:pt x="173012" y="17065"/>
                  <a:pt x="174202" y="17065"/>
                </a:cubicBezTo>
                <a:cubicBezTo>
                  <a:pt x="176795" y="17065"/>
                  <a:pt x="179004" y="17568"/>
                  <a:pt x="180830" y="18574"/>
                </a:cubicBezTo>
                <a:cubicBezTo>
                  <a:pt x="182655" y="19581"/>
                  <a:pt x="184144" y="20958"/>
                  <a:pt x="185295" y="22707"/>
                </a:cubicBezTo>
                <a:cubicBezTo>
                  <a:pt x="186446" y="24455"/>
                  <a:pt x="187286" y="26487"/>
                  <a:pt x="187815" y="28805"/>
                </a:cubicBezTo>
                <a:cubicBezTo>
                  <a:pt x="188344" y="31122"/>
                  <a:pt x="188608" y="33578"/>
                  <a:pt x="188608" y="36174"/>
                </a:cubicBezTo>
                <a:moveTo>
                  <a:pt x="181703" y="36928"/>
                </a:moveTo>
                <a:cubicBezTo>
                  <a:pt x="181703" y="35100"/>
                  <a:pt x="181564" y="33332"/>
                  <a:pt x="181286" y="31623"/>
                </a:cubicBezTo>
                <a:cubicBezTo>
                  <a:pt x="181008" y="29914"/>
                  <a:pt x="180532" y="28397"/>
                  <a:pt x="179858" y="27072"/>
                </a:cubicBezTo>
                <a:cubicBezTo>
                  <a:pt x="179183" y="25748"/>
                  <a:pt x="178277" y="24688"/>
                  <a:pt x="177139" y="23894"/>
                </a:cubicBezTo>
                <a:cubicBezTo>
                  <a:pt x="176001" y="23098"/>
                  <a:pt x="174586" y="22701"/>
                  <a:pt x="172893" y="22701"/>
                </a:cubicBezTo>
                <a:cubicBezTo>
                  <a:pt x="172046" y="22701"/>
                  <a:pt x="171213" y="22827"/>
                  <a:pt x="170392" y="23079"/>
                </a:cubicBezTo>
                <a:cubicBezTo>
                  <a:pt x="169572" y="23330"/>
                  <a:pt x="168739" y="23727"/>
                  <a:pt x="167892" y="24271"/>
                </a:cubicBezTo>
                <a:cubicBezTo>
                  <a:pt x="167045" y="24814"/>
                  <a:pt x="166159" y="25530"/>
                  <a:pt x="165233" y="26417"/>
                </a:cubicBezTo>
                <a:cubicBezTo>
                  <a:pt x="164307" y="27305"/>
                  <a:pt x="163328" y="28399"/>
                  <a:pt x="162296" y="29698"/>
                </a:cubicBezTo>
                <a:lnTo>
                  <a:pt x="162296" y="43920"/>
                </a:lnTo>
                <a:cubicBezTo>
                  <a:pt x="164095" y="46121"/>
                  <a:pt x="165802" y="47804"/>
                  <a:pt x="167416" y="48971"/>
                </a:cubicBezTo>
                <a:cubicBezTo>
                  <a:pt x="169030" y="50136"/>
                  <a:pt x="170723" y="50719"/>
                  <a:pt x="172496" y="50719"/>
                </a:cubicBezTo>
                <a:cubicBezTo>
                  <a:pt x="174136" y="50719"/>
                  <a:pt x="175545" y="50322"/>
                  <a:pt x="176722" y="49527"/>
                </a:cubicBezTo>
                <a:cubicBezTo>
                  <a:pt x="177900" y="48732"/>
                  <a:pt x="178852" y="47672"/>
                  <a:pt x="179580" y="46347"/>
                </a:cubicBezTo>
                <a:cubicBezTo>
                  <a:pt x="180307" y="45023"/>
                  <a:pt x="180843" y="43539"/>
                  <a:pt x="181187" y="41896"/>
                </a:cubicBezTo>
                <a:cubicBezTo>
                  <a:pt x="181531" y="40254"/>
                  <a:pt x="181703" y="38597"/>
                  <a:pt x="181703" y="36928"/>
                </a:cubicBezTo>
                <a:close/>
                <a:moveTo>
                  <a:pt x="204642" y="54568"/>
                </a:moveTo>
                <a:cubicBezTo>
                  <a:pt x="204642" y="54779"/>
                  <a:pt x="204589" y="54958"/>
                  <a:pt x="204483" y="55105"/>
                </a:cubicBezTo>
                <a:cubicBezTo>
                  <a:pt x="204377" y="55250"/>
                  <a:pt x="204205" y="55376"/>
                  <a:pt x="203967" y="55482"/>
                </a:cubicBezTo>
                <a:cubicBezTo>
                  <a:pt x="203729" y="55587"/>
                  <a:pt x="203399" y="55667"/>
                  <a:pt x="202975" y="55720"/>
                </a:cubicBezTo>
                <a:cubicBezTo>
                  <a:pt x="202552" y="55773"/>
                  <a:pt x="202009" y="55799"/>
                  <a:pt x="201348" y="55799"/>
                </a:cubicBezTo>
                <a:cubicBezTo>
                  <a:pt x="200713" y="55799"/>
                  <a:pt x="200184" y="55773"/>
                  <a:pt x="199761" y="55720"/>
                </a:cubicBezTo>
                <a:cubicBezTo>
                  <a:pt x="199337" y="55667"/>
                  <a:pt x="199000" y="55587"/>
                  <a:pt x="198749" y="55482"/>
                </a:cubicBezTo>
                <a:cubicBezTo>
                  <a:pt x="198497" y="55376"/>
                  <a:pt x="198325" y="55250"/>
                  <a:pt x="198233" y="55105"/>
                </a:cubicBezTo>
                <a:cubicBezTo>
                  <a:pt x="198140" y="54958"/>
                  <a:pt x="198094" y="54779"/>
                  <a:pt x="198094" y="54568"/>
                </a:cubicBezTo>
                <a:lnTo>
                  <a:pt x="198094" y="1509"/>
                </a:lnTo>
                <a:cubicBezTo>
                  <a:pt x="198094" y="1298"/>
                  <a:pt x="198140" y="1112"/>
                  <a:pt x="198233" y="954"/>
                </a:cubicBezTo>
                <a:cubicBezTo>
                  <a:pt x="198325" y="794"/>
                  <a:pt x="198497" y="661"/>
                  <a:pt x="198749" y="556"/>
                </a:cubicBezTo>
                <a:cubicBezTo>
                  <a:pt x="199000" y="450"/>
                  <a:pt x="199337" y="370"/>
                  <a:pt x="199761" y="317"/>
                </a:cubicBezTo>
                <a:cubicBezTo>
                  <a:pt x="200184" y="265"/>
                  <a:pt x="200713" y="238"/>
                  <a:pt x="201348" y="238"/>
                </a:cubicBezTo>
                <a:cubicBezTo>
                  <a:pt x="202009" y="238"/>
                  <a:pt x="202552" y="265"/>
                  <a:pt x="202975" y="317"/>
                </a:cubicBezTo>
                <a:cubicBezTo>
                  <a:pt x="203399" y="370"/>
                  <a:pt x="203729" y="450"/>
                  <a:pt x="203967" y="556"/>
                </a:cubicBezTo>
                <a:cubicBezTo>
                  <a:pt x="204205" y="661"/>
                  <a:pt x="204377" y="794"/>
                  <a:pt x="204483" y="954"/>
                </a:cubicBezTo>
                <a:cubicBezTo>
                  <a:pt x="204589" y="1112"/>
                  <a:pt x="204642" y="1298"/>
                  <a:pt x="204642" y="1509"/>
                </a:cubicBezTo>
                <a:lnTo>
                  <a:pt x="204642" y="54568"/>
                </a:lnTo>
                <a:close/>
                <a:moveTo>
                  <a:pt x="243760" y="54608"/>
                </a:moveTo>
                <a:cubicBezTo>
                  <a:pt x="243760" y="54926"/>
                  <a:pt x="243654" y="55164"/>
                  <a:pt x="243442" y="55323"/>
                </a:cubicBezTo>
                <a:cubicBezTo>
                  <a:pt x="243231" y="55482"/>
                  <a:pt x="242940" y="55601"/>
                  <a:pt x="242569" y="55680"/>
                </a:cubicBezTo>
                <a:cubicBezTo>
                  <a:pt x="242199" y="55759"/>
                  <a:pt x="241656" y="55799"/>
                  <a:pt x="240942" y="55799"/>
                </a:cubicBezTo>
                <a:cubicBezTo>
                  <a:pt x="240254" y="55799"/>
                  <a:pt x="239705" y="55759"/>
                  <a:pt x="239295" y="55680"/>
                </a:cubicBezTo>
                <a:cubicBezTo>
                  <a:pt x="238885" y="55601"/>
                  <a:pt x="238587" y="55482"/>
                  <a:pt x="238402" y="55323"/>
                </a:cubicBezTo>
                <a:cubicBezTo>
                  <a:pt x="238217" y="55164"/>
                  <a:pt x="238124" y="54926"/>
                  <a:pt x="238124" y="54608"/>
                </a:cubicBezTo>
                <a:lnTo>
                  <a:pt x="238124" y="51037"/>
                </a:lnTo>
                <a:cubicBezTo>
                  <a:pt x="236563" y="52704"/>
                  <a:pt x="234824" y="54007"/>
                  <a:pt x="232906" y="54946"/>
                </a:cubicBezTo>
                <a:cubicBezTo>
                  <a:pt x="230987" y="55885"/>
                  <a:pt x="228957" y="56355"/>
                  <a:pt x="226814" y="56355"/>
                </a:cubicBezTo>
                <a:cubicBezTo>
                  <a:pt x="224935" y="56355"/>
                  <a:pt x="223235" y="56109"/>
                  <a:pt x="221714" y="55618"/>
                </a:cubicBezTo>
                <a:cubicBezTo>
                  <a:pt x="220193" y="55127"/>
                  <a:pt x="218896" y="54417"/>
                  <a:pt x="217825" y="53487"/>
                </a:cubicBezTo>
                <a:cubicBezTo>
                  <a:pt x="216753" y="52558"/>
                  <a:pt x="215920" y="51417"/>
                  <a:pt x="215324" y="50063"/>
                </a:cubicBezTo>
                <a:cubicBezTo>
                  <a:pt x="214729" y="48709"/>
                  <a:pt x="214432" y="47168"/>
                  <a:pt x="214432" y="45442"/>
                </a:cubicBezTo>
                <a:cubicBezTo>
                  <a:pt x="214432" y="43425"/>
                  <a:pt x="214842" y="41673"/>
                  <a:pt x="215662" y="40186"/>
                </a:cubicBezTo>
                <a:cubicBezTo>
                  <a:pt x="216482" y="38699"/>
                  <a:pt x="217659" y="37464"/>
                  <a:pt x="219194" y="36482"/>
                </a:cubicBezTo>
                <a:cubicBezTo>
                  <a:pt x="220728" y="35499"/>
                  <a:pt x="222607" y="34763"/>
                  <a:pt x="224829" y="34272"/>
                </a:cubicBezTo>
                <a:cubicBezTo>
                  <a:pt x="227052" y="33781"/>
                  <a:pt x="229552" y="33535"/>
                  <a:pt x="232330" y="33535"/>
                </a:cubicBezTo>
                <a:lnTo>
                  <a:pt x="237251" y="33535"/>
                </a:lnTo>
                <a:lnTo>
                  <a:pt x="237251" y="30767"/>
                </a:lnTo>
                <a:cubicBezTo>
                  <a:pt x="237251" y="29396"/>
                  <a:pt x="237106" y="28184"/>
                  <a:pt x="236815" y="27129"/>
                </a:cubicBezTo>
                <a:cubicBezTo>
                  <a:pt x="236524" y="26074"/>
                  <a:pt x="236054" y="25198"/>
                  <a:pt x="235406" y="24499"/>
                </a:cubicBezTo>
                <a:cubicBezTo>
                  <a:pt x="234758" y="23800"/>
                  <a:pt x="233918" y="23273"/>
                  <a:pt x="232886" y="22918"/>
                </a:cubicBezTo>
                <a:cubicBezTo>
                  <a:pt x="231854" y="22561"/>
                  <a:pt x="230584" y="22383"/>
                  <a:pt x="229076" y="22383"/>
                </a:cubicBezTo>
                <a:cubicBezTo>
                  <a:pt x="227462" y="22383"/>
                  <a:pt x="226013" y="22573"/>
                  <a:pt x="224730" y="22952"/>
                </a:cubicBezTo>
                <a:cubicBezTo>
                  <a:pt x="223447" y="23332"/>
                  <a:pt x="222322" y="23751"/>
                  <a:pt x="221357" y="24209"/>
                </a:cubicBezTo>
                <a:cubicBezTo>
                  <a:pt x="220391" y="24667"/>
                  <a:pt x="219584" y="25086"/>
                  <a:pt x="218936" y="25465"/>
                </a:cubicBezTo>
                <a:cubicBezTo>
                  <a:pt x="218288" y="25845"/>
                  <a:pt x="217805" y="26034"/>
                  <a:pt x="217487" y="26034"/>
                </a:cubicBezTo>
                <a:cubicBezTo>
                  <a:pt x="217276" y="26034"/>
                  <a:pt x="217091" y="25981"/>
                  <a:pt x="216932" y="25876"/>
                </a:cubicBezTo>
                <a:cubicBezTo>
                  <a:pt x="216773" y="25770"/>
                  <a:pt x="216634" y="25611"/>
                  <a:pt x="216515" y="25399"/>
                </a:cubicBezTo>
                <a:cubicBezTo>
                  <a:pt x="216396" y="25188"/>
                  <a:pt x="216310" y="24916"/>
                  <a:pt x="216257" y="24586"/>
                </a:cubicBezTo>
                <a:cubicBezTo>
                  <a:pt x="216204" y="24255"/>
                  <a:pt x="216178" y="23891"/>
                  <a:pt x="216178" y="23494"/>
                </a:cubicBezTo>
                <a:cubicBezTo>
                  <a:pt x="216178" y="22833"/>
                  <a:pt x="216224" y="22310"/>
                  <a:pt x="216317" y="21927"/>
                </a:cubicBezTo>
                <a:cubicBezTo>
                  <a:pt x="216409" y="21543"/>
                  <a:pt x="216634" y="21179"/>
                  <a:pt x="216991" y="20835"/>
                </a:cubicBezTo>
                <a:cubicBezTo>
                  <a:pt x="217348" y="20491"/>
                  <a:pt x="217964" y="20091"/>
                  <a:pt x="218837" y="19634"/>
                </a:cubicBezTo>
                <a:cubicBezTo>
                  <a:pt x="219710" y="19176"/>
                  <a:pt x="220715" y="18757"/>
                  <a:pt x="221853" y="18379"/>
                </a:cubicBezTo>
                <a:cubicBezTo>
                  <a:pt x="222991" y="18000"/>
                  <a:pt x="224234" y="17686"/>
                  <a:pt x="225583" y="17438"/>
                </a:cubicBezTo>
                <a:cubicBezTo>
                  <a:pt x="226933" y="17190"/>
                  <a:pt x="228295" y="17065"/>
                  <a:pt x="229671" y="17065"/>
                </a:cubicBezTo>
                <a:cubicBezTo>
                  <a:pt x="232237" y="17065"/>
                  <a:pt x="234420" y="17356"/>
                  <a:pt x="236219" y="17938"/>
                </a:cubicBezTo>
                <a:cubicBezTo>
                  <a:pt x="238018" y="18520"/>
                  <a:pt x="239474" y="19374"/>
                  <a:pt x="240585" y="20498"/>
                </a:cubicBezTo>
                <a:cubicBezTo>
                  <a:pt x="241696" y="21622"/>
                  <a:pt x="242503" y="23018"/>
                  <a:pt x="243006" y="24685"/>
                </a:cubicBezTo>
                <a:cubicBezTo>
                  <a:pt x="243508" y="26352"/>
                  <a:pt x="243760" y="28296"/>
                  <a:pt x="243760" y="30519"/>
                </a:cubicBezTo>
                <a:lnTo>
                  <a:pt x="243760" y="54608"/>
                </a:lnTo>
                <a:moveTo>
                  <a:pt x="237251" y="38258"/>
                </a:moveTo>
                <a:lnTo>
                  <a:pt x="231655" y="38258"/>
                </a:lnTo>
                <a:cubicBezTo>
                  <a:pt x="229856" y="38258"/>
                  <a:pt x="228295" y="38411"/>
                  <a:pt x="226972" y="38718"/>
                </a:cubicBezTo>
                <a:cubicBezTo>
                  <a:pt x="225650" y="39024"/>
                  <a:pt x="224552" y="39476"/>
                  <a:pt x="223678" y="40075"/>
                </a:cubicBezTo>
                <a:cubicBezTo>
                  <a:pt x="222805" y="40673"/>
                  <a:pt x="222164" y="41392"/>
                  <a:pt x="221754" y="42231"/>
                </a:cubicBezTo>
                <a:cubicBezTo>
                  <a:pt x="221344" y="43070"/>
                  <a:pt x="221139" y="44035"/>
                  <a:pt x="221139" y="45126"/>
                </a:cubicBezTo>
                <a:cubicBezTo>
                  <a:pt x="221139" y="46989"/>
                  <a:pt x="221727" y="48474"/>
                  <a:pt x="222905" y="49578"/>
                </a:cubicBezTo>
                <a:cubicBezTo>
                  <a:pt x="224082" y="50683"/>
                  <a:pt x="225729" y="51235"/>
                  <a:pt x="227846" y="51235"/>
                </a:cubicBezTo>
                <a:cubicBezTo>
                  <a:pt x="229565" y="51235"/>
                  <a:pt x="231159" y="50796"/>
                  <a:pt x="232628" y="49918"/>
                </a:cubicBezTo>
                <a:cubicBezTo>
                  <a:pt x="234096" y="49039"/>
                  <a:pt x="235637" y="47695"/>
                  <a:pt x="237251" y="45885"/>
                </a:cubicBezTo>
                <a:lnTo>
                  <a:pt x="237251" y="38258"/>
                </a:lnTo>
                <a:close/>
                <a:moveTo>
                  <a:pt x="262300" y="54569"/>
                </a:moveTo>
                <a:cubicBezTo>
                  <a:pt x="262300" y="54780"/>
                  <a:pt x="262247" y="54959"/>
                  <a:pt x="262142" y="55105"/>
                </a:cubicBezTo>
                <a:cubicBezTo>
                  <a:pt x="262036" y="55250"/>
                  <a:pt x="261864" y="55376"/>
                  <a:pt x="261626" y="55482"/>
                </a:cubicBezTo>
                <a:cubicBezTo>
                  <a:pt x="261388" y="55587"/>
                  <a:pt x="261057" y="55667"/>
                  <a:pt x="260634" y="55720"/>
                </a:cubicBezTo>
                <a:cubicBezTo>
                  <a:pt x="260210" y="55773"/>
                  <a:pt x="259668" y="55799"/>
                  <a:pt x="259006" y="55799"/>
                </a:cubicBezTo>
                <a:cubicBezTo>
                  <a:pt x="258371" y="55799"/>
                  <a:pt x="257842" y="55773"/>
                  <a:pt x="257419" y="55720"/>
                </a:cubicBezTo>
                <a:cubicBezTo>
                  <a:pt x="256996" y="55667"/>
                  <a:pt x="256658" y="55587"/>
                  <a:pt x="256407" y="55482"/>
                </a:cubicBezTo>
                <a:cubicBezTo>
                  <a:pt x="256156" y="55376"/>
                  <a:pt x="255984" y="55250"/>
                  <a:pt x="255891" y="55105"/>
                </a:cubicBezTo>
                <a:cubicBezTo>
                  <a:pt x="255798" y="54959"/>
                  <a:pt x="255752" y="54780"/>
                  <a:pt x="255752" y="54569"/>
                </a:cubicBezTo>
                <a:lnTo>
                  <a:pt x="255752" y="18851"/>
                </a:lnTo>
                <a:cubicBezTo>
                  <a:pt x="255752" y="18666"/>
                  <a:pt x="255798" y="18494"/>
                  <a:pt x="255891" y="18335"/>
                </a:cubicBezTo>
                <a:cubicBezTo>
                  <a:pt x="255984" y="18176"/>
                  <a:pt x="256156" y="18044"/>
                  <a:pt x="256407" y="17938"/>
                </a:cubicBezTo>
                <a:cubicBezTo>
                  <a:pt x="256658" y="17832"/>
                  <a:pt x="256996" y="17753"/>
                  <a:pt x="257419" y="17700"/>
                </a:cubicBezTo>
                <a:cubicBezTo>
                  <a:pt x="257842" y="17647"/>
                  <a:pt x="258371" y="17621"/>
                  <a:pt x="259006" y="17621"/>
                </a:cubicBezTo>
                <a:cubicBezTo>
                  <a:pt x="259668" y="17621"/>
                  <a:pt x="260210" y="17647"/>
                  <a:pt x="260634" y="17700"/>
                </a:cubicBezTo>
                <a:cubicBezTo>
                  <a:pt x="261057" y="17753"/>
                  <a:pt x="261388" y="17832"/>
                  <a:pt x="261626" y="17938"/>
                </a:cubicBezTo>
                <a:cubicBezTo>
                  <a:pt x="261864" y="18044"/>
                  <a:pt x="262036" y="18176"/>
                  <a:pt x="262142" y="18335"/>
                </a:cubicBezTo>
                <a:cubicBezTo>
                  <a:pt x="262247" y="18494"/>
                  <a:pt x="262300" y="18666"/>
                  <a:pt x="262300" y="18851"/>
                </a:cubicBezTo>
                <a:lnTo>
                  <a:pt x="262300" y="54569"/>
                </a:lnTo>
                <a:moveTo>
                  <a:pt x="263054" y="6747"/>
                </a:moveTo>
                <a:cubicBezTo>
                  <a:pt x="263054" y="8281"/>
                  <a:pt x="262763" y="9326"/>
                  <a:pt x="262181" y="9882"/>
                </a:cubicBezTo>
                <a:cubicBezTo>
                  <a:pt x="261599" y="10438"/>
                  <a:pt x="260528" y="10715"/>
                  <a:pt x="258967" y="10715"/>
                </a:cubicBezTo>
                <a:cubicBezTo>
                  <a:pt x="257432" y="10715"/>
                  <a:pt x="256380" y="10444"/>
                  <a:pt x="255812" y="9902"/>
                </a:cubicBezTo>
                <a:cubicBezTo>
                  <a:pt x="255243" y="9359"/>
                  <a:pt x="254958" y="8334"/>
                  <a:pt x="254958" y="6826"/>
                </a:cubicBezTo>
                <a:cubicBezTo>
                  <a:pt x="254958" y="5292"/>
                  <a:pt x="255249" y="4246"/>
                  <a:pt x="255831" y="3691"/>
                </a:cubicBezTo>
                <a:cubicBezTo>
                  <a:pt x="256414" y="3135"/>
                  <a:pt x="257485" y="2857"/>
                  <a:pt x="259046" y="2857"/>
                </a:cubicBezTo>
                <a:cubicBezTo>
                  <a:pt x="260581" y="2857"/>
                  <a:pt x="261632" y="3129"/>
                  <a:pt x="262201" y="3671"/>
                </a:cubicBezTo>
                <a:cubicBezTo>
                  <a:pt x="262770" y="4213"/>
                  <a:pt x="263054" y="5239"/>
                  <a:pt x="263054" y="6747"/>
                </a:cubicBezTo>
                <a:close/>
                <a:moveTo>
                  <a:pt x="305268" y="54569"/>
                </a:moveTo>
                <a:cubicBezTo>
                  <a:pt x="305268" y="54780"/>
                  <a:pt x="305215" y="54959"/>
                  <a:pt x="305109" y="55105"/>
                </a:cubicBezTo>
                <a:cubicBezTo>
                  <a:pt x="305003" y="55250"/>
                  <a:pt x="304831" y="55376"/>
                  <a:pt x="304593" y="55482"/>
                </a:cubicBezTo>
                <a:cubicBezTo>
                  <a:pt x="304355" y="55587"/>
                  <a:pt x="304024" y="55667"/>
                  <a:pt x="303601" y="55720"/>
                </a:cubicBezTo>
                <a:cubicBezTo>
                  <a:pt x="303178" y="55773"/>
                  <a:pt x="302649" y="55799"/>
                  <a:pt x="302014" y="55799"/>
                </a:cubicBezTo>
                <a:cubicBezTo>
                  <a:pt x="301352" y="55799"/>
                  <a:pt x="300810" y="55773"/>
                  <a:pt x="300387" y="55720"/>
                </a:cubicBezTo>
                <a:cubicBezTo>
                  <a:pt x="299963" y="55667"/>
                  <a:pt x="299632" y="55587"/>
                  <a:pt x="299394" y="55482"/>
                </a:cubicBezTo>
                <a:cubicBezTo>
                  <a:pt x="299156" y="55376"/>
                  <a:pt x="298984" y="55250"/>
                  <a:pt x="298878" y="55105"/>
                </a:cubicBezTo>
                <a:cubicBezTo>
                  <a:pt x="298773" y="54959"/>
                  <a:pt x="298720" y="54780"/>
                  <a:pt x="298720" y="54569"/>
                </a:cubicBezTo>
                <a:lnTo>
                  <a:pt x="298720" y="33654"/>
                </a:lnTo>
                <a:cubicBezTo>
                  <a:pt x="298720" y="31617"/>
                  <a:pt x="298561" y="29976"/>
                  <a:pt x="298243" y="28733"/>
                </a:cubicBezTo>
                <a:cubicBezTo>
                  <a:pt x="297926" y="27489"/>
                  <a:pt x="297463" y="26418"/>
                  <a:pt x="296854" y="25518"/>
                </a:cubicBezTo>
                <a:cubicBezTo>
                  <a:pt x="296246" y="24619"/>
                  <a:pt x="295459" y="23931"/>
                  <a:pt x="294493" y="23455"/>
                </a:cubicBezTo>
                <a:cubicBezTo>
                  <a:pt x="293527" y="22978"/>
                  <a:pt x="292410" y="22740"/>
                  <a:pt x="291140" y="22740"/>
                </a:cubicBezTo>
                <a:cubicBezTo>
                  <a:pt x="289499" y="22740"/>
                  <a:pt x="287859" y="23322"/>
                  <a:pt x="286218" y="24486"/>
                </a:cubicBezTo>
                <a:cubicBezTo>
                  <a:pt x="284578" y="25651"/>
                  <a:pt x="282858" y="27357"/>
                  <a:pt x="281059" y="29606"/>
                </a:cubicBezTo>
                <a:lnTo>
                  <a:pt x="281059" y="54569"/>
                </a:lnTo>
                <a:cubicBezTo>
                  <a:pt x="281059" y="54780"/>
                  <a:pt x="281006" y="54959"/>
                  <a:pt x="280901" y="55105"/>
                </a:cubicBezTo>
                <a:cubicBezTo>
                  <a:pt x="280795" y="55250"/>
                  <a:pt x="280623" y="55376"/>
                  <a:pt x="280385" y="55482"/>
                </a:cubicBezTo>
                <a:cubicBezTo>
                  <a:pt x="280146" y="55587"/>
                  <a:pt x="279816" y="55667"/>
                  <a:pt x="279392" y="55720"/>
                </a:cubicBezTo>
                <a:cubicBezTo>
                  <a:pt x="278969" y="55773"/>
                  <a:pt x="278427" y="55799"/>
                  <a:pt x="277765" y="55799"/>
                </a:cubicBezTo>
                <a:cubicBezTo>
                  <a:pt x="277130" y="55799"/>
                  <a:pt x="276601" y="55773"/>
                  <a:pt x="276178" y="55720"/>
                </a:cubicBezTo>
                <a:cubicBezTo>
                  <a:pt x="275755" y="55667"/>
                  <a:pt x="275417" y="55587"/>
                  <a:pt x="275166" y="55482"/>
                </a:cubicBezTo>
                <a:cubicBezTo>
                  <a:pt x="274914" y="55376"/>
                  <a:pt x="274743" y="55250"/>
                  <a:pt x="274650" y="55105"/>
                </a:cubicBezTo>
                <a:cubicBezTo>
                  <a:pt x="274557" y="54959"/>
                  <a:pt x="274511" y="54780"/>
                  <a:pt x="274511" y="54569"/>
                </a:cubicBezTo>
                <a:lnTo>
                  <a:pt x="274511" y="18851"/>
                </a:lnTo>
                <a:cubicBezTo>
                  <a:pt x="274511" y="18639"/>
                  <a:pt x="274551" y="18461"/>
                  <a:pt x="274630" y="18315"/>
                </a:cubicBezTo>
                <a:cubicBezTo>
                  <a:pt x="274709" y="18170"/>
                  <a:pt x="274868" y="18037"/>
                  <a:pt x="275106" y="17918"/>
                </a:cubicBezTo>
                <a:cubicBezTo>
                  <a:pt x="275344" y="17799"/>
                  <a:pt x="275649" y="17720"/>
                  <a:pt x="276019" y="17680"/>
                </a:cubicBezTo>
                <a:cubicBezTo>
                  <a:pt x="276389" y="17641"/>
                  <a:pt x="276879" y="17621"/>
                  <a:pt x="277487" y="17621"/>
                </a:cubicBezTo>
                <a:cubicBezTo>
                  <a:pt x="278070" y="17621"/>
                  <a:pt x="278552" y="17641"/>
                  <a:pt x="278936" y="17680"/>
                </a:cubicBezTo>
                <a:cubicBezTo>
                  <a:pt x="279320" y="17720"/>
                  <a:pt x="279617" y="17799"/>
                  <a:pt x="279829" y="17918"/>
                </a:cubicBezTo>
                <a:cubicBezTo>
                  <a:pt x="280041" y="18037"/>
                  <a:pt x="280193" y="18170"/>
                  <a:pt x="280285" y="18315"/>
                </a:cubicBezTo>
                <a:cubicBezTo>
                  <a:pt x="280378" y="18461"/>
                  <a:pt x="280424" y="18639"/>
                  <a:pt x="280424" y="18851"/>
                </a:cubicBezTo>
                <a:lnTo>
                  <a:pt x="280424" y="23574"/>
                </a:lnTo>
                <a:cubicBezTo>
                  <a:pt x="282435" y="21325"/>
                  <a:pt x="284439" y="19678"/>
                  <a:pt x="286437" y="18633"/>
                </a:cubicBezTo>
                <a:cubicBezTo>
                  <a:pt x="288434" y="17588"/>
                  <a:pt x="290452" y="17065"/>
                  <a:pt x="292489" y="17065"/>
                </a:cubicBezTo>
                <a:cubicBezTo>
                  <a:pt x="294870" y="17065"/>
                  <a:pt x="296874" y="17469"/>
                  <a:pt x="298501" y="18276"/>
                </a:cubicBezTo>
                <a:cubicBezTo>
                  <a:pt x="300129" y="19083"/>
                  <a:pt x="301445" y="20161"/>
                  <a:pt x="302450" y="21510"/>
                </a:cubicBezTo>
                <a:cubicBezTo>
                  <a:pt x="303456" y="22859"/>
                  <a:pt x="304177" y="24440"/>
                  <a:pt x="304613" y="26253"/>
                </a:cubicBezTo>
                <a:cubicBezTo>
                  <a:pt x="305050" y="28065"/>
                  <a:pt x="305268" y="30241"/>
                  <a:pt x="305268" y="32781"/>
                </a:cubicBezTo>
                <a:lnTo>
                  <a:pt x="305268" y="54569"/>
                </a:lnTo>
                <a:close/>
                <a:moveTo>
                  <a:pt x="369153" y="54210"/>
                </a:moveTo>
                <a:cubicBezTo>
                  <a:pt x="369153" y="54475"/>
                  <a:pt x="369074" y="54707"/>
                  <a:pt x="368915" y="54906"/>
                </a:cubicBezTo>
                <a:cubicBezTo>
                  <a:pt x="368756" y="55105"/>
                  <a:pt x="368492" y="55270"/>
                  <a:pt x="368121" y="55402"/>
                </a:cubicBezTo>
                <a:cubicBezTo>
                  <a:pt x="367751" y="55534"/>
                  <a:pt x="367242" y="55634"/>
                  <a:pt x="366593" y="55700"/>
                </a:cubicBezTo>
                <a:cubicBezTo>
                  <a:pt x="365945" y="55766"/>
                  <a:pt x="365145" y="55799"/>
                  <a:pt x="364192" y="55799"/>
                </a:cubicBezTo>
                <a:cubicBezTo>
                  <a:pt x="363213" y="55799"/>
                  <a:pt x="362400" y="55766"/>
                  <a:pt x="361752" y="55700"/>
                </a:cubicBezTo>
                <a:cubicBezTo>
                  <a:pt x="361103" y="55634"/>
                  <a:pt x="360594" y="55534"/>
                  <a:pt x="360224" y="55402"/>
                </a:cubicBezTo>
                <a:cubicBezTo>
                  <a:pt x="359853" y="55270"/>
                  <a:pt x="359589" y="55105"/>
                  <a:pt x="359430" y="54906"/>
                </a:cubicBezTo>
                <a:cubicBezTo>
                  <a:pt x="359271" y="54708"/>
                  <a:pt x="359192" y="54476"/>
                  <a:pt x="359192" y="54212"/>
                </a:cubicBezTo>
                <a:lnTo>
                  <a:pt x="359192" y="34011"/>
                </a:lnTo>
                <a:cubicBezTo>
                  <a:pt x="359192" y="32291"/>
                  <a:pt x="359066" y="30942"/>
                  <a:pt x="358815" y="29963"/>
                </a:cubicBezTo>
                <a:cubicBezTo>
                  <a:pt x="358563" y="28984"/>
                  <a:pt x="358200" y="28144"/>
                  <a:pt x="357723" y="27443"/>
                </a:cubicBezTo>
                <a:cubicBezTo>
                  <a:pt x="357247" y="26742"/>
                  <a:pt x="356632" y="26200"/>
                  <a:pt x="355878" y="25816"/>
                </a:cubicBezTo>
                <a:cubicBezTo>
                  <a:pt x="355124" y="25432"/>
                  <a:pt x="354244" y="25241"/>
                  <a:pt x="353239" y="25241"/>
                </a:cubicBezTo>
                <a:cubicBezTo>
                  <a:pt x="351969" y="25241"/>
                  <a:pt x="350686" y="25704"/>
                  <a:pt x="349389" y="26630"/>
                </a:cubicBezTo>
                <a:cubicBezTo>
                  <a:pt x="348093" y="27556"/>
                  <a:pt x="346744" y="28905"/>
                  <a:pt x="345341" y="30678"/>
                </a:cubicBezTo>
                <a:lnTo>
                  <a:pt x="345341" y="54212"/>
                </a:lnTo>
                <a:cubicBezTo>
                  <a:pt x="345341" y="54476"/>
                  <a:pt x="345262" y="54708"/>
                  <a:pt x="345103" y="54906"/>
                </a:cubicBezTo>
                <a:cubicBezTo>
                  <a:pt x="344944" y="55105"/>
                  <a:pt x="344673" y="55270"/>
                  <a:pt x="344290" y="55402"/>
                </a:cubicBezTo>
                <a:cubicBezTo>
                  <a:pt x="343906" y="55534"/>
                  <a:pt x="343397" y="55634"/>
                  <a:pt x="342762" y="55700"/>
                </a:cubicBezTo>
                <a:cubicBezTo>
                  <a:pt x="342127" y="55766"/>
                  <a:pt x="341320" y="55799"/>
                  <a:pt x="340341" y="55799"/>
                </a:cubicBezTo>
                <a:cubicBezTo>
                  <a:pt x="339362" y="55799"/>
                  <a:pt x="338555" y="55766"/>
                  <a:pt x="337920" y="55700"/>
                </a:cubicBezTo>
                <a:cubicBezTo>
                  <a:pt x="337285" y="55634"/>
                  <a:pt x="336776" y="55534"/>
                  <a:pt x="336392" y="55402"/>
                </a:cubicBezTo>
                <a:cubicBezTo>
                  <a:pt x="336008" y="55270"/>
                  <a:pt x="335737" y="55105"/>
                  <a:pt x="335578" y="54906"/>
                </a:cubicBezTo>
                <a:cubicBezTo>
                  <a:pt x="335420" y="54708"/>
                  <a:pt x="335340" y="54476"/>
                  <a:pt x="335340" y="54212"/>
                </a:cubicBezTo>
                <a:lnTo>
                  <a:pt x="335340" y="2024"/>
                </a:lnTo>
                <a:cubicBezTo>
                  <a:pt x="335340" y="1759"/>
                  <a:pt x="335420" y="1521"/>
                  <a:pt x="335578" y="1310"/>
                </a:cubicBezTo>
                <a:cubicBezTo>
                  <a:pt x="335737" y="1098"/>
                  <a:pt x="336008" y="919"/>
                  <a:pt x="336392" y="774"/>
                </a:cubicBezTo>
                <a:cubicBezTo>
                  <a:pt x="336776" y="628"/>
                  <a:pt x="337285" y="516"/>
                  <a:pt x="337920" y="437"/>
                </a:cubicBezTo>
                <a:cubicBezTo>
                  <a:pt x="338555" y="357"/>
                  <a:pt x="339362" y="317"/>
                  <a:pt x="340341" y="317"/>
                </a:cubicBezTo>
                <a:cubicBezTo>
                  <a:pt x="341320" y="317"/>
                  <a:pt x="342127" y="357"/>
                  <a:pt x="342762" y="437"/>
                </a:cubicBezTo>
                <a:cubicBezTo>
                  <a:pt x="343397" y="516"/>
                  <a:pt x="343906" y="628"/>
                  <a:pt x="344290" y="774"/>
                </a:cubicBezTo>
                <a:cubicBezTo>
                  <a:pt x="344673" y="919"/>
                  <a:pt x="344944" y="1097"/>
                  <a:pt x="345103" y="1308"/>
                </a:cubicBezTo>
                <a:cubicBezTo>
                  <a:pt x="345262" y="1519"/>
                  <a:pt x="345341" y="1757"/>
                  <a:pt x="345341" y="2022"/>
                </a:cubicBezTo>
                <a:lnTo>
                  <a:pt x="345341" y="21555"/>
                </a:lnTo>
                <a:cubicBezTo>
                  <a:pt x="347061" y="19860"/>
                  <a:pt x="348814" y="18595"/>
                  <a:pt x="350600" y="17761"/>
                </a:cubicBezTo>
                <a:cubicBezTo>
                  <a:pt x="352386" y="16927"/>
                  <a:pt x="354244" y="16510"/>
                  <a:pt x="356176" y="16510"/>
                </a:cubicBezTo>
                <a:cubicBezTo>
                  <a:pt x="358583" y="16510"/>
                  <a:pt x="360614" y="16907"/>
                  <a:pt x="362268" y="17701"/>
                </a:cubicBezTo>
                <a:cubicBezTo>
                  <a:pt x="363921" y="18496"/>
                  <a:pt x="365257" y="19582"/>
                  <a:pt x="366276" y="20959"/>
                </a:cubicBezTo>
                <a:cubicBezTo>
                  <a:pt x="367294" y="22336"/>
                  <a:pt x="368029" y="23945"/>
                  <a:pt x="368478" y="25786"/>
                </a:cubicBezTo>
                <a:cubicBezTo>
                  <a:pt x="368928" y="27627"/>
                  <a:pt x="369153" y="29858"/>
                  <a:pt x="369153" y="32480"/>
                </a:cubicBezTo>
                <a:lnTo>
                  <a:pt x="369153" y="54210"/>
                </a:lnTo>
                <a:close/>
                <a:moveTo>
                  <a:pt x="414906" y="36153"/>
                </a:moveTo>
                <a:cubicBezTo>
                  <a:pt x="414906" y="39176"/>
                  <a:pt x="414509" y="41933"/>
                  <a:pt x="413715" y="44425"/>
                </a:cubicBezTo>
                <a:cubicBezTo>
                  <a:pt x="412921" y="46917"/>
                  <a:pt x="411717" y="49064"/>
                  <a:pt x="410103" y="50867"/>
                </a:cubicBezTo>
                <a:cubicBezTo>
                  <a:pt x="408490" y="52669"/>
                  <a:pt x="406466" y="54061"/>
                  <a:pt x="404031" y="55043"/>
                </a:cubicBezTo>
                <a:cubicBezTo>
                  <a:pt x="401597" y="56023"/>
                  <a:pt x="398753" y="56513"/>
                  <a:pt x="395499" y="56513"/>
                </a:cubicBezTo>
                <a:cubicBezTo>
                  <a:pt x="392350" y="56513"/>
                  <a:pt x="389612" y="56076"/>
                  <a:pt x="387284" y="55201"/>
                </a:cubicBezTo>
                <a:cubicBezTo>
                  <a:pt x="384956" y="54327"/>
                  <a:pt x="383024" y="53054"/>
                  <a:pt x="381490" y="51384"/>
                </a:cubicBezTo>
                <a:cubicBezTo>
                  <a:pt x="379955" y="49714"/>
                  <a:pt x="378817" y="47659"/>
                  <a:pt x="378077" y="45220"/>
                </a:cubicBezTo>
                <a:cubicBezTo>
                  <a:pt x="377336" y="42781"/>
                  <a:pt x="376965" y="39998"/>
                  <a:pt x="376965" y="36870"/>
                </a:cubicBezTo>
                <a:cubicBezTo>
                  <a:pt x="376965" y="33847"/>
                  <a:pt x="377369" y="31083"/>
                  <a:pt x="378176" y="28578"/>
                </a:cubicBezTo>
                <a:cubicBezTo>
                  <a:pt x="378983" y="26073"/>
                  <a:pt x="380193" y="23926"/>
                  <a:pt x="381807" y="22136"/>
                </a:cubicBezTo>
                <a:cubicBezTo>
                  <a:pt x="383421" y="20347"/>
                  <a:pt x="385438" y="18962"/>
                  <a:pt x="387859" y="17982"/>
                </a:cubicBezTo>
                <a:cubicBezTo>
                  <a:pt x="390280" y="17000"/>
                  <a:pt x="393118" y="16510"/>
                  <a:pt x="396372" y="16510"/>
                </a:cubicBezTo>
                <a:cubicBezTo>
                  <a:pt x="399547" y="16510"/>
                  <a:pt x="402298" y="16940"/>
                  <a:pt x="404627" y="17802"/>
                </a:cubicBezTo>
                <a:cubicBezTo>
                  <a:pt x="406955" y="18663"/>
                  <a:pt x="408880" y="19929"/>
                  <a:pt x="410401" y="21599"/>
                </a:cubicBezTo>
                <a:cubicBezTo>
                  <a:pt x="411922" y="23269"/>
                  <a:pt x="413053" y="25324"/>
                  <a:pt x="413794" y="27763"/>
                </a:cubicBezTo>
                <a:cubicBezTo>
                  <a:pt x="414535" y="30202"/>
                  <a:pt x="414906" y="32999"/>
                  <a:pt x="414906" y="36153"/>
                </a:cubicBezTo>
                <a:moveTo>
                  <a:pt x="404627" y="36551"/>
                </a:moveTo>
                <a:cubicBezTo>
                  <a:pt x="404627" y="34805"/>
                  <a:pt x="404488" y="33198"/>
                  <a:pt x="404210" y="31729"/>
                </a:cubicBezTo>
                <a:cubicBezTo>
                  <a:pt x="403932" y="30261"/>
                  <a:pt x="403463" y="28984"/>
                  <a:pt x="402801" y="27900"/>
                </a:cubicBezTo>
                <a:cubicBezTo>
                  <a:pt x="402140" y="26815"/>
                  <a:pt x="401260" y="25968"/>
                  <a:pt x="400162" y="25360"/>
                </a:cubicBezTo>
                <a:cubicBezTo>
                  <a:pt x="399064" y="24751"/>
                  <a:pt x="397682" y="24447"/>
                  <a:pt x="396015" y="24447"/>
                </a:cubicBezTo>
                <a:cubicBezTo>
                  <a:pt x="394533" y="24447"/>
                  <a:pt x="393237" y="24718"/>
                  <a:pt x="392126" y="25260"/>
                </a:cubicBezTo>
                <a:cubicBezTo>
                  <a:pt x="391014" y="25803"/>
                  <a:pt x="390102" y="26596"/>
                  <a:pt x="389387" y="27642"/>
                </a:cubicBezTo>
                <a:cubicBezTo>
                  <a:pt x="388673" y="28687"/>
                  <a:pt x="388137" y="29943"/>
                  <a:pt x="387780" y="31412"/>
                </a:cubicBezTo>
                <a:cubicBezTo>
                  <a:pt x="387423" y="32880"/>
                  <a:pt x="387244" y="34554"/>
                  <a:pt x="387244" y="36432"/>
                </a:cubicBezTo>
                <a:cubicBezTo>
                  <a:pt x="387244" y="38178"/>
                  <a:pt x="387390" y="39786"/>
                  <a:pt x="387681" y="41254"/>
                </a:cubicBezTo>
                <a:cubicBezTo>
                  <a:pt x="387972" y="42722"/>
                  <a:pt x="388441" y="43999"/>
                  <a:pt x="389090" y="45084"/>
                </a:cubicBezTo>
                <a:cubicBezTo>
                  <a:pt x="389738" y="46168"/>
                  <a:pt x="390617" y="47009"/>
                  <a:pt x="391729" y="47604"/>
                </a:cubicBezTo>
                <a:cubicBezTo>
                  <a:pt x="392840" y="48199"/>
                  <a:pt x="394216" y="48497"/>
                  <a:pt x="395856" y="48497"/>
                </a:cubicBezTo>
                <a:cubicBezTo>
                  <a:pt x="397364" y="48497"/>
                  <a:pt x="398674" y="48226"/>
                  <a:pt x="399785" y="47683"/>
                </a:cubicBezTo>
                <a:cubicBezTo>
                  <a:pt x="400896" y="47141"/>
                  <a:pt x="401809" y="46354"/>
                  <a:pt x="402523" y="45322"/>
                </a:cubicBezTo>
                <a:cubicBezTo>
                  <a:pt x="403238" y="44290"/>
                  <a:pt x="403767" y="43040"/>
                  <a:pt x="404111" y="41571"/>
                </a:cubicBezTo>
                <a:cubicBezTo>
                  <a:pt x="404455" y="40103"/>
                  <a:pt x="404627" y="38430"/>
                  <a:pt x="404627" y="36551"/>
                </a:cubicBezTo>
                <a:close/>
                <a:moveTo>
                  <a:pt x="477040" y="18732"/>
                </a:moveTo>
                <a:cubicBezTo>
                  <a:pt x="477040" y="19023"/>
                  <a:pt x="477001" y="19380"/>
                  <a:pt x="476921" y="19804"/>
                </a:cubicBezTo>
                <a:cubicBezTo>
                  <a:pt x="476842" y="20227"/>
                  <a:pt x="476696" y="20835"/>
                  <a:pt x="476485" y="21629"/>
                </a:cubicBezTo>
                <a:lnTo>
                  <a:pt x="467039" y="53656"/>
                </a:lnTo>
                <a:cubicBezTo>
                  <a:pt x="466907" y="54106"/>
                  <a:pt x="466735" y="54470"/>
                  <a:pt x="466523" y="54747"/>
                </a:cubicBezTo>
                <a:cubicBezTo>
                  <a:pt x="466312" y="55025"/>
                  <a:pt x="465988" y="55243"/>
                  <a:pt x="465551" y="55402"/>
                </a:cubicBezTo>
                <a:cubicBezTo>
                  <a:pt x="465115" y="55561"/>
                  <a:pt x="464493" y="55667"/>
                  <a:pt x="463686" y="55720"/>
                </a:cubicBezTo>
                <a:cubicBezTo>
                  <a:pt x="462879" y="55773"/>
                  <a:pt x="461827" y="55799"/>
                  <a:pt x="460531" y="55799"/>
                </a:cubicBezTo>
                <a:cubicBezTo>
                  <a:pt x="459234" y="55799"/>
                  <a:pt x="458176" y="55766"/>
                  <a:pt x="457356" y="55700"/>
                </a:cubicBezTo>
                <a:cubicBezTo>
                  <a:pt x="456536" y="55634"/>
                  <a:pt x="455894" y="55521"/>
                  <a:pt x="455431" y="55362"/>
                </a:cubicBezTo>
                <a:cubicBezTo>
                  <a:pt x="454968" y="55204"/>
                  <a:pt x="454631" y="54985"/>
                  <a:pt x="454419" y="54708"/>
                </a:cubicBezTo>
                <a:cubicBezTo>
                  <a:pt x="454207" y="54430"/>
                  <a:pt x="454049" y="54079"/>
                  <a:pt x="453943" y="53656"/>
                </a:cubicBezTo>
                <a:lnTo>
                  <a:pt x="447990" y="32146"/>
                </a:lnTo>
                <a:lnTo>
                  <a:pt x="447911" y="31789"/>
                </a:lnTo>
                <a:lnTo>
                  <a:pt x="447831" y="32146"/>
                </a:lnTo>
                <a:lnTo>
                  <a:pt x="442354" y="53656"/>
                </a:lnTo>
                <a:cubicBezTo>
                  <a:pt x="442249" y="54106"/>
                  <a:pt x="442097" y="54470"/>
                  <a:pt x="441898" y="54747"/>
                </a:cubicBezTo>
                <a:cubicBezTo>
                  <a:pt x="441700" y="55025"/>
                  <a:pt x="441362" y="55243"/>
                  <a:pt x="440886" y="55402"/>
                </a:cubicBezTo>
                <a:cubicBezTo>
                  <a:pt x="440410" y="55561"/>
                  <a:pt x="439762" y="55667"/>
                  <a:pt x="438941" y="55720"/>
                </a:cubicBezTo>
                <a:cubicBezTo>
                  <a:pt x="438121" y="55773"/>
                  <a:pt x="437063" y="55799"/>
                  <a:pt x="435767" y="55799"/>
                </a:cubicBezTo>
                <a:cubicBezTo>
                  <a:pt x="434444" y="55799"/>
                  <a:pt x="433379" y="55766"/>
                  <a:pt x="432572" y="55700"/>
                </a:cubicBezTo>
                <a:cubicBezTo>
                  <a:pt x="431765" y="55634"/>
                  <a:pt x="431130" y="55521"/>
                  <a:pt x="430667" y="55362"/>
                </a:cubicBezTo>
                <a:cubicBezTo>
                  <a:pt x="430204" y="55204"/>
                  <a:pt x="429866" y="54985"/>
                  <a:pt x="429655" y="54708"/>
                </a:cubicBezTo>
                <a:cubicBezTo>
                  <a:pt x="429443" y="54430"/>
                  <a:pt x="429284" y="54079"/>
                  <a:pt x="429179" y="53656"/>
                </a:cubicBezTo>
                <a:lnTo>
                  <a:pt x="419813" y="21629"/>
                </a:lnTo>
                <a:cubicBezTo>
                  <a:pt x="419574" y="20862"/>
                  <a:pt x="419422" y="20260"/>
                  <a:pt x="419356" y="19823"/>
                </a:cubicBezTo>
                <a:cubicBezTo>
                  <a:pt x="419290" y="19387"/>
                  <a:pt x="419257" y="19023"/>
                  <a:pt x="419257" y="18732"/>
                </a:cubicBezTo>
                <a:cubicBezTo>
                  <a:pt x="419257" y="18467"/>
                  <a:pt x="419330" y="18236"/>
                  <a:pt x="419475" y="18037"/>
                </a:cubicBezTo>
                <a:cubicBezTo>
                  <a:pt x="419621" y="17839"/>
                  <a:pt x="419885" y="17680"/>
                  <a:pt x="420269" y="17561"/>
                </a:cubicBezTo>
                <a:cubicBezTo>
                  <a:pt x="420653" y="17442"/>
                  <a:pt x="421169" y="17356"/>
                  <a:pt x="421817" y="17303"/>
                </a:cubicBezTo>
                <a:cubicBezTo>
                  <a:pt x="422465" y="17250"/>
                  <a:pt x="423279" y="17224"/>
                  <a:pt x="424257" y="17224"/>
                </a:cubicBezTo>
                <a:cubicBezTo>
                  <a:pt x="425316" y="17224"/>
                  <a:pt x="426176" y="17250"/>
                  <a:pt x="426837" y="17303"/>
                </a:cubicBezTo>
                <a:cubicBezTo>
                  <a:pt x="427499" y="17356"/>
                  <a:pt x="428014" y="17449"/>
                  <a:pt x="428385" y="17581"/>
                </a:cubicBezTo>
                <a:cubicBezTo>
                  <a:pt x="428755" y="17713"/>
                  <a:pt x="429013" y="17892"/>
                  <a:pt x="429159" y="18117"/>
                </a:cubicBezTo>
                <a:cubicBezTo>
                  <a:pt x="429304" y="18342"/>
                  <a:pt x="429417" y="18613"/>
                  <a:pt x="429496" y="18930"/>
                </a:cubicBezTo>
                <a:lnTo>
                  <a:pt x="436521" y="44925"/>
                </a:lnTo>
                <a:lnTo>
                  <a:pt x="436600" y="45401"/>
                </a:lnTo>
                <a:lnTo>
                  <a:pt x="436679" y="44925"/>
                </a:lnTo>
                <a:lnTo>
                  <a:pt x="443267" y="18930"/>
                </a:lnTo>
                <a:cubicBezTo>
                  <a:pt x="443347" y="18613"/>
                  <a:pt x="443472" y="18342"/>
                  <a:pt x="443644" y="18117"/>
                </a:cubicBezTo>
                <a:cubicBezTo>
                  <a:pt x="443816" y="17892"/>
                  <a:pt x="444074" y="17713"/>
                  <a:pt x="444418" y="17581"/>
                </a:cubicBezTo>
                <a:cubicBezTo>
                  <a:pt x="444762" y="17449"/>
                  <a:pt x="445245" y="17356"/>
                  <a:pt x="445867" y="17303"/>
                </a:cubicBezTo>
                <a:cubicBezTo>
                  <a:pt x="446488" y="17250"/>
                  <a:pt x="447289" y="17224"/>
                  <a:pt x="448268" y="17224"/>
                </a:cubicBezTo>
                <a:cubicBezTo>
                  <a:pt x="449247" y="17224"/>
                  <a:pt x="450040" y="17257"/>
                  <a:pt x="450649" y="17323"/>
                </a:cubicBezTo>
                <a:cubicBezTo>
                  <a:pt x="451257" y="17389"/>
                  <a:pt x="451740" y="17482"/>
                  <a:pt x="452097" y="17601"/>
                </a:cubicBezTo>
                <a:cubicBezTo>
                  <a:pt x="452455" y="17720"/>
                  <a:pt x="452706" y="17879"/>
                  <a:pt x="452852" y="18077"/>
                </a:cubicBezTo>
                <a:cubicBezTo>
                  <a:pt x="452997" y="18276"/>
                  <a:pt x="453109" y="18507"/>
                  <a:pt x="453189" y="18772"/>
                </a:cubicBezTo>
                <a:lnTo>
                  <a:pt x="460253" y="44965"/>
                </a:lnTo>
                <a:lnTo>
                  <a:pt x="460372" y="45401"/>
                </a:lnTo>
                <a:lnTo>
                  <a:pt x="460451" y="44925"/>
                </a:lnTo>
                <a:lnTo>
                  <a:pt x="467198" y="18930"/>
                </a:lnTo>
                <a:cubicBezTo>
                  <a:pt x="467251" y="18613"/>
                  <a:pt x="467357" y="18342"/>
                  <a:pt x="467516" y="18117"/>
                </a:cubicBezTo>
                <a:cubicBezTo>
                  <a:pt x="467674" y="17892"/>
                  <a:pt x="467939" y="17713"/>
                  <a:pt x="468309" y="17581"/>
                </a:cubicBezTo>
                <a:cubicBezTo>
                  <a:pt x="468680" y="17449"/>
                  <a:pt x="469182" y="17356"/>
                  <a:pt x="469817" y="17303"/>
                </a:cubicBezTo>
                <a:cubicBezTo>
                  <a:pt x="470452" y="17250"/>
                  <a:pt x="471259" y="17224"/>
                  <a:pt x="472238" y="17224"/>
                </a:cubicBezTo>
                <a:cubicBezTo>
                  <a:pt x="473217" y="17224"/>
                  <a:pt x="474018" y="17250"/>
                  <a:pt x="474639" y="17303"/>
                </a:cubicBezTo>
                <a:cubicBezTo>
                  <a:pt x="475261" y="17356"/>
                  <a:pt x="475751" y="17442"/>
                  <a:pt x="476108" y="17561"/>
                </a:cubicBezTo>
                <a:cubicBezTo>
                  <a:pt x="476465" y="17680"/>
                  <a:pt x="476710" y="17839"/>
                  <a:pt x="476842" y="18037"/>
                </a:cubicBezTo>
                <a:cubicBezTo>
                  <a:pt x="476974" y="18236"/>
                  <a:pt x="477040" y="18467"/>
                  <a:pt x="477040" y="18732"/>
                </a:cubicBezTo>
                <a:close/>
                <a:moveTo>
                  <a:pt x="520923" y="50692"/>
                </a:moveTo>
                <a:cubicBezTo>
                  <a:pt x="520923" y="51862"/>
                  <a:pt x="520850" y="52759"/>
                  <a:pt x="520705" y="53384"/>
                </a:cubicBezTo>
                <a:cubicBezTo>
                  <a:pt x="520559" y="54009"/>
                  <a:pt x="520367" y="54447"/>
                  <a:pt x="520129" y="54700"/>
                </a:cubicBezTo>
                <a:cubicBezTo>
                  <a:pt x="519891" y="54952"/>
                  <a:pt x="519540" y="55178"/>
                  <a:pt x="519077" y="55377"/>
                </a:cubicBezTo>
                <a:cubicBezTo>
                  <a:pt x="518614" y="55577"/>
                  <a:pt x="518072" y="55749"/>
                  <a:pt x="517450" y="55896"/>
                </a:cubicBezTo>
                <a:cubicBezTo>
                  <a:pt x="516828" y="56042"/>
                  <a:pt x="516154" y="56155"/>
                  <a:pt x="515426" y="56234"/>
                </a:cubicBezTo>
                <a:cubicBezTo>
                  <a:pt x="514699" y="56315"/>
                  <a:pt x="513964" y="56355"/>
                  <a:pt x="513224" y="56355"/>
                </a:cubicBezTo>
                <a:cubicBezTo>
                  <a:pt x="511239" y="56355"/>
                  <a:pt x="509520" y="56103"/>
                  <a:pt x="508064" y="55601"/>
                </a:cubicBezTo>
                <a:cubicBezTo>
                  <a:pt x="506609" y="55098"/>
                  <a:pt x="505405" y="54324"/>
                  <a:pt x="504453" y="53279"/>
                </a:cubicBezTo>
                <a:cubicBezTo>
                  <a:pt x="503500" y="52234"/>
                  <a:pt x="502799" y="50918"/>
                  <a:pt x="502350" y="49330"/>
                </a:cubicBezTo>
                <a:cubicBezTo>
                  <a:pt x="501900" y="47743"/>
                  <a:pt x="501675" y="45864"/>
                  <a:pt x="501675" y="43695"/>
                </a:cubicBezTo>
                <a:lnTo>
                  <a:pt x="501675" y="25558"/>
                </a:lnTo>
                <a:lnTo>
                  <a:pt x="497428" y="25558"/>
                </a:lnTo>
                <a:cubicBezTo>
                  <a:pt x="496926" y="25558"/>
                  <a:pt x="496542" y="25247"/>
                  <a:pt x="496278" y="24625"/>
                </a:cubicBezTo>
                <a:cubicBezTo>
                  <a:pt x="496013" y="24004"/>
                  <a:pt x="495881" y="22965"/>
                  <a:pt x="495881" y="21510"/>
                </a:cubicBezTo>
                <a:cubicBezTo>
                  <a:pt x="495881" y="20743"/>
                  <a:pt x="495914" y="20095"/>
                  <a:pt x="495980" y="19565"/>
                </a:cubicBezTo>
                <a:cubicBezTo>
                  <a:pt x="496046" y="19036"/>
                  <a:pt x="496145" y="18620"/>
                  <a:pt x="496278" y="18315"/>
                </a:cubicBezTo>
                <a:cubicBezTo>
                  <a:pt x="496410" y="18011"/>
                  <a:pt x="496575" y="17793"/>
                  <a:pt x="496774" y="17660"/>
                </a:cubicBezTo>
                <a:cubicBezTo>
                  <a:pt x="496972" y="17528"/>
                  <a:pt x="497204" y="17462"/>
                  <a:pt x="497468" y="17462"/>
                </a:cubicBezTo>
                <a:lnTo>
                  <a:pt x="501675" y="17462"/>
                </a:lnTo>
                <a:lnTo>
                  <a:pt x="501675" y="9532"/>
                </a:lnTo>
                <a:cubicBezTo>
                  <a:pt x="501675" y="9266"/>
                  <a:pt x="501748" y="9027"/>
                  <a:pt x="501893" y="8814"/>
                </a:cubicBezTo>
                <a:cubicBezTo>
                  <a:pt x="502039" y="8602"/>
                  <a:pt x="502303" y="8423"/>
                  <a:pt x="502687" y="8277"/>
                </a:cubicBezTo>
                <a:cubicBezTo>
                  <a:pt x="503071" y="8131"/>
                  <a:pt x="503586" y="8025"/>
                  <a:pt x="504235" y="7958"/>
                </a:cubicBezTo>
                <a:cubicBezTo>
                  <a:pt x="504883" y="7891"/>
                  <a:pt x="505683" y="7858"/>
                  <a:pt x="506636" y="7858"/>
                </a:cubicBezTo>
                <a:cubicBezTo>
                  <a:pt x="507615" y="7858"/>
                  <a:pt x="508428" y="7891"/>
                  <a:pt x="509076" y="7958"/>
                </a:cubicBezTo>
                <a:cubicBezTo>
                  <a:pt x="509725" y="8025"/>
                  <a:pt x="510234" y="8131"/>
                  <a:pt x="510604" y="8277"/>
                </a:cubicBezTo>
                <a:cubicBezTo>
                  <a:pt x="510975" y="8423"/>
                  <a:pt x="511239" y="8602"/>
                  <a:pt x="511398" y="8814"/>
                </a:cubicBezTo>
                <a:cubicBezTo>
                  <a:pt x="511557" y="9027"/>
                  <a:pt x="511636" y="9266"/>
                  <a:pt x="511636" y="9532"/>
                </a:cubicBezTo>
                <a:lnTo>
                  <a:pt x="511636" y="17462"/>
                </a:lnTo>
                <a:lnTo>
                  <a:pt x="519335" y="17462"/>
                </a:lnTo>
                <a:cubicBezTo>
                  <a:pt x="519600" y="17462"/>
                  <a:pt x="519831" y="17528"/>
                  <a:pt x="520030" y="17660"/>
                </a:cubicBezTo>
                <a:cubicBezTo>
                  <a:pt x="520228" y="17793"/>
                  <a:pt x="520394" y="18011"/>
                  <a:pt x="520526" y="18315"/>
                </a:cubicBezTo>
                <a:cubicBezTo>
                  <a:pt x="520658" y="18620"/>
                  <a:pt x="520757" y="19036"/>
                  <a:pt x="520824" y="19565"/>
                </a:cubicBezTo>
                <a:cubicBezTo>
                  <a:pt x="520890" y="20095"/>
                  <a:pt x="520923" y="20743"/>
                  <a:pt x="520923" y="21510"/>
                </a:cubicBezTo>
                <a:cubicBezTo>
                  <a:pt x="520923" y="22965"/>
                  <a:pt x="520790" y="24004"/>
                  <a:pt x="520526" y="24625"/>
                </a:cubicBezTo>
                <a:cubicBezTo>
                  <a:pt x="520261" y="25247"/>
                  <a:pt x="519878" y="25558"/>
                  <a:pt x="519375" y="25558"/>
                </a:cubicBezTo>
                <a:lnTo>
                  <a:pt x="511636" y="25558"/>
                </a:lnTo>
                <a:lnTo>
                  <a:pt x="511636" y="42157"/>
                </a:lnTo>
                <a:cubicBezTo>
                  <a:pt x="511636" y="44085"/>
                  <a:pt x="511940" y="45531"/>
                  <a:pt x="512549" y="46495"/>
                </a:cubicBezTo>
                <a:cubicBezTo>
                  <a:pt x="513157" y="47459"/>
                  <a:pt x="514242" y="47941"/>
                  <a:pt x="515803" y="47941"/>
                </a:cubicBezTo>
                <a:cubicBezTo>
                  <a:pt x="516332" y="47941"/>
                  <a:pt x="516809" y="47895"/>
                  <a:pt x="517232" y="47802"/>
                </a:cubicBezTo>
                <a:cubicBezTo>
                  <a:pt x="517655" y="47710"/>
                  <a:pt x="518032" y="47604"/>
                  <a:pt x="518363" y="47485"/>
                </a:cubicBezTo>
                <a:cubicBezTo>
                  <a:pt x="518694" y="47366"/>
                  <a:pt x="518972" y="47260"/>
                  <a:pt x="519196" y="47167"/>
                </a:cubicBezTo>
                <a:cubicBezTo>
                  <a:pt x="519421" y="47075"/>
                  <a:pt x="519626" y="47028"/>
                  <a:pt x="519812" y="47028"/>
                </a:cubicBezTo>
                <a:cubicBezTo>
                  <a:pt x="519970" y="47028"/>
                  <a:pt x="520122" y="47075"/>
                  <a:pt x="520268" y="47167"/>
                </a:cubicBezTo>
                <a:cubicBezTo>
                  <a:pt x="520413" y="47260"/>
                  <a:pt x="520526" y="47445"/>
                  <a:pt x="520605" y="47724"/>
                </a:cubicBezTo>
                <a:cubicBezTo>
                  <a:pt x="520685" y="48002"/>
                  <a:pt x="520757" y="48380"/>
                  <a:pt x="520824" y="48859"/>
                </a:cubicBezTo>
                <a:cubicBezTo>
                  <a:pt x="520890" y="49337"/>
                  <a:pt x="520923" y="49948"/>
                  <a:pt x="520923" y="50692"/>
                </a:cubicBezTo>
                <a:close/>
                <a:moveTo>
                  <a:pt x="562269" y="54210"/>
                </a:moveTo>
                <a:cubicBezTo>
                  <a:pt x="562269" y="54475"/>
                  <a:pt x="562190" y="54707"/>
                  <a:pt x="562031" y="54906"/>
                </a:cubicBezTo>
                <a:cubicBezTo>
                  <a:pt x="561872" y="55105"/>
                  <a:pt x="561608" y="55270"/>
                  <a:pt x="561237" y="55402"/>
                </a:cubicBezTo>
                <a:cubicBezTo>
                  <a:pt x="560867" y="55534"/>
                  <a:pt x="560357" y="55634"/>
                  <a:pt x="559709" y="55700"/>
                </a:cubicBezTo>
                <a:cubicBezTo>
                  <a:pt x="559061" y="55766"/>
                  <a:pt x="558261" y="55799"/>
                  <a:pt x="557308" y="55799"/>
                </a:cubicBezTo>
                <a:cubicBezTo>
                  <a:pt x="556329" y="55799"/>
                  <a:pt x="555516" y="55766"/>
                  <a:pt x="554868" y="55700"/>
                </a:cubicBezTo>
                <a:cubicBezTo>
                  <a:pt x="554219" y="55634"/>
                  <a:pt x="553710" y="55534"/>
                  <a:pt x="553340" y="55402"/>
                </a:cubicBezTo>
                <a:cubicBezTo>
                  <a:pt x="552969" y="55270"/>
                  <a:pt x="552705" y="55105"/>
                  <a:pt x="552546" y="54906"/>
                </a:cubicBezTo>
                <a:cubicBezTo>
                  <a:pt x="552387" y="54708"/>
                  <a:pt x="552308" y="54476"/>
                  <a:pt x="552308" y="54212"/>
                </a:cubicBezTo>
                <a:lnTo>
                  <a:pt x="552308" y="34011"/>
                </a:lnTo>
                <a:cubicBezTo>
                  <a:pt x="552308" y="32291"/>
                  <a:pt x="552182" y="30942"/>
                  <a:pt x="551931" y="29963"/>
                </a:cubicBezTo>
                <a:cubicBezTo>
                  <a:pt x="551679" y="28984"/>
                  <a:pt x="551316" y="28144"/>
                  <a:pt x="550839" y="27443"/>
                </a:cubicBezTo>
                <a:cubicBezTo>
                  <a:pt x="550363" y="26742"/>
                  <a:pt x="549748" y="26200"/>
                  <a:pt x="548994" y="25816"/>
                </a:cubicBezTo>
                <a:cubicBezTo>
                  <a:pt x="548240" y="25432"/>
                  <a:pt x="547360" y="25241"/>
                  <a:pt x="546355" y="25241"/>
                </a:cubicBezTo>
                <a:cubicBezTo>
                  <a:pt x="545085" y="25241"/>
                  <a:pt x="543802" y="25704"/>
                  <a:pt x="542505" y="26630"/>
                </a:cubicBezTo>
                <a:cubicBezTo>
                  <a:pt x="541209" y="27556"/>
                  <a:pt x="539859" y="28905"/>
                  <a:pt x="538457" y="30678"/>
                </a:cubicBezTo>
                <a:lnTo>
                  <a:pt x="538457" y="54212"/>
                </a:lnTo>
                <a:cubicBezTo>
                  <a:pt x="538457" y="54476"/>
                  <a:pt x="538378" y="54708"/>
                  <a:pt x="538219" y="54906"/>
                </a:cubicBezTo>
                <a:cubicBezTo>
                  <a:pt x="538060" y="55105"/>
                  <a:pt x="537789" y="55270"/>
                  <a:pt x="537406" y="55402"/>
                </a:cubicBezTo>
                <a:cubicBezTo>
                  <a:pt x="537022" y="55534"/>
                  <a:pt x="536513" y="55634"/>
                  <a:pt x="535878" y="55700"/>
                </a:cubicBezTo>
                <a:cubicBezTo>
                  <a:pt x="535243" y="55766"/>
                  <a:pt x="534436" y="55799"/>
                  <a:pt x="533457" y="55799"/>
                </a:cubicBezTo>
                <a:cubicBezTo>
                  <a:pt x="532478" y="55799"/>
                  <a:pt x="531671" y="55766"/>
                  <a:pt x="531036" y="55700"/>
                </a:cubicBezTo>
                <a:cubicBezTo>
                  <a:pt x="530401" y="55634"/>
                  <a:pt x="529892" y="55534"/>
                  <a:pt x="529508" y="55402"/>
                </a:cubicBezTo>
                <a:cubicBezTo>
                  <a:pt x="529124" y="55270"/>
                  <a:pt x="528853" y="55105"/>
                  <a:pt x="528694" y="54906"/>
                </a:cubicBezTo>
                <a:cubicBezTo>
                  <a:pt x="528536" y="54708"/>
                  <a:pt x="528456" y="54476"/>
                  <a:pt x="528456" y="54212"/>
                </a:cubicBezTo>
                <a:lnTo>
                  <a:pt x="528456" y="2024"/>
                </a:lnTo>
                <a:cubicBezTo>
                  <a:pt x="528456" y="1759"/>
                  <a:pt x="528536" y="1521"/>
                  <a:pt x="528694" y="1310"/>
                </a:cubicBezTo>
                <a:cubicBezTo>
                  <a:pt x="528853" y="1098"/>
                  <a:pt x="529124" y="919"/>
                  <a:pt x="529508" y="774"/>
                </a:cubicBezTo>
                <a:cubicBezTo>
                  <a:pt x="529892" y="628"/>
                  <a:pt x="530401" y="516"/>
                  <a:pt x="531036" y="437"/>
                </a:cubicBezTo>
                <a:cubicBezTo>
                  <a:pt x="531671" y="357"/>
                  <a:pt x="532478" y="317"/>
                  <a:pt x="533457" y="317"/>
                </a:cubicBezTo>
                <a:cubicBezTo>
                  <a:pt x="534436" y="317"/>
                  <a:pt x="535243" y="357"/>
                  <a:pt x="535878" y="437"/>
                </a:cubicBezTo>
                <a:cubicBezTo>
                  <a:pt x="536513" y="516"/>
                  <a:pt x="537022" y="628"/>
                  <a:pt x="537406" y="774"/>
                </a:cubicBezTo>
                <a:cubicBezTo>
                  <a:pt x="537789" y="919"/>
                  <a:pt x="538060" y="1097"/>
                  <a:pt x="538219" y="1308"/>
                </a:cubicBezTo>
                <a:cubicBezTo>
                  <a:pt x="538378" y="1519"/>
                  <a:pt x="538457" y="1757"/>
                  <a:pt x="538457" y="2022"/>
                </a:cubicBezTo>
                <a:lnTo>
                  <a:pt x="538457" y="21555"/>
                </a:lnTo>
                <a:cubicBezTo>
                  <a:pt x="540177" y="19860"/>
                  <a:pt x="541930" y="18595"/>
                  <a:pt x="543716" y="17761"/>
                </a:cubicBezTo>
                <a:cubicBezTo>
                  <a:pt x="545502" y="16927"/>
                  <a:pt x="547360" y="16510"/>
                  <a:pt x="549292" y="16510"/>
                </a:cubicBezTo>
                <a:cubicBezTo>
                  <a:pt x="551699" y="16510"/>
                  <a:pt x="553730" y="16907"/>
                  <a:pt x="555383" y="17701"/>
                </a:cubicBezTo>
                <a:cubicBezTo>
                  <a:pt x="557037" y="18496"/>
                  <a:pt x="558373" y="19582"/>
                  <a:pt x="559392" y="20959"/>
                </a:cubicBezTo>
                <a:cubicBezTo>
                  <a:pt x="560410" y="22336"/>
                  <a:pt x="561145" y="23945"/>
                  <a:pt x="561594" y="25786"/>
                </a:cubicBezTo>
                <a:cubicBezTo>
                  <a:pt x="562044" y="27627"/>
                  <a:pt x="562269" y="29858"/>
                  <a:pt x="562269" y="32480"/>
                </a:cubicBezTo>
                <a:lnTo>
                  <a:pt x="562269" y="54210"/>
                </a:lnTo>
                <a:close/>
                <a:moveTo>
                  <a:pt x="604918" y="35473"/>
                </a:moveTo>
                <a:cubicBezTo>
                  <a:pt x="604918" y="36693"/>
                  <a:pt x="604647" y="37594"/>
                  <a:pt x="604104" y="38177"/>
                </a:cubicBezTo>
                <a:cubicBezTo>
                  <a:pt x="603562" y="38760"/>
                  <a:pt x="602814" y="39051"/>
                  <a:pt x="601862" y="39051"/>
                </a:cubicBezTo>
                <a:lnTo>
                  <a:pt x="580312" y="39051"/>
                </a:lnTo>
                <a:cubicBezTo>
                  <a:pt x="580312" y="40565"/>
                  <a:pt x="580491" y="41940"/>
                  <a:pt x="580848" y="43175"/>
                </a:cubicBezTo>
                <a:cubicBezTo>
                  <a:pt x="581205" y="44410"/>
                  <a:pt x="581774" y="45460"/>
                  <a:pt x="582555" y="46324"/>
                </a:cubicBezTo>
                <a:cubicBezTo>
                  <a:pt x="583335" y="47187"/>
                  <a:pt x="584340" y="47844"/>
                  <a:pt x="585571" y="48296"/>
                </a:cubicBezTo>
                <a:cubicBezTo>
                  <a:pt x="586801" y="48747"/>
                  <a:pt x="588276" y="48973"/>
                  <a:pt x="589996" y="48973"/>
                </a:cubicBezTo>
                <a:cubicBezTo>
                  <a:pt x="591742" y="48973"/>
                  <a:pt x="593276" y="48845"/>
                  <a:pt x="594599" y="48590"/>
                </a:cubicBezTo>
                <a:cubicBezTo>
                  <a:pt x="595922" y="48334"/>
                  <a:pt x="597066" y="48052"/>
                  <a:pt x="598032" y="47743"/>
                </a:cubicBezTo>
                <a:cubicBezTo>
                  <a:pt x="598998" y="47433"/>
                  <a:pt x="599798" y="47151"/>
                  <a:pt x="600433" y="46896"/>
                </a:cubicBezTo>
                <a:cubicBezTo>
                  <a:pt x="601068" y="46640"/>
                  <a:pt x="601584" y="46512"/>
                  <a:pt x="601981" y="46512"/>
                </a:cubicBezTo>
                <a:cubicBezTo>
                  <a:pt x="602219" y="46512"/>
                  <a:pt x="602418" y="46559"/>
                  <a:pt x="602576" y="46653"/>
                </a:cubicBezTo>
                <a:cubicBezTo>
                  <a:pt x="602735" y="46745"/>
                  <a:pt x="602867" y="46911"/>
                  <a:pt x="602973" y="47151"/>
                </a:cubicBezTo>
                <a:cubicBezTo>
                  <a:pt x="603079" y="47390"/>
                  <a:pt x="603152" y="47729"/>
                  <a:pt x="603191" y="48168"/>
                </a:cubicBezTo>
                <a:cubicBezTo>
                  <a:pt x="603231" y="48607"/>
                  <a:pt x="603251" y="49159"/>
                  <a:pt x="603251" y="49824"/>
                </a:cubicBezTo>
                <a:cubicBezTo>
                  <a:pt x="603251" y="50409"/>
                  <a:pt x="603238" y="50908"/>
                  <a:pt x="603211" y="51321"/>
                </a:cubicBezTo>
                <a:cubicBezTo>
                  <a:pt x="603185" y="51732"/>
                  <a:pt x="603145" y="52085"/>
                  <a:pt x="603092" y="52377"/>
                </a:cubicBezTo>
                <a:cubicBezTo>
                  <a:pt x="603039" y="52670"/>
                  <a:pt x="602960" y="52916"/>
                  <a:pt x="602854" y="53116"/>
                </a:cubicBezTo>
                <a:cubicBezTo>
                  <a:pt x="602748" y="53316"/>
                  <a:pt x="602609" y="53508"/>
                  <a:pt x="602437" y="53694"/>
                </a:cubicBezTo>
                <a:cubicBezTo>
                  <a:pt x="602265" y="53880"/>
                  <a:pt x="601796" y="54132"/>
                  <a:pt x="601029" y="54450"/>
                </a:cubicBezTo>
                <a:cubicBezTo>
                  <a:pt x="600261" y="54767"/>
                  <a:pt x="599282" y="55078"/>
                  <a:pt x="598092" y="55382"/>
                </a:cubicBezTo>
                <a:cubicBezTo>
                  <a:pt x="596901" y="55687"/>
                  <a:pt x="595539" y="55951"/>
                  <a:pt x="594004" y="56176"/>
                </a:cubicBezTo>
                <a:cubicBezTo>
                  <a:pt x="592469" y="56401"/>
                  <a:pt x="590829" y="56513"/>
                  <a:pt x="589083" y="56513"/>
                </a:cubicBezTo>
                <a:cubicBezTo>
                  <a:pt x="585934" y="56513"/>
                  <a:pt x="583176" y="56116"/>
                  <a:pt x="580808" y="55320"/>
                </a:cubicBezTo>
                <a:cubicBezTo>
                  <a:pt x="578440" y="54525"/>
                  <a:pt x="576463" y="53319"/>
                  <a:pt x="574875" y="51701"/>
                </a:cubicBezTo>
                <a:cubicBezTo>
                  <a:pt x="573288" y="50084"/>
                  <a:pt x="572104" y="48043"/>
                  <a:pt x="571323" y="45579"/>
                </a:cubicBezTo>
                <a:cubicBezTo>
                  <a:pt x="570543" y="43113"/>
                  <a:pt x="570153" y="40223"/>
                  <a:pt x="570153" y="36910"/>
                </a:cubicBezTo>
                <a:cubicBezTo>
                  <a:pt x="570153" y="33755"/>
                  <a:pt x="570563" y="30911"/>
                  <a:pt x="571383" y="28379"/>
                </a:cubicBezTo>
                <a:cubicBezTo>
                  <a:pt x="572203" y="25848"/>
                  <a:pt x="573394" y="23701"/>
                  <a:pt x="574955" y="21938"/>
                </a:cubicBezTo>
                <a:cubicBezTo>
                  <a:pt x="576516" y="20174"/>
                  <a:pt x="578414" y="18829"/>
                  <a:pt x="580650" y="17901"/>
                </a:cubicBezTo>
                <a:cubicBezTo>
                  <a:pt x="582885" y="16973"/>
                  <a:pt x="585405" y="16510"/>
                  <a:pt x="588210" y="16510"/>
                </a:cubicBezTo>
                <a:cubicBezTo>
                  <a:pt x="591173" y="16510"/>
                  <a:pt x="593706" y="16947"/>
                  <a:pt x="595810" y="17822"/>
                </a:cubicBezTo>
                <a:cubicBezTo>
                  <a:pt x="597913" y="18696"/>
                  <a:pt x="599639" y="19909"/>
                  <a:pt x="600989" y="21459"/>
                </a:cubicBezTo>
                <a:cubicBezTo>
                  <a:pt x="602338" y="23009"/>
                  <a:pt x="603330" y="24845"/>
                  <a:pt x="603965" y="26966"/>
                </a:cubicBezTo>
                <a:cubicBezTo>
                  <a:pt x="604600" y="29086"/>
                  <a:pt x="604918" y="31392"/>
                  <a:pt x="604918" y="33883"/>
                </a:cubicBezTo>
                <a:lnTo>
                  <a:pt x="604918" y="35473"/>
                </a:lnTo>
                <a:moveTo>
                  <a:pt x="595234" y="32622"/>
                </a:moveTo>
                <a:cubicBezTo>
                  <a:pt x="595314" y="29805"/>
                  <a:pt x="594751" y="27593"/>
                  <a:pt x="593548" y="25986"/>
                </a:cubicBezTo>
                <a:cubicBezTo>
                  <a:pt x="592344" y="24378"/>
                  <a:pt x="590485" y="23574"/>
                  <a:pt x="587972" y="23574"/>
                </a:cubicBezTo>
                <a:cubicBezTo>
                  <a:pt x="586702" y="23574"/>
                  <a:pt x="585597" y="23813"/>
                  <a:pt x="584658" y="24292"/>
                </a:cubicBezTo>
                <a:cubicBezTo>
                  <a:pt x="583719" y="24770"/>
                  <a:pt x="582938" y="25414"/>
                  <a:pt x="582316" y="26225"/>
                </a:cubicBezTo>
                <a:cubicBezTo>
                  <a:pt x="581695" y="27036"/>
                  <a:pt x="581218" y="27992"/>
                  <a:pt x="580888" y="29095"/>
                </a:cubicBezTo>
                <a:cubicBezTo>
                  <a:pt x="580557" y="30197"/>
                  <a:pt x="580365" y="31373"/>
                  <a:pt x="580312" y="32622"/>
                </a:cubicBezTo>
                <a:lnTo>
                  <a:pt x="595234" y="32622"/>
                </a:lnTo>
                <a:close/>
                <a:moveTo>
                  <a:pt x="665505" y="36034"/>
                </a:moveTo>
                <a:cubicBezTo>
                  <a:pt x="665505" y="39189"/>
                  <a:pt x="665161" y="42026"/>
                  <a:pt x="664473" y="44544"/>
                </a:cubicBezTo>
                <a:cubicBezTo>
                  <a:pt x="663785" y="47063"/>
                  <a:pt x="662793" y="49210"/>
                  <a:pt x="661497" y="50986"/>
                </a:cubicBezTo>
                <a:cubicBezTo>
                  <a:pt x="660200" y="52762"/>
                  <a:pt x="658606" y="54127"/>
                  <a:pt x="656714" y="55082"/>
                </a:cubicBezTo>
                <a:cubicBezTo>
                  <a:pt x="654823" y="56036"/>
                  <a:pt x="652673" y="56513"/>
                  <a:pt x="650265" y="56513"/>
                </a:cubicBezTo>
                <a:cubicBezTo>
                  <a:pt x="649075" y="56513"/>
                  <a:pt x="647964" y="56401"/>
                  <a:pt x="646932" y="56175"/>
                </a:cubicBezTo>
                <a:cubicBezTo>
                  <a:pt x="645900" y="55950"/>
                  <a:pt x="644914" y="55586"/>
                  <a:pt x="643975" y="55082"/>
                </a:cubicBezTo>
                <a:cubicBezTo>
                  <a:pt x="643036" y="54578"/>
                  <a:pt x="642110" y="53942"/>
                  <a:pt x="641197" y="53174"/>
                </a:cubicBezTo>
                <a:cubicBezTo>
                  <a:pt x="640284" y="52405"/>
                  <a:pt x="639352" y="51477"/>
                  <a:pt x="638399" y="50389"/>
                </a:cubicBezTo>
                <a:lnTo>
                  <a:pt x="638399" y="54219"/>
                </a:lnTo>
                <a:cubicBezTo>
                  <a:pt x="638399" y="54509"/>
                  <a:pt x="638326" y="54753"/>
                  <a:pt x="638181" y="54951"/>
                </a:cubicBezTo>
                <a:cubicBezTo>
                  <a:pt x="638035" y="55148"/>
                  <a:pt x="637797" y="55312"/>
                  <a:pt x="637466" y="55444"/>
                </a:cubicBezTo>
                <a:cubicBezTo>
                  <a:pt x="637136" y="55576"/>
                  <a:pt x="636693" y="55668"/>
                  <a:pt x="636137" y="55720"/>
                </a:cubicBezTo>
                <a:cubicBezTo>
                  <a:pt x="635581" y="55773"/>
                  <a:pt x="634907" y="55799"/>
                  <a:pt x="634113" y="55799"/>
                </a:cubicBezTo>
                <a:cubicBezTo>
                  <a:pt x="633293" y="55799"/>
                  <a:pt x="632612" y="55773"/>
                  <a:pt x="632069" y="55720"/>
                </a:cubicBezTo>
                <a:cubicBezTo>
                  <a:pt x="631527" y="55667"/>
                  <a:pt x="631090" y="55574"/>
                  <a:pt x="630759" y="55442"/>
                </a:cubicBezTo>
                <a:cubicBezTo>
                  <a:pt x="630429" y="55310"/>
                  <a:pt x="630197" y="55144"/>
                  <a:pt x="630065" y="54946"/>
                </a:cubicBezTo>
                <a:cubicBezTo>
                  <a:pt x="629933" y="54747"/>
                  <a:pt x="629867" y="54503"/>
                  <a:pt x="629867" y="54212"/>
                </a:cubicBezTo>
                <a:lnTo>
                  <a:pt x="629867" y="2024"/>
                </a:lnTo>
                <a:cubicBezTo>
                  <a:pt x="629867" y="1759"/>
                  <a:pt x="629946" y="1521"/>
                  <a:pt x="630105" y="1310"/>
                </a:cubicBezTo>
                <a:cubicBezTo>
                  <a:pt x="630263" y="1098"/>
                  <a:pt x="630535" y="919"/>
                  <a:pt x="630918" y="774"/>
                </a:cubicBezTo>
                <a:cubicBezTo>
                  <a:pt x="631302" y="628"/>
                  <a:pt x="631811" y="516"/>
                  <a:pt x="632446" y="437"/>
                </a:cubicBezTo>
                <a:cubicBezTo>
                  <a:pt x="633081" y="357"/>
                  <a:pt x="633888" y="317"/>
                  <a:pt x="634867" y="317"/>
                </a:cubicBezTo>
                <a:cubicBezTo>
                  <a:pt x="635846" y="317"/>
                  <a:pt x="636653" y="357"/>
                  <a:pt x="637288" y="437"/>
                </a:cubicBezTo>
                <a:cubicBezTo>
                  <a:pt x="637923" y="516"/>
                  <a:pt x="638432" y="628"/>
                  <a:pt x="638816" y="774"/>
                </a:cubicBezTo>
                <a:cubicBezTo>
                  <a:pt x="639199" y="919"/>
                  <a:pt x="639471" y="1097"/>
                  <a:pt x="639629" y="1308"/>
                </a:cubicBezTo>
                <a:cubicBezTo>
                  <a:pt x="639788" y="1520"/>
                  <a:pt x="639867" y="1758"/>
                  <a:pt x="639867" y="2022"/>
                </a:cubicBezTo>
                <a:lnTo>
                  <a:pt x="639867" y="21560"/>
                </a:lnTo>
                <a:cubicBezTo>
                  <a:pt x="640767" y="20658"/>
                  <a:pt x="641667" y="19890"/>
                  <a:pt x="642566" y="19254"/>
                </a:cubicBezTo>
                <a:cubicBezTo>
                  <a:pt x="643466" y="18617"/>
                  <a:pt x="644365" y="18094"/>
                  <a:pt x="645265" y="17683"/>
                </a:cubicBezTo>
                <a:cubicBezTo>
                  <a:pt x="646164" y="17272"/>
                  <a:pt x="647090" y="16974"/>
                  <a:pt x="648043" y="16789"/>
                </a:cubicBezTo>
                <a:cubicBezTo>
                  <a:pt x="648995" y="16603"/>
                  <a:pt x="650001" y="16510"/>
                  <a:pt x="651059" y="16510"/>
                </a:cubicBezTo>
                <a:cubicBezTo>
                  <a:pt x="653678" y="16510"/>
                  <a:pt x="655901" y="17033"/>
                  <a:pt x="657726" y="18081"/>
                </a:cubicBezTo>
                <a:cubicBezTo>
                  <a:pt x="659552" y="19128"/>
                  <a:pt x="661040" y="20539"/>
                  <a:pt x="662191" y="22316"/>
                </a:cubicBezTo>
                <a:cubicBezTo>
                  <a:pt x="663342" y="24092"/>
                  <a:pt x="664182" y="26167"/>
                  <a:pt x="664711" y="28539"/>
                </a:cubicBezTo>
                <a:cubicBezTo>
                  <a:pt x="665240" y="30912"/>
                  <a:pt x="665505" y="33410"/>
                  <a:pt x="665505" y="36034"/>
                </a:cubicBezTo>
                <a:moveTo>
                  <a:pt x="655147" y="36769"/>
                </a:moveTo>
                <a:cubicBezTo>
                  <a:pt x="655147" y="35259"/>
                  <a:pt x="655034" y="33801"/>
                  <a:pt x="654809" y="32396"/>
                </a:cubicBezTo>
                <a:cubicBezTo>
                  <a:pt x="654585" y="30992"/>
                  <a:pt x="654194" y="29746"/>
                  <a:pt x="653639" y="28660"/>
                </a:cubicBezTo>
                <a:cubicBezTo>
                  <a:pt x="653083" y="27573"/>
                  <a:pt x="652362" y="26706"/>
                  <a:pt x="651476" y="26057"/>
                </a:cubicBezTo>
                <a:cubicBezTo>
                  <a:pt x="650589" y="25407"/>
                  <a:pt x="649472" y="25082"/>
                  <a:pt x="648122" y="25082"/>
                </a:cubicBezTo>
                <a:cubicBezTo>
                  <a:pt x="647461" y="25082"/>
                  <a:pt x="646813" y="25174"/>
                  <a:pt x="646178" y="25360"/>
                </a:cubicBezTo>
                <a:cubicBezTo>
                  <a:pt x="645543" y="25544"/>
                  <a:pt x="644888" y="25861"/>
                  <a:pt x="644213" y="26310"/>
                </a:cubicBezTo>
                <a:cubicBezTo>
                  <a:pt x="643538" y="26759"/>
                  <a:pt x="642844" y="27340"/>
                  <a:pt x="642130" y="28053"/>
                </a:cubicBezTo>
                <a:cubicBezTo>
                  <a:pt x="641415" y="28766"/>
                  <a:pt x="640661" y="29650"/>
                  <a:pt x="639867" y="30706"/>
                </a:cubicBezTo>
                <a:lnTo>
                  <a:pt x="639867" y="42477"/>
                </a:lnTo>
                <a:cubicBezTo>
                  <a:pt x="641270" y="44285"/>
                  <a:pt x="642612" y="45661"/>
                  <a:pt x="643896" y="46605"/>
                </a:cubicBezTo>
                <a:cubicBezTo>
                  <a:pt x="645179" y="47549"/>
                  <a:pt x="646522" y="48021"/>
                  <a:pt x="647924" y="48021"/>
                </a:cubicBezTo>
                <a:cubicBezTo>
                  <a:pt x="649220" y="48021"/>
                  <a:pt x="650318" y="47689"/>
                  <a:pt x="651218" y="47027"/>
                </a:cubicBezTo>
                <a:cubicBezTo>
                  <a:pt x="652117" y="46364"/>
                  <a:pt x="652865" y="45502"/>
                  <a:pt x="653460" y="44443"/>
                </a:cubicBezTo>
                <a:cubicBezTo>
                  <a:pt x="654055" y="43383"/>
                  <a:pt x="654485" y="42177"/>
                  <a:pt x="654750" y="40825"/>
                </a:cubicBezTo>
                <a:cubicBezTo>
                  <a:pt x="655014" y="39473"/>
                  <a:pt x="655147" y="38121"/>
                  <a:pt x="655147" y="36769"/>
                </a:cubicBezTo>
                <a:close/>
                <a:moveTo>
                  <a:pt x="707209" y="54212"/>
                </a:moveTo>
                <a:cubicBezTo>
                  <a:pt x="707209" y="54476"/>
                  <a:pt x="707143" y="54708"/>
                  <a:pt x="707011" y="54906"/>
                </a:cubicBezTo>
                <a:cubicBezTo>
                  <a:pt x="706879" y="55105"/>
                  <a:pt x="706647" y="55270"/>
                  <a:pt x="706316" y="55402"/>
                </a:cubicBezTo>
                <a:cubicBezTo>
                  <a:pt x="705986" y="55534"/>
                  <a:pt x="705549" y="55634"/>
                  <a:pt x="705007" y="55700"/>
                </a:cubicBezTo>
                <a:cubicBezTo>
                  <a:pt x="704464" y="55766"/>
                  <a:pt x="703783" y="55799"/>
                  <a:pt x="702963" y="55799"/>
                </a:cubicBezTo>
                <a:cubicBezTo>
                  <a:pt x="702090" y="55799"/>
                  <a:pt x="701382" y="55766"/>
                  <a:pt x="700840" y="55700"/>
                </a:cubicBezTo>
                <a:cubicBezTo>
                  <a:pt x="700297" y="55634"/>
                  <a:pt x="699867" y="55534"/>
                  <a:pt x="699550" y="55402"/>
                </a:cubicBezTo>
                <a:cubicBezTo>
                  <a:pt x="699232" y="55270"/>
                  <a:pt x="699007" y="55105"/>
                  <a:pt x="698875" y="54906"/>
                </a:cubicBezTo>
                <a:cubicBezTo>
                  <a:pt x="698743" y="54708"/>
                  <a:pt x="698677" y="54476"/>
                  <a:pt x="698677" y="54212"/>
                </a:cubicBezTo>
                <a:lnTo>
                  <a:pt x="698677" y="50124"/>
                </a:lnTo>
                <a:cubicBezTo>
                  <a:pt x="696719" y="52254"/>
                  <a:pt x="694728" y="53851"/>
                  <a:pt x="692704" y="54916"/>
                </a:cubicBezTo>
                <a:cubicBezTo>
                  <a:pt x="690680" y="55981"/>
                  <a:pt x="688583" y="56513"/>
                  <a:pt x="686414" y="56513"/>
                </a:cubicBezTo>
                <a:cubicBezTo>
                  <a:pt x="683980" y="56513"/>
                  <a:pt x="681936" y="56116"/>
                  <a:pt x="680282" y="55322"/>
                </a:cubicBezTo>
                <a:cubicBezTo>
                  <a:pt x="678629" y="54527"/>
                  <a:pt x="677292" y="53441"/>
                  <a:pt x="676274" y="52065"/>
                </a:cubicBezTo>
                <a:cubicBezTo>
                  <a:pt x="675255" y="50687"/>
                  <a:pt x="674528" y="49092"/>
                  <a:pt x="674091" y="47278"/>
                </a:cubicBezTo>
                <a:cubicBezTo>
                  <a:pt x="673654" y="45463"/>
                  <a:pt x="673436" y="43205"/>
                  <a:pt x="673436" y="40504"/>
                </a:cubicBezTo>
                <a:lnTo>
                  <a:pt x="673436" y="18813"/>
                </a:lnTo>
                <a:cubicBezTo>
                  <a:pt x="673436" y="18548"/>
                  <a:pt x="673509" y="18317"/>
                  <a:pt x="673654" y="18118"/>
                </a:cubicBezTo>
                <a:cubicBezTo>
                  <a:pt x="673800" y="17919"/>
                  <a:pt x="674065" y="17753"/>
                  <a:pt x="674448" y="17621"/>
                </a:cubicBezTo>
                <a:cubicBezTo>
                  <a:pt x="674832" y="17488"/>
                  <a:pt x="675348" y="17389"/>
                  <a:pt x="675996" y="17323"/>
                </a:cubicBezTo>
                <a:cubicBezTo>
                  <a:pt x="676644" y="17257"/>
                  <a:pt x="677445" y="17224"/>
                  <a:pt x="678397" y="17224"/>
                </a:cubicBezTo>
                <a:cubicBezTo>
                  <a:pt x="679376" y="17224"/>
                  <a:pt x="680183" y="17257"/>
                  <a:pt x="680818" y="17323"/>
                </a:cubicBezTo>
                <a:cubicBezTo>
                  <a:pt x="681453" y="17389"/>
                  <a:pt x="681962" y="17488"/>
                  <a:pt x="682346" y="17621"/>
                </a:cubicBezTo>
                <a:cubicBezTo>
                  <a:pt x="682729" y="17753"/>
                  <a:pt x="683001" y="17918"/>
                  <a:pt x="683159" y="18117"/>
                </a:cubicBezTo>
                <a:cubicBezTo>
                  <a:pt x="683318" y="18315"/>
                  <a:pt x="683398" y="18547"/>
                  <a:pt x="683398" y="18811"/>
                </a:cubicBezTo>
                <a:lnTo>
                  <a:pt x="683398" y="38813"/>
                </a:lnTo>
                <a:cubicBezTo>
                  <a:pt x="683398" y="40665"/>
                  <a:pt x="683517" y="42081"/>
                  <a:pt x="683755" y="43060"/>
                </a:cubicBezTo>
                <a:cubicBezTo>
                  <a:pt x="683993" y="44039"/>
                  <a:pt x="684357" y="44879"/>
                  <a:pt x="684846" y="45580"/>
                </a:cubicBezTo>
                <a:cubicBezTo>
                  <a:pt x="685336" y="46281"/>
                  <a:pt x="685957" y="46823"/>
                  <a:pt x="686711" y="47207"/>
                </a:cubicBezTo>
                <a:cubicBezTo>
                  <a:pt x="687465" y="47591"/>
                  <a:pt x="688345" y="47782"/>
                  <a:pt x="689350" y="47782"/>
                </a:cubicBezTo>
                <a:cubicBezTo>
                  <a:pt x="690620" y="47782"/>
                  <a:pt x="691897" y="47319"/>
                  <a:pt x="693180" y="46393"/>
                </a:cubicBezTo>
                <a:cubicBezTo>
                  <a:pt x="694463" y="45467"/>
                  <a:pt x="695833" y="44118"/>
                  <a:pt x="697288" y="42345"/>
                </a:cubicBezTo>
                <a:lnTo>
                  <a:pt x="697288" y="18811"/>
                </a:lnTo>
                <a:cubicBezTo>
                  <a:pt x="697288" y="18547"/>
                  <a:pt x="697360" y="18315"/>
                  <a:pt x="697506" y="18117"/>
                </a:cubicBezTo>
                <a:cubicBezTo>
                  <a:pt x="697652" y="17918"/>
                  <a:pt x="697916" y="17753"/>
                  <a:pt x="698300" y="17621"/>
                </a:cubicBezTo>
                <a:cubicBezTo>
                  <a:pt x="698683" y="17488"/>
                  <a:pt x="699193" y="17389"/>
                  <a:pt x="699828" y="17323"/>
                </a:cubicBezTo>
                <a:cubicBezTo>
                  <a:pt x="700463" y="17257"/>
                  <a:pt x="701270" y="17224"/>
                  <a:pt x="702249" y="17224"/>
                </a:cubicBezTo>
                <a:cubicBezTo>
                  <a:pt x="703227" y="17224"/>
                  <a:pt x="704034" y="17257"/>
                  <a:pt x="704669" y="17323"/>
                </a:cubicBezTo>
                <a:cubicBezTo>
                  <a:pt x="705304" y="17389"/>
                  <a:pt x="705807" y="17488"/>
                  <a:pt x="706177" y="17621"/>
                </a:cubicBezTo>
                <a:cubicBezTo>
                  <a:pt x="706548" y="17753"/>
                  <a:pt x="706812" y="17918"/>
                  <a:pt x="706971" y="18117"/>
                </a:cubicBezTo>
                <a:cubicBezTo>
                  <a:pt x="707130" y="18315"/>
                  <a:pt x="707209" y="18547"/>
                  <a:pt x="707209" y="18811"/>
                </a:cubicBezTo>
                <a:lnTo>
                  <a:pt x="707209" y="54212"/>
                </a:lnTo>
                <a:close/>
                <a:moveTo>
                  <a:pt x="749310" y="21272"/>
                </a:moveTo>
                <a:cubicBezTo>
                  <a:pt x="749310" y="22542"/>
                  <a:pt x="749165" y="23481"/>
                  <a:pt x="748874" y="24090"/>
                </a:cubicBezTo>
                <a:cubicBezTo>
                  <a:pt x="748583" y="24698"/>
                  <a:pt x="748225" y="25002"/>
                  <a:pt x="747802" y="25002"/>
                </a:cubicBezTo>
                <a:lnTo>
                  <a:pt x="743635" y="25002"/>
                </a:lnTo>
                <a:cubicBezTo>
                  <a:pt x="744217" y="25632"/>
                  <a:pt x="744634" y="26346"/>
                  <a:pt x="744885" y="27147"/>
                </a:cubicBezTo>
                <a:cubicBezTo>
                  <a:pt x="745137" y="27947"/>
                  <a:pt x="745262" y="28780"/>
                  <a:pt x="745262" y="29646"/>
                </a:cubicBezTo>
                <a:cubicBezTo>
                  <a:pt x="745262" y="31709"/>
                  <a:pt x="744918" y="33542"/>
                  <a:pt x="744230" y="35142"/>
                </a:cubicBezTo>
                <a:cubicBezTo>
                  <a:pt x="743543" y="36743"/>
                  <a:pt x="742557" y="38092"/>
                  <a:pt x="741274" y="39190"/>
                </a:cubicBezTo>
                <a:cubicBezTo>
                  <a:pt x="739991" y="40288"/>
                  <a:pt x="738443" y="41122"/>
                  <a:pt x="736630" y="41691"/>
                </a:cubicBezTo>
                <a:cubicBezTo>
                  <a:pt x="734818" y="42259"/>
                  <a:pt x="732801" y="42544"/>
                  <a:pt x="730578" y="42544"/>
                </a:cubicBezTo>
                <a:cubicBezTo>
                  <a:pt x="729441" y="42544"/>
                  <a:pt x="728356" y="42405"/>
                  <a:pt x="727324" y="42127"/>
                </a:cubicBezTo>
                <a:cubicBezTo>
                  <a:pt x="726292" y="41849"/>
                  <a:pt x="725498" y="41525"/>
                  <a:pt x="724943" y="41155"/>
                </a:cubicBezTo>
                <a:cubicBezTo>
                  <a:pt x="724625" y="41499"/>
                  <a:pt x="724341" y="41909"/>
                  <a:pt x="724090" y="42385"/>
                </a:cubicBezTo>
                <a:cubicBezTo>
                  <a:pt x="723838" y="42861"/>
                  <a:pt x="723713" y="43390"/>
                  <a:pt x="723713" y="43973"/>
                </a:cubicBezTo>
                <a:cubicBezTo>
                  <a:pt x="723713" y="44740"/>
                  <a:pt x="724050" y="45368"/>
                  <a:pt x="724725" y="45858"/>
                </a:cubicBezTo>
                <a:cubicBezTo>
                  <a:pt x="725399" y="46347"/>
                  <a:pt x="726345" y="46618"/>
                  <a:pt x="727562" y="46671"/>
                </a:cubicBezTo>
                <a:lnTo>
                  <a:pt x="736174" y="46990"/>
                </a:lnTo>
                <a:cubicBezTo>
                  <a:pt x="738185" y="47069"/>
                  <a:pt x="739977" y="47355"/>
                  <a:pt x="741552" y="47846"/>
                </a:cubicBezTo>
                <a:cubicBezTo>
                  <a:pt x="743126" y="48337"/>
                  <a:pt x="744449" y="49027"/>
                  <a:pt x="745520" y="49917"/>
                </a:cubicBezTo>
                <a:cubicBezTo>
                  <a:pt x="746592" y="50806"/>
                  <a:pt x="747412" y="51875"/>
                  <a:pt x="747981" y="53123"/>
                </a:cubicBezTo>
                <a:cubicBezTo>
                  <a:pt x="748550" y="54370"/>
                  <a:pt x="748834" y="55790"/>
                  <a:pt x="748834" y="57383"/>
                </a:cubicBezTo>
                <a:cubicBezTo>
                  <a:pt x="748834" y="59135"/>
                  <a:pt x="748450" y="60787"/>
                  <a:pt x="747683" y="62340"/>
                </a:cubicBezTo>
                <a:cubicBezTo>
                  <a:pt x="746916" y="63893"/>
                  <a:pt x="745765" y="65241"/>
                  <a:pt x="744230" y="66383"/>
                </a:cubicBezTo>
                <a:cubicBezTo>
                  <a:pt x="742696" y="67525"/>
                  <a:pt x="740771" y="68427"/>
                  <a:pt x="738456" y="69090"/>
                </a:cubicBezTo>
                <a:cubicBezTo>
                  <a:pt x="736141" y="69754"/>
                  <a:pt x="733436" y="70086"/>
                  <a:pt x="730340" y="70086"/>
                </a:cubicBezTo>
                <a:cubicBezTo>
                  <a:pt x="727324" y="70086"/>
                  <a:pt x="724751" y="69848"/>
                  <a:pt x="722621" y="69371"/>
                </a:cubicBezTo>
                <a:cubicBezTo>
                  <a:pt x="720491" y="68893"/>
                  <a:pt x="718745" y="68231"/>
                  <a:pt x="717383" y="67383"/>
                </a:cubicBezTo>
                <a:cubicBezTo>
                  <a:pt x="716020" y="66535"/>
                  <a:pt x="715028" y="65522"/>
                  <a:pt x="714406" y="64343"/>
                </a:cubicBezTo>
                <a:cubicBezTo>
                  <a:pt x="713784" y="63164"/>
                  <a:pt x="713473" y="61872"/>
                  <a:pt x="713473" y="60468"/>
                </a:cubicBezTo>
                <a:cubicBezTo>
                  <a:pt x="713473" y="59594"/>
                  <a:pt x="713586" y="58759"/>
                  <a:pt x="713811" y="57963"/>
                </a:cubicBezTo>
                <a:cubicBezTo>
                  <a:pt x="714036" y="57169"/>
                  <a:pt x="714366" y="56407"/>
                  <a:pt x="714803" y="55678"/>
                </a:cubicBezTo>
                <a:cubicBezTo>
                  <a:pt x="715240" y="54949"/>
                  <a:pt x="715775" y="54254"/>
                  <a:pt x="716410" y="53591"/>
                </a:cubicBezTo>
                <a:cubicBezTo>
                  <a:pt x="717045" y="52929"/>
                  <a:pt x="717773" y="52293"/>
                  <a:pt x="718593" y="51684"/>
                </a:cubicBezTo>
                <a:cubicBezTo>
                  <a:pt x="717455" y="51073"/>
                  <a:pt x="716576" y="50243"/>
                  <a:pt x="715954" y="49195"/>
                </a:cubicBezTo>
                <a:cubicBezTo>
                  <a:pt x="715332" y="48146"/>
                  <a:pt x="715021" y="46997"/>
                  <a:pt x="715021" y="45748"/>
                </a:cubicBezTo>
                <a:cubicBezTo>
                  <a:pt x="715021" y="44182"/>
                  <a:pt x="715378" y="42754"/>
                  <a:pt x="716093" y="41466"/>
                </a:cubicBezTo>
                <a:cubicBezTo>
                  <a:pt x="716807" y="40178"/>
                  <a:pt x="717733" y="39016"/>
                  <a:pt x="718871" y="37980"/>
                </a:cubicBezTo>
                <a:cubicBezTo>
                  <a:pt x="717945" y="37054"/>
                  <a:pt x="717204" y="35943"/>
                  <a:pt x="716648" y="34646"/>
                </a:cubicBezTo>
                <a:cubicBezTo>
                  <a:pt x="716093" y="33350"/>
                  <a:pt x="715815" y="31736"/>
                  <a:pt x="715815" y="29804"/>
                </a:cubicBezTo>
                <a:cubicBezTo>
                  <a:pt x="715815" y="27741"/>
                  <a:pt x="716179" y="25895"/>
                  <a:pt x="716906" y="24268"/>
                </a:cubicBezTo>
                <a:cubicBezTo>
                  <a:pt x="717634" y="22641"/>
                  <a:pt x="718646" y="21265"/>
                  <a:pt x="719942" y="20141"/>
                </a:cubicBezTo>
                <a:cubicBezTo>
                  <a:pt x="721239" y="19016"/>
                  <a:pt x="722787" y="18157"/>
                  <a:pt x="724586" y="17561"/>
                </a:cubicBezTo>
                <a:cubicBezTo>
                  <a:pt x="726385" y="16966"/>
                  <a:pt x="728369" y="16668"/>
                  <a:pt x="730539" y="16668"/>
                </a:cubicBezTo>
                <a:cubicBezTo>
                  <a:pt x="731650" y="16668"/>
                  <a:pt x="732715" y="16738"/>
                  <a:pt x="733733" y="16878"/>
                </a:cubicBezTo>
                <a:cubicBezTo>
                  <a:pt x="734752" y="17017"/>
                  <a:pt x="735698" y="17211"/>
                  <a:pt x="736571" y="17462"/>
                </a:cubicBezTo>
                <a:lnTo>
                  <a:pt x="747802" y="17462"/>
                </a:lnTo>
                <a:cubicBezTo>
                  <a:pt x="748252" y="17462"/>
                  <a:pt x="748616" y="17753"/>
                  <a:pt x="748894" y="18335"/>
                </a:cubicBezTo>
                <a:cubicBezTo>
                  <a:pt x="749171" y="18917"/>
                  <a:pt x="749310" y="19896"/>
                  <a:pt x="749310" y="21272"/>
                </a:cubicBezTo>
                <a:moveTo>
                  <a:pt x="736492" y="29586"/>
                </a:moveTo>
                <a:cubicBezTo>
                  <a:pt x="736492" y="27688"/>
                  <a:pt x="735962" y="26211"/>
                  <a:pt x="734904" y="25156"/>
                </a:cubicBezTo>
                <a:cubicBezTo>
                  <a:pt x="733846" y="24101"/>
                  <a:pt x="732351" y="23574"/>
                  <a:pt x="730420" y="23574"/>
                </a:cubicBezTo>
                <a:cubicBezTo>
                  <a:pt x="729441" y="23574"/>
                  <a:pt x="728581" y="23739"/>
                  <a:pt x="727840" y="24069"/>
                </a:cubicBezTo>
                <a:cubicBezTo>
                  <a:pt x="727099" y="24398"/>
                  <a:pt x="726484" y="24846"/>
                  <a:pt x="725995" y="25413"/>
                </a:cubicBezTo>
                <a:cubicBezTo>
                  <a:pt x="725505" y="25980"/>
                  <a:pt x="725141" y="26639"/>
                  <a:pt x="724903" y="27391"/>
                </a:cubicBezTo>
                <a:cubicBezTo>
                  <a:pt x="724665" y="28143"/>
                  <a:pt x="724546" y="28927"/>
                  <a:pt x="724546" y="29745"/>
                </a:cubicBezTo>
                <a:cubicBezTo>
                  <a:pt x="724546" y="31537"/>
                  <a:pt x="725075" y="32955"/>
                  <a:pt x="726133" y="33996"/>
                </a:cubicBezTo>
                <a:cubicBezTo>
                  <a:pt x="727192" y="35038"/>
                  <a:pt x="728660" y="35559"/>
                  <a:pt x="730539" y="35559"/>
                </a:cubicBezTo>
                <a:cubicBezTo>
                  <a:pt x="731544" y="35559"/>
                  <a:pt x="732417" y="35401"/>
                  <a:pt x="733158" y="35085"/>
                </a:cubicBezTo>
                <a:cubicBezTo>
                  <a:pt x="733899" y="34769"/>
                  <a:pt x="734514" y="34333"/>
                  <a:pt x="735003" y="33779"/>
                </a:cubicBezTo>
                <a:cubicBezTo>
                  <a:pt x="735493" y="33225"/>
                  <a:pt x="735863" y="32586"/>
                  <a:pt x="736115" y="31861"/>
                </a:cubicBezTo>
                <a:cubicBezTo>
                  <a:pt x="736366" y="31136"/>
                  <a:pt x="736492" y="30377"/>
                  <a:pt x="736492" y="29586"/>
                </a:cubicBezTo>
                <a:moveTo>
                  <a:pt x="738833" y="57896"/>
                </a:moveTo>
                <a:cubicBezTo>
                  <a:pt x="738833" y="56696"/>
                  <a:pt x="738357" y="55775"/>
                  <a:pt x="737404" y="55136"/>
                </a:cubicBezTo>
                <a:cubicBezTo>
                  <a:pt x="736452" y="54495"/>
                  <a:pt x="735142" y="54148"/>
                  <a:pt x="733475" y="54094"/>
                </a:cubicBezTo>
                <a:lnTo>
                  <a:pt x="726372" y="53894"/>
                </a:lnTo>
                <a:cubicBezTo>
                  <a:pt x="725684" y="54401"/>
                  <a:pt x="725135" y="54888"/>
                  <a:pt x="724725" y="55355"/>
                </a:cubicBezTo>
                <a:cubicBezTo>
                  <a:pt x="724314" y="55822"/>
                  <a:pt x="723984" y="56269"/>
                  <a:pt x="723732" y="56696"/>
                </a:cubicBezTo>
                <a:cubicBezTo>
                  <a:pt x="723481" y="57123"/>
                  <a:pt x="723316" y="57537"/>
                  <a:pt x="723236" y="57937"/>
                </a:cubicBezTo>
                <a:cubicBezTo>
                  <a:pt x="723157" y="58337"/>
                  <a:pt x="723117" y="58751"/>
                  <a:pt x="723117" y="59177"/>
                </a:cubicBezTo>
                <a:cubicBezTo>
                  <a:pt x="723117" y="60512"/>
                  <a:pt x="723785" y="61526"/>
                  <a:pt x="725121" y="62220"/>
                </a:cubicBezTo>
                <a:cubicBezTo>
                  <a:pt x="726458" y="62913"/>
                  <a:pt x="728343" y="63260"/>
                  <a:pt x="730777" y="63260"/>
                </a:cubicBezTo>
                <a:cubicBezTo>
                  <a:pt x="732285" y="63260"/>
                  <a:pt x="733555" y="63107"/>
                  <a:pt x="734587" y="62800"/>
                </a:cubicBezTo>
                <a:cubicBezTo>
                  <a:pt x="735618" y="62493"/>
                  <a:pt x="736452" y="62086"/>
                  <a:pt x="737087" y="61578"/>
                </a:cubicBezTo>
                <a:cubicBezTo>
                  <a:pt x="737722" y="61072"/>
                  <a:pt x="738172" y="60504"/>
                  <a:pt x="738436" y="59877"/>
                </a:cubicBezTo>
                <a:cubicBezTo>
                  <a:pt x="738701" y="59250"/>
                  <a:pt x="738833" y="58590"/>
                  <a:pt x="738833" y="57896"/>
                </a:cubicBezTo>
                <a:close/>
                <a:moveTo>
                  <a:pt x="783672" y="54212"/>
                </a:moveTo>
                <a:cubicBezTo>
                  <a:pt x="783672" y="54476"/>
                  <a:pt x="783593" y="54708"/>
                  <a:pt x="783434" y="54906"/>
                </a:cubicBezTo>
                <a:cubicBezTo>
                  <a:pt x="783275" y="55105"/>
                  <a:pt x="783004" y="55270"/>
                  <a:pt x="782620" y="55402"/>
                </a:cubicBezTo>
                <a:cubicBezTo>
                  <a:pt x="782237" y="55534"/>
                  <a:pt x="781727" y="55634"/>
                  <a:pt x="781093" y="55700"/>
                </a:cubicBezTo>
                <a:cubicBezTo>
                  <a:pt x="780458" y="55766"/>
                  <a:pt x="779651" y="55799"/>
                  <a:pt x="778672" y="55799"/>
                </a:cubicBezTo>
                <a:cubicBezTo>
                  <a:pt x="777693" y="55799"/>
                  <a:pt x="776886" y="55766"/>
                  <a:pt x="776251" y="55700"/>
                </a:cubicBezTo>
                <a:cubicBezTo>
                  <a:pt x="775616" y="55634"/>
                  <a:pt x="775106" y="55534"/>
                  <a:pt x="774723" y="55402"/>
                </a:cubicBezTo>
                <a:cubicBezTo>
                  <a:pt x="774339" y="55270"/>
                  <a:pt x="774068" y="55105"/>
                  <a:pt x="773909" y="54906"/>
                </a:cubicBezTo>
                <a:cubicBezTo>
                  <a:pt x="773751" y="54708"/>
                  <a:pt x="773671" y="54476"/>
                  <a:pt x="773671" y="54212"/>
                </a:cubicBezTo>
                <a:lnTo>
                  <a:pt x="773671" y="18891"/>
                </a:lnTo>
                <a:cubicBezTo>
                  <a:pt x="773671" y="18626"/>
                  <a:pt x="773751" y="18395"/>
                  <a:pt x="773909" y="18196"/>
                </a:cubicBezTo>
                <a:cubicBezTo>
                  <a:pt x="774068" y="17998"/>
                  <a:pt x="774339" y="17826"/>
                  <a:pt x="774723" y="17680"/>
                </a:cubicBezTo>
                <a:cubicBezTo>
                  <a:pt x="775106" y="17535"/>
                  <a:pt x="775616" y="17422"/>
                  <a:pt x="776251" y="17343"/>
                </a:cubicBezTo>
                <a:cubicBezTo>
                  <a:pt x="776886" y="17264"/>
                  <a:pt x="777693" y="17224"/>
                  <a:pt x="778672" y="17224"/>
                </a:cubicBezTo>
                <a:cubicBezTo>
                  <a:pt x="779651" y="17224"/>
                  <a:pt x="780458" y="17264"/>
                  <a:pt x="781093" y="17343"/>
                </a:cubicBezTo>
                <a:cubicBezTo>
                  <a:pt x="781727" y="17422"/>
                  <a:pt x="782237" y="17535"/>
                  <a:pt x="782620" y="17680"/>
                </a:cubicBezTo>
                <a:cubicBezTo>
                  <a:pt x="783004" y="17826"/>
                  <a:pt x="783275" y="17998"/>
                  <a:pt x="783434" y="18196"/>
                </a:cubicBezTo>
                <a:cubicBezTo>
                  <a:pt x="783593" y="18395"/>
                  <a:pt x="783672" y="18626"/>
                  <a:pt x="783672" y="18891"/>
                </a:cubicBezTo>
                <a:lnTo>
                  <a:pt x="783672" y="54212"/>
                </a:lnTo>
                <a:moveTo>
                  <a:pt x="784426" y="6826"/>
                </a:moveTo>
                <a:cubicBezTo>
                  <a:pt x="784426" y="8837"/>
                  <a:pt x="784016" y="10226"/>
                  <a:pt x="783196" y="10993"/>
                </a:cubicBezTo>
                <a:cubicBezTo>
                  <a:pt x="782376" y="11760"/>
                  <a:pt x="780854" y="12144"/>
                  <a:pt x="778632" y="12144"/>
                </a:cubicBezTo>
                <a:cubicBezTo>
                  <a:pt x="776383" y="12144"/>
                  <a:pt x="774868" y="11774"/>
                  <a:pt x="774088" y="11033"/>
                </a:cubicBezTo>
                <a:cubicBezTo>
                  <a:pt x="773307" y="10292"/>
                  <a:pt x="772917" y="8956"/>
                  <a:pt x="772917" y="7024"/>
                </a:cubicBezTo>
                <a:cubicBezTo>
                  <a:pt x="772917" y="5014"/>
                  <a:pt x="773321" y="3618"/>
                  <a:pt x="774128" y="2838"/>
                </a:cubicBezTo>
                <a:cubicBezTo>
                  <a:pt x="774935" y="2057"/>
                  <a:pt x="776462" y="1667"/>
                  <a:pt x="778711" y="1667"/>
                </a:cubicBezTo>
                <a:cubicBezTo>
                  <a:pt x="780934" y="1667"/>
                  <a:pt x="782442" y="2044"/>
                  <a:pt x="783236" y="2798"/>
                </a:cubicBezTo>
                <a:cubicBezTo>
                  <a:pt x="784029" y="3552"/>
                  <a:pt x="784426" y="4895"/>
                  <a:pt x="784426" y="6826"/>
                </a:cubicBezTo>
                <a:close/>
                <a:moveTo>
                  <a:pt x="818751" y="44226"/>
                </a:moveTo>
                <a:cubicBezTo>
                  <a:pt x="818751" y="46240"/>
                  <a:pt x="818374" y="48017"/>
                  <a:pt x="817620" y="49555"/>
                </a:cubicBezTo>
                <a:cubicBezTo>
                  <a:pt x="816866" y="51092"/>
                  <a:pt x="815801" y="52377"/>
                  <a:pt x="814425" y="53412"/>
                </a:cubicBezTo>
                <a:cubicBezTo>
                  <a:pt x="813049" y="54445"/>
                  <a:pt x="811422" y="55220"/>
                  <a:pt x="809544" y="55737"/>
                </a:cubicBezTo>
                <a:cubicBezTo>
                  <a:pt x="807665" y="56255"/>
                  <a:pt x="805628" y="56513"/>
                  <a:pt x="803432" y="56513"/>
                </a:cubicBezTo>
                <a:cubicBezTo>
                  <a:pt x="802109" y="56513"/>
                  <a:pt x="800846" y="56413"/>
                  <a:pt x="799642" y="56212"/>
                </a:cubicBezTo>
                <a:cubicBezTo>
                  <a:pt x="798438" y="56011"/>
                  <a:pt x="797360" y="55757"/>
                  <a:pt x="796408" y="55449"/>
                </a:cubicBezTo>
                <a:cubicBezTo>
                  <a:pt x="795455" y="55141"/>
                  <a:pt x="794661" y="54826"/>
                  <a:pt x="794026" y="54506"/>
                </a:cubicBezTo>
                <a:cubicBezTo>
                  <a:pt x="793391" y="54184"/>
                  <a:pt x="792928" y="53883"/>
                  <a:pt x="792637" y="53601"/>
                </a:cubicBezTo>
                <a:cubicBezTo>
                  <a:pt x="792346" y="53320"/>
                  <a:pt x="792121" y="52880"/>
                  <a:pt x="791963" y="52282"/>
                </a:cubicBezTo>
                <a:cubicBezTo>
                  <a:pt x="791804" y="51683"/>
                  <a:pt x="791725" y="50799"/>
                  <a:pt x="791725" y="49628"/>
                </a:cubicBezTo>
                <a:cubicBezTo>
                  <a:pt x="791725" y="48856"/>
                  <a:pt x="791751" y="48238"/>
                  <a:pt x="791804" y="47772"/>
                </a:cubicBezTo>
                <a:cubicBezTo>
                  <a:pt x="791857" y="47307"/>
                  <a:pt x="791936" y="46935"/>
                  <a:pt x="792042" y="46655"/>
                </a:cubicBezTo>
                <a:cubicBezTo>
                  <a:pt x="792148" y="46376"/>
                  <a:pt x="792280" y="46190"/>
                  <a:pt x="792439" y="46097"/>
                </a:cubicBezTo>
                <a:cubicBezTo>
                  <a:pt x="792598" y="46004"/>
                  <a:pt x="792796" y="45957"/>
                  <a:pt x="793034" y="45957"/>
                </a:cubicBezTo>
                <a:cubicBezTo>
                  <a:pt x="793325" y="45957"/>
                  <a:pt x="793755" y="46124"/>
                  <a:pt x="794324" y="46459"/>
                </a:cubicBezTo>
                <a:cubicBezTo>
                  <a:pt x="794893" y="46794"/>
                  <a:pt x="795601" y="47162"/>
                  <a:pt x="796447" y="47564"/>
                </a:cubicBezTo>
                <a:cubicBezTo>
                  <a:pt x="797294" y="47966"/>
                  <a:pt x="798279" y="48341"/>
                  <a:pt x="799404" y="48689"/>
                </a:cubicBezTo>
                <a:cubicBezTo>
                  <a:pt x="800528" y="49037"/>
                  <a:pt x="801805" y="49211"/>
                  <a:pt x="803234" y="49211"/>
                </a:cubicBezTo>
                <a:cubicBezTo>
                  <a:pt x="804133" y="49211"/>
                  <a:pt x="804934" y="49119"/>
                  <a:pt x="805635" y="48935"/>
                </a:cubicBezTo>
                <a:cubicBezTo>
                  <a:pt x="806336" y="48750"/>
                  <a:pt x="806944" y="48487"/>
                  <a:pt x="807460" y="48145"/>
                </a:cubicBezTo>
                <a:cubicBezTo>
                  <a:pt x="807976" y="47801"/>
                  <a:pt x="808366" y="47367"/>
                  <a:pt x="808631" y="46840"/>
                </a:cubicBezTo>
                <a:cubicBezTo>
                  <a:pt x="808896" y="46313"/>
                  <a:pt x="809028" y="45707"/>
                  <a:pt x="809028" y="45022"/>
                </a:cubicBezTo>
                <a:cubicBezTo>
                  <a:pt x="809028" y="44226"/>
                  <a:pt x="808783" y="43544"/>
                  <a:pt x="808294" y="42974"/>
                </a:cubicBezTo>
                <a:cubicBezTo>
                  <a:pt x="807804" y="42404"/>
                  <a:pt x="807156" y="41906"/>
                  <a:pt x="806349" y="41482"/>
                </a:cubicBezTo>
                <a:cubicBezTo>
                  <a:pt x="805542" y="41058"/>
                  <a:pt x="804629" y="40660"/>
                  <a:pt x="803611" y="40289"/>
                </a:cubicBezTo>
                <a:cubicBezTo>
                  <a:pt x="802592" y="39918"/>
                  <a:pt x="801547" y="39507"/>
                  <a:pt x="800475" y="39056"/>
                </a:cubicBezTo>
                <a:cubicBezTo>
                  <a:pt x="799404" y="38606"/>
                  <a:pt x="798359" y="38089"/>
                  <a:pt x="797340" y="37506"/>
                </a:cubicBezTo>
                <a:cubicBezTo>
                  <a:pt x="796322" y="36922"/>
                  <a:pt x="795409" y="36206"/>
                  <a:pt x="794602" y="35358"/>
                </a:cubicBezTo>
                <a:cubicBezTo>
                  <a:pt x="793795" y="34510"/>
                  <a:pt x="793147" y="33490"/>
                  <a:pt x="792657" y="32297"/>
                </a:cubicBezTo>
                <a:cubicBezTo>
                  <a:pt x="792168" y="31104"/>
                  <a:pt x="791923" y="29673"/>
                  <a:pt x="791923" y="28002"/>
                </a:cubicBezTo>
                <a:cubicBezTo>
                  <a:pt x="791923" y="26305"/>
                  <a:pt x="792254" y="24747"/>
                  <a:pt x="792915" y="23329"/>
                </a:cubicBezTo>
                <a:cubicBezTo>
                  <a:pt x="793577" y="21911"/>
                  <a:pt x="794529" y="20699"/>
                  <a:pt x="795773" y="19692"/>
                </a:cubicBezTo>
                <a:cubicBezTo>
                  <a:pt x="797016" y="18684"/>
                  <a:pt x="798531" y="17902"/>
                  <a:pt x="800317" y="17345"/>
                </a:cubicBezTo>
                <a:cubicBezTo>
                  <a:pt x="802103" y="16788"/>
                  <a:pt x="804107" y="16510"/>
                  <a:pt x="806329" y="16510"/>
                </a:cubicBezTo>
                <a:cubicBezTo>
                  <a:pt x="807440" y="16510"/>
                  <a:pt x="808519" y="16589"/>
                  <a:pt x="809564" y="16748"/>
                </a:cubicBezTo>
                <a:cubicBezTo>
                  <a:pt x="810609" y="16906"/>
                  <a:pt x="811555" y="17105"/>
                  <a:pt x="812401" y="17343"/>
                </a:cubicBezTo>
                <a:cubicBezTo>
                  <a:pt x="813248" y="17581"/>
                  <a:pt x="813962" y="17839"/>
                  <a:pt x="814544" y="18117"/>
                </a:cubicBezTo>
                <a:cubicBezTo>
                  <a:pt x="815126" y="18395"/>
                  <a:pt x="815543" y="18633"/>
                  <a:pt x="815794" y="18831"/>
                </a:cubicBezTo>
                <a:cubicBezTo>
                  <a:pt x="816046" y="19030"/>
                  <a:pt x="816224" y="19228"/>
                  <a:pt x="816330" y="19426"/>
                </a:cubicBezTo>
                <a:cubicBezTo>
                  <a:pt x="816436" y="19625"/>
                  <a:pt x="816515" y="19863"/>
                  <a:pt x="816568" y="20141"/>
                </a:cubicBezTo>
                <a:cubicBezTo>
                  <a:pt x="816621" y="20419"/>
                  <a:pt x="816667" y="20763"/>
                  <a:pt x="816707" y="21173"/>
                </a:cubicBezTo>
                <a:cubicBezTo>
                  <a:pt x="816747" y="21583"/>
                  <a:pt x="816767" y="22092"/>
                  <a:pt x="816767" y="22701"/>
                </a:cubicBezTo>
                <a:cubicBezTo>
                  <a:pt x="816767" y="23415"/>
                  <a:pt x="816747" y="23997"/>
                  <a:pt x="816707" y="24447"/>
                </a:cubicBezTo>
                <a:cubicBezTo>
                  <a:pt x="816667" y="24897"/>
                  <a:pt x="816601" y="25254"/>
                  <a:pt x="816509" y="25518"/>
                </a:cubicBezTo>
                <a:cubicBezTo>
                  <a:pt x="816416" y="25783"/>
                  <a:pt x="816290" y="25962"/>
                  <a:pt x="816132" y="26054"/>
                </a:cubicBezTo>
                <a:cubicBezTo>
                  <a:pt x="815973" y="26147"/>
                  <a:pt x="815788" y="26193"/>
                  <a:pt x="815576" y="26193"/>
                </a:cubicBezTo>
                <a:cubicBezTo>
                  <a:pt x="815338" y="26193"/>
                  <a:pt x="814968" y="26054"/>
                  <a:pt x="814465" y="25776"/>
                </a:cubicBezTo>
                <a:cubicBezTo>
                  <a:pt x="813962" y="25498"/>
                  <a:pt x="813334" y="25201"/>
                  <a:pt x="812580" y="24883"/>
                </a:cubicBezTo>
                <a:cubicBezTo>
                  <a:pt x="811826" y="24566"/>
                  <a:pt x="810953" y="24268"/>
                  <a:pt x="809960" y="23990"/>
                </a:cubicBezTo>
                <a:cubicBezTo>
                  <a:pt x="808968" y="23713"/>
                  <a:pt x="807837" y="23574"/>
                  <a:pt x="806567" y="23574"/>
                </a:cubicBezTo>
                <a:cubicBezTo>
                  <a:pt x="805668" y="23574"/>
                  <a:pt x="804887" y="23667"/>
                  <a:pt x="804226" y="23854"/>
                </a:cubicBezTo>
                <a:cubicBezTo>
                  <a:pt x="803564" y="24040"/>
                  <a:pt x="803022" y="24306"/>
                  <a:pt x="802599" y="24651"/>
                </a:cubicBezTo>
                <a:cubicBezTo>
                  <a:pt x="802175" y="24997"/>
                  <a:pt x="801858" y="25403"/>
                  <a:pt x="801646" y="25868"/>
                </a:cubicBezTo>
                <a:cubicBezTo>
                  <a:pt x="801435" y="26334"/>
                  <a:pt x="801329" y="26833"/>
                  <a:pt x="801329" y="27365"/>
                </a:cubicBezTo>
                <a:cubicBezTo>
                  <a:pt x="801329" y="28187"/>
                  <a:pt x="801580" y="28876"/>
                  <a:pt x="802083" y="29434"/>
                </a:cubicBezTo>
                <a:cubicBezTo>
                  <a:pt x="802585" y="29990"/>
                  <a:pt x="803247" y="30480"/>
                  <a:pt x="804067" y="30905"/>
                </a:cubicBezTo>
                <a:cubicBezTo>
                  <a:pt x="804887" y="31329"/>
                  <a:pt x="805820" y="31726"/>
                  <a:pt x="806865" y="32098"/>
                </a:cubicBezTo>
                <a:cubicBezTo>
                  <a:pt x="807910" y="32469"/>
                  <a:pt x="808968" y="32873"/>
                  <a:pt x="810040" y="33311"/>
                </a:cubicBezTo>
                <a:cubicBezTo>
                  <a:pt x="811111" y="33748"/>
                  <a:pt x="812170" y="34258"/>
                  <a:pt x="813215" y="34841"/>
                </a:cubicBezTo>
                <a:cubicBezTo>
                  <a:pt x="814260" y="35424"/>
                  <a:pt x="815192" y="36140"/>
                  <a:pt x="816013" y="36989"/>
                </a:cubicBezTo>
                <a:cubicBezTo>
                  <a:pt x="816833" y="37837"/>
                  <a:pt x="817494" y="38851"/>
                  <a:pt x="817997" y="40031"/>
                </a:cubicBezTo>
                <a:cubicBezTo>
                  <a:pt x="818500" y="41210"/>
                  <a:pt x="818751" y="42608"/>
                  <a:pt x="818751" y="44226"/>
                </a:cubicBezTo>
                <a:close/>
                <a:moveTo>
                  <a:pt x="865897" y="5318"/>
                </a:moveTo>
                <a:cubicBezTo>
                  <a:pt x="865897" y="6085"/>
                  <a:pt x="865871" y="6700"/>
                  <a:pt x="865818" y="7163"/>
                </a:cubicBezTo>
                <a:cubicBezTo>
                  <a:pt x="865765" y="7626"/>
                  <a:pt x="865685" y="7984"/>
                  <a:pt x="865580" y="8235"/>
                </a:cubicBezTo>
                <a:cubicBezTo>
                  <a:pt x="865474" y="8486"/>
                  <a:pt x="865355" y="8658"/>
                  <a:pt x="865222" y="8751"/>
                </a:cubicBezTo>
                <a:cubicBezTo>
                  <a:pt x="865090" y="8843"/>
                  <a:pt x="864945" y="8890"/>
                  <a:pt x="864786" y="8890"/>
                </a:cubicBezTo>
                <a:cubicBezTo>
                  <a:pt x="864601" y="8890"/>
                  <a:pt x="864396" y="8843"/>
                  <a:pt x="864171" y="8751"/>
                </a:cubicBezTo>
                <a:cubicBezTo>
                  <a:pt x="863946" y="8658"/>
                  <a:pt x="863668" y="8559"/>
                  <a:pt x="863337" y="8453"/>
                </a:cubicBezTo>
                <a:cubicBezTo>
                  <a:pt x="863007" y="8347"/>
                  <a:pt x="862616" y="8248"/>
                  <a:pt x="862166" y="8156"/>
                </a:cubicBezTo>
                <a:cubicBezTo>
                  <a:pt x="861717" y="8063"/>
                  <a:pt x="861188" y="8017"/>
                  <a:pt x="860579" y="8017"/>
                </a:cubicBezTo>
                <a:cubicBezTo>
                  <a:pt x="859865" y="8017"/>
                  <a:pt x="859250" y="8129"/>
                  <a:pt x="858734" y="8354"/>
                </a:cubicBezTo>
                <a:cubicBezTo>
                  <a:pt x="858218" y="8579"/>
                  <a:pt x="857788" y="8936"/>
                  <a:pt x="857444" y="9426"/>
                </a:cubicBezTo>
                <a:cubicBezTo>
                  <a:pt x="857100" y="9915"/>
                  <a:pt x="856849" y="10550"/>
                  <a:pt x="856690" y="11330"/>
                </a:cubicBezTo>
                <a:cubicBezTo>
                  <a:pt x="856531" y="12111"/>
                  <a:pt x="856452" y="13070"/>
                  <a:pt x="856452" y="14208"/>
                </a:cubicBezTo>
                <a:lnTo>
                  <a:pt x="856452" y="17462"/>
                </a:lnTo>
                <a:lnTo>
                  <a:pt x="862921" y="17462"/>
                </a:lnTo>
                <a:cubicBezTo>
                  <a:pt x="863159" y="17462"/>
                  <a:pt x="863377" y="17528"/>
                  <a:pt x="863575" y="17660"/>
                </a:cubicBezTo>
                <a:cubicBezTo>
                  <a:pt x="863774" y="17793"/>
                  <a:pt x="863939" y="18011"/>
                  <a:pt x="864071" y="18315"/>
                </a:cubicBezTo>
                <a:cubicBezTo>
                  <a:pt x="864204" y="18620"/>
                  <a:pt x="864303" y="19036"/>
                  <a:pt x="864369" y="19565"/>
                </a:cubicBezTo>
                <a:cubicBezTo>
                  <a:pt x="864435" y="20095"/>
                  <a:pt x="864468" y="20743"/>
                  <a:pt x="864468" y="21510"/>
                </a:cubicBezTo>
                <a:cubicBezTo>
                  <a:pt x="864468" y="22965"/>
                  <a:pt x="864336" y="24004"/>
                  <a:pt x="864071" y="24625"/>
                </a:cubicBezTo>
                <a:cubicBezTo>
                  <a:pt x="863807" y="25247"/>
                  <a:pt x="863423" y="25558"/>
                  <a:pt x="862921" y="25558"/>
                </a:cubicBezTo>
                <a:lnTo>
                  <a:pt x="856452" y="25558"/>
                </a:lnTo>
                <a:lnTo>
                  <a:pt x="856452" y="54212"/>
                </a:lnTo>
                <a:cubicBezTo>
                  <a:pt x="856452" y="54476"/>
                  <a:pt x="856372" y="54708"/>
                  <a:pt x="856214" y="54906"/>
                </a:cubicBezTo>
                <a:cubicBezTo>
                  <a:pt x="856055" y="55105"/>
                  <a:pt x="855790" y="55270"/>
                  <a:pt x="855420" y="55402"/>
                </a:cubicBezTo>
                <a:cubicBezTo>
                  <a:pt x="855049" y="55534"/>
                  <a:pt x="854533" y="55634"/>
                  <a:pt x="853872" y="55700"/>
                </a:cubicBezTo>
                <a:cubicBezTo>
                  <a:pt x="853211" y="55766"/>
                  <a:pt x="852404" y="55799"/>
                  <a:pt x="851451" y="55799"/>
                </a:cubicBezTo>
                <a:cubicBezTo>
                  <a:pt x="850499" y="55799"/>
                  <a:pt x="849698" y="55766"/>
                  <a:pt x="849050" y="55700"/>
                </a:cubicBezTo>
                <a:cubicBezTo>
                  <a:pt x="848402" y="55634"/>
                  <a:pt x="847886" y="55534"/>
                  <a:pt x="847502" y="55402"/>
                </a:cubicBezTo>
                <a:cubicBezTo>
                  <a:pt x="847119" y="55270"/>
                  <a:pt x="846854" y="55105"/>
                  <a:pt x="846709" y="54906"/>
                </a:cubicBezTo>
                <a:cubicBezTo>
                  <a:pt x="846563" y="54708"/>
                  <a:pt x="846490" y="54476"/>
                  <a:pt x="846490" y="54212"/>
                </a:cubicBezTo>
                <a:lnTo>
                  <a:pt x="846490" y="25558"/>
                </a:lnTo>
                <a:lnTo>
                  <a:pt x="842045" y="25558"/>
                </a:lnTo>
                <a:cubicBezTo>
                  <a:pt x="841543" y="25558"/>
                  <a:pt x="841166" y="25247"/>
                  <a:pt x="840914" y="24625"/>
                </a:cubicBezTo>
                <a:cubicBezTo>
                  <a:pt x="840663" y="24004"/>
                  <a:pt x="840537" y="22965"/>
                  <a:pt x="840537" y="21510"/>
                </a:cubicBezTo>
                <a:cubicBezTo>
                  <a:pt x="840537" y="20743"/>
                  <a:pt x="840570" y="20095"/>
                  <a:pt x="840637" y="19565"/>
                </a:cubicBezTo>
                <a:cubicBezTo>
                  <a:pt x="840703" y="19036"/>
                  <a:pt x="840795" y="18620"/>
                  <a:pt x="840914" y="18315"/>
                </a:cubicBezTo>
                <a:cubicBezTo>
                  <a:pt x="841033" y="18011"/>
                  <a:pt x="841192" y="17793"/>
                  <a:pt x="841391" y="17660"/>
                </a:cubicBezTo>
                <a:cubicBezTo>
                  <a:pt x="841589" y="17528"/>
                  <a:pt x="841821" y="17462"/>
                  <a:pt x="842085" y="17462"/>
                </a:cubicBezTo>
                <a:lnTo>
                  <a:pt x="846490" y="17462"/>
                </a:lnTo>
                <a:lnTo>
                  <a:pt x="846490" y="14486"/>
                </a:lnTo>
                <a:cubicBezTo>
                  <a:pt x="846490" y="12078"/>
                  <a:pt x="846728" y="9968"/>
                  <a:pt x="847205" y="8156"/>
                </a:cubicBezTo>
                <a:cubicBezTo>
                  <a:pt x="847681" y="6343"/>
                  <a:pt x="848428" y="4835"/>
                  <a:pt x="849447" y="3631"/>
                </a:cubicBezTo>
                <a:cubicBezTo>
                  <a:pt x="850466" y="2427"/>
                  <a:pt x="851762" y="1521"/>
                  <a:pt x="853336" y="913"/>
                </a:cubicBezTo>
                <a:cubicBezTo>
                  <a:pt x="854910" y="304"/>
                  <a:pt x="856769" y="0"/>
                  <a:pt x="858912" y="0"/>
                </a:cubicBezTo>
                <a:cubicBezTo>
                  <a:pt x="859944" y="0"/>
                  <a:pt x="860923" y="86"/>
                  <a:pt x="861849" y="258"/>
                </a:cubicBezTo>
                <a:cubicBezTo>
                  <a:pt x="862775" y="430"/>
                  <a:pt x="863503" y="615"/>
                  <a:pt x="864032" y="814"/>
                </a:cubicBezTo>
                <a:cubicBezTo>
                  <a:pt x="864561" y="1012"/>
                  <a:pt x="864918" y="1197"/>
                  <a:pt x="865103" y="1369"/>
                </a:cubicBezTo>
                <a:cubicBezTo>
                  <a:pt x="865288" y="1541"/>
                  <a:pt x="865441" y="1792"/>
                  <a:pt x="865560" y="2123"/>
                </a:cubicBezTo>
                <a:cubicBezTo>
                  <a:pt x="865679" y="2454"/>
                  <a:pt x="865765" y="2877"/>
                  <a:pt x="865818" y="3393"/>
                </a:cubicBezTo>
                <a:cubicBezTo>
                  <a:pt x="865871" y="3909"/>
                  <a:pt x="865897" y="4551"/>
                  <a:pt x="865897" y="5318"/>
                </a:cubicBezTo>
                <a:close/>
                <a:moveTo>
                  <a:pt x="880246" y="54212"/>
                </a:moveTo>
                <a:cubicBezTo>
                  <a:pt x="880246" y="54476"/>
                  <a:pt x="880167" y="54708"/>
                  <a:pt x="880008" y="54906"/>
                </a:cubicBezTo>
                <a:cubicBezTo>
                  <a:pt x="879850" y="55105"/>
                  <a:pt x="879578" y="55270"/>
                  <a:pt x="879195" y="55402"/>
                </a:cubicBezTo>
                <a:cubicBezTo>
                  <a:pt x="878811" y="55534"/>
                  <a:pt x="878302" y="55634"/>
                  <a:pt x="877667" y="55700"/>
                </a:cubicBezTo>
                <a:cubicBezTo>
                  <a:pt x="877032" y="55766"/>
                  <a:pt x="876225" y="55799"/>
                  <a:pt x="875246" y="55799"/>
                </a:cubicBezTo>
                <a:cubicBezTo>
                  <a:pt x="874267" y="55799"/>
                  <a:pt x="873460" y="55766"/>
                  <a:pt x="872825" y="55700"/>
                </a:cubicBezTo>
                <a:cubicBezTo>
                  <a:pt x="872190" y="55634"/>
                  <a:pt x="871681" y="55534"/>
                  <a:pt x="871297" y="55402"/>
                </a:cubicBezTo>
                <a:cubicBezTo>
                  <a:pt x="870914" y="55270"/>
                  <a:pt x="870642" y="55105"/>
                  <a:pt x="870484" y="54906"/>
                </a:cubicBezTo>
                <a:cubicBezTo>
                  <a:pt x="870325" y="54708"/>
                  <a:pt x="870246" y="54476"/>
                  <a:pt x="870246" y="54212"/>
                </a:cubicBezTo>
                <a:lnTo>
                  <a:pt x="870246" y="18891"/>
                </a:lnTo>
                <a:cubicBezTo>
                  <a:pt x="870246" y="18626"/>
                  <a:pt x="870325" y="18395"/>
                  <a:pt x="870484" y="18196"/>
                </a:cubicBezTo>
                <a:cubicBezTo>
                  <a:pt x="870642" y="17998"/>
                  <a:pt x="870914" y="17826"/>
                  <a:pt x="871297" y="17680"/>
                </a:cubicBezTo>
                <a:cubicBezTo>
                  <a:pt x="871681" y="17535"/>
                  <a:pt x="872190" y="17422"/>
                  <a:pt x="872825" y="17343"/>
                </a:cubicBezTo>
                <a:cubicBezTo>
                  <a:pt x="873460" y="17264"/>
                  <a:pt x="874267" y="17224"/>
                  <a:pt x="875246" y="17224"/>
                </a:cubicBezTo>
                <a:cubicBezTo>
                  <a:pt x="876225" y="17224"/>
                  <a:pt x="877032" y="17264"/>
                  <a:pt x="877667" y="17343"/>
                </a:cubicBezTo>
                <a:cubicBezTo>
                  <a:pt x="878302" y="17422"/>
                  <a:pt x="878811" y="17535"/>
                  <a:pt x="879195" y="17680"/>
                </a:cubicBezTo>
                <a:cubicBezTo>
                  <a:pt x="879578" y="17826"/>
                  <a:pt x="879850" y="17998"/>
                  <a:pt x="880008" y="18196"/>
                </a:cubicBezTo>
                <a:cubicBezTo>
                  <a:pt x="880167" y="18395"/>
                  <a:pt x="880246" y="18626"/>
                  <a:pt x="880246" y="18891"/>
                </a:cubicBezTo>
                <a:lnTo>
                  <a:pt x="880246" y="54212"/>
                </a:lnTo>
                <a:moveTo>
                  <a:pt x="881001" y="6826"/>
                </a:moveTo>
                <a:cubicBezTo>
                  <a:pt x="881001" y="8837"/>
                  <a:pt x="880590" y="10226"/>
                  <a:pt x="879770" y="10993"/>
                </a:cubicBezTo>
                <a:cubicBezTo>
                  <a:pt x="878950" y="11760"/>
                  <a:pt x="877429" y="12144"/>
                  <a:pt x="875206" y="12144"/>
                </a:cubicBezTo>
                <a:cubicBezTo>
                  <a:pt x="872957" y="12144"/>
                  <a:pt x="871443" y="11774"/>
                  <a:pt x="870662" y="11033"/>
                </a:cubicBezTo>
                <a:cubicBezTo>
                  <a:pt x="869882" y="10292"/>
                  <a:pt x="869491" y="8956"/>
                  <a:pt x="869491" y="7024"/>
                </a:cubicBezTo>
                <a:cubicBezTo>
                  <a:pt x="869491" y="5014"/>
                  <a:pt x="869895" y="3618"/>
                  <a:pt x="870702" y="2838"/>
                </a:cubicBezTo>
                <a:cubicBezTo>
                  <a:pt x="871509" y="2057"/>
                  <a:pt x="873037" y="1667"/>
                  <a:pt x="875286" y="1667"/>
                </a:cubicBezTo>
                <a:cubicBezTo>
                  <a:pt x="877508" y="1667"/>
                  <a:pt x="879016" y="2044"/>
                  <a:pt x="879810" y="2798"/>
                </a:cubicBezTo>
                <a:cubicBezTo>
                  <a:pt x="880604" y="3552"/>
                  <a:pt x="881001" y="4895"/>
                  <a:pt x="881001" y="6826"/>
                </a:cubicBezTo>
                <a:close/>
                <a:moveTo>
                  <a:pt x="921160" y="53497"/>
                </a:moveTo>
                <a:cubicBezTo>
                  <a:pt x="921371" y="53947"/>
                  <a:pt x="921470" y="54317"/>
                  <a:pt x="921457" y="54608"/>
                </a:cubicBezTo>
                <a:cubicBezTo>
                  <a:pt x="921444" y="54899"/>
                  <a:pt x="921252" y="55138"/>
                  <a:pt x="920882" y="55323"/>
                </a:cubicBezTo>
                <a:cubicBezTo>
                  <a:pt x="920511" y="55508"/>
                  <a:pt x="919942" y="55634"/>
                  <a:pt x="919175" y="55700"/>
                </a:cubicBezTo>
                <a:cubicBezTo>
                  <a:pt x="918408" y="55766"/>
                  <a:pt x="917389" y="55799"/>
                  <a:pt x="916119" y="55799"/>
                </a:cubicBezTo>
                <a:cubicBezTo>
                  <a:pt x="914929" y="55799"/>
                  <a:pt x="913970" y="55779"/>
                  <a:pt x="913242" y="55740"/>
                </a:cubicBezTo>
                <a:cubicBezTo>
                  <a:pt x="912515" y="55700"/>
                  <a:pt x="911946" y="55620"/>
                  <a:pt x="911536" y="55501"/>
                </a:cubicBezTo>
                <a:cubicBezTo>
                  <a:pt x="911126" y="55382"/>
                  <a:pt x="910821" y="55237"/>
                  <a:pt x="910623" y="55065"/>
                </a:cubicBezTo>
                <a:cubicBezTo>
                  <a:pt x="910424" y="54893"/>
                  <a:pt x="910272" y="54675"/>
                  <a:pt x="910166" y="54410"/>
                </a:cubicBezTo>
                <a:lnTo>
                  <a:pt x="903618" y="41829"/>
                </a:lnTo>
                <a:lnTo>
                  <a:pt x="897070" y="54410"/>
                </a:lnTo>
                <a:cubicBezTo>
                  <a:pt x="896964" y="54675"/>
                  <a:pt x="896819" y="54893"/>
                  <a:pt x="896633" y="55065"/>
                </a:cubicBezTo>
                <a:cubicBezTo>
                  <a:pt x="896448" y="55237"/>
                  <a:pt x="896164" y="55382"/>
                  <a:pt x="895780" y="55501"/>
                </a:cubicBezTo>
                <a:cubicBezTo>
                  <a:pt x="895396" y="55620"/>
                  <a:pt x="894861" y="55700"/>
                  <a:pt x="894173" y="55740"/>
                </a:cubicBezTo>
                <a:cubicBezTo>
                  <a:pt x="893485" y="55779"/>
                  <a:pt x="892585" y="55799"/>
                  <a:pt x="891474" y="55799"/>
                </a:cubicBezTo>
                <a:cubicBezTo>
                  <a:pt x="890310" y="55799"/>
                  <a:pt x="889384" y="55766"/>
                  <a:pt x="888696" y="55700"/>
                </a:cubicBezTo>
                <a:cubicBezTo>
                  <a:pt x="888008" y="55634"/>
                  <a:pt x="887506" y="55508"/>
                  <a:pt x="887188" y="55323"/>
                </a:cubicBezTo>
                <a:cubicBezTo>
                  <a:pt x="886871" y="55138"/>
                  <a:pt x="886705" y="54899"/>
                  <a:pt x="886692" y="54608"/>
                </a:cubicBezTo>
                <a:cubicBezTo>
                  <a:pt x="886679" y="54317"/>
                  <a:pt x="886791" y="53947"/>
                  <a:pt x="887029" y="53497"/>
                </a:cubicBezTo>
                <a:lnTo>
                  <a:pt x="896832" y="36075"/>
                </a:lnTo>
                <a:lnTo>
                  <a:pt x="887783" y="19724"/>
                </a:lnTo>
                <a:cubicBezTo>
                  <a:pt x="887545" y="19248"/>
                  <a:pt x="887420" y="18844"/>
                  <a:pt x="887406" y="18514"/>
                </a:cubicBezTo>
                <a:cubicBezTo>
                  <a:pt x="887393" y="18183"/>
                  <a:pt x="887558" y="17925"/>
                  <a:pt x="887902" y="17740"/>
                </a:cubicBezTo>
                <a:cubicBezTo>
                  <a:pt x="888246" y="17555"/>
                  <a:pt x="888795" y="17422"/>
                  <a:pt x="889549" y="17343"/>
                </a:cubicBezTo>
                <a:cubicBezTo>
                  <a:pt x="890303" y="17264"/>
                  <a:pt x="891329" y="17224"/>
                  <a:pt x="892625" y="17224"/>
                </a:cubicBezTo>
                <a:cubicBezTo>
                  <a:pt x="893789" y="17224"/>
                  <a:pt x="894722" y="17244"/>
                  <a:pt x="895423" y="17283"/>
                </a:cubicBezTo>
                <a:cubicBezTo>
                  <a:pt x="896124" y="17323"/>
                  <a:pt x="896673" y="17383"/>
                  <a:pt x="897070" y="17462"/>
                </a:cubicBezTo>
                <a:cubicBezTo>
                  <a:pt x="897467" y="17541"/>
                  <a:pt x="897758" y="17667"/>
                  <a:pt x="897943" y="17839"/>
                </a:cubicBezTo>
                <a:cubicBezTo>
                  <a:pt x="898128" y="18011"/>
                  <a:pt x="898287" y="18229"/>
                  <a:pt x="898419" y="18494"/>
                </a:cubicBezTo>
                <a:lnTo>
                  <a:pt x="904729" y="30320"/>
                </a:lnTo>
                <a:lnTo>
                  <a:pt x="911000" y="18494"/>
                </a:lnTo>
                <a:cubicBezTo>
                  <a:pt x="911079" y="18282"/>
                  <a:pt x="911198" y="18097"/>
                  <a:pt x="911357" y="17938"/>
                </a:cubicBezTo>
                <a:cubicBezTo>
                  <a:pt x="911516" y="17779"/>
                  <a:pt x="911767" y="17647"/>
                  <a:pt x="912111" y="17541"/>
                </a:cubicBezTo>
                <a:cubicBezTo>
                  <a:pt x="912455" y="17436"/>
                  <a:pt x="912925" y="17356"/>
                  <a:pt x="913520" y="17303"/>
                </a:cubicBezTo>
                <a:cubicBezTo>
                  <a:pt x="914115" y="17250"/>
                  <a:pt x="914929" y="17224"/>
                  <a:pt x="915961" y="17224"/>
                </a:cubicBezTo>
                <a:cubicBezTo>
                  <a:pt x="917125" y="17224"/>
                  <a:pt x="918057" y="17250"/>
                  <a:pt x="918759" y="17303"/>
                </a:cubicBezTo>
                <a:cubicBezTo>
                  <a:pt x="919460" y="17356"/>
                  <a:pt x="919962" y="17475"/>
                  <a:pt x="920267" y="17660"/>
                </a:cubicBezTo>
                <a:cubicBezTo>
                  <a:pt x="920571" y="17846"/>
                  <a:pt x="920716" y="18104"/>
                  <a:pt x="920703" y="18434"/>
                </a:cubicBezTo>
                <a:cubicBezTo>
                  <a:pt x="920690" y="18765"/>
                  <a:pt x="920538" y="19195"/>
                  <a:pt x="920247" y="19724"/>
                </a:cubicBezTo>
                <a:lnTo>
                  <a:pt x="911436" y="35797"/>
                </a:lnTo>
                <a:lnTo>
                  <a:pt x="921160" y="53497"/>
                </a:lnTo>
                <a:close/>
                <a:moveTo>
                  <a:pt x="958525" y="35473"/>
                </a:moveTo>
                <a:cubicBezTo>
                  <a:pt x="958525" y="36693"/>
                  <a:pt x="958253" y="37594"/>
                  <a:pt x="957711" y="38177"/>
                </a:cubicBezTo>
                <a:cubicBezTo>
                  <a:pt x="957169" y="38760"/>
                  <a:pt x="956421" y="39051"/>
                  <a:pt x="955469" y="39051"/>
                </a:cubicBezTo>
                <a:lnTo>
                  <a:pt x="933919" y="39051"/>
                </a:lnTo>
                <a:cubicBezTo>
                  <a:pt x="933919" y="40565"/>
                  <a:pt x="934098" y="41940"/>
                  <a:pt x="934455" y="43175"/>
                </a:cubicBezTo>
                <a:cubicBezTo>
                  <a:pt x="934812" y="44410"/>
                  <a:pt x="935381" y="45460"/>
                  <a:pt x="936161" y="46324"/>
                </a:cubicBezTo>
                <a:cubicBezTo>
                  <a:pt x="936942" y="47187"/>
                  <a:pt x="937947" y="47844"/>
                  <a:pt x="939177" y="48296"/>
                </a:cubicBezTo>
                <a:cubicBezTo>
                  <a:pt x="940408" y="48747"/>
                  <a:pt x="941883" y="48973"/>
                  <a:pt x="943603" y="48973"/>
                </a:cubicBezTo>
                <a:cubicBezTo>
                  <a:pt x="945349" y="48973"/>
                  <a:pt x="946883" y="48845"/>
                  <a:pt x="948206" y="48590"/>
                </a:cubicBezTo>
                <a:cubicBezTo>
                  <a:pt x="949529" y="48334"/>
                  <a:pt x="950673" y="48052"/>
                  <a:pt x="951639" y="47743"/>
                </a:cubicBezTo>
                <a:cubicBezTo>
                  <a:pt x="952605" y="47433"/>
                  <a:pt x="953405" y="47151"/>
                  <a:pt x="954040" y="46896"/>
                </a:cubicBezTo>
                <a:cubicBezTo>
                  <a:pt x="954675" y="46640"/>
                  <a:pt x="955191" y="46512"/>
                  <a:pt x="955588" y="46512"/>
                </a:cubicBezTo>
                <a:cubicBezTo>
                  <a:pt x="955826" y="46512"/>
                  <a:pt x="956024" y="46559"/>
                  <a:pt x="956183" y="46653"/>
                </a:cubicBezTo>
                <a:cubicBezTo>
                  <a:pt x="956342" y="46745"/>
                  <a:pt x="956474" y="46911"/>
                  <a:pt x="956580" y="47151"/>
                </a:cubicBezTo>
                <a:cubicBezTo>
                  <a:pt x="956686" y="47390"/>
                  <a:pt x="956759" y="47729"/>
                  <a:pt x="956798" y="48168"/>
                </a:cubicBezTo>
                <a:cubicBezTo>
                  <a:pt x="956838" y="48607"/>
                  <a:pt x="956858" y="49159"/>
                  <a:pt x="956858" y="49824"/>
                </a:cubicBezTo>
                <a:cubicBezTo>
                  <a:pt x="956858" y="50409"/>
                  <a:pt x="956845" y="50908"/>
                  <a:pt x="956818" y="51321"/>
                </a:cubicBezTo>
                <a:cubicBezTo>
                  <a:pt x="956792" y="51732"/>
                  <a:pt x="956752" y="52085"/>
                  <a:pt x="956699" y="52377"/>
                </a:cubicBezTo>
                <a:cubicBezTo>
                  <a:pt x="956646" y="52670"/>
                  <a:pt x="956567" y="52916"/>
                  <a:pt x="956461" y="53116"/>
                </a:cubicBezTo>
                <a:cubicBezTo>
                  <a:pt x="956355" y="53316"/>
                  <a:pt x="956216" y="53508"/>
                  <a:pt x="956044" y="53694"/>
                </a:cubicBezTo>
                <a:cubicBezTo>
                  <a:pt x="955872" y="53880"/>
                  <a:pt x="955403" y="54132"/>
                  <a:pt x="954635" y="54450"/>
                </a:cubicBezTo>
                <a:cubicBezTo>
                  <a:pt x="953868" y="54767"/>
                  <a:pt x="952889" y="55078"/>
                  <a:pt x="951699" y="55382"/>
                </a:cubicBezTo>
                <a:cubicBezTo>
                  <a:pt x="950508" y="55687"/>
                  <a:pt x="949145" y="55951"/>
                  <a:pt x="947611" y="56176"/>
                </a:cubicBezTo>
                <a:cubicBezTo>
                  <a:pt x="946076" y="56401"/>
                  <a:pt x="944436" y="56513"/>
                  <a:pt x="942690" y="56513"/>
                </a:cubicBezTo>
                <a:cubicBezTo>
                  <a:pt x="939541" y="56513"/>
                  <a:pt x="936783" y="56116"/>
                  <a:pt x="934415" y="55320"/>
                </a:cubicBezTo>
                <a:cubicBezTo>
                  <a:pt x="932047" y="54525"/>
                  <a:pt x="930069" y="53319"/>
                  <a:pt x="928482" y="51701"/>
                </a:cubicBezTo>
                <a:cubicBezTo>
                  <a:pt x="926895" y="50084"/>
                  <a:pt x="925711" y="48043"/>
                  <a:pt x="924930" y="45579"/>
                </a:cubicBezTo>
                <a:cubicBezTo>
                  <a:pt x="924150" y="43113"/>
                  <a:pt x="923759" y="40223"/>
                  <a:pt x="923759" y="36910"/>
                </a:cubicBezTo>
                <a:cubicBezTo>
                  <a:pt x="923759" y="33755"/>
                  <a:pt x="924169" y="30911"/>
                  <a:pt x="924990" y="28379"/>
                </a:cubicBezTo>
                <a:cubicBezTo>
                  <a:pt x="925810" y="25848"/>
                  <a:pt x="927000" y="23701"/>
                  <a:pt x="928561" y="21938"/>
                </a:cubicBezTo>
                <a:cubicBezTo>
                  <a:pt x="930122" y="20174"/>
                  <a:pt x="932021" y="18829"/>
                  <a:pt x="934256" y="17901"/>
                </a:cubicBezTo>
                <a:cubicBezTo>
                  <a:pt x="936492" y="16973"/>
                  <a:pt x="939012" y="16510"/>
                  <a:pt x="941817" y="16510"/>
                </a:cubicBezTo>
                <a:cubicBezTo>
                  <a:pt x="944780" y="16510"/>
                  <a:pt x="947313" y="16947"/>
                  <a:pt x="949417" y="17822"/>
                </a:cubicBezTo>
                <a:cubicBezTo>
                  <a:pt x="951520" y="18696"/>
                  <a:pt x="953246" y="19909"/>
                  <a:pt x="954596" y="21459"/>
                </a:cubicBezTo>
                <a:cubicBezTo>
                  <a:pt x="955945" y="23009"/>
                  <a:pt x="956937" y="24845"/>
                  <a:pt x="957572" y="26966"/>
                </a:cubicBezTo>
                <a:cubicBezTo>
                  <a:pt x="958207" y="29086"/>
                  <a:pt x="958525" y="31392"/>
                  <a:pt x="958525" y="33883"/>
                </a:cubicBezTo>
                <a:lnTo>
                  <a:pt x="958525" y="35473"/>
                </a:lnTo>
                <a:moveTo>
                  <a:pt x="948841" y="32622"/>
                </a:moveTo>
                <a:cubicBezTo>
                  <a:pt x="948921" y="29805"/>
                  <a:pt x="948358" y="27593"/>
                  <a:pt x="947154" y="25986"/>
                </a:cubicBezTo>
                <a:cubicBezTo>
                  <a:pt x="945951" y="24378"/>
                  <a:pt x="944092" y="23574"/>
                  <a:pt x="941579" y="23574"/>
                </a:cubicBezTo>
                <a:cubicBezTo>
                  <a:pt x="940309" y="23574"/>
                  <a:pt x="939204" y="23813"/>
                  <a:pt x="938265" y="24292"/>
                </a:cubicBezTo>
                <a:cubicBezTo>
                  <a:pt x="937325" y="24770"/>
                  <a:pt x="936545" y="25414"/>
                  <a:pt x="935923" y="26225"/>
                </a:cubicBezTo>
                <a:cubicBezTo>
                  <a:pt x="935301" y="27036"/>
                  <a:pt x="934825" y="27992"/>
                  <a:pt x="934495" y="29095"/>
                </a:cubicBezTo>
                <a:cubicBezTo>
                  <a:pt x="934164" y="30197"/>
                  <a:pt x="933972" y="31373"/>
                  <a:pt x="933919" y="32622"/>
                </a:cubicBezTo>
                <a:lnTo>
                  <a:pt x="948841" y="32622"/>
                </a:lnTo>
                <a:close/>
                <a:moveTo>
                  <a:pt x="1000386" y="54210"/>
                </a:moveTo>
                <a:cubicBezTo>
                  <a:pt x="1000386" y="54501"/>
                  <a:pt x="1000320" y="54747"/>
                  <a:pt x="1000188" y="54946"/>
                </a:cubicBezTo>
                <a:cubicBezTo>
                  <a:pt x="1000056" y="55144"/>
                  <a:pt x="999831" y="55310"/>
                  <a:pt x="999513" y="55442"/>
                </a:cubicBezTo>
                <a:cubicBezTo>
                  <a:pt x="999196" y="55574"/>
                  <a:pt x="998766" y="55667"/>
                  <a:pt x="998223" y="55720"/>
                </a:cubicBezTo>
                <a:cubicBezTo>
                  <a:pt x="997681" y="55773"/>
                  <a:pt x="997013" y="55799"/>
                  <a:pt x="996219" y="55799"/>
                </a:cubicBezTo>
                <a:cubicBezTo>
                  <a:pt x="995373" y="55799"/>
                  <a:pt x="994685" y="55773"/>
                  <a:pt x="994155" y="55720"/>
                </a:cubicBezTo>
                <a:cubicBezTo>
                  <a:pt x="993626" y="55668"/>
                  <a:pt x="993196" y="55576"/>
                  <a:pt x="992866" y="55444"/>
                </a:cubicBezTo>
                <a:cubicBezTo>
                  <a:pt x="992535" y="55312"/>
                  <a:pt x="992297" y="55148"/>
                  <a:pt x="992151" y="54951"/>
                </a:cubicBezTo>
                <a:cubicBezTo>
                  <a:pt x="992006" y="54753"/>
                  <a:pt x="991933" y="54509"/>
                  <a:pt x="991933" y="54219"/>
                </a:cubicBezTo>
                <a:lnTo>
                  <a:pt x="991933" y="50310"/>
                </a:lnTo>
                <a:cubicBezTo>
                  <a:pt x="990107" y="52272"/>
                  <a:pt x="988196" y="53797"/>
                  <a:pt x="986198" y="54884"/>
                </a:cubicBezTo>
                <a:cubicBezTo>
                  <a:pt x="984201" y="55970"/>
                  <a:pt x="981985" y="56513"/>
                  <a:pt x="979551" y="56513"/>
                </a:cubicBezTo>
                <a:cubicBezTo>
                  <a:pt x="976852" y="56513"/>
                  <a:pt x="974570" y="55990"/>
                  <a:pt x="972705" y="54943"/>
                </a:cubicBezTo>
                <a:cubicBezTo>
                  <a:pt x="970840" y="53896"/>
                  <a:pt x="969318" y="52484"/>
                  <a:pt x="968141" y="50708"/>
                </a:cubicBezTo>
                <a:cubicBezTo>
                  <a:pt x="966964" y="48931"/>
                  <a:pt x="966110" y="46857"/>
                  <a:pt x="965581" y="44485"/>
                </a:cubicBezTo>
                <a:cubicBezTo>
                  <a:pt x="965052" y="42112"/>
                  <a:pt x="964788" y="39613"/>
                  <a:pt x="964788" y="36989"/>
                </a:cubicBezTo>
                <a:cubicBezTo>
                  <a:pt x="964788" y="33834"/>
                  <a:pt x="965125" y="30997"/>
                  <a:pt x="965800" y="28479"/>
                </a:cubicBezTo>
                <a:cubicBezTo>
                  <a:pt x="966474" y="25960"/>
                  <a:pt x="967460" y="23813"/>
                  <a:pt x="968756" y="22037"/>
                </a:cubicBezTo>
                <a:cubicBezTo>
                  <a:pt x="970053" y="20261"/>
                  <a:pt x="971667" y="18896"/>
                  <a:pt x="973598" y="17942"/>
                </a:cubicBezTo>
                <a:cubicBezTo>
                  <a:pt x="975529" y="16987"/>
                  <a:pt x="977752" y="16510"/>
                  <a:pt x="980265" y="16510"/>
                </a:cubicBezTo>
                <a:cubicBezTo>
                  <a:pt x="982250" y="16510"/>
                  <a:pt x="984049" y="16914"/>
                  <a:pt x="985663" y="17722"/>
                </a:cubicBezTo>
                <a:cubicBezTo>
                  <a:pt x="987277" y="18531"/>
                  <a:pt x="988877" y="19718"/>
                  <a:pt x="990465" y="21282"/>
                </a:cubicBezTo>
                <a:lnTo>
                  <a:pt x="990465" y="2105"/>
                </a:lnTo>
                <a:cubicBezTo>
                  <a:pt x="990465" y="1839"/>
                  <a:pt x="990537" y="1601"/>
                  <a:pt x="990683" y="1389"/>
                </a:cubicBezTo>
                <a:cubicBezTo>
                  <a:pt x="990828" y="1177"/>
                  <a:pt x="991093" y="999"/>
                  <a:pt x="991477" y="853"/>
                </a:cubicBezTo>
                <a:cubicBezTo>
                  <a:pt x="991860" y="708"/>
                  <a:pt x="992370" y="595"/>
                  <a:pt x="993005" y="516"/>
                </a:cubicBezTo>
                <a:cubicBezTo>
                  <a:pt x="993640" y="437"/>
                  <a:pt x="994447" y="397"/>
                  <a:pt x="995425" y="397"/>
                </a:cubicBezTo>
                <a:cubicBezTo>
                  <a:pt x="996404" y="397"/>
                  <a:pt x="997211" y="437"/>
                  <a:pt x="997846" y="516"/>
                </a:cubicBezTo>
                <a:cubicBezTo>
                  <a:pt x="998481" y="595"/>
                  <a:pt x="998984" y="708"/>
                  <a:pt x="999354" y="853"/>
                </a:cubicBezTo>
                <a:cubicBezTo>
                  <a:pt x="999725" y="999"/>
                  <a:pt x="999989" y="1178"/>
                  <a:pt x="1000148" y="1390"/>
                </a:cubicBezTo>
                <a:cubicBezTo>
                  <a:pt x="1000307" y="1602"/>
                  <a:pt x="1000386" y="1840"/>
                  <a:pt x="1000386" y="2105"/>
                </a:cubicBezTo>
                <a:lnTo>
                  <a:pt x="1000386" y="54210"/>
                </a:lnTo>
                <a:moveTo>
                  <a:pt x="990465" y="30546"/>
                </a:moveTo>
                <a:cubicBezTo>
                  <a:pt x="989036" y="28751"/>
                  <a:pt x="987667" y="27379"/>
                  <a:pt x="986357" y="26429"/>
                </a:cubicBezTo>
                <a:cubicBezTo>
                  <a:pt x="985047" y="25478"/>
                  <a:pt x="983678" y="25002"/>
                  <a:pt x="982250" y="25002"/>
                </a:cubicBezTo>
                <a:cubicBezTo>
                  <a:pt x="980953" y="25002"/>
                  <a:pt x="979835" y="25327"/>
                  <a:pt x="978896" y="25975"/>
                </a:cubicBezTo>
                <a:cubicBezTo>
                  <a:pt x="977957" y="26623"/>
                  <a:pt x="977203" y="27489"/>
                  <a:pt x="976634" y="28574"/>
                </a:cubicBezTo>
                <a:cubicBezTo>
                  <a:pt x="976065" y="29659"/>
                  <a:pt x="975642" y="30869"/>
                  <a:pt x="975364" y="32205"/>
                </a:cubicBezTo>
                <a:cubicBezTo>
                  <a:pt x="975086" y="33542"/>
                  <a:pt x="974947" y="34911"/>
                  <a:pt x="974947" y="36313"/>
                </a:cubicBezTo>
                <a:cubicBezTo>
                  <a:pt x="974947" y="37795"/>
                  <a:pt x="975066" y="39237"/>
                  <a:pt x="975304" y="40639"/>
                </a:cubicBezTo>
                <a:cubicBezTo>
                  <a:pt x="975543" y="42041"/>
                  <a:pt x="975933" y="43291"/>
                  <a:pt x="976475" y="44389"/>
                </a:cubicBezTo>
                <a:cubicBezTo>
                  <a:pt x="977018" y="45487"/>
                  <a:pt x="977739" y="46367"/>
                  <a:pt x="978638" y="47028"/>
                </a:cubicBezTo>
                <a:cubicBezTo>
                  <a:pt x="979538" y="47690"/>
                  <a:pt x="980675" y="48021"/>
                  <a:pt x="982051" y="48021"/>
                </a:cubicBezTo>
                <a:cubicBezTo>
                  <a:pt x="982739" y="48021"/>
                  <a:pt x="983407" y="47922"/>
                  <a:pt x="984055" y="47724"/>
                </a:cubicBezTo>
                <a:cubicBezTo>
                  <a:pt x="984704" y="47526"/>
                  <a:pt x="985365" y="47202"/>
                  <a:pt x="986040" y="46753"/>
                </a:cubicBezTo>
                <a:cubicBezTo>
                  <a:pt x="986714" y="46304"/>
                  <a:pt x="987409" y="45717"/>
                  <a:pt x="988123" y="44991"/>
                </a:cubicBezTo>
                <a:cubicBezTo>
                  <a:pt x="988838" y="44264"/>
                  <a:pt x="989618" y="43373"/>
                  <a:pt x="990465" y="42317"/>
                </a:cubicBezTo>
                <a:lnTo>
                  <a:pt x="990465" y="30546"/>
                </a:lnTo>
                <a:close/>
                <a:moveTo>
                  <a:pt x="1020318" y="49886"/>
                </a:moveTo>
                <a:cubicBezTo>
                  <a:pt x="1020318" y="50706"/>
                  <a:pt x="1020279" y="51460"/>
                  <a:pt x="1020199" y="52148"/>
                </a:cubicBezTo>
                <a:cubicBezTo>
                  <a:pt x="1020120" y="52836"/>
                  <a:pt x="1019987" y="53484"/>
                  <a:pt x="1019802" y="54093"/>
                </a:cubicBezTo>
                <a:cubicBezTo>
                  <a:pt x="1019617" y="54701"/>
                  <a:pt x="1019372" y="55303"/>
                  <a:pt x="1019068" y="55898"/>
                </a:cubicBezTo>
                <a:cubicBezTo>
                  <a:pt x="1018764" y="56494"/>
                  <a:pt x="1018387" y="57122"/>
                  <a:pt x="1017937" y="57783"/>
                </a:cubicBezTo>
                <a:lnTo>
                  <a:pt x="1012500" y="65959"/>
                </a:lnTo>
                <a:cubicBezTo>
                  <a:pt x="1012368" y="66144"/>
                  <a:pt x="1012216" y="66303"/>
                  <a:pt x="1012044" y="66435"/>
                </a:cubicBezTo>
                <a:cubicBezTo>
                  <a:pt x="1011872" y="66567"/>
                  <a:pt x="1011660" y="66686"/>
                  <a:pt x="1011409" y="66792"/>
                </a:cubicBezTo>
                <a:cubicBezTo>
                  <a:pt x="1011157" y="66898"/>
                  <a:pt x="1010866" y="66971"/>
                  <a:pt x="1010536" y="67010"/>
                </a:cubicBezTo>
                <a:cubicBezTo>
                  <a:pt x="1010205" y="67050"/>
                  <a:pt x="1009788" y="67070"/>
                  <a:pt x="1009285" y="67070"/>
                </a:cubicBezTo>
                <a:cubicBezTo>
                  <a:pt x="1008836" y="67070"/>
                  <a:pt x="1008459" y="67050"/>
                  <a:pt x="1008154" y="67010"/>
                </a:cubicBezTo>
                <a:cubicBezTo>
                  <a:pt x="1007850" y="66971"/>
                  <a:pt x="1007632" y="66905"/>
                  <a:pt x="1007500" y="66812"/>
                </a:cubicBezTo>
                <a:cubicBezTo>
                  <a:pt x="1007367" y="66719"/>
                  <a:pt x="1007294" y="66594"/>
                  <a:pt x="1007281" y="66435"/>
                </a:cubicBezTo>
                <a:cubicBezTo>
                  <a:pt x="1007268" y="66276"/>
                  <a:pt x="1007314" y="66091"/>
                  <a:pt x="1007420" y="65879"/>
                </a:cubicBezTo>
                <a:lnTo>
                  <a:pt x="1012698" y="54966"/>
                </a:lnTo>
                <a:lnTo>
                  <a:pt x="1012698" y="49886"/>
                </a:lnTo>
                <a:cubicBezTo>
                  <a:pt x="1012698" y="49171"/>
                  <a:pt x="1012771" y="48603"/>
                  <a:pt x="1012917" y="48179"/>
                </a:cubicBezTo>
                <a:cubicBezTo>
                  <a:pt x="1013062" y="47756"/>
                  <a:pt x="1013294" y="47438"/>
                  <a:pt x="1013611" y="47227"/>
                </a:cubicBezTo>
                <a:cubicBezTo>
                  <a:pt x="1013929" y="47015"/>
                  <a:pt x="1014326" y="46870"/>
                  <a:pt x="1014802" y="46790"/>
                </a:cubicBezTo>
                <a:cubicBezTo>
                  <a:pt x="1015278" y="46711"/>
                  <a:pt x="1015860" y="46671"/>
                  <a:pt x="1016548" y="46671"/>
                </a:cubicBezTo>
                <a:cubicBezTo>
                  <a:pt x="1017209" y="46671"/>
                  <a:pt x="1017778" y="46711"/>
                  <a:pt x="1018255" y="46790"/>
                </a:cubicBezTo>
                <a:cubicBezTo>
                  <a:pt x="1018731" y="46870"/>
                  <a:pt x="1019121" y="47015"/>
                  <a:pt x="1019425" y="47227"/>
                </a:cubicBezTo>
                <a:cubicBezTo>
                  <a:pt x="1019730" y="47438"/>
                  <a:pt x="1019954" y="47756"/>
                  <a:pt x="1020100" y="48179"/>
                </a:cubicBezTo>
                <a:cubicBezTo>
                  <a:pt x="1020245" y="48603"/>
                  <a:pt x="1020318" y="49171"/>
                  <a:pt x="1020318" y="49886"/>
                </a:cubicBezTo>
                <a:close/>
                <a:moveTo>
                  <a:pt x="1055025" y="54569"/>
                </a:moveTo>
                <a:cubicBezTo>
                  <a:pt x="1055025" y="54780"/>
                  <a:pt x="1054973" y="54959"/>
                  <a:pt x="1054867" y="55105"/>
                </a:cubicBezTo>
                <a:cubicBezTo>
                  <a:pt x="1054761" y="55250"/>
                  <a:pt x="1054589" y="55376"/>
                  <a:pt x="1054351" y="55482"/>
                </a:cubicBezTo>
                <a:cubicBezTo>
                  <a:pt x="1054113" y="55587"/>
                  <a:pt x="1053782" y="55667"/>
                  <a:pt x="1053359" y="55720"/>
                </a:cubicBezTo>
                <a:cubicBezTo>
                  <a:pt x="1052935" y="55773"/>
                  <a:pt x="1052393" y="55799"/>
                  <a:pt x="1051731" y="55799"/>
                </a:cubicBezTo>
                <a:cubicBezTo>
                  <a:pt x="1051096" y="55799"/>
                  <a:pt x="1050567" y="55773"/>
                  <a:pt x="1050144" y="55720"/>
                </a:cubicBezTo>
                <a:cubicBezTo>
                  <a:pt x="1049721" y="55667"/>
                  <a:pt x="1049383" y="55587"/>
                  <a:pt x="1049132" y="55482"/>
                </a:cubicBezTo>
                <a:cubicBezTo>
                  <a:pt x="1048881" y="55376"/>
                  <a:pt x="1048709" y="55250"/>
                  <a:pt x="1048616" y="55105"/>
                </a:cubicBezTo>
                <a:cubicBezTo>
                  <a:pt x="1048523" y="54959"/>
                  <a:pt x="1048477" y="54780"/>
                  <a:pt x="1048477" y="54569"/>
                </a:cubicBezTo>
                <a:lnTo>
                  <a:pt x="1048477" y="18851"/>
                </a:lnTo>
                <a:cubicBezTo>
                  <a:pt x="1048477" y="18666"/>
                  <a:pt x="1048523" y="18494"/>
                  <a:pt x="1048616" y="18335"/>
                </a:cubicBezTo>
                <a:cubicBezTo>
                  <a:pt x="1048709" y="18176"/>
                  <a:pt x="1048881" y="18044"/>
                  <a:pt x="1049132" y="17938"/>
                </a:cubicBezTo>
                <a:cubicBezTo>
                  <a:pt x="1049383" y="17832"/>
                  <a:pt x="1049721" y="17753"/>
                  <a:pt x="1050144" y="17700"/>
                </a:cubicBezTo>
                <a:cubicBezTo>
                  <a:pt x="1050567" y="17647"/>
                  <a:pt x="1051096" y="17621"/>
                  <a:pt x="1051731" y="17621"/>
                </a:cubicBezTo>
                <a:cubicBezTo>
                  <a:pt x="1052393" y="17621"/>
                  <a:pt x="1052935" y="17647"/>
                  <a:pt x="1053359" y="17700"/>
                </a:cubicBezTo>
                <a:cubicBezTo>
                  <a:pt x="1053782" y="17753"/>
                  <a:pt x="1054113" y="17832"/>
                  <a:pt x="1054351" y="17938"/>
                </a:cubicBezTo>
                <a:cubicBezTo>
                  <a:pt x="1054589" y="18044"/>
                  <a:pt x="1054761" y="18176"/>
                  <a:pt x="1054867" y="18335"/>
                </a:cubicBezTo>
                <a:cubicBezTo>
                  <a:pt x="1054973" y="18494"/>
                  <a:pt x="1055025" y="18666"/>
                  <a:pt x="1055025" y="18851"/>
                </a:cubicBezTo>
                <a:lnTo>
                  <a:pt x="1055025" y="54569"/>
                </a:lnTo>
                <a:moveTo>
                  <a:pt x="1055779" y="6747"/>
                </a:moveTo>
                <a:cubicBezTo>
                  <a:pt x="1055779" y="8281"/>
                  <a:pt x="1055488" y="9326"/>
                  <a:pt x="1054906" y="9882"/>
                </a:cubicBezTo>
                <a:cubicBezTo>
                  <a:pt x="1054324" y="10438"/>
                  <a:pt x="1053253" y="10715"/>
                  <a:pt x="1051692" y="10715"/>
                </a:cubicBezTo>
                <a:cubicBezTo>
                  <a:pt x="1050157" y="10715"/>
                  <a:pt x="1049106" y="10444"/>
                  <a:pt x="1048537" y="9902"/>
                </a:cubicBezTo>
                <a:cubicBezTo>
                  <a:pt x="1047968" y="9359"/>
                  <a:pt x="1047683" y="8334"/>
                  <a:pt x="1047683" y="6826"/>
                </a:cubicBezTo>
                <a:cubicBezTo>
                  <a:pt x="1047683" y="5292"/>
                  <a:pt x="1047974" y="4246"/>
                  <a:pt x="1048557" y="3691"/>
                </a:cubicBezTo>
                <a:cubicBezTo>
                  <a:pt x="1049139" y="3135"/>
                  <a:pt x="1050210" y="2857"/>
                  <a:pt x="1051771" y="2857"/>
                </a:cubicBezTo>
                <a:cubicBezTo>
                  <a:pt x="1053306" y="2857"/>
                  <a:pt x="1054357" y="3129"/>
                  <a:pt x="1054926" y="3671"/>
                </a:cubicBezTo>
                <a:cubicBezTo>
                  <a:pt x="1055495" y="4213"/>
                  <a:pt x="1055779" y="5239"/>
                  <a:pt x="1055779" y="6747"/>
                </a:cubicBezTo>
                <a:close/>
                <a:moveTo>
                  <a:pt x="1097993" y="54569"/>
                </a:moveTo>
                <a:cubicBezTo>
                  <a:pt x="1097993" y="54780"/>
                  <a:pt x="1097940" y="54959"/>
                  <a:pt x="1097834" y="55105"/>
                </a:cubicBezTo>
                <a:cubicBezTo>
                  <a:pt x="1097728" y="55250"/>
                  <a:pt x="1097556" y="55376"/>
                  <a:pt x="1097318" y="55482"/>
                </a:cubicBezTo>
                <a:cubicBezTo>
                  <a:pt x="1097080" y="55587"/>
                  <a:pt x="1096750" y="55667"/>
                  <a:pt x="1096326" y="55720"/>
                </a:cubicBezTo>
                <a:cubicBezTo>
                  <a:pt x="1095903" y="55773"/>
                  <a:pt x="1095374" y="55799"/>
                  <a:pt x="1094739" y="55799"/>
                </a:cubicBezTo>
                <a:cubicBezTo>
                  <a:pt x="1094077" y="55799"/>
                  <a:pt x="1093535" y="55773"/>
                  <a:pt x="1093112" y="55720"/>
                </a:cubicBezTo>
                <a:cubicBezTo>
                  <a:pt x="1092688" y="55667"/>
                  <a:pt x="1092358" y="55587"/>
                  <a:pt x="1092119" y="55482"/>
                </a:cubicBezTo>
                <a:cubicBezTo>
                  <a:pt x="1091881" y="55376"/>
                  <a:pt x="1091709" y="55250"/>
                  <a:pt x="1091604" y="55105"/>
                </a:cubicBezTo>
                <a:cubicBezTo>
                  <a:pt x="1091498" y="54959"/>
                  <a:pt x="1091445" y="54780"/>
                  <a:pt x="1091445" y="54569"/>
                </a:cubicBezTo>
                <a:lnTo>
                  <a:pt x="1091445" y="33654"/>
                </a:lnTo>
                <a:cubicBezTo>
                  <a:pt x="1091445" y="31617"/>
                  <a:pt x="1091286" y="29976"/>
                  <a:pt x="1090969" y="28733"/>
                </a:cubicBezTo>
                <a:cubicBezTo>
                  <a:pt x="1090651" y="27489"/>
                  <a:pt x="1090188" y="26418"/>
                  <a:pt x="1089580" y="25518"/>
                </a:cubicBezTo>
                <a:cubicBezTo>
                  <a:pt x="1088971" y="24619"/>
                  <a:pt x="1088184" y="23931"/>
                  <a:pt x="1087218" y="23455"/>
                </a:cubicBezTo>
                <a:cubicBezTo>
                  <a:pt x="1086252" y="22978"/>
                  <a:pt x="1085135" y="22740"/>
                  <a:pt x="1083865" y="22740"/>
                </a:cubicBezTo>
                <a:cubicBezTo>
                  <a:pt x="1082224" y="22740"/>
                  <a:pt x="1080584" y="23322"/>
                  <a:pt x="1078944" y="24486"/>
                </a:cubicBezTo>
                <a:cubicBezTo>
                  <a:pt x="1077303" y="25651"/>
                  <a:pt x="1075583" y="27357"/>
                  <a:pt x="1073784" y="29606"/>
                </a:cubicBezTo>
                <a:lnTo>
                  <a:pt x="1073784" y="54569"/>
                </a:lnTo>
                <a:cubicBezTo>
                  <a:pt x="1073784" y="54780"/>
                  <a:pt x="1073731" y="54959"/>
                  <a:pt x="1073626" y="55105"/>
                </a:cubicBezTo>
                <a:cubicBezTo>
                  <a:pt x="1073520" y="55250"/>
                  <a:pt x="1073348" y="55376"/>
                  <a:pt x="1073110" y="55482"/>
                </a:cubicBezTo>
                <a:cubicBezTo>
                  <a:pt x="1072872" y="55587"/>
                  <a:pt x="1072541" y="55667"/>
                  <a:pt x="1072118" y="55720"/>
                </a:cubicBezTo>
                <a:cubicBezTo>
                  <a:pt x="1071694" y="55773"/>
                  <a:pt x="1071152" y="55799"/>
                  <a:pt x="1070490" y="55799"/>
                </a:cubicBezTo>
                <a:cubicBezTo>
                  <a:pt x="1069855" y="55799"/>
                  <a:pt x="1069326" y="55773"/>
                  <a:pt x="1068903" y="55720"/>
                </a:cubicBezTo>
                <a:cubicBezTo>
                  <a:pt x="1068480" y="55667"/>
                  <a:pt x="1068142" y="55587"/>
                  <a:pt x="1067891" y="55482"/>
                </a:cubicBezTo>
                <a:cubicBezTo>
                  <a:pt x="1067640" y="55376"/>
                  <a:pt x="1067468" y="55250"/>
                  <a:pt x="1067375" y="55105"/>
                </a:cubicBezTo>
                <a:cubicBezTo>
                  <a:pt x="1067282" y="54959"/>
                  <a:pt x="1067236" y="54780"/>
                  <a:pt x="1067236" y="54569"/>
                </a:cubicBezTo>
                <a:lnTo>
                  <a:pt x="1067236" y="18851"/>
                </a:lnTo>
                <a:cubicBezTo>
                  <a:pt x="1067236" y="18639"/>
                  <a:pt x="1067276" y="18461"/>
                  <a:pt x="1067355" y="18315"/>
                </a:cubicBezTo>
                <a:cubicBezTo>
                  <a:pt x="1067435" y="18170"/>
                  <a:pt x="1067593" y="18037"/>
                  <a:pt x="1067831" y="17918"/>
                </a:cubicBezTo>
                <a:cubicBezTo>
                  <a:pt x="1068070" y="17799"/>
                  <a:pt x="1068374" y="17720"/>
                  <a:pt x="1068744" y="17680"/>
                </a:cubicBezTo>
                <a:cubicBezTo>
                  <a:pt x="1069115" y="17641"/>
                  <a:pt x="1069604" y="17621"/>
                  <a:pt x="1070213" y="17621"/>
                </a:cubicBezTo>
                <a:cubicBezTo>
                  <a:pt x="1070795" y="17621"/>
                  <a:pt x="1071278" y="17641"/>
                  <a:pt x="1071661" y="17680"/>
                </a:cubicBezTo>
                <a:cubicBezTo>
                  <a:pt x="1072045" y="17720"/>
                  <a:pt x="1072342" y="17799"/>
                  <a:pt x="1072554" y="17918"/>
                </a:cubicBezTo>
                <a:cubicBezTo>
                  <a:pt x="1072766" y="18037"/>
                  <a:pt x="1072918" y="18170"/>
                  <a:pt x="1073010" y="18315"/>
                </a:cubicBezTo>
                <a:cubicBezTo>
                  <a:pt x="1073103" y="18461"/>
                  <a:pt x="1073149" y="18639"/>
                  <a:pt x="1073149" y="18851"/>
                </a:cubicBezTo>
                <a:lnTo>
                  <a:pt x="1073149" y="23574"/>
                </a:lnTo>
                <a:cubicBezTo>
                  <a:pt x="1075160" y="21325"/>
                  <a:pt x="1077164" y="19678"/>
                  <a:pt x="1079162" y="18633"/>
                </a:cubicBezTo>
                <a:cubicBezTo>
                  <a:pt x="1081159" y="17588"/>
                  <a:pt x="1083177" y="17065"/>
                  <a:pt x="1085214" y="17065"/>
                </a:cubicBezTo>
                <a:cubicBezTo>
                  <a:pt x="1087595" y="17065"/>
                  <a:pt x="1089599" y="17469"/>
                  <a:pt x="1091227" y="18276"/>
                </a:cubicBezTo>
                <a:cubicBezTo>
                  <a:pt x="1092854" y="19083"/>
                  <a:pt x="1094170" y="20161"/>
                  <a:pt x="1095175" y="21510"/>
                </a:cubicBezTo>
                <a:cubicBezTo>
                  <a:pt x="1096181" y="22859"/>
                  <a:pt x="1096902" y="24440"/>
                  <a:pt x="1097338" y="26253"/>
                </a:cubicBezTo>
                <a:cubicBezTo>
                  <a:pt x="1097775" y="28065"/>
                  <a:pt x="1097993" y="30241"/>
                  <a:pt x="1097993" y="32781"/>
                </a:cubicBezTo>
                <a:lnTo>
                  <a:pt x="1097993" y="54569"/>
                </a:lnTo>
                <a:close/>
                <a:moveTo>
                  <a:pt x="1135259" y="49171"/>
                </a:moveTo>
                <a:cubicBezTo>
                  <a:pt x="1135259" y="49621"/>
                  <a:pt x="1135246" y="50011"/>
                  <a:pt x="1135219" y="50342"/>
                </a:cubicBezTo>
                <a:cubicBezTo>
                  <a:pt x="1135193" y="50673"/>
                  <a:pt x="1135146" y="50951"/>
                  <a:pt x="1135080" y="51176"/>
                </a:cubicBezTo>
                <a:cubicBezTo>
                  <a:pt x="1135014" y="51400"/>
                  <a:pt x="1134935" y="51599"/>
                  <a:pt x="1134842" y="51771"/>
                </a:cubicBezTo>
                <a:cubicBezTo>
                  <a:pt x="1134749" y="51943"/>
                  <a:pt x="1134538" y="52194"/>
                  <a:pt x="1134207" y="52525"/>
                </a:cubicBezTo>
                <a:cubicBezTo>
                  <a:pt x="1133876" y="52856"/>
                  <a:pt x="1133314" y="53266"/>
                  <a:pt x="1132520" y="53755"/>
                </a:cubicBezTo>
                <a:cubicBezTo>
                  <a:pt x="1131727" y="54245"/>
                  <a:pt x="1130834" y="54681"/>
                  <a:pt x="1129842" y="55065"/>
                </a:cubicBezTo>
                <a:cubicBezTo>
                  <a:pt x="1128849" y="55448"/>
                  <a:pt x="1127771" y="55759"/>
                  <a:pt x="1126607" y="55997"/>
                </a:cubicBezTo>
                <a:cubicBezTo>
                  <a:pt x="1125443" y="56236"/>
                  <a:pt x="1124239" y="56355"/>
                  <a:pt x="1122996" y="56355"/>
                </a:cubicBezTo>
                <a:cubicBezTo>
                  <a:pt x="1120429" y="56355"/>
                  <a:pt x="1118154" y="55931"/>
                  <a:pt x="1116170" y="55082"/>
                </a:cubicBezTo>
                <a:cubicBezTo>
                  <a:pt x="1114185" y="54234"/>
                  <a:pt x="1112525" y="52995"/>
                  <a:pt x="1111189" y="51364"/>
                </a:cubicBezTo>
                <a:cubicBezTo>
                  <a:pt x="1109853" y="49734"/>
                  <a:pt x="1108834" y="47732"/>
                  <a:pt x="1108133" y="45359"/>
                </a:cubicBezTo>
                <a:cubicBezTo>
                  <a:pt x="1107432" y="42986"/>
                  <a:pt x="1107081" y="40249"/>
                  <a:pt x="1107081" y="37148"/>
                </a:cubicBezTo>
                <a:cubicBezTo>
                  <a:pt x="1107081" y="33621"/>
                  <a:pt x="1107511" y="30592"/>
                  <a:pt x="1108371" y="28061"/>
                </a:cubicBezTo>
                <a:cubicBezTo>
                  <a:pt x="1109231" y="25529"/>
                  <a:pt x="1110408" y="23455"/>
                  <a:pt x="1111903" y="21837"/>
                </a:cubicBezTo>
                <a:cubicBezTo>
                  <a:pt x="1113398" y="20220"/>
                  <a:pt x="1115158" y="19021"/>
                  <a:pt x="1117182" y="18238"/>
                </a:cubicBezTo>
                <a:cubicBezTo>
                  <a:pt x="1119206" y="17456"/>
                  <a:pt x="1121395" y="17065"/>
                  <a:pt x="1123750" y="17065"/>
                </a:cubicBezTo>
                <a:cubicBezTo>
                  <a:pt x="1124887" y="17065"/>
                  <a:pt x="1125992" y="17171"/>
                  <a:pt x="1127064" y="17383"/>
                </a:cubicBezTo>
                <a:cubicBezTo>
                  <a:pt x="1128135" y="17594"/>
                  <a:pt x="1129121" y="17872"/>
                  <a:pt x="1130020" y="18216"/>
                </a:cubicBezTo>
                <a:cubicBezTo>
                  <a:pt x="1130920" y="18560"/>
                  <a:pt x="1131720" y="18957"/>
                  <a:pt x="1132421" y="19407"/>
                </a:cubicBezTo>
                <a:cubicBezTo>
                  <a:pt x="1133122" y="19856"/>
                  <a:pt x="1133632" y="20240"/>
                  <a:pt x="1133949" y="20558"/>
                </a:cubicBezTo>
                <a:cubicBezTo>
                  <a:pt x="1134267" y="20875"/>
                  <a:pt x="1134485" y="21126"/>
                  <a:pt x="1134604" y="21312"/>
                </a:cubicBezTo>
                <a:cubicBezTo>
                  <a:pt x="1134723" y="21497"/>
                  <a:pt x="1134822" y="21715"/>
                  <a:pt x="1134902" y="21966"/>
                </a:cubicBezTo>
                <a:cubicBezTo>
                  <a:pt x="1134981" y="22218"/>
                  <a:pt x="1135034" y="22502"/>
                  <a:pt x="1135060" y="22820"/>
                </a:cubicBezTo>
                <a:cubicBezTo>
                  <a:pt x="1135087" y="23137"/>
                  <a:pt x="1135100" y="23534"/>
                  <a:pt x="1135100" y="24010"/>
                </a:cubicBezTo>
                <a:cubicBezTo>
                  <a:pt x="1135100" y="25042"/>
                  <a:pt x="1134981" y="25763"/>
                  <a:pt x="1134743" y="26173"/>
                </a:cubicBezTo>
                <a:cubicBezTo>
                  <a:pt x="1134505" y="26583"/>
                  <a:pt x="1134214" y="26788"/>
                  <a:pt x="1133870" y="26788"/>
                </a:cubicBezTo>
                <a:cubicBezTo>
                  <a:pt x="1133473" y="26788"/>
                  <a:pt x="1133016" y="26570"/>
                  <a:pt x="1132501" y="26133"/>
                </a:cubicBezTo>
                <a:cubicBezTo>
                  <a:pt x="1131985" y="25697"/>
                  <a:pt x="1131330" y="25214"/>
                  <a:pt x="1130536" y="24685"/>
                </a:cubicBezTo>
                <a:cubicBezTo>
                  <a:pt x="1129742" y="24156"/>
                  <a:pt x="1128783" y="23673"/>
                  <a:pt x="1127659" y="23236"/>
                </a:cubicBezTo>
                <a:cubicBezTo>
                  <a:pt x="1126534" y="22800"/>
                  <a:pt x="1125205" y="22582"/>
                  <a:pt x="1123670" y="22582"/>
                </a:cubicBezTo>
                <a:cubicBezTo>
                  <a:pt x="1120522" y="22582"/>
                  <a:pt x="1118108" y="23796"/>
                  <a:pt x="1116428" y="26224"/>
                </a:cubicBezTo>
                <a:cubicBezTo>
                  <a:pt x="1114748" y="28651"/>
                  <a:pt x="1113907" y="32173"/>
                  <a:pt x="1113907" y="36789"/>
                </a:cubicBezTo>
                <a:cubicBezTo>
                  <a:pt x="1113907" y="39098"/>
                  <a:pt x="1114126" y="41121"/>
                  <a:pt x="1114562" y="42859"/>
                </a:cubicBezTo>
                <a:cubicBezTo>
                  <a:pt x="1114999" y="44597"/>
                  <a:pt x="1115640" y="46049"/>
                  <a:pt x="1116487" y="47217"/>
                </a:cubicBezTo>
                <a:cubicBezTo>
                  <a:pt x="1117334" y="48384"/>
                  <a:pt x="1118372" y="49253"/>
                  <a:pt x="1119602" y="49824"/>
                </a:cubicBezTo>
                <a:cubicBezTo>
                  <a:pt x="1120833" y="50394"/>
                  <a:pt x="1122242" y="50680"/>
                  <a:pt x="1123829" y="50680"/>
                </a:cubicBezTo>
                <a:cubicBezTo>
                  <a:pt x="1125337" y="50680"/>
                  <a:pt x="1126660" y="50441"/>
                  <a:pt x="1127798" y="49965"/>
                </a:cubicBezTo>
                <a:cubicBezTo>
                  <a:pt x="1128935" y="49489"/>
                  <a:pt x="1129921" y="48966"/>
                  <a:pt x="1130754" y="48398"/>
                </a:cubicBezTo>
                <a:cubicBezTo>
                  <a:pt x="1131588" y="47829"/>
                  <a:pt x="1132289" y="47313"/>
                  <a:pt x="1132858" y="46850"/>
                </a:cubicBezTo>
                <a:cubicBezTo>
                  <a:pt x="1133427" y="46387"/>
                  <a:pt x="1133870" y="46155"/>
                  <a:pt x="1134187" y="46155"/>
                </a:cubicBezTo>
                <a:cubicBezTo>
                  <a:pt x="1134372" y="46155"/>
                  <a:pt x="1134531" y="46208"/>
                  <a:pt x="1134663" y="46314"/>
                </a:cubicBezTo>
                <a:cubicBezTo>
                  <a:pt x="1134796" y="46420"/>
                  <a:pt x="1134908" y="46598"/>
                  <a:pt x="1135001" y="46850"/>
                </a:cubicBezTo>
                <a:cubicBezTo>
                  <a:pt x="1135093" y="47101"/>
                  <a:pt x="1135160" y="47419"/>
                  <a:pt x="1135199" y="47802"/>
                </a:cubicBezTo>
                <a:cubicBezTo>
                  <a:pt x="1135239" y="48186"/>
                  <a:pt x="1135259" y="48642"/>
                  <a:pt x="1135259" y="49171"/>
                </a:cubicBezTo>
                <a:close/>
                <a:moveTo>
                  <a:pt x="1150185" y="54568"/>
                </a:moveTo>
                <a:cubicBezTo>
                  <a:pt x="1150185" y="54779"/>
                  <a:pt x="1150132" y="54958"/>
                  <a:pt x="1150027" y="55105"/>
                </a:cubicBezTo>
                <a:cubicBezTo>
                  <a:pt x="1149921" y="55250"/>
                  <a:pt x="1149749" y="55376"/>
                  <a:pt x="1149511" y="55482"/>
                </a:cubicBezTo>
                <a:cubicBezTo>
                  <a:pt x="1149273" y="55587"/>
                  <a:pt x="1148942" y="55667"/>
                  <a:pt x="1148519" y="55720"/>
                </a:cubicBezTo>
                <a:cubicBezTo>
                  <a:pt x="1148095" y="55773"/>
                  <a:pt x="1147553" y="55799"/>
                  <a:pt x="1146891" y="55799"/>
                </a:cubicBezTo>
                <a:cubicBezTo>
                  <a:pt x="1146256" y="55799"/>
                  <a:pt x="1145727" y="55773"/>
                  <a:pt x="1145304" y="55720"/>
                </a:cubicBezTo>
                <a:cubicBezTo>
                  <a:pt x="1144881" y="55667"/>
                  <a:pt x="1144543" y="55587"/>
                  <a:pt x="1144292" y="55482"/>
                </a:cubicBezTo>
                <a:cubicBezTo>
                  <a:pt x="1144041" y="55376"/>
                  <a:pt x="1143869" y="55250"/>
                  <a:pt x="1143776" y="55105"/>
                </a:cubicBezTo>
                <a:cubicBezTo>
                  <a:pt x="1143683" y="54958"/>
                  <a:pt x="1143637" y="54779"/>
                  <a:pt x="1143637" y="54568"/>
                </a:cubicBezTo>
                <a:lnTo>
                  <a:pt x="1143637" y="1509"/>
                </a:lnTo>
                <a:cubicBezTo>
                  <a:pt x="1143637" y="1298"/>
                  <a:pt x="1143683" y="1112"/>
                  <a:pt x="1143776" y="954"/>
                </a:cubicBezTo>
                <a:cubicBezTo>
                  <a:pt x="1143869" y="794"/>
                  <a:pt x="1144041" y="661"/>
                  <a:pt x="1144292" y="556"/>
                </a:cubicBezTo>
                <a:cubicBezTo>
                  <a:pt x="1144543" y="450"/>
                  <a:pt x="1144881" y="370"/>
                  <a:pt x="1145304" y="317"/>
                </a:cubicBezTo>
                <a:cubicBezTo>
                  <a:pt x="1145727" y="265"/>
                  <a:pt x="1146256" y="238"/>
                  <a:pt x="1146891" y="238"/>
                </a:cubicBezTo>
                <a:cubicBezTo>
                  <a:pt x="1147553" y="238"/>
                  <a:pt x="1148095" y="265"/>
                  <a:pt x="1148519" y="317"/>
                </a:cubicBezTo>
                <a:cubicBezTo>
                  <a:pt x="1148942" y="370"/>
                  <a:pt x="1149273" y="450"/>
                  <a:pt x="1149511" y="556"/>
                </a:cubicBezTo>
                <a:cubicBezTo>
                  <a:pt x="1149749" y="661"/>
                  <a:pt x="1149921" y="794"/>
                  <a:pt x="1150027" y="954"/>
                </a:cubicBezTo>
                <a:cubicBezTo>
                  <a:pt x="1150132" y="1112"/>
                  <a:pt x="1150185" y="1298"/>
                  <a:pt x="1150185" y="1509"/>
                </a:cubicBezTo>
                <a:lnTo>
                  <a:pt x="1150185" y="54568"/>
                </a:lnTo>
                <a:close/>
                <a:moveTo>
                  <a:pt x="1192994" y="54569"/>
                </a:moveTo>
                <a:cubicBezTo>
                  <a:pt x="1192994" y="54780"/>
                  <a:pt x="1192948" y="54959"/>
                  <a:pt x="1192855" y="55105"/>
                </a:cubicBezTo>
                <a:cubicBezTo>
                  <a:pt x="1192762" y="55250"/>
                  <a:pt x="1192597" y="55376"/>
                  <a:pt x="1192359" y="55482"/>
                </a:cubicBezTo>
                <a:cubicBezTo>
                  <a:pt x="1192121" y="55587"/>
                  <a:pt x="1191810" y="55667"/>
                  <a:pt x="1191426" y="55720"/>
                </a:cubicBezTo>
                <a:cubicBezTo>
                  <a:pt x="1191043" y="55773"/>
                  <a:pt x="1190573" y="55799"/>
                  <a:pt x="1190017" y="55799"/>
                </a:cubicBezTo>
                <a:cubicBezTo>
                  <a:pt x="1189409" y="55799"/>
                  <a:pt x="1188913" y="55773"/>
                  <a:pt x="1188529" y="55720"/>
                </a:cubicBezTo>
                <a:cubicBezTo>
                  <a:pt x="1188146" y="55667"/>
                  <a:pt x="1187841" y="55587"/>
                  <a:pt x="1187616" y="55482"/>
                </a:cubicBezTo>
                <a:cubicBezTo>
                  <a:pt x="1187392" y="55376"/>
                  <a:pt x="1187239" y="55250"/>
                  <a:pt x="1187160" y="55105"/>
                </a:cubicBezTo>
                <a:cubicBezTo>
                  <a:pt x="1187081" y="54959"/>
                  <a:pt x="1187041" y="54780"/>
                  <a:pt x="1187041" y="54569"/>
                </a:cubicBezTo>
                <a:lnTo>
                  <a:pt x="1187041" y="49846"/>
                </a:lnTo>
                <a:cubicBezTo>
                  <a:pt x="1185004" y="52109"/>
                  <a:pt x="1182993" y="53760"/>
                  <a:pt x="1181009" y="54798"/>
                </a:cubicBezTo>
                <a:cubicBezTo>
                  <a:pt x="1179024" y="55836"/>
                  <a:pt x="1177014" y="56355"/>
                  <a:pt x="1174976" y="56355"/>
                </a:cubicBezTo>
                <a:cubicBezTo>
                  <a:pt x="1172595" y="56355"/>
                  <a:pt x="1170591" y="55957"/>
                  <a:pt x="1168964" y="55163"/>
                </a:cubicBezTo>
                <a:cubicBezTo>
                  <a:pt x="1167337" y="54368"/>
                  <a:pt x="1166020" y="53289"/>
                  <a:pt x="1165015" y="51926"/>
                </a:cubicBezTo>
                <a:cubicBezTo>
                  <a:pt x="1164010" y="50562"/>
                  <a:pt x="1163289" y="48973"/>
                  <a:pt x="1162852" y="47159"/>
                </a:cubicBezTo>
                <a:cubicBezTo>
                  <a:pt x="1162416" y="45344"/>
                  <a:pt x="1162197" y="43139"/>
                  <a:pt x="1162197" y="40543"/>
                </a:cubicBezTo>
                <a:lnTo>
                  <a:pt x="1162197" y="18852"/>
                </a:lnTo>
                <a:cubicBezTo>
                  <a:pt x="1162197" y="18641"/>
                  <a:pt x="1162244" y="18462"/>
                  <a:pt x="1162336" y="18317"/>
                </a:cubicBezTo>
                <a:cubicBezTo>
                  <a:pt x="1162429" y="18170"/>
                  <a:pt x="1162607" y="18037"/>
                  <a:pt x="1162872" y="17918"/>
                </a:cubicBezTo>
                <a:cubicBezTo>
                  <a:pt x="1163137" y="17799"/>
                  <a:pt x="1163480" y="17720"/>
                  <a:pt x="1163904" y="17680"/>
                </a:cubicBezTo>
                <a:cubicBezTo>
                  <a:pt x="1164327" y="17641"/>
                  <a:pt x="1164856" y="17621"/>
                  <a:pt x="1165491" y="17621"/>
                </a:cubicBezTo>
                <a:cubicBezTo>
                  <a:pt x="1166126" y="17621"/>
                  <a:pt x="1166655" y="17641"/>
                  <a:pt x="1167079" y="17680"/>
                </a:cubicBezTo>
                <a:cubicBezTo>
                  <a:pt x="1167502" y="17720"/>
                  <a:pt x="1167839" y="17799"/>
                  <a:pt x="1168091" y="17918"/>
                </a:cubicBezTo>
                <a:cubicBezTo>
                  <a:pt x="1168342" y="18037"/>
                  <a:pt x="1168521" y="18170"/>
                  <a:pt x="1168626" y="18317"/>
                </a:cubicBezTo>
                <a:cubicBezTo>
                  <a:pt x="1168732" y="18462"/>
                  <a:pt x="1168785" y="18641"/>
                  <a:pt x="1168785" y="18852"/>
                </a:cubicBezTo>
                <a:lnTo>
                  <a:pt x="1168785" y="39673"/>
                </a:lnTo>
                <a:cubicBezTo>
                  <a:pt x="1168785" y="41765"/>
                  <a:pt x="1168937" y="43441"/>
                  <a:pt x="1169242" y="44699"/>
                </a:cubicBezTo>
                <a:cubicBezTo>
                  <a:pt x="1169546" y="45958"/>
                  <a:pt x="1170009" y="47031"/>
                  <a:pt x="1170631" y="47919"/>
                </a:cubicBezTo>
                <a:cubicBezTo>
                  <a:pt x="1171252" y="48806"/>
                  <a:pt x="1172040" y="49495"/>
                  <a:pt x="1172992" y="49985"/>
                </a:cubicBezTo>
                <a:cubicBezTo>
                  <a:pt x="1173944" y="50474"/>
                  <a:pt x="1175056" y="50719"/>
                  <a:pt x="1176326" y="50719"/>
                </a:cubicBezTo>
                <a:cubicBezTo>
                  <a:pt x="1177966" y="50719"/>
                  <a:pt x="1179600" y="50134"/>
                  <a:pt x="1181227" y="48963"/>
                </a:cubicBezTo>
                <a:cubicBezTo>
                  <a:pt x="1182854" y="47792"/>
                  <a:pt x="1184580" y="46076"/>
                  <a:pt x="1186406" y="43814"/>
                </a:cubicBezTo>
                <a:lnTo>
                  <a:pt x="1186406" y="18851"/>
                </a:lnTo>
                <a:cubicBezTo>
                  <a:pt x="1186406" y="18639"/>
                  <a:pt x="1186452" y="18461"/>
                  <a:pt x="1186545" y="18315"/>
                </a:cubicBezTo>
                <a:cubicBezTo>
                  <a:pt x="1186637" y="18170"/>
                  <a:pt x="1186816" y="18037"/>
                  <a:pt x="1187081" y="17918"/>
                </a:cubicBezTo>
                <a:cubicBezTo>
                  <a:pt x="1187345" y="17799"/>
                  <a:pt x="1187683" y="17720"/>
                  <a:pt x="1188093" y="17680"/>
                </a:cubicBezTo>
                <a:cubicBezTo>
                  <a:pt x="1188503" y="17641"/>
                  <a:pt x="1189038" y="17621"/>
                  <a:pt x="1189700" y="17621"/>
                </a:cubicBezTo>
                <a:cubicBezTo>
                  <a:pt x="1190335" y="17621"/>
                  <a:pt x="1190864" y="17641"/>
                  <a:pt x="1191287" y="17680"/>
                </a:cubicBezTo>
                <a:cubicBezTo>
                  <a:pt x="1191711" y="17720"/>
                  <a:pt x="1192041" y="17799"/>
                  <a:pt x="1192280" y="17918"/>
                </a:cubicBezTo>
                <a:cubicBezTo>
                  <a:pt x="1192518" y="18037"/>
                  <a:pt x="1192696" y="18170"/>
                  <a:pt x="1192815" y="18315"/>
                </a:cubicBezTo>
                <a:cubicBezTo>
                  <a:pt x="1192934" y="18461"/>
                  <a:pt x="1192994" y="18639"/>
                  <a:pt x="1192994" y="18851"/>
                </a:cubicBezTo>
                <a:lnTo>
                  <a:pt x="1192994" y="54569"/>
                </a:lnTo>
                <a:close/>
                <a:moveTo>
                  <a:pt x="1235339" y="54568"/>
                </a:moveTo>
                <a:cubicBezTo>
                  <a:pt x="1235339" y="54779"/>
                  <a:pt x="1235293" y="54965"/>
                  <a:pt x="1235201" y="55124"/>
                </a:cubicBezTo>
                <a:cubicBezTo>
                  <a:pt x="1235108" y="55283"/>
                  <a:pt x="1234949" y="55409"/>
                  <a:pt x="1234724" y="55501"/>
                </a:cubicBezTo>
                <a:cubicBezTo>
                  <a:pt x="1234499" y="55594"/>
                  <a:pt x="1234202" y="55667"/>
                  <a:pt x="1233831" y="55720"/>
                </a:cubicBezTo>
                <a:cubicBezTo>
                  <a:pt x="1233461" y="55773"/>
                  <a:pt x="1233011" y="55799"/>
                  <a:pt x="1232482" y="55799"/>
                </a:cubicBezTo>
                <a:cubicBezTo>
                  <a:pt x="1231926" y="55799"/>
                  <a:pt x="1231463" y="55773"/>
                  <a:pt x="1231093" y="55720"/>
                </a:cubicBezTo>
                <a:cubicBezTo>
                  <a:pt x="1230723" y="55668"/>
                  <a:pt x="1230418" y="55596"/>
                  <a:pt x="1230180" y="55504"/>
                </a:cubicBezTo>
                <a:cubicBezTo>
                  <a:pt x="1229942" y="55411"/>
                  <a:pt x="1229770" y="55286"/>
                  <a:pt x="1229664" y="55128"/>
                </a:cubicBezTo>
                <a:cubicBezTo>
                  <a:pt x="1229559" y="54970"/>
                  <a:pt x="1229506" y="54786"/>
                  <a:pt x="1229506" y="54576"/>
                </a:cubicBezTo>
                <a:lnTo>
                  <a:pt x="1229506" y="49880"/>
                </a:lnTo>
                <a:cubicBezTo>
                  <a:pt x="1227627" y="51918"/>
                  <a:pt x="1225676" y="53508"/>
                  <a:pt x="1223652" y="54647"/>
                </a:cubicBezTo>
                <a:cubicBezTo>
                  <a:pt x="1221628" y="55785"/>
                  <a:pt x="1219412" y="56355"/>
                  <a:pt x="1217004" y="56355"/>
                </a:cubicBezTo>
                <a:cubicBezTo>
                  <a:pt x="1214385" y="56355"/>
                  <a:pt x="1212149" y="55845"/>
                  <a:pt x="1210297" y="54825"/>
                </a:cubicBezTo>
                <a:cubicBezTo>
                  <a:pt x="1208445" y="53806"/>
                  <a:pt x="1206944" y="52429"/>
                  <a:pt x="1205793" y="50694"/>
                </a:cubicBezTo>
                <a:cubicBezTo>
                  <a:pt x="1204642" y="48959"/>
                  <a:pt x="1203802" y="46920"/>
                  <a:pt x="1203273" y="44576"/>
                </a:cubicBezTo>
                <a:cubicBezTo>
                  <a:pt x="1202744" y="42233"/>
                  <a:pt x="1202479" y="39762"/>
                  <a:pt x="1202479" y="37166"/>
                </a:cubicBezTo>
                <a:cubicBezTo>
                  <a:pt x="1202479" y="34095"/>
                  <a:pt x="1202810" y="31321"/>
                  <a:pt x="1203471" y="28845"/>
                </a:cubicBezTo>
                <a:cubicBezTo>
                  <a:pt x="1204133" y="26368"/>
                  <a:pt x="1205112" y="24256"/>
                  <a:pt x="1206408" y="22508"/>
                </a:cubicBezTo>
                <a:cubicBezTo>
                  <a:pt x="1207705" y="20760"/>
                  <a:pt x="1209312" y="19415"/>
                  <a:pt x="1211230" y="18475"/>
                </a:cubicBezTo>
                <a:cubicBezTo>
                  <a:pt x="1213148" y="17535"/>
                  <a:pt x="1215364" y="17065"/>
                  <a:pt x="1217877" y="17065"/>
                </a:cubicBezTo>
                <a:cubicBezTo>
                  <a:pt x="1219968" y="17065"/>
                  <a:pt x="1221879" y="17522"/>
                  <a:pt x="1223612" y="18436"/>
                </a:cubicBezTo>
                <a:cubicBezTo>
                  <a:pt x="1225345" y="19349"/>
                  <a:pt x="1227058" y="20693"/>
                  <a:pt x="1228752" y="22467"/>
                </a:cubicBezTo>
                <a:lnTo>
                  <a:pt x="1228752" y="1669"/>
                </a:lnTo>
                <a:cubicBezTo>
                  <a:pt x="1228752" y="1484"/>
                  <a:pt x="1228798" y="1306"/>
                  <a:pt x="1228890" y="1134"/>
                </a:cubicBezTo>
                <a:cubicBezTo>
                  <a:pt x="1228983" y="961"/>
                  <a:pt x="1229162" y="828"/>
                  <a:pt x="1229426" y="735"/>
                </a:cubicBezTo>
                <a:cubicBezTo>
                  <a:pt x="1229691" y="642"/>
                  <a:pt x="1230028" y="562"/>
                  <a:pt x="1230438" y="496"/>
                </a:cubicBezTo>
                <a:cubicBezTo>
                  <a:pt x="1230848" y="430"/>
                  <a:pt x="1231371" y="397"/>
                  <a:pt x="1232006" y="397"/>
                </a:cubicBezTo>
                <a:cubicBezTo>
                  <a:pt x="1232667" y="397"/>
                  <a:pt x="1233210" y="430"/>
                  <a:pt x="1233633" y="496"/>
                </a:cubicBezTo>
                <a:cubicBezTo>
                  <a:pt x="1234056" y="562"/>
                  <a:pt x="1234387" y="642"/>
                  <a:pt x="1234625" y="734"/>
                </a:cubicBezTo>
                <a:cubicBezTo>
                  <a:pt x="1234863" y="827"/>
                  <a:pt x="1235042" y="960"/>
                  <a:pt x="1235161" y="1132"/>
                </a:cubicBezTo>
                <a:cubicBezTo>
                  <a:pt x="1235280" y="1304"/>
                  <a:pt x="1235339" y="1483"/>
                  <a:pt x="1235339" y="1668"/>
                </a:cubicBezTo>
                <a:lnTo>
                  <a:pt x="1235339" y="54568"/>
                </a:lnTo>
                <a:moveTo>
                  <a:pt x="1228752" y="29460"/>
                </a:moveTo>
                <a:cubicBezTo>
                  <a:pt x="1226979" y="27260"/>
                  <a:pt x="1225266" y="25583"/>
                  <a:pt x="1223612" y="24431"/>
                </a:cubicBezTo>
                <a:cubicBezTo>
                  <a:pt x="1221959" y="23277"/>
                  <a:pt x="1220232" y="22701"/>
                  <a:pt x="1218433" y="22701"/>
                </a:cubicBezTo>
                <a:cubicBezTo>
                  <a:pt x="1216766" y="22701"/>
                  <a:pt x="1215351" y="23098"/>
                  <a:pt x="1214187" y="23894"/>
                </a:cubicBezTo>
                <a:cubicBezTo>
                  <a:pt x="1213023" y="24688"/>
                  <a:pt x="1212077" y="25735"/>
                  <a:pt x="1211349" y="27033"/>
                </a:cubicBezTo>
                <a:cubicBezTo>
                  <a:pt x="1210621" y="28331"/>
                  <a:pt x="1210092" y="29801"/>
                  <a:pt x="1209762" y="31444"/>
                </a:cubicBezTo>
                <a:cubicBezTo>
                  <a:pt x="1209431" y="33087"/>
                  <a:pt x="1209266" y="34756"/>
                  <a:pt x="1209266" y="36452"/>
                </a:cubicBezTo>
                <a:cubicBezTo>
                  <a:pt x="1209266" y="38254"/>
                  <a:pt x="1209404" y="40015"/>
                  <a:pt x="1209682" y="41738"/>
                </a:cubicBezTo>
                <a:cubicBezTo>
                  <a:pt x="1209960" y="43460"/>
                  <a:pt x="1210443" y="44990"/>
                  <a:pt x="1211131" y="46328"/>
                </a:cubicBezTo>
                <a:cubicBezTo>
                  <a:pt x="1211819" y="47665"/>
                  <a:pt x="1212731" y="48739"/>
                  <a:pt x="1213869" y="49547"/>
                </a:cubicBezTo>
                <a:cubicBezTo>
                  <a:pt x="1215007" y="50355"/>
                  <a:pt x="1216436" y="50759"/>
                  <a:pt x="1218155" y="50759"/>
                </a:cubicBezTo>
                <a:cubicBezTo>
                  <a:pt x="1219028" y="50759"/>
                  <a:pt x="1219868" y="50640"/>
                  <a:pt x="1220675" y="50402"/>
                </a:cubicBezTo>
                <a:cubicBezTo>
                  <a:pt x="1221482" y="50163"/>
                  <a:pt x="1222309" y="49765"/>
                  <a:pt x="1223156" y="49209"/>
                </a:cubicBezTo>
                <a:cubicBezTo>
                  <a:pt x="1224002" y="48652"/>
                  <a:pt x="1224889" y="47930"/>
                  <a:pt x="1225815" y="47042"/>
                </a:cubicBezTo>
                <a:cubicBezTo>
                  <a:pt x="1226741" y="46154"/>
                  <a:pt x="1227720" y="45061"/>
                  <a:pt x="1228752" y="43762"/>
                </a:cubicBezTo>
                <a:lnTo>
                  <a:pt x="1228752" y="29460"/>
                </a:lnTo>
                <a:close/>
                <a:moveTo>
                  <a:pt x="1253635" y="54569"/>
                </a:moveTo>
                <a:cubicBezTo>
                  <a:pt x="1253635" y="54780"/>
                  <a:pt x="1253582" y="54959"/>
                  <a:pt x="1253477" y="55105"/>
                </a:cubicBezTo>
                <a:cubicBezTo>
                  <a:pt x="1253371" y="55250"/>
                  <a:pt x="1253199" y="55376"/>
                  <a:pt x="1252961" y="55482"/>
                </a:cubicBezTo>
                <a:cubicBezTo>
                  <a:pt x="1252723" y="55587"/>
                  <a:pt x="1252392" y="55667"/>
                  <a:pt x="1251969" y="55720"/>
                </a:cubicBezTo>
                <a:cubicBezTo>
                  <a:pt x="1251545" y="55773"/>
                  <a:pt x="1251003" y="55799"/>
                  <a:pt x="1250341" y="55799"/>
                </a:cubicBezTo>
                <a:cubicBezTo>
                  <a:pt x="1249706" y="55799"/>
                  <a:pt x="1249177" y="55773"/>
                  <a:pt x="1248754" y="55720"/>
                </a:cubicBezTo>
                <a:cubicBezTo>
                  <a:pt x="1248331" y="55667"/>
                  <a:pt x="1247993" y="55587"/>
                  <a:pt x="1247742" y="55482"/>
                </a:cubicBezTo>
                <a:cubicBezTo>
                  <a:pt x="1247491" y="55376"/>
                  <a:pt x="1247319" y="55250"/>
                  <a:pt x="1247226" y="55105"/>
                </a:cubicBezTo>
                <a:cubicBezTo>
                  <a:pt x="1247133" y="54959"/>
                  <a:pt x="1247087" y="54780"/>
                  <a:pt x="1247087" y="54569"/>
                </a:cubicBezTo>
                <a:lnTo>
                  <a:pt x="1247087" y="18851"/>
                </a:lnTo>
                <a:cubicBezTo>
                  <a:pt x="1247087" y="18666"/>
                  <a:pt x="1247133" y="18494"/>
                  <a:pt x="1247226" y="18335"/>
                </a:cubicBezTo>
                <a:cubicBezTo>
                  <a:pt x="1247319" y="18176"/>
                  <a:pt x="1247491" y="18044"/>
                  <a:pt x="1247742" y="17938"/>
                </a:cubicBezTo>
                <a:cubicBezTo>
                  <a:pt x="1247993" y="17832"/>
                  <a:pt x="1248331" y="17753"/>
                  <a:pt x="1248754" y="17700"/>
                </a:cubicBezTo>
                <a:cubicBezTo>
                  <a:pt x="1249177" y="17647"/>
                  <a:pt x="1249706" y="17621"/>
                  <a:pt x="1250341" y="17621"/>
                </a:cubicBezTo>
                <a:cubicBezTo>
                  <a:pt x="1251003" y="17621"/>
                  <a:pt x="1251545" y="17647"/>
                  <a:pt x="1251969" y="17700"/>
                </a:cubicBezTo>
                <a:cubicBezTo>
                  <a:pt x="1252392" y="17753"/>
                  <a:pt x="1252723" y="17832"/>
                  <a:pt x="1252961" y="17938"/>
                </a:cubicBezTo>
                <a:cubicBezTo>
                  <a:pt x="1253199" y="18044"/>
                  <a:pt x="1253371" y="18176"/>
                  <a:pt x="1253477" y="18335"/>
                </a:cubicBezTo>
                <a:cubicBezTo>
                  <a:pt x="1253582" y="18494"/>
                  <a:pt x="1253635" y="18666"/>
                  <a:pt x="1253635" y="18851"/>
                </a:cubicBezTo>
                <a:lnTo>
                  <a:pt x="1253635" y="54569"/>
                </a:lnTo>
                <a:moveTo>
                  <a:pt x="1254389" y="6747"/>
                </a:moveTo>
                <a:cubicBezTo>
                  <a:pt x="1254389" y="8281"/>
                  <a:pt x="1254098" y="9326"/>
                  <a:pt x="1253516" y="9882"/>
                </a:cubicBezTo>
                <a:cubicBezTo>
                  <a:pt x="1252934" y="10438"/>
                  <a:pt x="1251863" y="10715"/>
                  <a:pt x="1250302" y="10715"/>
                </a:cubicBezTo>
                <a:cubicBezTo>
                  <a:pt x="1248767" y="10715"/>
                  <a:pt x="1247716" y="10444"/>
                  <a:pt x="1247147" y="9902"/>
                </a:cubicBezTo>
                <a:cubicBezTo>
                  <a:pt x="1246578" y="9359"/>
                  <a:pt x="1246293" y="8334"/>
                  <a:pt x="1246293" y="6826"/>
                </a:cubicBezTo>
                <a:cubicBezTo>
                  <a:pt x="1246293" y="5292"/>
                  <a:pt x="1246584" y="4246"/>
                  <a:pt x="1247167" y="3691"/>
                </a:cubicBezTo>
                <a:cubicBezTo>
                  <a:pt x="1247749" y="3135"/>
                  <a:pt x="1248820" y="2857"/>
                  <a:pt x="1250381" y="2857"/>
                </a:cubicBezTo>
                <a:cubicBezTo>
                  <a:pt x="1251916" y="2857"/>
                  <a:pt x="1252967" y="3129"/>
                  <a:pt x="1253536" y="3671"/>
                </a:cubicBezTo>
                <a:cubicBezTo>
                  <a:pt x="1254105" y="4213"/>
                  <a:pt x="1254389" y="5239"/>
                  <a:pt x="1254389" y="6747"/>
                </a:cubicBezTo>
                <a:close/>
                <a:moveTo>
                  <a:pt x="1296602" y="54569"/>
                </a:moveTo>
                <a:cubicBezTo>
                  <a:pt x="1296602" y="54780"/>
                  <a:pt x="1296550" y="54959"/>
                  <a:pt x="1296444" y="55105"/>
                </a:cubicBezTo>
                <a:cubicBezTo>
                  <a:pt x="1296338" y="55250"/>
                  <a:pt x="1296166" y="55376"/>
                  <a:pt x="1295928" y="55482"/>
                </a:cubicBezTo>
                <a:cubicBezTo>
                  <a:pt x="1295690" y="55587"/>
                  <a:pt x="1295359" y="55667"/>
                  <a:pt x="1294936" y="55720"/>
                </a:cubicBezTo>
                <a:cubicBezTo>
                  <a:pt x="1294512" y="55773"/>
                  <a:pt x="1293983" y="55799"/>
                  <a:pt x="1293348" y="55799"/>
                </a:cubicBezTo>
                <a:cubicBezTo>
                  <a:pt x="1292687" y="55799"/>
                  <a:pt x="1292144" y="55773"/>
                  <a:pt x="1291721" y="55720"/>
                </a:cubicBezTo>
                <a:cubicBezTo>
                  <a:pt x="1291298" y="55667"/>
                  <a:pt x="1290967" y="55587"/>
                  <a:pt x="1290729" y="55482"/>
                </a:cubicBezTo>
                <a:cubicBezTo>
                  <a:pt x="1290491" y="55376"/>
                  <a:pt x="1290319" y="55250"/>
                  <a:pt x="1290213" y="55105"/>
                </a:cubicBezTo>
                <a:cubicBezTo>
                  <a:pt x="1290107" y="54959"/>
                  <a:pt x="1290054" y="54780"/>
                  <a:pt x="1290054" y="54569"/>
                </a:cubicBezTo>
                <a:lnTo>
                  <a:pt x="1290054" y="33654"/>
                </a:lnTo>
                <a:cubicBezTo>
                  <a:pt x="1290054" y="31617"/>
                  <a:pt x="1289895" y="29976"/>
                  <a:pt x="1289578" y="28733"/>
                </a:cubicBezTo>
                <a:cubicBezTo>
                  <a:pt x="1289260" y="27489"/>
                  <a:pt x="1288797" y="26418"/>
                  <a:pt x="1288189" y="25518"/>
                </a:cubicBezTo>
                <a:cubicBezTo>
                  <a:pt x="1287580" y="24619"/>
                  <a:pt x="1286793" y="23931"/>
                  <a:pt x="1285828" y="23455"/>
                </a:cubicBezTo>
                <a:cubicBezTo>
                  <a:pt x="1284862" y="22978"/>
                  <a:pt x="1283744" y="22740"/>
                  <a:pt x="1282474" y="22740"/>
                </a:cubicBezTo>
                <a:cubicBezTo>
                  <a:pt x="1280834" y="22740"/>
                  <a:pt x="1279193" y="23322"/>
                  <a:pt x="1277553" y="24486"/>
                </a:cubicBezTo>
                <a:cubicBezTo>
                  <a:pt x="1275913" y="25651"/>
                  <a:pt x="1274193" y="27357"/>
                  <a:pt x="1272394" y="29606"/>
                </a:cubicBezTo>
                <a:lnTo>
                  <a:pt x="1272394" y="54569"/>
                </a:lnTo>
                <a:cubicBezTo>
                  <a:pt x="1272394" y="54780"/>
                  <a:pt x="1272341" y="54959"/>
                  <a:pt x="1272235" y="55105"/>
                </a:cubicBezTo>
                <a:cubicBezTo>
                  <a:pt x="1272129" y="55250"/>
                  <a:pt x="1271957" y="55376"/>
                  <a:pt x="1271719" y="55482"/>
                </a:cubicBezTo>
                <a:cubicBezTo>
                  <a:pt x="1271481" y="55587"/>
                  <a:pt x="1271150" y="55667"/>
                  <a:pt x="1270727" y="55720"/>
                </a:cubicBezTo>
                <a:cubicBezTo>
                  <a:pt x="1270304" y="55773"/>
                  <a:pt x="1269761" y="55799"/>
                  <a:pt x="1269100" y="55799"/>
                </a:cubicBezTo>
                <a:cubicBezTo>
                  <a:pt x="1268465" y="55799"/>
                  <a:pt x="1267936" y="55773"/>
                  <a:pt x="1267512" y="55720"/>
                </a:cubicBezTo>
                <a:cubicBezTo>
                  <a:pt x="1267089" y="55667"/>
                  <a:pt x="1266752" y="55587"/>
                  <a:pt x="1266500" y="55482"/>
                </a:cubicBezTo>
                <a:cubicBezTo>
                  <a:pt x="1266249" y="55376"/>
                  <a:pt x="1266077" y="55250"/>
                  <a:pt x="1265984" y="55105"/>
                </a:cubicBezTo>
                <a:cubicBezTo>
                  <a:pt x="1265892" y="54959"/>
                  <a:pt x="1265846" y="54780"/>
                  <a:pt x="1265846" y="54569"/>
                </a:cubicBezTo>
                <a:lnTo>
                  <a:pt x="1265846" y="18851"/>
                </a:lnTo>
                <a:cubicBezTo>
                  <a:pt x="1265846" y="18639"/>
                  <a:pt x="1265885" y="18461"/>
                  <a:pt x="1265965" y="18315"/>
                </a:cubicBezTo>
                <a:cubicBezTo>
                  <a:pt x="1266044" y="18170"/>
                  <a:pt x="1266203" y="18037"/>
                  <a:pt x="1266441" y="17918"/>
                </a:cubicBezTo>
                <a:cubicBezTo>
                  <a:pt x="1266679" y="17799"/>
                  <a:pt x="1266983" y="17720"/>
                  <a:pt x="1267354" y="17680"/>
                </a:cubicBezTo>
                <a:cubicBezTo>
                  <a:pt x="1267724" y="17641"/>
                  <a:pt x="1268213" y="17621"/>
                  <a:pt x="1268822" y="17621"/>
                </a:cubicBezTo>
                <a:cubicBezTo>
                  <a:pt x="1269404" y="17621"/>
                  <a:pt x="1269887" y="17641"/>
                  <a:pt x="1270271" y="17680"/>
                </a:cubicBezTo>
                <a:cubicBezTo>
                  <a:pt x="1270654" y="17720"/>
                  <a:pt x="1270952" y="17799"/>
                  <a:pt x="1271163" y="17918"/>
                </a:cubicBezTo>
                <a:cubicBezTo>
                  <a:pt x="1271375" y="18037"/>
                  <a:pt x="1271527" y="18170"/>
                  <a:pt x="1271620" y="18315"/>
                </a:cubicBezTo>
                <a:cubicBezTo>
                  <a:pt x="1271712" y="18461"/>
                  <a:pt x="1271759" y="18639"/>
                  <a:pt x="1271759" y="18851"/>
                </a:cubicBezTo>
                <a:lnTo>
                  <a:pt x="1271759" y="23574"/>
                </a:lnTo>
                <a:cubicBezTo>
                  <a:pt x="1273770" y="21325"/>
                  <a:pt x="1275774" y="19678"/>
                  <a:pt x="1277771" y="18633"/>
                </a:cubicBezTo>
                <a:cubicBezTo>
                  <a:pt x="1279769" y="17588"/>
                  <a:pt x="1281786" y="17065"/>
                  <a:pt x="1283823" y="17065"/>
                </a:cubicBezTo>
                <a:cubicBezTo>
                  <a:pt x="1286205" y="17065"/>
                  <a:pt x="1288209" y="17469"/>
                  <a:pt x="1289836" y="18276"/>
                </a:cubicBezTo>
                <a:cubicBezTo>
                  <a:pt x="1291463" y="19083"/>
                  <a:pt x="1292779" y="20161"/>
                  <a:pt x="1293785" y="21510"/>
                </a:cubicBezTo>
                <a:cubicBezTo>
                  <a:pt x="1294790" y="22859"/>
                  <a:pt x="1295511" y="24440"/>
                  <a:pt x="1295948" y="26253"/>
                </a:cubicBezTo>
                <a:cubicBezTo>
                  <a:pt x="1296384" y="28065"/>
                  <a:pt x="1296602" y="30241"/>
                  <a:pt x="1296602" y="32781"/>
                </a:cubicBezTo>
                <a:lnTo>
                  <a:pt x="1296602" y="54569"/>
                </a:lnTo>
                <a:close/>
                <a:moveTo>
                  <a:pt x="1338036" y="20438"/>
                </a:moveTo>
                <a:cubicBezTo>
                  <a:pt x="1338036" y="21364"/>
                  <a:pt x="1337910" y="22033"/>
                  <a:pt x="1337658" y="22443"/>
                </a:cubicBezTo>
                <a:cubicBezTo>
                  <a:pt x="1337407" y="22853"/>
                  <a:pt x="1337083" y="23058"/>
                  <a:pt x="1336686" y="23058"/>
                </a:cubicBezTo>
                <a:lnTo>
                  <a:pt x="1331567" y="23058"/>
                </a:lnTo>
                <a:cubicBezTo>
                  <a:pt x="1332493" y="24013"/>
                  <a:pt x="1333141" y="25068"/>
                  <a:pt x="1333511" y="26223"/>
                </a:cubicBezTo>
                <a:cubicBezTo>
                  <a:pt x="1333882" y="27377"/>
                  <a:pt x="1334067" y="28577"/>
                  <a:pt x="1334067" y="29824"/>
                </a:cubicBezTo>
                <a:cubicBezTo>
                  <a:pt x="1334067" y="31885"/>
                  <a:pt x="1333736" y="33707"/>
                  <a:pt x="1333075" y="35292"/>
                </a:cubicBezTo>
                <a:cubicBezTo>
                  <a:pt x="1332413" y="36877"/>
                  <a:pt x="1331467" y="38218"/>
                  <a:pt x="1330237" y="39314"/>
                </a:cubicBezTo>
                <a:cubicBezTo>
                  <a:pt x="1329007" y="40411"/>
                  <a:pt x="1327545" y="41249"/>
                  <a:pt x="1325852" y="41831"/>
                </a:cubicBezTo>
                <a:cubicBezTo>
                  <a:pt x="1324159" y="42412"/>
                  <a:pt x="1322280" y="42703"/>
                  <a:pt x="1320216" y="42703"/>
                </a:cubicBezTo>
                <a:cubicBezTo>
                  <a:pt x="1318761" y="42703"/>
                  <a:pt x="1317379" y="42511"/>
                  <a:pt x="1316069" y="42128"/>
                </a:cubicBezTo>
                <a:cubicBezTo>
                  <a:pt x="1314759" y="41746"/>
                  <a:pt x="1313747" y="41263"/>
                  <a:pt x="1313033" y="40682"/>
                </a:cubicBezTo>
                <a:cubicBezTo>
                  <a:pt x="1312557" y="41158"/>
                  <a:pt x="1312167" y="41701"/>
                  <a:pt x="1311862" y="42309"/>
                </a:cubicBezTo>
                <a:cubicBezTo>
                  <a:pt x="1311558" y="42917"/>
                  <a:pt x="1311406" y="43617"/>
                  <a:pt x="1311406" y="44410"/>
                </a:cubicBezTo>
                <a:cubicBezTo>
                  <a:pt x="1311406" y="45336"/>
                  <a:pt x="1311836" y="46104"/>
                  <a:pt x="1312696" y="46712"/>
                </a:cubicBezTo>
                <a:cubicBezTo>
                  <a:pt x="1313556" y="47320"/>
                  <a:pt x="1314700" y="47650"/>
                  <a:pt x="1316129" y="47703"/>
                </a:cubicBezTo>
                <a:lnTo>
                  <a:pt x="1325455" y="48101"/>
                </a:lnTo>
                <a:cubicBezTo>
                  <a:pt x="1327228" y="48154"/>
                  <a:pt x="1328855" y="48400"/>
                  <a:pt x="1330336" y="48838"/>
                </a:cubicBezTo>
                <a:cubicBezTo>
                  <a:pt x="1331818" y="49276"/>
                  <a:pt x="1333101" y="49900"/>
                  <a:pt x="1334186" y="50711"/>
                </a:cubicBezTo>
                <a:cubicBezTo>
                  <a:pt x="1335271" y="51520"/>
                  <a:pt x="1336117" y="52515"/>
                  <a:pt x="1336726" y="53697"/>
                </a:cubicBezTo>
                <a:cubicBezTo>
                  <a:pt x="1337334" y="54878"/>
                  <a:pt x="1337639" y="56253"/>
                  <a:pt x="1337639" y="57819"/>
                </a:cubicBezTo>
                <a:cubicBezTo>
                  <a:pt x="1337639" y="59465"/>
                  <a:pt x="1337295" y="61032"/>
                  <a:pt x="1336607" y="62518"/>
                </a:cubicBezTo>
                <a:cubicBezTo>
                  <a:pt x="1335919" y="64006"/>
                  <a:pt x="1334867" y="65313"/>
                  <a:pt x="1333452" y="66441"/>
                </a:cubicBezTo>
                <a:cubicBezTo>
                  <a:pt x="1332036" y="67570"/>
                  <a:pt x="1330231" y="68459"/>
                  <a:pt x="1328035" y="69110"/>
                </a:cubicBezTo>
                <a:cubicBezTo>
                  <a:pt x="1325839" y="69761"/>
                  <a:pt x="1323246" y="70086"/>
                  <a:pt x="1320256" y="70086"/>
                </a:cubicBezTo>
                <a:cubicBezTo>
                  <a:pt x="1317372" y="70086"/>
                  <a:pt x="1314918" y="69841"/>
                  <a:pt x="1312894" y="69351"/>
                </a:cubicBezTo>
                <a:cubicBezTo>
                  <a:pt x="1310870" y="68861"/>
                  <a:pt x="1309210" y="68193"/>
                  <a:pt x="1307914" y="67345"/>
                </a:cubicBezTo>
                <a:cubicBezTo>
                  <a:pt x="1306617" y="66499"/>
                  <a:pt x="1305678" y="65486"/>
                  <a:pt x="1305096" y="64308"/>
                </a:cubicBezTo>
                <a:cubicBezTo>
                  <a:pt x="1304514" y="63130"/>
                  <a:pt x="1304223" y="61852"/>
                  <a:pt x="1304223" y="60475"/>
                </a:cubicBezTo>
                <a:cubicBezTo>
                  <a:pt x="1304223" y="59601"/>
                  <a:pt x="1304329" y="58754"/>
                  <a:pt x="1304540" y="57933"/>
                </a:cubicBezTo>
                <a:cubicBezTo>
                  <a:pt x="1304752" y="57112"/>
                  <a:pt x="1305076" y="56331"/>
                  <a:pt x="1305513" y="55589"/>
                </a:cubicBezTo>
                <a:cubicBezTo>
                  <a:pt x="1305949" y="54849"/>
                  <a:pt x="1306491" y="54141"/>
                  <a:pt x="1307140" y="53466"/>
                </a:cubicBezTo>
                <a:cubicBezTo>
                  <a:pt x="1307788" y="52791"/>
                  <a:pt x="1308535" y="52122"/>
                  <a:pt x="1309382" y="51460"/>
                </a:cubicBezTo>
                <a:cubicBezTo>
                  <a:pt x="1308086" y="50796"/>
                  <a:pt x="1307126" y="49959"/>
                  <a:pt x="1306505" y="48949"/>
                </a:cubicBezTo>
                <a:cubicBezTo>
                  <a:pt x="1305883" y="47939"/>
                  <a:pt x="1305572" y="46849"/>
                  <a:pt x="1305572" y="45680"/>
                </a:cubicBezTo>
                <a:cubicBezTo>
                  <a:pt x="1305572" y="44060"/>
                  <a:pt x="1305903" y="42612"/>
                  <a:pt x="1306564" y="41336"/>
                </a:cubicBezTo>
                <a:cubicBezTo>
                  <a:pt x="1307226" y="40060"/>
                  <a:pt x="1308046" y="38917"/>
                  <a:pt x="1309025" y="37908"/>
                </a:cubicBezTo>
                <a:cubicBezTo>
                  <a:pt x="1308205" y="36931"/>
                  <a:pt x="1307556" y="35828"/>
                  <a:pt x="1307080" y="34599"/>
                </a:cubicBezTo>
                <a:cubicBezTo>
                  <a:pt x="1306604" y="33370"/>
                  <a:pt x="1306366" y="31885"/>
                  <a:pt x="1306366" y="30142"/>
                </a:cubicBezTo>
                <a:cubicBezTo>
                  <a:pt x="1306366" y="28108"/>
                  <a:pt x="1306710" y="26285"/>
                  <a:pt x="1307398" y="24674"/>
                </a:cubicBezTo>
                <a:cubicBezTo>
                  <a:pt x="1308086" y="23062"/>
                  <a:pt x="1309038" y="21702"/>
                  <a:pt x="1310255" y="20592"/>
                </a:cubicBezTo>
                <a:cubicBezTo>
                  <a:pt x="1311472" y="19483"/>
                  <a:pt x="1312934" y="18631"/>
                  <a:pt x="1314640" y="18036"/>
                </a:cubicBezTo>
                <a:cubicBezTo>
                  <a:pt x="1316347" y="17442"/>
                  <a:pt x="1318206" y="17145"/>
                  <a:pt x="1320216" y="17145"/>
                </a:cubicBezTo>
                <a:cubicBezTo>
                  <a:pt x="1321301" y="17145"/>
                  <a:pt x="1322313" y="17201"/>
                  <a:pt x="1323252" y="17313"/>
                </a:cubicBezTo>
                <a:cubicBezTo>
                  <a:pt x="1324192" y="17425"/>
                  <a:pt x="1325071" y="17580"/>
                  <a:pt x="1325891" y="17779"/>
                </a:cubicBezTo>
                <a:lnTo>
                  <a:pt x="1336686" y="17779"/>
                </a:lnTo>
                <a:cubicBezTo>
                  <a:pt x="1337136" y="17779"/>
                  <a:pt x="1337473" y="17998"/>
                  <a:pt x="1337698" y="18434"/>
                </a:cubicBezTo>
                <a:cubicBezTo>
                  <a:pt x="1337923" y="18871"/>
                  <a:pt x="1338036" y="19539"/>
                  <a:pt x="1338036" y="20438"/>
                </a:cubicBezTo>
                <a:moveTo>
                  <a:pt x="1327796" y="29864"/>
                </a:moveTo>
                <a:cubicBezTo>
                  <a:pt x="1327796" y="27437"/>
                  <a:pt x="1327128" y="25543"/>
                  <a:pt x="1325792" y="24184"/>
                </a:cubicBezTo>
                <a:cubicBezTo>
                  <a:pt x="1324456" y="22825"/>
                  <a:pt x="1322558" y="22145"/>
                  <a:pt x="1320097" y="22145"/>
                </a:cubicBezTo>
                <a:cubicBezTo>
                  <a:pt x="1318827" y="22145"/>
                  <a:pt x="1317723" y="22356"/>
                  <a:pt x="1316783" y="22779"/>
                </a:cubicBezTo>
                <a:cubicBezTo>
                  <a:pt x="1315844" y="23200"/>
                  <a:pt x="1315064" y="23781"/>
                  <a:pt x="1314442" y="24520"/>
                </a:cubicBezTo>
                <a:cubicBezTo>
                  <a:pt x="1313820" y="25259"/>
                  <a:pt x="1313357" y="26110"/>
                  <a:pt x="1313053" y="27074"/>
                </a:cubicBezTo>
                <a:cubicBezTo>
                  <a:pt x="1312749" y="28037"/>
                  <a:pt x="1312597" y="29046"/>
                  <a:pt x="1312597" y="30102"/>
                </a:cubicBezTo>
                <a:cubicBezTo>
                  <a:pt x="1312597" y="32450"/>
                  <a:pt x="1313265" y="34297"/>
                  <a:pt x="1314601" y="35643"/>
                </a:cubicBezTo>
                <a:cubicBezTo>
                  <a:pt x="1315937" y="36989"/>
                  <a:pt x="1317809" y="37662"/>
                  <a:pt x="1320216" y="37662"/>
                </a:cubicBezTo>
                <a:cubicBezTo>
                  <a:pt x="1321513" y="37662"/>
                  <a:pt x="1322637" y="37458"/>
                  <a:pt x="1323590" y="37050"/>
                </a:cubicBezTo>
                <a:cubicBezTo>
                  <a:pt x="1324542" y="36640"/>
                  <a:pt x="1325329" y="36073"/>
                  <a:pt x="1325951" y="35347"/>
                </a:cubicBezTo>
                <a:cubicBezTo>
                  <a:pt x="1326573" y="34621"/>
                  <a:pt x="1327036" y="33783"/>
                  <a:pt x="1327340" y="32833"/>
                </a:cubicBezTo>
                <a:cubicBezTo>
                  <a:pt x="1327644" y="31883"/>
                  <a:pt x="1327796" y="30893"/>
                  <a:pt x="1327796" y="29864"/>
                </a:cubicBezTo>
                <a:moveTo>
                  <a:pt x="1331090" y="58175"/>
                </a:moveTo>
                <a:cubicBezTo>
                  <a:pt x="1331090" y="56630"/>
                  <a:pt x="1330462" y="55438"/>
                  <a:pt x="1329205" y="54600"/>
                </a:cubicBezTo>
                <a:cubicBezTo>
                  <a:pt x="1327949" y="53761"/>
                  <a:pt x="1326249" y="53315"/>
                  <a:pt x="1324106" y="53262"/>
                </a:cubicBezTo>
                <a:lnTo>
                  <a:pt x="1314859" y="52942"/>
                </a:lnTo>
                <a:cubicBezTo>
                  <a:pt x="1314012" y="53607"/>
                  <a:pt x="1313318" y="54240"/>
                  <a:pt x="1312775" y="54839"/>
                </a:cubicBezTo>
                <a:cubicBezTo>
                  <a:pt x="1312233" y="55439"/>
                  <a:pt x="1311803" y="56011"/>
                  <a:pt x="1311485" y="56557"/>
                </a:cubicBezTo>
                <a:cubicBezTo>
                  <a:pt x="1311168" y="57102"/>
                  <a:pt x="1310950" y="57642"/>
                  <a:pt x="1310831" y="58174"/>
                </a:cubicBezTo>
                <a:cubicBezTo>
                  <a:pt x="1310711" y="58707"/>
                  <a:pt x="1310652" y="59253"/>
                  <a:pt x="1310652" y="59812"/>
                </a:cubicBezTo>
                <a:cubicBezTo>
                  <a:pt x="1310652" y="61544"/>
                  <a:pt x="1311525" y="62855"/>
                  <a:pt x="1313271" y="63747"/>
                </a:cubicBezTo>
                <a:cubicBezTo>
                  <a:pt x="1315017" y="64640"/>
                  <a:pt x="1317452" y="65086"/>
                  <a:pt x="1320574" y="65086"/>
                </a:cubicBezTo>
                <a:cubicBezTo>
                  <a:pt x="1322558" y="65086"/>
                  <a:pt x="1324218" y="64893"/>
                  <a:pt x="1325554" y="64506"/>
                </a:cubicBezTo>
                <a:cubicBezTo>
                  <a:pt x="1326890" y="64120"/>
                  <a:pt x="1327968" y="63608"/>
                  <a:pt x="1328789" y="62969"/>
                </a:cubicBezTo>
                <a:cubicBezTo>
                  <a:pt x="1329609" y="62330"/>
                  <a:pt x="1330197" y="61597"/>
                  <a:pt x="1330555" y="60771"/>
                </a:cubicBezTo>
                <a:cubicBezTo>
                  <a:pt x="1330912" y="59946"/>
                  <a:pt x="1331090" y="59081"/>
                  <a:pt x="1331090" y="58175"/>
                </a:cubicBezTo>
                <a:close/>
                <a:moveTo>
                  <a:pt x="1391673" y="48576"/>
                </a:moveTo>
                <a:cubicBezTo>
                  <a:pt x="1391673" y="49264"/>
                  <a:pt x="1391653" y="49839"/>
                  <a:pt x="1391614" y="50302"/>
                </a:cubicBezTo>
                <a:cubicBezTo>
                  <a:pt x="1391574" y="50765"/>
                  <a:pt x="1391521" y="51156"/>
                  <a:pt x="1391455" y="51473"/>
                </a:cubicBezTo>
                <a:cubicBezTo>
                  <a:pt x="1391389" y="51791"/>
                  <a:pt x="1391309" y="52049"/>
                  <a:pt x="1391217" y="52247"/>
                </a:cubicBezTo>
                <a:cubicBezTo>
                  <a:pt x="1391124" y="52446"/>
                  <a:pt x="1390919" y="52697"/>
                  <a:pt x="1390602" y="53001"/>
                </a:cubicBezTo>
                <a:cubicBezTo>
                  <a:pt x="1390284" y="53305"/>
                  <a:pt x="1389742" y="53676"/>
                  <a:pt x="1388974" y="54112"/>
                </a:cubicBezTo>
                <a:cubicBezTo>
                  <a:pt x="1388207" y="54549"/>
                  <a:pt x="1387334" y="54939"/>
                  <a:pt x="1386355" y="55283"/>
                </a:cubicBezTo>
                <a:cubicBezTo>
                  <a:pt x="1385376" y="55627"/>
                  <a:pt x="1384311" y="55905"/>
                  <a:pt x="1383160" y="56117"/>
                </a:cubicBezTo>
                <a:cubicBezTo>
                  <a:pt x="1382009" y="56328"/>
                  <a:pt x="1380825" y="56434"/>
                  <a:pt x="1379608" y="56434"/>
                </a:cubicBezTo>
                <a:cubicBezTo>
                  <a:pt x="1376883" y="56434"/>
                  <a:pt x="1374469" y="56011"/>
                  <a:pt x="1372366" y="55164"/>
                </a:cubicBezTo>
                <a:cubicBezTo>
                  <a:pt x="1370262" y="54317"/>
                  <a:pt x="1368496" y="53067"/>
                  <a:pt x="1367068" y="51414"/>
                </a:cubicBezTo>
                <a:cubicBezTo>
                  <a:pt x="1365639" y="49760"/>
                  <a:pt x="1364561" y="47743"/>
                  <a:pt x="1363833" y="45362"/>
                </a:cubicBezTo>
                <a:cubicBezTo>
                  <a:pt x="1363105" y="42980"/>
                  <a:pt x="1362742" y="40255"/>
                  <a:pt x="1362742" y="37186"/>
                </a:cubicBezTo>
                <a:cubicBezTo>
                  <a:pt x="1362742" y="33641"/>
                  <a:pt x="1363185" y="30578"/>
                  <a:pt x="1364071" y="27999"/>
                </a:cubicBezTo>
                <a:cubicBezTo>
                  <a:pt x="1364958" y="25419"/>
                  <a:pt x="1366194" y="23283"/>
                  <a:pt x="1367782" y="21589"/>
                </a:cubicBezTo>
                <a:cubicBezTo>
                  <a:pt x="1369369" y="19896"/>
                  <a:pt x="1371248" y="18639"/>
                  <a:pt x="1373417" y="17819"/>
                </a:cubicBezTo>
                <a:cubicBezTo>
                  <a:pt x="1375587" y="16999"/>
                  <a:pt x="1377968" y="16589"/>
                  <a:pt x="1380561" y="16589"/>
                </a:cubicBezTo>
                <a:cubicBezTo>
                  <a:pt x="1381619" y="16589"/>
                  <a:pt x="1382658" y="16682"/>
                  <a:pt x="1383676" y="16867"/>
                </a:cubicBezTo>
                <a:cubicBezTo>
                  <a:pt x="1384695" y="17052"/>
                  <a:pt x="1385647" y="17303"/>
                  <a:pt x="1386534" y="17621"/>
                </a:cubicBezTo>
                <a:cubicBezTo>
                  <a:pt x="1387420" y="17938"/>
                  <a:pt x="1388214" y="18295"/>
                  <a:pt x="1388915" y="18692"/>
                </a:cubicBezTo>
                <a:cubicBezTo>
                  <a:pt x="1389616" y="19089"/>
                  <a:pt x="1390112" y="19433"/>
                  <a:pt x="1390403" y="19724"/>
                </a:cubicBezTo>
                <a:cubicBezTo>
                  <a:pt x="1390694" y="20015"/>
                  <a:pt x="1390899" y="20260"/>
                  <a:pt x="1391018" y="20458"/>
                </a:cubicBezTo>
                <a:cubicBezTo>
                  <a:pt x="1391137" y="20657"/>
                  <a:pt x="1391230" y="20915"/>
                  <a:pt x="1391296" y="21232"/>
                </a:cubicBezTo>
                <a:cubicBezTo>
                  <a:pt x="1391362" y="21550"/>
                  <a:pt x="1391415" y="21940"/>
                  <a:pt x="1391455" y="22403"/>
                </a:cubicBezTo>
                <a:cubicBezTo>
                  <a:pt x="1391494" y="22866"/>
                  <a:pt x="1391514" y="23428"/>
                  <a:pt x="1391514" y="24090"/>
                </a:cubicBezTo>
                <a:cubicBezTo>
                  <a:pt x="1391514" y="25624"/>
                  <a:pt x="1391382" y="26702"/>
                  <a:pt x="1391117" y="27324"/>
                </a:cubicBezTo>
                <a:cubicBezTo>
                  <a:pt x="1390853" y="27946"/>
                  <a:pt x="1390509" y="28257"/>
                  <a:pt x="1390086" y="28257"/>
                </a:cubicBezTo>
                <a:cubicBezTo>
                  <a:pt x="1389636" y="28257"/>
                  <a:pt x="1389160" y="28071"/>
                  <a:pt x="1388657" y="27701"/>
                </a:cubicBezTo>
                <a:cubicBezTo>
                  <a:pt x="1388154" y="27331"/>
                  <a:pt x="1387559" y="26921"/>
                  <a:pt x="1386871" y="26471"/>
                </a:cubicBezTo>
                <a:cubicBezTo>
                  <a:pt x="1386183" y="26021"/>
                  <a:pt x="1385363" y="25611"/>
                  <a:pt x="1384410" y="25241"/>
                </a:cubicBezTo>
                <a:cubicBezTo>
                  <a:pt x="1383458" y="24870"/>
                  <a:pt x="1382320" y="24685"/>
                  <a:pt x="1380997" y="24685"/>
                </a:cubicBezTo>
                <a:cubicBezTo>
                  <a:pt x="1378405" y="24685"/>
                  <a:pt x="1376420" y="25684"/>
                  <a:pt x="1375044" y="27681"/>
                </a:cubicBezTo>
                <a:cubicBezTo>
                  <a:pt x="1373669" y="29679"/>
                  <a:pt x="1372981" y="32609"/>
                  <a:pt x="1372981" y="36472"/>
                </a:cubicBezTo>
                <a:cubicBezTo>
                  <a:pt x="1372981" y="38377"/>
                  <a:pt x="1373153" y="40057"/>
                  <a:pt x="1373497" y="41512"/>
                </a:cubicBezTo>
                <a:cubicBezTo>
                  <a:pt x="1373841" y="42967"/>
                  <a:pt x="1374350" y="44184"/>
                  <a:pt x="1375025" y="45163"/>
                </a:cubicBezTo>
                <a:cubicBezTo>
                  <a:pt x="1375699" y="46142"/>
                  <a:pt x="1376546" y="46876"/>
                  <a:pt x="1377565" y="47366"/>
                </a:cubicBezTo>
                <a:cubicBezTo>
                  <a:pt x="1378583" y="47855"/>
                  <a:pt x="1379767" y="48100"/>
                  <a:pt x="1381116" y="48100"/>
                </a:cubicBezTo>
                <a:cubicBezTo>
                  <a:pt x="1382492" y="48100"/>
                  <a:pt x="1383676" y="47895"/>
                  <a:pt x="1384668" y="47485"/>
                </a:cubicBezTo>
                <a:cubicBezTo>
                  <a:pt x="1385661" y="47075"/>
                  <a:pt x="1386527" y="46618"/>
                  <a:pt x="1387268" y="46116"/>
                </a:cubicBezTo>
                <a:cubicBezTo>
                  <a:pt x="1388009" y="45613"/>
                  <a:pt x="1388630" y="45156"/>
                  <a:pt x="1389133" y="44746"/>
                </a:cubicBezTo>
                <a:cubicBezTo>
                  <a:pt x="1389636" y="44336"/>
                  <a:pt x="1390059" y="44131"/>
                  <a:pt x="1390403" y="44131"/>
                </a:cubicBezTo>
                <a:cubicBezTo>
                  <a:pt x="1390641" y="44131"/>
                  <a:pt x="1390840" y="44197"/>
                  <a:pt x="1390998" y="44330"/>
                </a:cubicBezTo>
                <a:cubicBezTo>
                  <a:pt x="1391157" y="44462"/>
                  <a:pt x="1391283" y="44707"/>
                  <a:pt x="1391375" y="45064"/>
                </a:cubicBezTo>
                <a:cubicBezTo>
                  <a:pt x="1391468" y="45421"/>
                  <a:pt x="1391541" y="45877"/>
                  <a:pt x="1391594" y="46433"/>
                </a:cubicBezTo>
                <a:cubicBezTo>
                  <a:pt x="1391647" y="46989"/>
                  <a:pt x="1391673" y="47703"/>
                  <a:pt x="1391673" y="48576"/>
                </a:cubicBezTo>
                <a:close/>
                <a:moveTo>
                  <a:pt x="1434022" y="36153"/>
                </a:moveTo>
                <a:cubicBezTo>
                  <a:pt x="1434022" y="39176"/>
                  <a:pt x="1433625" y="41933"/>
                  <a:pt x="1432831" y="44425"/>
                </a:cubicBezTo>
                <a:cubicBezTo>
                  <a:pt x="1432038" y="46917"/>
                  <a:pt x="1430834" y="49064"/>
                  <a:pt x="1429220" y="50867"/>
                </a:cubicBezTo>
                <a:cubicBezTo>
                  <a:pt x="1427606" y="52669"/>
                  <a:pt x="1425582" y="54061"/>
                  <a:pt x="1423148" y="55043"/>
                </a:cubicBezTo>
                <a:cubicBezTo>
                  <a:pt x="1420714" y="56023"/>
                  <a:pt x="1417870" y="56513"/>
                  <a:pt x="1414615" y="56513"/>
                </a:cubicBezTo>
                <a:cubicBezTo>
                  <a:pt x="1411467" y="56513"/>
                  <a:pt x="1408729" y="56076"/>
                  <a:pt x="1406400" y="55201"/>
                </a:cubicBezTo>
                <a:cubicBezTo>
                  <a:pt x="1404072" y="54327"/>
                  <a:pt x="1402141" y="53054"/>
                  <a:pt x="1400606" y="51384"/>
                </a:cubicBezTo>
                <a:cubicBezTo>
                  <a:pt x="1399072" y="49714"/>
                  <a:pt x="1397934" y="47659"/>
                  <a:pt x="1397193" y="45220"/>
                </a:cubicBezTo>
                <a:cubicBezTo>
                  <a:pt x="1396452" y="42781"/>
                  <a:pt x="1396082" y="39998"/>
                  <a:pt x="1396082" y="36870"/>
                </a:cubicBezTo>
                <a:cubicBezTo>
                  <a:pt x="1396082" y="33847"/>
                  <a:pt x="1396485" y="31083"/>
                  <a:pt x="1397292" y="28578"/>
                </a:cubicBezTo>
                <a:cubicBezTo>
                  <a:pt x="1398099" y="26073"/>
                  <a:pt x="1399310" y="23926"/>
                  <a:pt x="1400924" y="22136"/>
                </a:cubicBezTo>
                <a:cubicBezTo>
                  <a:pt x="1402538" y="20347"/>
                  <a:pt x="1404555" y="18962"/>
                  <a:pt x="1406976" y="17982"/>
                </a:cubicBezTo>
                <a:cubicBezTo>
                  <a:pt x="1409397" y="17000"/>
                  <a:pt x="1412234" y="16510"/>
                  <a:pt x="1415489" y="16510"/>
                </a:cubicBezTo>
                <a:cubicBezTo>
                  <a:pt x="1418663" y="16510"/>
                  <a:pt x="1421415" y="16940"/>
                  <a:pt x="1423743" y="17802"/>
                </a:cubicBezTo>
                <a:cubicBezTo>
                  <a:pt x="1426072" y="18663"/>
                  <a:pt x="1427996" y="19929"/>
                  <a:pt x="1429518" y="21599"/>
                </a:cubicBezTo>
                <a:cubicBezTo>
                  <a:pt x="1431039" y="23269"/>
                  <a:pt x="1432170" y="25324"/>
                  <a:pt x="1432911" y="27763"/>
                </a:cubicBezTo>
                <a:cubicBezTo>
                  <a:pt x="1433652" y="30202"/>
                  <a:pt x="1434022" y="32999"/>
                  <a:pt x="1434022" y="36153"/>
                </a:cubicBezTo>
                <a:moveTo>
                  <a:pt x="1423743" y="36551"/>
                </a:moveTo>
                <a:cubicBezTo>
                  <a:pt x="1423743" y="34805"/>
                  <a:pt x="1423604" y="33198"/>
                  <a:pt x="1423327" y="31729"/>
                </a:cubicBezTo>
                <a:cubicBezTo>
                  <a:pt x="1423049" y="30261"/>
                  <a:pt x="1422579" y="28984"/>
                  <a:pt x="1421918" y="27900"/>
                </a:cubicBezTo>
                <a:cubicBezTo>
                  <a:pt x="1421256" y="26815"/>
                  <a:pt x="1420377" y="25968"/>
                  <a:pt x="1419279" y="25360"/>
                </a:cubicBezTo>
                <a:cubicBezTo>
                  <a:pt x="1418181" y="24751"/>
                  <a:pt x="1416798" y="24447"/>
                  <a:pt x="1415131" y="24447"/>
                </a:cubicBezTo>
                <a:cubicBezTo>
                  <a:pt x="1413650" y="24447"/>
                  <a:pt x="1412353" y="24718"/>
                  <a:pt x="1411242" y="25260"/>
                </a:cubicBezTo>
                <a:cubicBezTo>
                  <a:pt x="1410131" y="25803"/>
                  <a:pt x="1409218" y="26596"/>
                  <a:pt x="1408504" y="27642"/>
                </a:cubicBezTo>
                <a:cubicBezTo>
                  <a:pt x="1407789" y="28687"/>
                  <a:pt x="1407254" y="29943"/>
                  <a:pt x="1406896" y="31412"/>
                </a:cubicBezTo>
                <a:cubicBezTo>
                  <a:pt x="1406539" y="32880"/>
                  <a:pt x="1406361" y="34554"/>
                  <a:pt x="1406361" y="36432"/>
                </a:cubicBezTo>
                <a:cubicBezTo>
                  <a:pt x="1406361" y="38178"/>
                  <a:pt x="1406506" y="39786"/>
                  <a:pt x="1406797" y="41254"/>
                </a:cubicBezTo>
                <a:cubicBezTo>
                  <a:pt x="1407088" y="42722"/>
                  <a:pt x="1407558" y="43999"/>
                  <a:pt x="1408206" y="45084"/>
                </a:cubicBezTo>
                <a:cubicBezTo>
                  <a:pt x="1408854" y="46168"/>
                  <a:pt x="1409734" y="47009"/>
                  <a:pt x="1410845" y="47604"/>
                </a:cubicBezTo>
                <a:cubicBezTo>
                  <a:pt x="1411956" y="48199"/>
                  <a:pt x="1413332" y="48497"/>
                  <a:pt x="1414973" y="48497"/>
                </a:cubicBezTo>
                <a:cubicBezTo>
                  <a:pt x="1416481" y="48497"/>
                  <a:pt x="1417790" y="48226"/>
                  <a:pt x="1418902" y="47683"/>
                </a:cubicBezTo>
                <a:cubicBezTo>
                  <a:pt x="1420013" y="47141"/>
                  <a:pt x="1420926" y="46354"/>
                  <a:pt x="1421640" y="45322"/>
                </a:cubicBezTo>
                <a:cubicBezTo>
                  <a:pt x="1422354" y="44290"/>
                  <a:pt x="1422883" y="43040"/>
                  <a:pt x="1423227" y="41571"/>
                </a:cubicBezTo>
                <a:cubicBezTo>
                  <a:pt x="1423571" y="40103"/>
                  <a:pt x="1423743" y="38430"/>
                  <a:pt x="1423743" y="36551"/>
                </a:cubicBezTo>
                <a:close/>
                <a:moveTo>
                  <a:pt x="1475568" y="54210"/>
                </a:moveTo>
                <a:cubicBezTo>
                  <a:pt x="1475568" y="54501"/>
                  <a:pt x="1475502" y="54747"/>
                  <a:pt x="1475369" y="54946"/>
                </a:cubicBezTo>
                <a:cubicBezTo>
                  <a:pt x="1475237" y="55144"/>
                  <a:pt x="1475012" y="55310"/>
                  <a:pt x="1474695" y="55442"/>
                </a:cubicBezTo>
                <a:cubicBezTo>
                  <a:pt x="1474377" y="55574"/>
                  <a:pt x="1473947" y="55667"/>
                  <a:pt x="1473405" y="55720"/>
                </a:cubicBezTo>
                <a:cubicBezTo>
                  <a:pt x="1472862" y="55773"/>
                  <a:pt x="1472194" y="55799"/>
                  <a:pt x="1471401" y="55799"/>
                </a:cubicBezTo>
                <a:cubicBezTo>
                  <a:pt x="1470554" y="55799"/>
                  <a:pt x="1469866" y="55773"/>
                  <a:pt x="1469337" y="55720"/>
                </a:cubicBezTo>
                <a:cubicBezTo>
                  <a:pt x="1468808" y="55668"/>
                  <a:pt x="1468378" y="55576"/>
                  <a:pt x="1468047" y="55444"/>
                </a:cubicBezTo>
                <a:cubicBezTo>
                  <a:pt x="1467716" y="55312"/>
                  <a:pt x="1467478" y="55148"/>
                  <a:pt x="1467333" y="54951"/>
                </a:cubicBezTo>
                <a:cubicBezTo>
                  <a:pt x="1467187" y="54753"/>
                  <a:pt x="1467114" y="54509"/>
                  <a:pt x="1467114" y="54219"/>
                </a:cubicBezTo>
                <a:lnTo>
                  <a:pt x="1467114" y="50310"/>
                </a:lnTo>
                <a:cubicBezTo>
                  <a:pt x="1465289" y="52272"/>
                  <a:pt x="1463377" y="53797"/>
                  <a:pt x="1461380" y="54884"/>
                </a:cubicBezTo>
                <a:cubicBezTo>
                  <a:pt x="1459382" y="55970"/>
                  <a:pt x="1457166" y="56513"/>
                  <a:pt x="1454732" y="56513"/>
                </a:cubicBezTo>
                <a:cubicBezTo>
                  <a:pt x="1452034" y="56513"/>
                  <a:pt x="1449752" y="55990"/>
                  <a:pt x="1447886" y="54943"/>
                </a:cubicBezTo>
                <a:cubicBezTo>
                  <a:pt x="1446021" y="53896"/>
                  <a:pt x="1444500" y="52484"/>
                  <a:pt x="1443322" y="50708"/>
                </a:cubicBezTo>
                <a:cubicBezTo>
                  <a:pt x="1442145" y="48931"/>
                  <a:pt x="1441292" y="46857"/>
                  <a:pt x="1440763" y="44485"/>
                </a:cubicBezTo>
                <a:cubicBezTo>
                  <a:pt x="1440234" y="42112"/>
                  <a:pt x="1439969" y="39613"/>
                  <a:pt x="1439969" y="36989"/>
                </a:cubicBezTo>
                <a:cubicBezTo>
                  <a:pt x="1439969" y="33834"/>
                  <a:pt x="1440306" y="30997"/>
                  <a:pt x="1440981" y="28479"/>
                </a:cubicBezTo>
                <a:cubicBezTo>
                  <a:pt x="1441656" y="25960"/>
                  <a:pt x="1442641" y="23813"/>
                  <a:pt x="1443938" y="22037"/>
                </a:cubicBezTo>
                <a:cubicBezTo>
                  <a:pt x="1445234" y="20261"/>
                  <a:pt x="1446848" y="18896"/>
                  <a:pt x="1448779" y="17942"/>
                </a:cubicBezTo>
                <a:cubicBezTo>
                  <a:pt x="1450711" y="16987"/>
                  <a:pt x="1452933" y="16510"/>
                  <a:pt x="1455447" y="16510"/>
                </a:cubicBezTo>
                <a:cubicBezTo>
                  <a:pt x="1457431" y="16510"/>
                  <a:pt x="1459230" y="16914"/>
                  <a:pt x="1460844" y="17722"/>
                </a:cubicBezTo>
                <a:cubicBezTo>
                  <a:pt x="1462458" y="18531"/>
                  <a:pt x="1464059" y="19718"/>
                  <a:pt x="1465646" y="21282"/>
                </a:cubicBezTo>
                <a:lnTo>
                  <a:pt x="1465646" y="2105"/>
                </a:lnTo>
                <a:cubicBezTo>
                  <a:pt x="1465646" y="1839"/>
                  <a:pt x="1465719" y="1601"/>
                  <a:pt x="1465864" y="1389"/>
                </a:cubicBezTo>
                <a:cubicBezTo>
                  <a:pt x="1466010" y="1177"/>
                  <a:pt x="1466274" y="999"/>
                  <a:pt x="1466658" y="853"/>
                </a:cubicBezTo>
                <a:cubicBezTo>
                  <a:pt x="1467042" y="708"/>
                  <a:pt x="1467551" y="595"/>
                  <a:pt x="1468186" y="516"/>
                </a:cubicBezTo>
                <a:cubicBezTo>
                  <a:pt x="1468821" y="437"/>
                  <a:pt x="1469628" y="397"/>
                  <a:pt x="1470607" y="397"/>
                </a:cubicBezTo>
                <a:cubicBezTo>
                  <a:pt x="1471586" y="397"/>
                  <a:pt x="1472393" y="437"/>
                  <a:pt x="1473028" y="516"/>
                </a:cubicBezTo>
                <a:cubicBezTo>
                  <a:pt x="1473663" y="595"/>
                  <a:pt x="1474165" y="708"/>
                  <a:pt x="1474536" y="853"/>
                </a:cubicBezTo>
                <a:cubicBezTo>
                  <a:pt x="1474906" y="999"/>
                  <a:pt x="1475171" y="1178"/>
                  <a:pt x="1475330" y="1390"/>
                </a:cubicBezTo>
                <a:cubicBezTo>
                  <a:pt x="1475488" y="1602"/>
                  <a:pt x="1475568" y="1840"/>
                  <a:pt x="1475568" y="2105"/>
                </a:cubicBezTo>
                <a:lnTo>
                  <a:pt x="1475568" y="54210"/>
                </a:lnTo>
                <a:moveTo>
                  <a:pt x="1465646" y="30546"/>
                </a:moveTo>
                <a:cubicBezTo>
                  <a:pt x="1464217" y="28751"/>
                  <a:pt x="1462848" y="27379"/>
                  <a:pt x="1461539" y="26429"/>
                </a:cubicBezTo>
                <a:cubicBezTo>
                  <a:pt x="1460229" y="25478"/>
                  <a:pt x="1458860" y="25002"/>
                  <a:pt x="1457431" y="25002"/>
                </a:cubicBezTo>
                <a:cubicBezTo>
                  <a:pt x="1456135" y="25002"/>
                  <a:pt x="1455017" y="25327"/>
                  <a:pt x="1454077" y="25975"/>
                </a:cubicBezTo>
                <a:cubicBezTo>
                  <a:pt x="1453138" y="26623"/>
                  <a:pt x="1452384" y="27489"/>
                  <a:pt x="1451815" y="28574"/>
                </a:cubicBezTo>
                <a:cubicBezTo>
                  <a:pt x="1451247" y="29659"/>
                  <a:pt x="1450823" y="30869"/>
                  <a:pt x="1450545" y="32205"/>
                </a:cubicBezTo>
                <a:cubicBezTo>
                  <a:pt x="1450268" y="33542"/>
                  <a:pt x="1450129" y="34911"/>
                  <a:pt x="1450129" y="36313"/>
                </a:cubicBezTo>
                <a:cubicBezTo>
                  <a:pt x="1450129" y="37795"/>
                  <a:pt x="1450248" y="39237"/>
                  <a:pt x="1450486" y="40639"/>
                </a:cubicBezTo>
                <a:cubicBezTo>
                  <a:pt x="1450724" y="42041"/>
                  <a:pt x="1451114" y="43291"/>
                  <a:pt x="1451657" y="44389"/>
                </a:cubicBezTo>
                <a:cubicBezTo>
                  <a:pt x="1452199" y="45487"/>
                  <a:pt x="1452920" y="46367"/>
                  <a:pt x="1453820" y="47028"/>
                </a:cubicBezTo>
                <a:cubicBezTo>
                  <a:pt x="1454719" y="47690"/>
                  <a:pt x="1455857" y="48021"/>
                  <a:pt x="1457233" y="48021"/>
                </a:cubicBezTo>
                <a:cubicBezTo>
                  <a:pt x="1457920" y="48021"/>
                  <a:pt x="1458588" y="47922"/>
                  <a:pt x="1459237" y="47724"/>
                </a:cubicBezTo>
                <a:cubicBezTo>
                  <a:pt x="1459885" y="47526"/>
                  <a:pt x="1460546" y="47202"/>
                  <a:pt x="1461221" y="46753"/>
                </a:cubicBezTo>
                <a:cubicBezTo>
                  <a:pt x="1461896" y="46304"/>
                  <a:pt x="1462590" y="45717"/>
                  <a:pt x="1463305" y="44991"/>
                </a:cubicBezTo>
                <a:cubicBezTo>
                  <a:pt x="1464019" y="44264"/>
                  <a:pt x="1464799" y="43373"/>
                  <a:pt x="1465646" y="42317"/>
                </a:cubicBezTo>
                <a:lnTo>
                  <a:pt x="1465646" y="30546"/>
                </a:lnTo>
                <a:close/>
                <a:moveTo>
                  <a:pt x="1518422" y="35473"/>
                </a:moveTo>
                <a:cubicBezTo>
                  <a:pt x="1518422" y="36693"/>
                  <a:pt x="1518151" y="37594"/>
                  <a:pt x="1517609" y="38177"/>
                </a:cubicBezTo>
                <a:cubicBezTo>
                  <a:pt x="1517066" y="38760"/>
                  <a:pt x="1516319" y="39051"/>
                  <a:pt x="1515366" y="39051"/>
                </a:cubicBezTo>
                <a:lnTo>
                  <a:pt x="1493817" y="39051"/>
                </a:lnTo>
                <a:cubicBezTo>
                  <a:pt x="1493817" y="40565"/>
                  <a:pt x="1493995" y="41940"/>
                  <a:pt x="1494353" y="43175"/>
                </a:cubicBezTo>
                <a:cubicBezTo>
                  <a:pt x="1494710" y="44410"/>
                  <a:pt x="1495279" y="45460"/>
                  <a:pt x="1496059" y="46324"/>
                </a:cubicBezTo>
                <a:cubicBezTo>
                  <a:pt x="1496840" y="47187"/>
                  <a:pt x="1497845" y="47844"/>
                  <a:pt x="1499075" y="48296"/>
                </a:cubicBezTo>
                <a:cubicBezTo>
                  <a:pt x="1500305" y="48747"/>
                  <a:pt x="1501780" y="48973"/>
                  <a:pt x="1503500" y="48973"/>
                </a:cubicBezTo>
                <a:cubicBezTo>
                  <a:pt x="1505246" y="48973"/>
                  <a:pt x="1506781" y="48845"/>
                  <a:pt x="1508104" y="48590"/>
                </a:cubicBezTo>
                <a:cubicBezTo>
                  <a:pt x="1509427" y="48334"/>
                  <a:pt x="1510571" y="48052"/>
                  <a:pt x="1511537" y="47743"/>
                </a:cubicBezTo>
                <a:cubicBezTo>
                  <a:pt x="1512502" y="47433"/>
                  <a:pt x="1513303" y="47151"/>
                  <a:pt x="1513938" y="46896"/>
                </a:cubicBezTo>
                <a:cubicBezTo>
                  <a:pt x="1514573" y="46640"/>
                  <a:pt x="1515089" y="46512"/>
                  <a:pt x="1515486" y="46512"/>
                </a:cubicBezTo>
                <a:cubicBezTo>
                  <a:pt x="1515724" y="46512"/>
                  <a:pt x="1515922" y="46559"/>
                  <a:pt x="1516081" y="46653"/>
                </a:cubicBezTo>
                <a:cubicBezTo>
                  <a:pt x="1516240" y="46745"/>
                  <a:pt x="1516372" y="46911"/>
                  <a:pt x="1516478" y="47151"/>
                </a:cubicBezTo>
                <a:cubicBezTo>
                  <a:pt x="1516583" y="47390"/>
                  <a:pt x="1516656" y="47729"/>
                  <a:pt x="1516696" y="48168"/>
                </a:cubicBezTo>
                <a:cubicBezTo>
                  <a:pt x="1516736" y="48607"/>
                  <a:pt x="1516755" y="49159"/>
                  <a:pt x="1516755" y="49824"/>
                </a:cubicBezTo>
                <a:cubicBezTo>
                  <a:pt x="1516755" y="50409"/>
                  <a:pt x="1516742" y="50908"/>
                  <a:pt x="1516716" y="51321"/>
                </a:cubicBezTo>
                <a:cubicBezTo>
                  <a:pt x="1516689" y="51732"/>
                  <a:pt x="1516650" y="52085"/>
                  <a:pt x="1516597" y="52377"/>
                </a:cubicBezTo>
                <a:cubicBezTo>
                  <a:pt x="1516544" y="52670"/>
                  <a:pt x="1516464" y="52916"/>
                  <a:pt x="1516359" y="53116"/>
                </a:cubicBezTo>
                <a:cubicBezTo>
                  <a:pt x="1516253" y="53316"/>
                  <a:pt x="1516114" y="53508"/>
                  <a:pt x="1515942" y="53694"/>
                </a:cubicBezTo>
                <a:cubicBezTo>
                  <a:pt x="1515770" y="53880"/>
                  <a:pt x="1515300" y="54132"/>
                  <a:pt x="1514533" y="54450"/>
                </a:cubicBezTo>
                <a:cubicBezTo>
                  <a:pt x="1513766" y="54767"/>
                  <a:pt x="1512787" y="55078"/>
                  <a:pt x="1511596" y="55382"/>
                </a:cubicBezTo>
                <a:cubicBezTo>
                  <a:pt x="1510406" y="55687"/>
                  <a:pt x="1509043" y="55951"/>
                  <a:pt x="1507509" y="56176"/>
                </a:cubicBezTo>
                <a:cubicBezTo>
                  <a:pt x="1505974" y="56401"/>
                  <a:pt x="1504334" y="56513"/>
                  <a:pt x="1502587" y="56513"/>
                </a:cubicBezTo>
                <a:cubicBezTo>
                  <a:pt x="1499439" y="56513"/>
                  <a:pt x="1496681" y="56116"/>
                  <a:pt x="1494313" y="55320"/>
                </a:cubicBezTo>
                <a:cubicBezTo>
                  <a:pt x="1491945" y="54525"/>
                  <a:pt x="1489967" y="53319"/>
                  <a:pt x="1488380" y="51701"/>
                </a:cubicBezTo>
                <a:cubicBezTo>
                  <a:pt x="1486792" y="50084"/>
                  <a:pt x="1485608" y="48043"/>
                  <a:pt x="1484828" y="45579"/>
                </a:cubicBezTo>
                <a:cubicBezTo>
                  <a:pt x="1484047" y="43113"/>
                  <a:pt x="1483657" y="40223"/>
                  <a:pt x="1483657" y="36910"/>
                </a:cubicBezTo>
                <a:cubicBezTo>
                  <a:pt x="1483657" y="33755"/>
                  <a:pt x="1484067" y="30911"/>
                  <a:pt x="1484887" y="28379"/>
                </a:cubicBezTo>
                <a:cubicBezTo>
                  <a:pt x="1485707" y="25848"/>
                  <a:pt x="1486898" y="23701"/>
                  <a:pt x="1488459" y="21938"/>
                </a:cubicBezTo>
                <a:cubicBezTo>
                  <a:pt x="1490020" y="20174"/>
                  <a:pt x="1491918" y="18829"/>
                  <a:pt x="1494154" y="17901"/>
                </a:cubicBezTo>
                <a:cubicBezTo>
                  <a:pt x="1496390" y="16973"/>
                  <a:pt x="1498910" y="16510"/>
                  <a:pt x="1501714" y="16510"/>
                </a:cubicBezTo>
                <a:cubicBezTo>
                  <a:pt x="1504678" y="16510"/>
                  <a:pt x="1507211" y="16947"/>
                  <a:pt x="1509314" y="17822"/>
                </a:cubicBezTo>
                <a:cubicBezTo>
                  <a:pt x="1511418" y="18696"/>
                  <a:pt x="1513144" y="19909"/>
                  <a:pt x="1514493" y="21459"/>
                </a:cubicBezTo>
                <a:cubicBezTo>
                  <a:pt x="1515843" y="23009"/>
                  <a:pt x="1516835" y="24845"/>
                  <a:pt x="1517470" y="26966"/>
                </a:cubicBezTo>
                <a:cubicBezTo>
                  <a:pt x="1518105" y="29086"/>
                  <a:pt x="1518422" y="31392"/>
                  <a:pt x="1518422" y="33883"/>
                </a:cubicBezTo>
                <a:lnTo>
                  <a:pt x="1518422" y="35473"/>
                </a:lnTo>
                <a:moveTo>
                  <a:pt x="1508739" y="32622"/>
                </a:moveTo>
                <a:cubicBezTo>
                  <a:pt x="1508818" y="29805"/>
                  <a:pt x="1508256" y="27593"/>
                  <a:pt x="1507052" y="25986"/>
                </a:cubicBezTo>
                <a:cubicBezTo>
                  <a:pt x="1505848" y="24378"/>
                  <a:pt x="1503990" y="23574"/>
                  <a:pt x="1501476" y="23574"/>
                </a:cubicBezTo>
                <a:cubicBezTo>
                  <a:pt x="1500206" y="23574"/>
                  <a:pt x="1499102" y="23813"/>
                  <a:pt x="1498162" y="24292"/>
                </a:cubicBezTo>
                <a:cubicBezTo>
                  <a:pt x="1497223" y="24770"/>
                  <a:pt x="1496443" y="25414"/>
                  <a:pt x="1495821" y="26225"/>
                </a:cubicBezTo>
                <a:cubicBezTo>
                  <a:pt x="1495199" y="27036"/>
                  <a:pt x="1494723" y="27992"/>
                  <a:pt x="1494392" y="29095"/>
                </a:cubicBezTo>
                <a:cubicBezTo>
                  <a:pt x="1494061" y="30197"/>
                  <a:pt x="1493870" y="31373"/>
                  <a:pt x="1493817" y="32622"/>
                </a:cubicBezTo>
                <a:lnTo>
                  <a:pt x="1508739" y="32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statementsfixingthebugandwhy.">
            <a:extLst xmlns:a="http://schemas.openxmlformats.org/drawingml/2006/main">
              <a:ext uri="{FF2B5EF4-FFF2-40B4-BE49-F238E27FC236}">
                <a16:creationId xmlns:a16="http://schemas.microsoft.com/office/drawing/2014/main" id="{7C63B37A-CB23-4BD7-A352-B2DC77A8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018" y="940399"/>
            <a:ext cx="1156424" cy="70086"/>
          </a:xfrm>
          <a:custGeom xmlns:a="http://schemas.openxmlformats.org/drawingml/2006/main">
            <a:pathLst>
              <a:path w="1156424" h="70086">
                <a:moveTo>
                  <a:pt x="27026" y="44226"/>
                </a:moveTo>
                <a:cubicBezTo>
                  <a:pt x="27026" y="46240"/>
                  <a:pt x="26649" y="48017"/>
                  <a:pt x="25895" y="49555"/>
                </a:cubicBezTo>
                <a:cubicBezTo>
                  <a:pt x="25141" y="51092"/>
                  <a:pt x="24076" y="52377"/>
                  <a:pt x="22701" y="53412"/>
                </a:cubicBezTo>
                <a:cubicBezTo>
                  <a:pt x="21325" y="54445"/>
                  <a:pt x="19698" y="55220"/>
                  <a:pt x="17819" y="55737"/>
                </a:cubicBezTo>
                <a:cubicBezTo>
                  <a:pt x="15941" y="56255"/>
                  <a:pt x="13903" y="56513"/>
                  <a:pt x="11707" y="56513"/>
                </a:cubicBezTo>
                <a:cubicBezTo>
                  <a:pt x="10385" y="56513"/>
                  <a:pt x="9121" y="56413"/>
                  <a:pt x="7917" y="56212"/>
                </a:cubicBezTo>
                <a:cubicBezTo>
                  <a:pt x="6714" y="56011"/>
                  <a:pt x="5635" y="55757"/>
                  <a:pt x="4683" y="55449"/>
                </a:cubicBezTo>
                <a:cubicBezTo>
                  <a:pt x="3731" y="55141"/>
                  <a:pt x="2937" y="54826"/>
                  <a:pt x="2302" y="54506"/>
                </a:cubicBezTo>
                <a:cubicBezTo>
                  <a:pt x="1667" y="54184"/>
                  <a:pt x="1204" y="53883"/>
                  <a:pt x="913" y="53601"/>
                </a:cubicBezTo>
                <a:cubicBezTo>
                  <a:pt x="622" y="53320"/>
                  <a:pt x="397" y="52880"/>
                  <a:pt x="238" y="52282"/>
                </a:cubicBezTo>
                <a:cubicBezTo>
                  <a:pt x="79" y="51683"/>
                  <a:pt x="0" y="50799"/>
                  <a:pt x="0" y="49628"/>
                </a:cubicBezTo>
                <a:cubicBezTo>
                  <a:pt x="0" y="48856"/>
                  <a:pt x="26" y="48238"/>
                  <a:pt x="79" y="47772"/>
                </a:cubicBezTo>
                <a:cubicBezTo>
                  <a:pt x="132" y="47307"/>
                  <a:pt x="212" y="46935"/>
                  <a:pt x="317" y="46655"/>
                </a:cubicBezTo>
                <a:cubicBezTo>
                  <a:pt x="423" y="46376"/>
                  <a:pt x="556" y="46190"/>
                  <a:pt x="714" y="46097"/>
                </a:cubicBezTo>
                <a:cubicBezTo>
                  <a:pt x="873" y="46004"/>
                  <a:pt x="1072" y="45957"/>
                  <a:pt x="1310" y="45957"/>
                </a:cubicBezTo>
                <a:cubicBezTo>
                  <a:pt x="1601" y="45957"/>
                  <a:pt x="2031" y="46124"/>
                  <a:pt x="2599" y="46459"/>
                </a:cubicBezTo>
                <a:cubicBezTo>
                  <a:pt x="3168" y="46794"/>
                  <a:pt x="3876" y="47162"/>
                  <a:pt x="4723" y="47564"/>
                </a:cubicBezTo>
                <a:cubicBezTo>
                  <a:pt x="5569" y="47966"/>
                  <a:pt x="6555" y="48341"/>
                  <a:pt x="7679" y="48689"/>
                </a:cubicBezTo>
                <a:cubicBezTo>
                  <a:pt x="8804" y="49037"/>
                  <a:pt x="10080" y="49211"/>
                  <a:pt x="11509" y="49211"/>
                </a:cubicBezTo>
                <a:cubicBezTo>
                  <a:pt x="12409" y="49211"/>
                  <a:pt x="13209" y="49119"/>
                  <a:pt x="13910" y="48935"/>
                </a:cubicBezTo>
                <a:cubicBezTo>
                  <a:pt x="14611" y="48750"/>
                  <a:pt x="15220" y="48487"/>
                  <a:pt x="15736" y="48145"/>
                </a:cubicBezTo>
                <a:cubicBezTo>
                  <a:pt x="16252" y="47801"/>
                  <a:pt x="16642" y="47367"/>
                  <a:pt x="16906" y="46840"/>
                </a:cubicBezTo>
                <a:cubicBezTo>
                  <a:pt x="17171" y="46313"/>
                  <a:pt x="17303" y="45707"/>
                  <a:pt x="17303" y="45022"/>
                </a:cubicBezTo>
                <a:cubicBezTo>
                  <a:pt x="17303" y="44226"/>
                  <a:pt x="17059" y="43544"/>
                  <a:pt x="16569" y="42974"/>
                </a:cubicBezTo>
                <a:cubicBezTo>
                  <a:pt x="16080" y="42404"/>
                  <a:pt x="15431" y="41906"/>
                  <a:pt x="14624" y="41482"/>
                </a:cubicBezTo>
                <a:cubicBezTo>
                  <a:pt x="13817" y="41058"/>
                  <a:pt x="12905" y="40660"/>
                  <a:pt x="11886" y="40289"/>
                </a:cubicBezTo>
                <a:cubicBezTo>
                  <a:pt x="10867" y="39918"/>
                  <a:pt x="9822" y="39507"/>
                  <a:pt x="8751" y="39056"/>
                </a:cubicBezTo>
                <a:cubicBezTo>
                  <a:pt x="7679" y="38606"/>
                  <a:pt x="6634" y="38089"/>
                  <a:pt x="5616" y="37506"/>
                </a:cubicBezTo>
                <a:cubicBezTo>
                  <a:pt x="4597" y="36922"/>
                  <a:pt x="3684" y="36206"/>
                  <a:pt x="2877" y="35358"/>
                </a:cubicBezTo>
                <a:cubicBezTo>
                  <a:pt x="2070" y="34510"/>
                  <a:pt x="1422" y="33490"/>
                  <a:pt x="933" y="32297"/>
                </a:cubicBezTo>
                <a:cubicBezTo>
                  <a:pt x="443" y="31104"/>
                  <a:pt x="198" y="29673"/>
                  <a:pt x="198" y="28002"/>
                </a:cubicBezTo>
                <a:cubicBezTo>
                  <a:pt x="198" y="26305"/>
                  <a:pt x="529" y="24747"/>
                  <a:pt x="1191" y="23329"/>
                </a:cubicBezTo>
                <a:cubicBezTo>
                  <a:pt x="1852" y="21911"/>
                  <a:pt x="2805" y="20699"/>
                  <a:pt x="4048" y="19692"/>
                </a:cubicBezTo>
                <a:cubicBezTo>
                  <a:pt x="5292" y="18684"/>
                  <a:pt x="6806" y="17902"/>
                  <a:pt x="8592" y="17345"/>
                </a:cubicBezTo>
                <a:cubicBezTo>
                  <a:pt x="10378" y="16788"/>
                  <a:pt x="12382" y="16510"/>
                  <a:pt x="14605" y="16510"/>
                </a:cubicBezTo>
                <a:cubicBezTo>
                  <a:pt x="15716" y="16510"/>
                  <a:pt x="16794" y="16589"/>
                  <a:pt x="17839" y="16748"/>
                </a:cubicBezTo>
                <a:cubicBezTo>
                  <a:pt x="18884" y="16906"/>
                  <a:pt x="19830" y="17105"/>
                  <a:pt x="20677" y="17343"/>
                </a:cubicBezTo>
                <a:cubicBezTo>
                  <a:pt x="21523" y="17581"/>
                  <a:pt x="22238" y="17839"/>
                  <a:pt x="22820" y="18117"/>
                </a:cubicBezTo>
                <a:cubicBezTo>
                  <a:pt x="23402" y="18395"/>
                  <a:pt x="23818" y="18633"/>
                  <a:pt x="24070" y="18831"/>
                </a:cubicBezTo>
                <a:cubicBezTo>
                  <a:pt x="24321" y="19030"/>
                  <a:pt x="24500" y="19228"/>
                  <a:pt x="24606" y="19426"/>
                </a:cubicBezTo>
                <a:cubicBezTo>
                  <a:pt x="24711" y="19625"/>
                  <a:pt x="24791" y="19863"/>
                  <a:pt x="24844" y="20141"/>
                </a:cubicBezTo>
                <a:cubicBezTo>
                  <a:pt x="24897" y="20419"/>
                  <a:pt x="24943" y="20763"/>
                  <a:pt x="24983" y="21173"/>
                </a:cubicBezTo>
                <a:cubicBezTo>
                  <a:pt x="25022" y="21583"/>
                  <a:pt x="25042" y="22092"/>
                  <a:pt x="25042" y="22701"/>
                </a:cubicBezTo>
                <a:cubicBezTo>
                  <a:pt x="25042" y="23415"/>
                  <a:pt x="25022" y="23997"/>
                  <a:pt x="24983" y="24447"/>
                </a:cubicBezTo>
                <a:cubicBezTo>
                  <a:pt x="24943" y="24897"/>
                  <a:pt x="24877" y="25254"/>
                  <a:pt x="24784" y="25518"/>
                </a:cubicBezTo>
                <a:cubicBezTo>
                  <a:pt x="24692" y="25783"/>
                  <a:pt x="24566" y="25962"/>
                  <a:pt x="24407" y="26054"/>
                </a:cubicBezTo>
                <a:cubicBezTo>
                  <a:pt x="24248" y="26147"/>
                  <a:pt x="24063" y="26193"/>
                  <a:pt x="23852" y="26193"/>
                </a:cubicBezTo>
                <a:cubicBezTo>
                  <a:pt x="23613" y="26193"/>
                  <a:pt x="23243" y="26054"/>
                  <a:pt x="22740" y="25776"/>
                </a:cubicBezTo>
                <a:cubicBezTo>
                  <a:pt x="22238" y="25498"/>
                  <a:pt x="21609" y="25201"/>
                  <a:pt x="20855" y="24883"/>
                </a:cubicBezTo>
                <a:cubicBezTo>
                  <a:pt x="20101" y="24566"/>
                  <a:pt x="19228" y="24268"/>
                  <a:pt x="18236" y="23990"/>
                </a:cubicBezTo>
                <a:cubicBezTo>
                  <a:pt x="17244" y="23713"/>
                  <a:pt x="16113" y="23574"/>
                  <a:pt x="14843" y="23574"/>
                </a:cubicBezTo>
                <a:cubicBezTo>
                  <a:pt x="13943" y="23574"/>
                  <a:pt x="13163" y="23667"/>
                  <a:pt x="12501" y="23854"/>
                </a:cubicBezTo>
                <a:cubicBezTo>
                  <a:pt x="11840" y="24040"/>
                  <a:pt x="11297" y="24306"/>
                  <a:pt x="10874" y="24651"/>
                </a:cubicBezTo>
                <a:cubicBezTo>
                  <a:pt x="10451" y="24997"/>
                  <a:pt x="10133" y="25403"/>
                  <a:pt x="9922" y="25868"/>
                </a:cubicBezTo>
                <a:cubicBezTo>
                  <a:pt x="9710" y="26334"/>
                  <a:pt x="9604" y="26833"/>
                  <a:pt x="9604" y="27365"/>
                </a:cubicBezTo>
                <a:cubicBezTo>
                  <a:pt x="9604" y="28187"/>
                  <a:pt x="9855" y="28876"/>
                  <a:pt x="10358" y="29434"/>
                </a:cubicBezTo>
                <a:cubicBezTo>
                  <a:pt x="10861" y="29990"/>
                  <a:pt x="11522" y="30480"/>
                  <a:pt x="12342" y="30905"/>
                </a:cubicBezTo>
                <a:cubicBezTo>
                  <a:pt x="13163" y="31329"/>
                  <a:pt x="14095" y="31726"/>
                  <a:pt x="15140" y="32098"/>
                </a:cubicBezTo>
                <a:cubicBezTo>
                  <a:pt x="16185" y="32469"/>
                  <a:pt x="17244" y="32873"/>
                  <a:pt x="18315" y="33311"/>
                </a:cubicBezTo>
                <a:cubicBezTo>
                  <a:pt x="19387" y="33748"/>
                  <a:pt x="20445" y="34258"/>
                  <a:pt x="21490" y="34841"/>
                </a:cubicBezTo>
                <a:cubicBezTo>
                  <a:pt x="22535" y="35424"/>
                  <a:pt x="23468" y="36140"/>
                  <a:pt x="24288" y="36989"/>
                </a:cubicBezTo>
                <a:cubicBezTo>
                  <a:pt x="25108" y="37837"/>
                  <a:pt x="25770" y="38851"/>
                  <a:pt x="26272" y="40031"/>
                </a:cubicBezTo>
                <a:cubicBezTo>
                  <a:pt x="26775" y="41210"/>
                  <a:pt x="27026" y="42608"/>
                  <a:pt x="27026" y="44226"/>
                </a:cubicBezTo>
                <a:close/>
                <a:moveTo>
                  <a:pt x="55000" y="50692"/>
                </a:moveTo>
                <a:cubicBezTo>
                  <a:pt x="55000" y="51862"/>
                  <a:pt x="54927" y="52759"/>
                  <a:pt x="54782" y="53384"/>
                </a:cubicBezTo>
                <a:cubicBezTo>
                  <a:pt x="54636" y="54009"/>
                  <a:pt x="54444" y="54447"/>
                  <a:pt x="54206" y="54700"/>
                </a:cubicBezTo>
                <a:cubicBezTo>
                  <a:pt x="53968" y="54952"/>
                  <a:pt x="53618" y="55178"/>
                  <a:pt x="53155" y="55377"/>
                </a:cubicBezTo>
                <a:cubicBezTo>
                  <a:pt x="52692" y="55577"/>
                  <a:pt x="52149" y="55749"/>
                  <a:pt x="51527" y="55896"/>
                </a:cubicBezTo>
                <a:cubicBezTo>
                  <a:pt x="50906" y="56042"/>
                  <a:pt x="50231" y="56155"/>
                  <a:pt x="49503" y="56234"/>
                </a:cubicBezTo>
                <a:cubicBezTo>
                  <a:pt x="48776" y="56315"/>
                  <a:pt x="48042" y="56355"/>
                  <a:pt x="47301" y="56355"/>
                </a:cubicBezTo>
                <a:cubicBezTo>
                  <a:pt x="45317" y="56355"/>
                  <a:pt x="43597" y="56103"/>
                  <a:pt x="42142" y="55601"/>
                </a:cubicBezTo>
                <a:cubicBezTo>
                  <a:pt x="40686" y="55098"/>
                  <a:pt x="39483" y="54324"/>
                  <a:pt x="38530" y="53279"/>
                </a:cubicBezTo>
                <a:cubicBezTo>
                  <a:pt x="37578" y="52234"/>
                  <a:pt x="36877" y="50918"/>
                  <a:pt x="36427" y="49330"/>
                </a:cubicBezTo>
                <a:cubicBezTo>
                  <a:pt x="35977" y="47743"/>
                  <a:pt x="35752" y="45864"/>
                  <a:pt x="35752" y="43695"/>
                </a:cubicBezTo>
                <a:lnTo>
                  <a:pt x="35752" y="25558"/>
                </a:lnTo>
                <a:lnTo>
                  <a:pt x="31506" y="25558"/>
                </a:lnTo>
                <a:cubicBezTo>
                  <a:pt x="31003" y="25558"/>
                  <a:pt x="30619" y="25247"/>
                  <a:pt x="30355" y="24625"/>
                </a:cubicBezTo>
                <a:cubicBezTo>
                  <a:pt x="30090" y="24004"/>
                  <a:pt x="29958" y="22965"/>
                  <a:pt x="29958" y="21510"/>
                </a:cubicBezTo>
                <a:cubicBezTo>
                  <a:pt x="29958" y="20743"/>
                  <a:pt x="29991" y="20095"/>
                  <a:pt x="30057" y="19565"/>
                </a:cubicBezTo>
                <a:cubicBezTo>
                  <a:pt x="30123" y="19036"/>
                  <a:pt x="30222" y="18620"/>
                  <a:pt x="30355" y="18315"/>
                </a:cubicBezTo>
                <a:cubicBezTo>
                  <a:pt x="30487" y="18011"/>
                  <a:pt x="30652" y="17793"/>
                  <a:pt x="30851" y="17660"/>
                </a:cubicBezTo>
                <a:cubicBezTo>
                  <a:pt x="31049" y="17528"/>
                  <a:pt x="31281" y="17462"/>
                  <a:pt x="31545" y="17462"/>
                </a:cubicBezTo>
                <a:lnTo>
                  <a:pt x="35752" y="17462"/>
                </a:lnTo>
                <a:lnTo>
                  <a:pt x="35752" y="9532"/>
                </a:lnTo>
                <a:cubicBezTo>
                  <a:pt x="35752" y="9266"/>
                  <a:pt x="35825" y="9027"/>
                  <a:pt x="35970" y="8814"/>
                </a:cubicBezTo>
                <a:cubicBezTo>
                  <a:pt x="36116" y="8602"/>
                  <a:pt x="36380" y="8423"/>
                  <a:pt x="36764" y="8277"/>
                </a:cubicBezTo>
                <a:cubicBezTo>
                  <a:pt x="37148" y="8131"/>
                  <a:pt x="37664" y="8025"/>
                  <a:pt x="38312" y="7958"/>
                </a:cubicBezTo>
                <a:cubicBezTo>
                  <a:pt x="38960" y="7891"/>
                  <a:pt x="39760" y="7858"/>
                  <a:pt x="40713" y="7858"/>
                </a:cubicBezTo>
                <a:cubicBezTo>
                  <a:pt x="41692" y="7858"/>
                  <a:pt x="42505" y="7891"/>
                  <a:pt x="43154" y="7958"/>
                </a:cubicBezTo>
                <a:cubicBezTo>
                  <a:pt x="43802" y="8025"/>
                  <a:pt x="44311" y="8131"/>
                  <a:pt x="44682" y="8277"/>
                </a:cubicBezTo>
                <a:cubicBezTo>
                  <a:pt x="45052" y="8423"/>
                  <a:pt x="45317" y="8602"/>
                  <a:pt x="45475" y="8814"/>
                </a:cubicBezTo>
                <a:cubicBezTo>
                  <a:pt x="45634" y="9027"/>
                  <a:pt x="45713" y="9266"/>
                  <a:pt x="45713" y="9532"/>
                </a:cubicBezTo>
                <a:lnTo>
                  <a:pt x="45713" y="17462"/>
                </a:lnTo>
                <a:lnTo>
                  <a:pt x="53413" y="17462"/>
                </a:lnTo>
                <a:cubicBezTo>
                  <a:pt x="53677" y="17462"/>
                  <a:pt x="53909" y="17528"/>
                  <a:pt x="54107" y="17660"/>
                </a:cubicBezTo>
                <a:cubicBezTo>
                  <a:pt x="54305" y="17793"/>
                  <a:pt x="54471" y="18011"/>
                  <a:pt x="54603" y="18315"/>
                </a:cubicBezTo>
                <a:cubicBezTo>
                  <a:pt x="54735" y="18620"/>
                  <a:pt x="54835" y="19036"/>
                  <a:pt x="54901" y="19565"/>
                </a:cubicBezTo>
                <a:cubicBezTo>
                  <a:pt x="54967" y="20095"/>
                  <a:pt x="55000" y="20743"/>
                  <a:pt x="55000" y="21510"/>
                </a:cubicBezTo>
                <a:cubicBezTo>
                  <a:pt x="55000" y="22965"/>
                  <a:pt x="54868" y="24004"/>
                  <a:pt x="54603" y="24625"/>
                </a:cubicBezTo>
                <a:cubicBezTo>
                  <a:pt x="54339" y="25247"/>
                  <a:pt x="53955" y="25558"/>
                  <a:pt x="53452" y="25558"/>
                </a:cubicBezTo>
                <a:lnTo>
                  <a:pt x="45713" y="25558"/>
                </a:lnTo>
                <a:lnTo>
                  <a:pt x="45713" y="42157"/>
                </a:lnTo>
                <a:cubicBezTo>
                  <a:pt x="45713" y="44085"/>
                  <a:pt x="46018" y="45531"/>
                  <a:pt x="46626" y="46495"/>
                </a:cubicBezTo>
                <a:cubicBezTo>
                  <a:pt x="47235" y="47459"/>
                  <a:pt x="48319" y="47941"/>
                  <a:pt x="49880" y="47941"/>
                </a:cubicBezTo>
                <a:cubicBezTo>
                  <a:pt x="50410" y="47941"/>
                  <a:pt x="50886" y="47895"/>
                  <a:pt x="51309" y="47802"/>
                </a:cubicBezTo>
                <a:cubicBezTo>
                  <a:pt x="51732" y="47710"/>
                  <a:pt x="52109" y="47604"/>
                  <a:pt x="52440" y="47485"/>
                </a:cubicBezTo>
                <a:cubicBezTo>
                  <a:pt x="52771" y="47366"/>
                  <a:pt x="53049" y="47260"/>
                  <a:pt x="53274" y="47167"/>
                </a:cubicBezTo>
                <a:cubicBezTo>
                  <a:pt x="53499" y="47075"/>
                  <a:pt x="53704" y="47028"/>
                  <a:pt x="53889" y="47028"/>
                </a:cubicBezTo>
                <a:cubicBezTo>
                  <a:pt x="54048" y="47028"/>
                  <a:pt x="54200" y="47075"/>
                  <a:pt x="54345" y="47167"/>
                </a:cubicBezTo>
                <a:cubicBezTo>
                  <a:pt x="54491" y="47260"/>
                  <a:pt x="54603" y="47445"/>
                  <a:pt x="54682" y="47724"/>
                </a:cubicBezTo>
                <a:cubicBezTo>
                  <a:pt x="54762" y="48002"/>
                  <a:pt x="54835" y="48380"/>
                  <a:pt x="54901" y="48859"/>
                </a:cubicBezTo>
                <a:cubicBezTo>
                  <a:pt x="54967" y="49337"/>
                  <a:pt x="55000" y="49948"/>
                  <a:pt x="55000" y="50692"/>
                </a:cubicBezTo>
                <a:close/>
                <a:moveTo>
                  <a:pt x="91988" y="54329"/>
                </a:moveTo>
                <a:cubicBezTo>
                  <a:pt x="91988" y="54700"/>
                  <a:pt x="91855" y="54991"/>
                  <a:pt x="91591" y="55204"/>
                </a:cubicBezTo>
                <a:cubicBezTo>
                  <a:pt x="91326" y="55415"/>
                  <a:pt x="90909" y="55568"/>
                  <a:pt x="90341" y="55660"/>
                </a:cubicBezTo>
                <a:cubicBezTo>
                  <a:pt x="89772" y="55753"/>
                  <a:pt x="88932" y="55799"/>
                  <a:pt x="87821" y="55799"/>
                </a:cubicBezTo>
                <a:cubicBezTo>
                  <a:pt x="86630" y="55799"/>
                  <a:pt x="85763" y="55753"/>
                  <a:pt x="85221" y="55660"/>
                </a:cubicBezTo>
                <a:cubicBezTo>
                  <a:pt x="84679" y="55568"/>
                  <a:pt x="84295" y="55415"/>
                  <a:pt x="84070" y="55204"/>
                </a:cubicBezTo>
                <a:cubicBezTo>
                  <a:pt x="83845" y="54992"/>
                  <a:pt x="83733" y="54701"/>
                  <a:pt x="83733" y="54331"/>
                </a:cubicBezTo>
                <a:lnTo>
                  <a:pt x="83733" y="51513"/>
                </a:lnTo>
                <a:cubicBezTo>
                  <a:pt x="82278" y="53074"/>
                  <a:pt x="80617" y="54298"/>
                  <a:pt x="78752" y="55184"/>
                </a:cubicBezTo>
                <a:cubicBezTo>
                  <a:pt x="76887" y="56070"/>
                  <a:pt x="74817" y="56513"/>
                  <a:pt x="72541" y="56513"/>
                </a:cubicBezTo>
                <a:cubicBezTo>
                  <a:pt x="70663" y="56513"/>
                  <a:pt x="68936" y="56268"/>
                  <a:pt x="67362" y="55777"/>
                </a:cubicBezTo>
                <a:cubicBezTo>
                  <a:pt x="65788" y="55286"/>
                  <a:pt x="64425" y="54556"/>
                  <a:pt x="63275" y="53587"/>
                </a:cubicBezTo>
                <a:cubicBezTo>
                  <a:pt x="62124" y="52618"/>
                  <a:pt x="61231" y="51417"/>
                  <a:pt x="60596" y="49984"/>
                </a:cubicBezTo>
                <a:cubicBezTo>
                  <a:pt x="59961" y="48550"/>
                  <a:pt x="59643" y="46877"/>
                  <a:pt x="59643" y="44966"/>
                </a:cubicBezTo>
                <a:cubicBezTo>
                  <a:pt x="59643" y="42895"/>
                  <a:pt x="60047" y="41096"/>
                  <a:pt x="60854" y="39570"/>
                </a:cubicBezTo>
                <a:cubicBezTo>
                  <a:pt x="61661" y="38044"/>
                  <a:pt x="62864" y="36783"/>
                  <a:pt x="64465" y="35787"/>
                </a:cubicBezTo>
                <a:cubicBezTo>
                  <a:pt x="66066" y="34792"/>
                  <a:pt x="68057" y="34055"/>
                  <a:pt x="70438" y="33577"/>
                </a:cubicBezTo>
                <a:cubicBezTo>
                  <a:pt x="72819" y="33099"/>
                  <a:pt x="75584" y="32860"/>
                  <a:pt x="78732" y="32860"/>
                </a:cubicBezTo>
                <a:lnTo>
                  <a:pt x="82185" y="32860"/>
                </a:lnTo>
                <a:lnTo>
                  <a:pt x="82185" y="30727"/>
                </a:lnTo>
                <a:cubicBezTo>
                  <a:pt x="82185" y="29621"/>
                  <a:pt x="82073" y="28653"/>
                  <a:pt x="81848" y="27824"/>
                </a:cubicBezTo>
                <a:cubicBezTo>
                  <a:pt x="81623" y="26994"/>
                  <a:pt x="81252" y="26302"/>
                  <a:pt x="80737" y="25749"/>
                </a:cubicBezTo>
                <a:cubicBezTo>
                  <a:pt x="80221" y="25196"/>
                  <a:pt x="79533" y="24788"/>
                  <a:pt x="78673" y="24525"/>
                </a:cubicBezTo>
                <a:cubicBezTo>
                  <a:pt x="77813" y="24261"/>
                  <a:pt x="76748" y="24129"/>
                  <a:pt x="75478" y="24129"/>
                </a:cubicBezTo>
                <a:cubicBezTo>
                  <a:pt x="73811" y="24129"/>
                  <a:pt x="72323" y="24315"/>
                  <a:pt x="71013" y="24685"/>
                </a:cubicBezTo>
                <a:cubicBezTo>
                  <a:pt x="69704" y="25055"/>
                  <a:pt x="68546" y="25465"/>
                  <a:pt x="67541" y="25915"/>
                </a:cubicBezTo>
                <a:cubicBezTo>
                  <a:pt x="66535" y="26365"/>
                  <a:pt x="65695" y="26775"/>
                  <a:pt x="65021" y="27145"/>
                </a:cubicBezTo>
                <a:cubicBezTo>
                  <a:pt x="64346" y="27516"/>
                  <a:pt x="63797" y="27701"/>
                  <a:pt x="63374" y="27701"/>
                </a:cubicBezTo>
                <a:cubicBezTo>
                  <a:pt x="63083" y="27701"/>
                  <a:pt x="62825" y="27608"/>
                  <a:pt x="62600" y="27422"/>
                </a:cubicBezTo>
                <a:cubicBezTo>
                  <a:pt x="62375" y="27236"/>
                  <a:pt x="62190" y="26970"/>
                  <a:pt x="62044" y="26625"/>
                </a:cubicBezTo>
                <a:cubicBezTo>
                  <a:pt x="61899" y="26279"/>
                  <a:pt x="61786" y="25854"/>
                  <a:pt x="61707" y="25348"/>
                </a:cubicBezTo>
                <a:cubicBezTo>
                  <a:pt x="61628" y="24842"/>
                  <a:pt x="61588" y="24284"/>
                  <a:pt x="61588" y="23673"/>
                </a:cubicBezTo>
                <a:cubicBezTo>
                  <a:pt x="61588" y="22849"/>
                  <a:pt x="61654" y="22197"/>
                  <a:pt x="61786" y="21718"/>
                </a:cubicBezTo>
                <a:cubicBezTo>
                  <a:pt x="61919" y="21240"/>
                  <a:pt x="62170" y="20808"/>
                  <a:pt x="62540" y="20422"/>
                </a:cubicBezTo>
                <a:cubicBezTo>
                  <a:pt x="62911" y="20036"/>
                  <a:pt x="63559" y="19612"/>
                  <a:pt x="64485" y="19149"/>
                </a:cubicBezTo>
                <a:cubicBezTo>
                  <a:pt x="65411" y="18686"/>
                  <a:pt x="66496" y="18256"/>
                  <a:pt x="67739" y="17859"/>
                </a:cubicBezTo>
                <a:cubicBezTo>
                  <a:pt x="68983" y="17462"/>
                  <a:pt x="70339" y="17138"/>
                  <a:pt x="71807" y="16887"/>
                </a:cubicBezTo>
                <a:cubicBezTo>
                  <a:pt x="73276" y="16635"/>
                  <a:pt x="74790" y="16510"/>
                  <a:pt x="76351" y="16510"/>
                </a:cubicBezTo>
                <a:cubicBezTo>
                  <a:pt x="79129" y="16510"/>
                  <a:pt x="81504" y="16781"/>
                  <a:pt x="83475" y="17324"/>
                </a:cubicBezTo>
                <a:cubicBezTo>
                  <a:pt x="85446" y="17867"/>
                  <a:pt x="87067" y="18701"/>
                  <a:pt x="88336" y="19827"/>
                </a:cubicBezTo>
                <a:cubicBezTo>
                  <a:pt x="89606" y="20952"/>
                  <a:pt x="90532" y="22402"/>
                  <a:pt x="91115" y="24176"/>
                </a:cubicBezTo>
                <a:cubicBezTo>
                  <a:pt x="91697" y="25951"/>
                  <a:pt x="91988" y="28056"/>
                  <a:pt x="91988" y="30493"/>
                </a:cubicBezTo>
                <a:lnTo>
                  <a:pt x="91988" y="54329"/>
                </a:lnTo>
                <a:moveTo>
                  <a:pt x="82185" y="39131"/>
                </a:moveTo>
                <a:lnTo>
                  <a:pt x="78375" y="39131"/>
                </a:lnTo>
                <a:cubicBezTo>
                  <a:pt x="76761" y="39131"/>
                  <a:pt x="75385" y="39251"/>
                  <a:pt x="74248" y="39490"/>
                </a:cubicBezTo>
                <a:cubicBezTo>
                  <a:pt x="73110" y="39730"/>
                  <a:pt x="72184" y="40090"/>
                  <a:pt x="71470" y="40571"/>
                </a:cubicBezTo>
                <a:cubicBezTo>
                  <a:pt x="70755" y="41050"/>
                  <a:pt x="70233" y="41630"/>
                  <a:pt x="69902" y="42311"/>
                </a:cubicBezTo>
                <a:cubicBezTo>
                  <a:pt x="69571" y="42990"/>
                  <a:pt x="69406" y="43770"/>
                  <a:pt x="69406" y="44650"/>
                </a:cubicBezTo>
                <a:cubicBezTo>
                  <a:pt x="69406" y="46143"/>
                  <a:pt x="69876" y="47316"/>
                  <a:pt x="70815" y="48169"/>
                </a:cubicBezTo>
                <a:cubicBezTo>
                  <a:pt x="71754" y="49023"/>
                  <a:pt x="73057" y="49449"/>
                  <a:pt x="74724" y="49449"/>
                </a:cubicBezTo>
                <a:cubicBezTo>
                  <a:pt x="76126" y="49449"/>
                  <a:pt x="77416" y="49090"/>
                  <a:pt x="78593" y="48370"/>
                </a:cubicBezTo>
                <a:cubicBezTo>
                  <a:pt x="79771" y="47650"/>
                  <a:pt x="80968" y="46597"/>
                  <a:pt x="82185" y="45210"/>
                </a:cubicBezTo>
                <a:lnTo>
                  <a:pt x="82185" y="39131"/>
                </a:lnTo>
                <a:close/>
                <a:moveTo>
                  <a:pt x="122379" y="50692"/>
                </a:moveTo>
                <a:cubicBezTo>
                  <a:pt x="122379" y="51862"/>
                  <a:pt x="122306" y="52759"/>
                  <a:pt x="122161" y="53384"/>
                </a:cubicBezTo>
                <a:cubicBezTo>
                  <a:pt x="122015" y="54009"/>
                  <a:pt x="121823" y="54447"/>
                  <a:pt x="121585" y="54700"/>
                </a:cubicBezTo>
                <a:cubicBezTo>
                  <a:pt x="121347" y="54952"/>
                  <a:pt x="120997" y="55178"/>
                  <a:pt x="120534" y="55377"/>
                </a:cubicBezTo>
                <a:cubicBezTo>
                  <a:pt x="120071" y="55577"/>
                  <a:pt x="119528" y="55749"/>
                  <a:pt x="118906" y="55896"/>
                </a:cubicBezTo>
                <a:cubicBezTo>
                  <a:pt x="118285" y="56042"/>
                  <a:pt x="117610" y="56155"/>
                  <a:pt x="116882" y="56234"/>
                </a:cubicBezTo>
                <a:cubicBezTo>
                  <a:pt x="116155" y="56315"/>
                  <a:pt x="115421" y="56355"/>
                  <a:pt x="114680" y="56355"/>
                </a:cubicBezTo>
                <a:cubicBezTo>
                  <a:pt x="112696" y="56355"/>
                  <a:pt x="110976" y="56103"/>
                  <a:pt x="109521" y="55601"/>
                </a:cubicBezTo>
                <a:cubicBezTo>
                  <a:pt x="108066" y="55098"/>
                  <a:pt x="106862" y="54324"/>
                  <a:pt x="105909" y="53279"/>
                </a:cubicBezTo>
                <a:cubicBezTo>
                  <a:pt x="104957" y="52234"/>
                  <a:pt x="104256" y="50918"/>
                  <a:pt x="103806" y="49330"/>
                </a:cubicBezTo>
                <a:cubicBezTo>
                  <a:pt x="103356" y="47743"/>
                  <a:pt x="103131" y="45864"/>
                  <a:pt x="103131" y="43695"/>
                </a:cubicBezTo>
                <a:lnTo>
                  <a:pt x="103131" y="25558"/>
                </a:lnTo>
                <a:lnTo>
                  <a:pt x="98885" y="25558"/>
                </a:lnTo>
                <a:cubicBezTo>
                  <a:pt x="98382" y="25558"/>
                  <a:pt x="97998" y="25247"/>
                  <a:pt x="97734" y="24625"/>
                </a:cubicBezTo>
                <a:cubicBezTo>
                  <a:pt x="97469" y="24004"/>
                  <a:pt x="97337" y="22965"/>
                  <a:pt x="97337" y="21510"/>
                </a:cubicBezTo>
                <a:cubicBezTo>
                  <a:pt x="97337" y="20743"/>
                  <a:pt x="97370" y="20095"/>
                  <a:pt x="97436" y="19565"/>
                </a:cubicBezTo>
                <a:cubicBezTo>
                  <a:pt x="97502" y="19036"/>
                  <a:pt x="97602" y="18620"/>
                  <a:pt x="97734" y="18315"/>
                </a:cubicBezTo>
                <a:cubicBezTo>
                  <a:pt x="97866" y="18011"/>
                  <a:pt x="98031" y="17793"/>
                  <a:pt x="98230" y="17660"/>
                </a:cubicBezTo>
                <a:cubicBezTo>
                  <a:pt x="98428" y="17528"/>
                  <a:pt x="98660" y="17462"/>
                  <a:pt x="98924" y="17462"/>
                </a:cubicBezTo>
                <a:lnTo>
                  <a:pt x="103131" y="17462"/>
                </a:lnTo>
                <a:lnTo>
                  <a:pt x="103131" y="9532"/>
                </a:lnTo>
                <a:cubicBezTo>
                  <a:pt x="103131" y="9266"/>
                  <a:pt x="103204" y="9027"/>
                  <a:pt x="103349" y="8814"/>
                </a:cubicBezTo>
                <a:cubicBezTo>
                  <a:pt x="103495" y="8602"/>
                  <a:pt x="103760" y="8423"/>
                  <a:pt x="104143" y="8277"/>
                </a:cubicBezTo>
                <a:cubicBezTo>
                  <a:pt x="104527" y="8131"/>
                  <a:pt x="105043" y="8025"/>
                  <a:pt x="105691" y="7958"/>
                </a:cubicBezTo>
                <a:cubicBezTo>
                  <a:pt x="106339" y="7891"/>
                  <a:pt x="107139" y="7858"/>
                  <a:pt x="108092" y="7858"/>
                </a:cubicBezTo>
                <a:cubicBezTo>
                  <a:pt x="109071" y="7858"/>
                  <a:pt x="109884" y="7891"/>
                  <a:pt x="110533" y="7958"/>
                </a:cubicBezTo>
                <a:cubicBezTo>
                  <a:pt x="111181" y="8025"/>
                  <a:pt x="111690" y="8131"/>
                  <a:pt x="112061" y="8277"/>
                </a:cubicBezTo>
                <a:cubicBezTo>
                  <a:pt x="112431" y="8423"/>
                  <a:pt x="112696" y="8602"/>
                  <a:pt x="112854" y="8814"/>
                </a:cubicBezTo>
                <a:cubicBezTo>
                  <a:pt x="113013" y="9027"/>
                  <a:pt x="113092" y="9266"/>
                  <a:pt x="113092" y="9532"/>
                </a:cubicBezTo>
                <a:lnTo>
                  <a:pt x="113092" y="17462"/>
                </a:lnTo>
                <a:lnTo>
                  <a:pt x="120792" y="17462"/>
                </a:lnTo>
                <a:cubicBezTo>
                  <a:pt x="121056" y="17462"/>
                  <a:pt x="121288" y="17528"/>
                  <a:pt x="121486" y="17660"/>
                </a:cubicBezTo>
                <a:cubicBezTo>
                  <a:pt x="121685" y="17793"/>
                  <a:pt x="121850" y="18011"/>
                  <a:pt x="121982" y="18315"/>
                </a:cubicBezTo>
                <a:cubicBezTo>
                  <a:pt x="122114" y="18620"/>
                  <a:pt x="122214" y="19036"/>
                  <a:pt x="122280" y="19565"/>
                </a:cubicBezTo>
                <a:cubicBezTo>
                  <a:pt x="122346" y="20095"/>
                  <a:pt x="122379" y="20743"/>
                  <a:pt x="122379" y="21510"/>
                </a:cubicBezTo>
                <a:cubicBezTo>
                  <a:pt x="122379" y="22965"/>
                  <a:pt x="122247" y="24004"/>
                  <a:pt x="121982" y="24625"/>
                </a:cubicBezTo>
                <a:cubicBezTo>
                  <a:pt x="121718" y="25247"/>
                  <a:pt x="121334" y="25558"/>
                  <a:pt x="120831" y="25558"/>
                </a:cubicBezTo>
                <a:lnTo>
                  <a:pt x="113092" y="25558"/>
                </a:lnTo>
                <a:lnTo>
                  <a:pt x="113092" y="42157"/>
                </a:lnTo>
                <a:cubicBezTo>
                  <a:pt x="113092" y="44085"/>
                  <a:pt x="113397" y="45531"/>
                  <a:pt x="114005" y="46495"/>
                </a:cubicBezTo>
                <a:cubicBezTo>
                  <a:pt x="114614" y="47459"/>
                  <a:pt x="115699" y="47941"/>
                  <a:pt x="117260" y="47941"/>
                </a:cubicBezTo>
                <a:cubicBezTo>
                  <a:pt x="117789" y="47941"/>
                  <a:pt x="118265" y="47895"/>
                  <a:pt x="118688" y="47802"/>
                </a:cubicBezTo>
                <a:cubicBezTo>
                  <a:pt x="119112" y="47710"/>
                  <a:pt x="119489" y="47604"/>
                  <a:pt x="119819" y="47485"/>
                </a:cubicBezTo>
                <a:cubicBezTo>
                  <a:pt x="120150" y="47366"/>
                  <a:pt x="120428" y="47260"/>
                  <a:pt x="120653" y="47167"/>
                </a:cubicBezTo>
                <a:cubicBezTo>
                  <a:pt x="120878" y="47075"/>
                  <a:pt x="121083" y="47028"/>
                  <a:pt x="121268" y="47028"/>
                </a:cubicBezTo>
                <a:cubicBezTo>
                  <a:pt x="121427" y="47028"/>
                  <a:pt x="121579" y="47075"/>
                  <a:pt x="121724" y="47167"/>
                </a:cubicBezTo>
                <a:cubicBezTo>
                  <a:pt x="121870" y="47260"/>
                  <a:pt x="121982" y="47445"/>
                  <a:pt x="122062" y="47724"/>
                </a:cubicBezTo>
                <a:cubicBezTo>
                  <a:pt x="122141" y="48002"/>
                  <a:pt x="122214" y="48380"/>
                  <a:pt x="122280" y="48859"/>
                </a:cubicBezTo>
                <a:cubicBezTo>
                  <a:pt x="122346" y="49337"/>
                  <a:pt x="122379" y="49948"/>
                  <a:pt x="122379" y="50692"/>
                </a:cubicBezTo>
                <a:close/>
                <a:moveTo>
                  <a:pt x="161915" y="35473"/>
                </a:moveTo>
                <a:cubicBezTo>
                  <a:pt x="161915" y="36693"/>
                  <a:pt x="161644" y="37594"/>
                  <a:pt x="161101" y="38177"/>
                </a:cubicBezTo>
                <a:cubicBezTo>
                  <a:pt x="160559" y="38760"/>
                  <a:pt x="159811" y="39051"/>
                  <a:pt x="158859" y="39051"/>
                </a:cubicBezTo>
                <a:lnTo>
                  <a:pt x="137309" y="39051"/>
                </a:lnTo>
                <a:cubicBezTo>
                  <a:pt x="137309" y="40565"/>
                  <a:pt x="137488" y="41940"/>
                  <a:pt x="137845" y="43175"/>
                </a:cubicBezTo>
                <a:cubicBezTo>
                  <a:pt x="138202" y="44410"/>
                  <a:pt x="138771" y="45460"/>
                  <a:pt x="139552" y="46324"/>
                </a:cubicBezTo>
                <a:cubicBezTo>
                  <a:pt x="140332" y="47187"/>
                  <a:pt x="141337" y="47844"/>
                  <a:pt x="142568" y="48296"/>
                </a:cubicBezTo>
                <a:cubicBezTo>
                  <a:pt x="143798" y="48747"/>
                  <a:pt x="145273" y="48973"/>
                  <a:pt x="146993" y="48973"/>
                </a:cubicBezTo>
                <a:cubicBezTo>
                  <a:pt x="148739" y="48973"/>
                  <a:pt x="150274" y="48845"/>
                  <a:pt x="151596" y="48590"/>
                </a:cubicBezTo>
                <a:cubicBezTo>
                  <a:pt x="152919" y="48334"/>
                  <a:pt x="154064" y="48052"/>
                  <a:pt x="155029" y="47743"/>
                </a:cubicBezTo>
                <a:cubicBezTo>
                  <a:pt x="155995" y="47433"/>
                  <a:pt x="156795" y="47151"/>
                  <a:pt x="157430" y="46896"/>
                </a:cubicBezTo>
                <a:cubicBezTo>
                  <a:pt x="158065" y="46640"/>
                  <a:pt x="158581" y="46512"/>
                  <a:pt x="158978" y="46512"/>
                </a:cubicBezTo>
                <a:cubicBezTo>
                  <a:pt x="159216" y="46512"/>
                  <a:pt x="159415" y="46559"/>
                  <a:pt x="159573" y="46653"/>
                </a:cubicBezTo>
                <a:cubicBezTo>
                  <a:pt x="159732" y="46745"/>
                  <a:pt x="159864" y="46911"/>
                  <a:pt x="159970" y="47151"/>
                </a:cubicBezTo>
                <a:cubicBezTo>
                  <a:pt x="160076" y="47390"/>
                  <a:pt x="160149" y="47729"/>
                  <a:pt x="160188" y="48168"/>
                </a:cubicBezTo>
                <a:cubicBezTo>
                  <a:pt x="160228" y="48607"/>
                  <a:pt x="160248" y="49159"/>
                  <a:pt x="160248" y="49824"/>
                </a:cubicBezTo>
                <a:cubicBezTo>
                  <a:pt x="160248" y="50409"/>
                  <a:pt x="160235" y="50908"/>
                  <a:pt x="160208" y="51321"/>
                </a:cubicBezTo>
                <a:cubicBezTo>
                  <a:pt x="160182" y="51732"/>
                  <a:pt x="160142" y="52085"/>
                  <a:pt x="160089" y="52377"/>
                </a:cubicBezTo>
                <a:cubicBezTo>
                  <a:pt x="160036" y="52670"/>
                  <a:pt x="159957" y="52916"/>
                  <a:pt x="159851" y="53116"/>
                </a:cubicBezTo>
                <a:cubicBezTo>
                  <a:pt x="159745" y="53316"/>
                  <a:pt x="159606" y="53508"/>
                  <a:pt x="159434" y="53694"/>
                </a:cubicBezTo>
                <a:cubicBezTo>
                  <a:pt x="159262" y="53880"/>
                  <a:pt x="158793" y="54132"/>
                  <a:pt x="158026" y="54450"/>
                </a:cubicBezTo>
                <a:cubicBezTo>
                  <a:pt x="157258" y="54767"/>
                  <a:pt x="156279" y="55078"/>
                  <a:pt x="155089" y="55382"/>
                </a:cubicBezTo>
                <a:cubicBezTo>
                  <a:pt x="153898" y="55687"/>
                  <a:pt x="152536" y="55951"/>
                  <a:pt x="151001" y="56176"/>
                </a:cubicBezTo>
                <a:cubicBezTo>
                  <a:pt x="149467" y="56401"/>
                  <a:pt x="147826" y="56513"/>
                  <a:pt x="146080" y="56513"/>
                </a:cubicBezTo>
                <a:cubicBezTo>
                  <a:pt x="142932" y="56513"/>
                  <a:pt x="140173" y="56116"/>
                  <a:pt x="137805" y="55320"/>
                </a:cubicBezTo>
                <a:cubicBezTo>
                  <a:pt x="135437" y="54525"/>
                  <a:pt x="133460" y="53319"/>
                  <a:pt x="131872" y="51701"/>
                </a:cubicBezTo>
                <a:cubicBezTo>
                  <a:pt x="130285" y="50084"/>
                  <a:pt x="129101" y="48043"/>
                  <a:pt x="128320" y="45579"/>
                </a:cubicBezTo>
                <a:cubicBezTo>
                  <a:pt x="127540" y="43113"/>
                  <a:pt x="127150" y="40223"/>
                  <a:pt x="127150" y="36910"/>
                </a:cubicBezTo>
                <a:cubicBezTo>
                  <a:pt x="127150" y="33755"/>
                  <a:pt x="127560" y="30911"/>
                  <a:pt x="128380" y="28379"/>
                </a:cubicBezTo>
                <a:cubicBezTo>
                  <a:pt x="129200" y="25848"/>
                  <a:pt x="130391" y="23701"/>
                  <a:pt x="131952" y="21938"/>
                </a:cubicBezTo>
                <a:cubicBezTo>
                  <a:pt x="133513" y="20174"/>
                  <a:pt x="135411" y="18829"/>
                  <a:pt x="137647" y="17901"/>
                </a:cubicBezTo>
                <a:cubicBezTo>
                  <a:pt x="139882" y="16973"/>
                  <a:pt x="142402" y="16510"/>
                  <a:pt x="145207" y="16510"/>
                </a:cubicBezTo>
                <a:cubicBezTo>
                  <a:pt x="148170" y="16510"/>
                  <a:pt x="150703" y="16947"/>
                  <a:pt x="152807" y="17822"/>
                </a:cubicBezTo>
                <a:cubicBezTo>
                  <a:pt x="154910" y="18696"/>
                  <a:pt x="156637" y="19909"/>
                  <a:pt x="157986" y="21459"/>
                </a:cubicBezTo>
                <a:cubicBezTo>
                  <a:pt x="159335" y="23009"/>
                  <a:pt x="160327" y="24845"/>
                  <a:pt x="160962" y="26966"/>
                </a:cubicBezTo>
                <a:cubicBezTo>
                  <a:pt x="161597" y="29086"/>
                  <a:pt x="161915" y="31392"/>
                  <a:pt x="161915" y="33883"/>
                </a:cubicBezTo>
                <a:lnTo>
                  <a:pt x="161915" y="35473"/>
                </a:lnTo>
                <a:moveTo>
                  <a:pt x="152231" y="32622"/>
                </a:moveTo>
                <a:cubicBezTo>
                  <a:pt x="152311" y="29805"/>
                  <a:pt x="151749" y="27593"/>
                  <a:pt x="150545" y="25986"/>
                </a:cubicBezTo>
                <a:cubicBezTo>
                  <a:pt x="149341" y="24378"/>
                  <a:pt x="147482" y="23574"/>
                  <a:pt x="144969" y="23574"/>
                </a:cubicBezTo>
                <a:cubicBezTo>
                  <a:pt x="143699" y="23574"/>
                  <a:pt x="142594" y="23813"/>
                  <a:pt x="141655" y="24292"/>
                </a:cubicBezTo>
                <a:cubicBezTo>
                  <a:pt x="140716" y="24770"/>
                  <a:pt x="139935" y="25414"/>
                  <a:pt x="139313" y="26225"/>
                </a:cubicBezTo>
                <a:cubicBezTo>
                  <a:pt x="138692" y="27036"/>
                  <a:pt x="138215" y="27992"/>
                  <a:pt x="137885" y="29095"/>
                </a:cubicBezTo>
                <a:cubicBezTo>
                  <a:pt x="137554" y="30197"/>
                  <a:pt x="137362" y="31373"/>
                  <a:pt x="137309" y="32622"/>
                </a:cubicBezTo>
                <a:lnTo>
                  <a:pt x="152231" y="32622"/>
                </a:lnTo>
                <a:close/>
                <a:moveTo>
                  <a:pt x="226516" y="54210"/>
                </a:moveTo>
                <a:cubicBezTo>
                  <a:pt x="226516" y="54475"/>
                  <a:pt x="226437" y="54707"/>
                  <a:pt x="226278" y="54906"/>
                </a:cubicBezTo>
                <a:cubicBezTo>
                  <a:pt x="226120" y="55105"/>
                  <a:pt x="225855" y="55270"/>
                  <a:pt x="225485" y="55402"/>
                </a:cubicBezTo>
                <a:cubicBezTo>
                  <a:pt x="225114" y="55534"/>
                  <a:pt x="224612" y="55634"/>
                  <a:pt x="223977" y="55700"/>
                </a:cubicBezTo>
                <a:cubicBezTo>
                  <a:pt x="223342" y="55766"/>
                  <a:pt x="222535" y="55799"/>
                  <a:pt x="221556" y="55799"/>
                </a:cubicBezTo>
                <a:cubicBezTo>
                  <a:pt x="220550" y="55799"/>
                  <a:pt x="219730" y="55766"/>
                  <a:pt x="219095" y="55700"/>
                </a:cubicBezTo>
                <a:cubicBezTo>
                  <a:pt x="218460" y="55634"/>
                  <a:pt x="217951" y="55534"/>
                  <a:pt x="217567" y="55402"/>
                </a:cubicBezTo>
                <a:cubicBezTo>
                  <a:pt x="217184" y="55270"/>
                  <a:pt x="216919" y="55105"/>
                  <a:pt x="216773" y="54906"/>
                </a:cubicBezTo>
                <a:cubicBezTo>
                  <a:pt x="216628" y="54708"/>
                  <a:pt x="216555" y="54476"/>
                  <a:pt x="216555" y="54212"/>
                </a:cubicBezTo>
                <a:lnTo>
                  <a:pt x="216555" y="33217"/>
                </a:lnTo>
                <a:cubicBezTo>
                  <a:pt x="216555" y="32027"/>
                  <a:pt x="216443" y="30942"/>
                  <a:pt x="216218" y="29963"/>
                </a:cubicBezTo>
                <a:cubicBezTo>
                  <a:pt x="215993" y="28984"/>
                  <a:pt x="215649" y="28144"/>
                  <a:pt x="215186" y="27443"/>
                </a:cubicBezTo>
                <a:cubicBezTo>
                  <a:pt x="214723" y="26742"/>
                  <a:pt x="214141" y="26200"/>
                  <a:pt x="213440" y="25816"/>
                </a:cubicBezTo>
                <a:cubicBezTo>
                  <a:pt x="212739" y="25432"/>
                  <a:pt x="211899" y="25241"/>
                  <a:pt x="210920" y="25241"/>
                </a:cubicBezTo>
                <a:cubicBezTo>
                  <a:pt x="209729" y="25241"/>
                  <a:pt x="208525" y="25704"/>
                  <a:pt x="207308" y="26630"/>
                </a:cubicBezTo>
                <a:cubicBezTo>
                  <a:pt x="206091" y="27556"/>
                  <a:pt x="204768" y="28905"/>
                  <a:pt x="203340" y="30678"/>
                </a:cubicBezTo>
                <a:lnTo>
                  <a:pt x="203340" y="54212"/>
                </a:lnTo>
                <a:cubicBezTo>
                  <a:pt x="203340" y="54476"/>
                  <a:pt x="203260" y="54708"/>
                  <a:pt x="203102" y="54906"/>
                </a:cubicBezTo>
                <a:cubicBezTo>
                  <a:pt x="202943" y="55105"/>
                  <a:pt x="202672" y="55270"/>
                  <a:pt x="202288" y="55402"/>
                </a:cubicBezTo>
                <a:cubicBezTo>
                  <a:pt x="201904" y="55534"/>
                  <a:pt x="201395" y="55634"/>
                  <a:pt x="200760" y="55700"/>
                </a:cubicBezTo>
                <a:cubicBezTo>
                  <a:pt x="200125" y="55766"/>
                  <a:pt x="199331" y="55799"/>
                  <a:pt x="198379" y="55799"/>
                </a:cubicBezTo>
                <a:cubicBezTo>
                  <a:pt x="197400" y="55799"/>
                  <a:pt x="196593" y="55766"/>
                  <a:pt x="195958" y="55700"/>
                </a:cubicBezTo>
                <a:cubicBezTo>
                  <a:pt x="195323" y="55634"/>
                  <a:pt x="194814" y="55534"/>
                  <a:pt x="194430" y="55402"/>
                </a:cubicBezTo>
                <a:cubicBezTo>
                  <a:pt x="194046" y="55270"/>
                  <a:pt x="193775" y="55105"/>
                  <a:pt x="193616" y="54906"/>
                </a:cubicBezTo>
                <a:cubicBezTo>
                  <a:pt x="193458" y="54708"/>
                  <a:pt x="193378" y="54476"/>
                  <a:pt x="193378" y="54212"/>
                </a:cubicBezTo>
                <a:lnTo>
                  <a:pt x="193378" y="33217"/>
                </a:lnTo>
                <a:cubicBezTo>
                  <a:pt x="193378" y="32027"/>
                  <a:pt x="193266" y="30942"/>
                  <a:pt x="193041" y="29963"/>
                </a:cubicBezTo>
                <a:cubicBezTo>
                  <a:pt x="192816" y="28984"/>
                  <a:pt x="192479" y="28144"/>
                  <a:pt x="192029" y="27443"/>
                </a:cubicBezTo>
                <a:cubicBezTo>
                  <a:pt x="191579" y="26742"/>
                  <a:pt x="190997" y="26200"/>
                  <a:pt x="190283" y="25816"/>
                </a:cubicBezTo>
                <a:cubicBezTo>
                  <a:pt x="189568" y="25432"/>
                  <a:pt x="188735" y="25241"/>
                  <a:pt x="187783" y="25241"/>
                </a:cubicBezTo>
                <a:cubicBezTo>
                  <a:pt x="186566" y="25241"/>
                  <a:pt x="185348" y="25704"/>
                  <a:pt x="184131" y="26630"/>
                </a:cubicBezTo>
                <a:cubicBezTo>
                  <a:pt x="182914" y="27556"/>
                  <a:pt x="181605" y="28905"/>
                  <a:pt x="180202" y="30678"/>
                </a:cubicBezTo>
                <a:lnTo>
                  <a:pt x="180202" y="54212"/>
                </a:lnTo>
                <a:cubicBezTo>
                  <a:pt x="180202" y="54476"/>
                  <a:pt x="180123" y="54708"/>
                  <a:pt x="179964" y="54906"/>
                </a:cubicBezTo>
                <a:cubicBezTo>
                  <a:pt x="179806" y="55105"/>
                  <a:pt x="179534" y="55270"/>
                  <a:pt x="179151" y="55402"/>
                </a:cubicBezTo>
                <a:cubicBezTo>
                  <a:pt x="178767" y="55534"/>
                  <a:pt x="178258" y="55634"/>
                  <a:pt x="177623" y="55700"/>
                </a:cubicBezTo>
                <a:cubicBezTo>
                  <a:pt x="176988" y="55766"/>
                  <a:pt x="176181" y="55799"/>
                  <a:pt x="175202" y="55799"/>
                </a:cubicBezTo>
                <a:cubicBezTo>
                  <a:pt x="174223" y="55799"/>
                  <a:pt x="173416" y="55766"/>
                  <a:pt x="172781" y="55700"/>
                </a:cubicBezTo>
                <a:cubicBezTo>
                  <a:pt x="172146" y="55634"/>
                  <a:pt x="171637" y="55534"/>
                  <a:pt x="171253" y="55402"/>
                </a:cubicBezTo>
                <a:cubicBezTo>
                  <a:pt x="170870" y="55270"/>
                  <a:pt x="170598" y="55105"/>
                  <a:pt x="170440" y="54906"/>
                </a:cubicBezTo>
                <a:cubicBezTo>
                  <a:pt x="170281" y="54708"/>
                  <a:pt x="170202" y="54476"/>
                  <a:pt x="170202" y="54212"/>
                </a:cubicBezTo>
                <a:lnTo>
                  <a:pt x="170202" y="18811"/>
                </a:lnTo>
                <a:cubicBezTo>
                  <a:pt x="170202" y="18547"/>
                  <a:pt x="170268" y="18315"/>
                  <a:pt x="170400" y="18117"/>
                </a:cubicBezTo>
                <a:cubicBezTo>
                  <a:pt x="170532" y="17918"/>
                  <a:pt x="170770" y="17753"/>
                  <a:pt x="171114" y="17621"/>
                </a:cubicBezTo>
                <a:cubicBezTo>
                  <a:pt x="171458" y="17488"/>
                  <a:pt x="171901" y="17389"/>
                  <a:pt x="172444" y="17323"/>
                </a:cubicBezTo>
                <a:cubicBezTo>
                  <a:pt x="172986" y="17257"/>
                  <a:pt x="173667" y="17224"/>
                  <a:pt x="174488" y="17224"/>
                </a:cubicBezTo>
                <a:cubicBezTo>
                  <a:pt x="175334" y="17224"/>
                  <a:pt x="176035" y="17257"/>
                  <a:pt x="176591" y="17323"/>
                </a:cubicBezTo>
                <a:cubicBezTo>
                  <a:pt x="177147" y="17389"/>
                  <a:pt x="177577" y="17488"/>
                  <a:pt x="177881" y="17621"/>
                </a:cubicBezTo>
                <a:cubicBezTo>
                  <a:pt x="178185" y="17753"/>
                  <a:pt x="178403" y="17918"/>
                  <a:pt x="178536" y="18117"/>
                </a:cubicBezTo>
                <a:cubicBezTo>
                  <a:pt x="178668" y="18315"/>
                  <a:pt x="178734" y="18547"/>
                  <a:pt x="178734" y="18811"/>
                </a:cubicBezTo>
                <a:lnTo>
                  <a:pt x="178734" y="22899"/>
                </a:lnTo>
                <a:cubicBezTo>
                  <a:pt x="180692" y="20769"/>
                  <a:pt x="182643" y="19172"/>
                  <a:pt x="184588" y="18107"/>
                </a:cubicBezTo>
                <a:cubicBezTo>
                  <a:pt x="186532" y="17042"/>
                  <a:pt x="188563" y="16510"/>
                  <a:pt x="190680" y="16510"/>
                </a:cubicBezTo>
                <a:cubicBezTo>
                  <a:pt x="192135" y="16510"/>
                  <a:pt x="193445" y="16663"/>
                  <a:pt x="194609" y="16970"/>
                </a:cubicBezTo>
                <a:cubicBezTo>
                  <a:pt x="195773" y="17276"/>
                  <a:pt x="196811" y="17715"/>
                  <a:pt x="197724" y="18287"/>
                </a:cubicBezTo>
                <a:cubicBezTo>
                  <a:pt x="198637" y="18859"/>
                  <a:pt x="199424" y="19544"/>
                  <a:pt x="200085" y="20343"/>
                </a:cubicBezTo>
                <a:cubicBezTo>
                  <a:pt x="200747" y="21142"/>
                  <a:pt x="201302" y="22033"/>
                  <a:pt x="201752" y="23018"/>
                </a:cubicBezTo>
                <a:cubicBezTo>
                  <a:pt x="202811" y="21874"/>
                  <a:pt x="203849" y="20889"/>
                  <a:pt x="204868" y="20064"/>
                </a:cubicBezTo>
                <a:cubicBezTo>
                  <a:pt x="205886" y="19238"/>
                  <a:pt x="206892" y="18566"/>
                  <a:pt x="207884" y="18047"/>
                </a:cubicBezTo>
                <a:cubicBezTo>
                  <a:pt x="208876" y="17528"/>
                  <a:pt x="209868" y="17142"/>
                  <a:pt x="210860" y="16889"/>
                </a:cubicBezTo>
                <a:cubicBezTo>
                  <a:pt x="211852" y="16636"/>
                  <a:pt x="212864" y="16510"/>
                  <a:pt x="213896" y="16510"/>
                </a:cubicBezTo>
                <a:cubicBezTo>
                  <a:pt x="216251" y="16510"/>
                  <a:pt x="218235" y="16907"/>
                  <a:pt x="219849" y="17701"/>
                </a:cubicBezTo>
                <a:cubicBezTo>
                  <a:pt x="221463" y="18496"/>
                  <a:pt x="222766" y="19575"/>
                  <a:pt x="223758" y="20940"/>
                </a:cubicBezTo>
                <a:cubicBezTo>
                  <a:pt x="224750" y="22303"/>
                  <a:pt x="225458" y="23899"/>
                  <a:pt x="225882" y="25727"/>
                </a:cubicBezTo>
                <a:cubicBezTo>
                  <a:pt x="226305" y="27554"/>
                  <a:pt x="226516" y="29487"/>
                  <a:pt x="226516" y="31526"/>
                </a:cubicBezTo>
                <a:lnTo>
                  <a:pt x="226516" y="54210"/>
                </a:lnTo>
                <a:close/>
                <a:moveTo>
                  <a:pt x="268893" y="35473"/>
                </a:moveTo>
                <a:cubicBezTo>
                  <a:pt x="268893" y="36693"/>
                  <a:pt x="268622" y="37594"/>
                  <a:pt x="268079" y="38177"/>
                </a:cubicBezTo>
                <a:cubicBezTo>
                  <a:pt x="267537" y="38760"/>
                  <a:pt x="266789" y="39051"/>
                  <a:pt x="265837" y="39051"/>
                </a:cubicBezTo>
                <a:lnTo>
                  <a:pt x="244287" y="39051"/>
                </a:lnTo>
                <a:cubicBezTo>
                  <a:pt x="244287" y="40565"/>
                  <a:pt x="244466" y="41940"/>
                  <a:pt x="244823" y="43175"/>
                </a:cubicBezTo>
                <a:cubicBezTo>
                  <a:pt x="245180" y="44410"/>
                  <a:pt x="245749" y="45460"/>
                  <a:pt x="246529" y="46324"/>
                </a:cubicBezTo>
                <a:cubicBezTo>
                  <a:pt x="247310" y="47187"/>
                  <a:pt x="248315" y="47844"/>
                  <a:pt x="249546" y="48296"/>
                </a:cubicBezTo>
                <a:cubicBezTo>
                  <a:pt x="250776" y="48747"/>
                  <a:pt x="252251" y="48973"/>
                  <a:pt x="253971" y="48973"/>
                </a:cubicBezTo>
                <a:cubicBezTo>
                  <a:pt x="255717" y="48973"/>
                  <a:pt x="257251" y="48845"/>
                  <a:pt x="258574" y="48590"/>
                </a:cubicBezTo>
                <a:cubicBezTo>
                  <a:pt x="259897" y="48334"/>
                  <a:pt x="261041" y="48052"/>
                  <a:pt x="262007" y="47743"/>
                </a:cubicBezTo>
                <a:cubicBezTo>
                  <a:pt x="262973" y="47433"/>
                  <a:pt x="263773" y="47151"/>
                  <a:pt x="264408" y="46896"/>
                </a:cubicBezTo>
                <a:cubicBezTo>
                  <a:pt x="265043" y="46640"/>
                  <a:pt x="265559" y="46512"/>
                  <a:pt x="265956" y="46512"/>
                </a:cubicBezTo>
                <a:cubicBezTo>
                  <a:pt x="266194" y="46512"/>
                  <a:pt x="266392" y="46559"/>
                  <a:pt x="266551" y="46653"/>
                </a:cubicBezTo>
                <a:cubicBezTo>
                  <a:pt x="266710" y="46745"/>
                  <a:pt x="266842" y="46911"/>
                  <a:pt x="266948" y="47151"/>
                </a:cubicBezTo>
                <a:cubicBezTo>
                  <a:pt x="267054" y="47390"/>
                  <a:pt x="267127" y="47729"/>
                  <a:pt x="267166" y="48168"/>
                </a:cubicBezTo>
                <a:cubicBezTo>
                  <a:pt x="267206" y="48607"/>
                  <a:pt x="267226" y="49159"/>
                  <a:pt x="267226" y="49824"/>
                </a:cubicBezTo>
                <a:cubicBezTo>
                  <a:pt x="267226" y="50409"/>
                  <a:pt x="267213" y="50908"/>
                  <a:pt x="267186" y="51321"/>
                </a:cubicBezTo>
                <a:cubicBezTo>
                  <a:pt x="267160" y="51732"/>
                  <a:pt x="267120" y="52085"/>
                  <a:pt x="267067" y="52377"/>
                </a:cubicBezTo>
                <a:cubicBezTo>
                  <a:pt x="267014" y="52670"/>
                  <a:pt x="266935" y="52916"/>
                  <a:pt x="266829" y="53116"/>
                </a:cubicBezTo>
                <a:cubicBezTo>
                  <a:pt x="266723" y="53316"/>
                  <a:pt x="266584" y="53508"/>
                  <a:pt x="266412" y="53694"/>
                </a:cubicBezTo>
                <a:cubicBezTo>
                  <a:pt x="266240" y="53880"/>
                  <a:pt x="265771" y="54132"/>
                  <a:pt x="265003" y="54450"/>
                </a:cubicBezTo>
                <a:cubicBezTo>
                  <a:pt x="264236" y="54767"/>
                  <a:pt x="263257" y="55078"/>
                  <a:pt x="262067" y="55382"/>
                </a:cubicBezTo>
                <a:cubicBezTo>
                  <a:pt x="260876" y="55687"/>
                  <a:pt x="259514" y="55951"/>
                  <a:pt x="257979" y="56176"/>
                </a:cubicBezTo>
                <a:cubicBezTo>
                  <a:pt x="256444" y="56401"/>
                  <a:pt x="254804" y="56513"/>
                  <a:pt x="253058" y="56513"/>
                </a:cubicBezTo>
                <a:cubicBezTo>
                  <a:pt x="249909" y="56513"/>
                  <a:pt x="247151" y="56116"/>
                  <a:pt x="244783" y="55320"/>
                </a:cubicBezTo>
                <a:cubicBezTo>
                  <a:pt x="242415" y="54525"/>
                  <a:pt x="240438" y="53319"/>
                  <a:pt x="238850" y="51701"/>
                </a:cubicBezTo>
                <a:cubicBezTo>
                  <a:pt x="237263" y="50084"/>
                  <a:pt x="236079" y="48043"/>
                  <a:pt x="235298" y="45579"/>
                </a:cubicBezTo>
                <a:cubicBezTo>
                  <a:pt x="234518" y="43113"/>
                  <a:pt x="234127" y="40223"/>
                  <a:pt x="234127" y="36910"/>
                </a:cubicBezTo>
                <a:cubicBezTo>
                  <a:pt x="234127" y="33755"/>
                  <a:pt x="234538" y="30911"/>
                  <a:pt x="235358" y="28379"/>
                </a:cubicBezTo>
                <a:cubicBezTo>
                  <a:pt x="236178" y="25848"/>
                  <a:pt x="237369" y="23701"/>
                  <a:pt x="238930" y="21938"/>
                </a:cubicBezTo>
                <a:cubicBezTo>
                  <a:pt x="240491" y="20174"/>
                  <a:pt x="242389" y="18829"/>
                  <a:pt x="244625" y="17901"/>
                </a:cubicBezTo>
                <a:cubicBezTo>
                  <a:pt x="246860" y="16973"/>
                  <a:pt x="249380" y="16510"/>
                  <a:pt x="252185" y="16510"/>
                </a:cubicBezTo>
                <a:cubicBezTo>
                  <a:pt x="255148" y="16510"/>
                  <a:pt x="257681" y="16947"/>
                  <a:pt x="259785" y="17822"/>
                </a:cubicBezTo>
                <a:cubicBezTo>
                  <a:pt x="261888" y="18696"/>
                  <a:pt x="263614" y="19909"/>
                  <a:pt x="264964" y="21459"/>
                </a:cubicBezTo>
                <a:cubicBezTo>
                  <a:pt x="266313" y="23009"/>
                  <a:pt x="267305" y="24845"/>
                  <a:pt x="267940" y="26966"/>
                </a:cubicBezTo>
                <a:cubicBezTo>
                  <a:pt x="268575" y="29086"/>
                  <a:pt x="268893" y="31392"/>
                  <a:pt x="268893" y="33883"/>
                </a:cubicBezTo>
                <a:lnTo>
                  <a:pt x="268893" y="35473"/>
                </a:lnTo>
                <a:moveTo>
                  <a:pt x="259209" y="32622"/>
                </a:moveTo>
                <a:cubicBezTo>
                  <a:pt x="259289" y="29805"/>
                  <a:pt x="258726" y="27593"/>
                  <a:pt x="257523" y="25986"/>
                </a:cubicBezTo>
                <a:cubicBezTo>
                  <a:pt x="256319" y="24378"/>
                  <a:pt x="254460" y="23574"/>
                  <a:pt x="251947" y="23574"/>
                </a:cubicBezTo>
                <a:cubicBezTo>
                  <a:pt x="250677" y="23574"/>
                  <a:pt x="249572" y="23813"/>
                  <a:pt x="248633" y="24292"/>
                </a:cubicBezTo>
                <a:cubicBezTo>
                  <a:pt x="247694" y="24770"/>
                  <a:pt x="246913" y="25414"/>
                  <a:pt x="246291" y="26225"/>
                </a:cubicBezTo>
                <a:cubicBezTo>
                  <a:pt x="245670" y="27036"/>
                  <a:pt x="245193" y="27992"/>
                  <a:pt x="244863" y="29095"/>
                </a:cubicBezTo>
                <a:cubicBezTo>
                  <a:pt x="244532" y="30197"/>
                  <a:pt x="244340" y="31373"/>
                  <a:pt x="244287" y="32622"/>
                </a:cubicBezTo>
                <a:lnTo>
                  <a:pt x="259209" y="32622"/>
                </a:lnTo>
                <a:close/>
                <a:moveTo>
                  <a:pt x="310293" y="54210"/>
                </a:moveTo>
                <a:cubicBezTo>
                  <a:pt x="310293" y="54475"/>
                  <a:pt x="310214" y="54707"/>
                  <a:pt x="310055" y="54906"/>
                </a:cubicBezTo>
                <a:cubicBezTo>
                  <a:pt x="309896" y="55105"/>
                  <a:pt x="309632" y="55270"/>
                  <a:pt x="309261" y="55402"/>
                </a:cubicBezTo>
                <a:cubicBezTo>
                  <a:pt x="308891" y="55534"/>
                  <a:pt x="308382" y="55634"/>
                  <a:pt x="307734" y="55700"/>
                </a:cubicBezTo>
                <a:cubicBezTo>
                  <a:pt x="307085" y="55766"/>
                  <a:pt x="306285" y="55799"/>
                  <a:pt x="305332" y="55799"/>
                </a:cubicBezTo>
                <a:cubicBezTo>
                  <a:pt x="304354" y="55799"/>
                  <a:pt x="303540" y="55766"/>
                  <a:pt x="302892" y="55700"/>
                </a:cubicBezTo>
                <a:cubicBezTo>
                  <a:pt x="302244" y="55634"/>
                  <a:pt x="301734" y="55534"/>
                  <a:pt x="301364" y="55402"/>
                </a:cubicBezTo>
                <a:cubicBezTo>
                  <a:pt x="300993" y="55270"/>
                  <a:pt x="300729" y="55105"/>
                  <a:pt x="300570" y="54906"/>
                </a:cubicBezTo>
                <a:cubicBezTo>
                  <a:pt x="300411" y="54708"/>
                  <a:pt x="300332" y="54476"/>
                  <a:pt x="300332" y="54212"/>
                </a:cubicBezTo>
                <a:lnTo>
                  <a:pt x="300332" y="34011"/>
                </a:lnTo>
                <a:cubicBezTo>
                  <a:pt x="300332" y="32291"/>
                  <a:pt x="300206" y="30942"/>
                  <a:pt x="299955" y="29963"/>
                </a:cubicBezTo>
                <a:cubicBezTo>
                  <a:pt x="299704" y="28984"/>
                  <a:pt x="299340" y="28144"/>
                  <a:pt x="298864" y="27443"/>
                </a:cubicBezTo>
                <a:cubicBezTo>
                  <a:pt x="298387" y="26742"/>
                  <a:pt x="297772" y="26200"/>
                  <a:pt x="297018" y="25816"/>
                </a:cubicBezTo>
                <a:cubicBezTo>
                  <a:pt x="296264" y="25432"/>
                  <a:pt x="295384" y="25241"/>
                  <a:pt x="294379" y="25241"/>
                </a:cubicBezTo>
                <a:cubicBezTo>
                  <a:pt x="293109" y="25241"/>
                  <a:pt x="291826" y="25704"/>
                  <a:pt x="290529" y="26630"/>
                </a:cubicBezTo>
                <a:cubicBezTo>
                  <a:pt x="289233" y="27556"/>
                  <a:pt x="287884" y="28905"/>
                  <a:pt x="286481" y="30678"/>
                </a:cubicBezTo>
                <a:lnTo>
                  <a:pt x="286481" y="54212"/>
                </a:lnTo>
                <a:cubicBezTo>
                  <a:pt x="286481" y="54476"/>
                  <a:pt x="286402" y="54708"/>
                  <a:pt x="286243" y="54906"/>
                </a:cubicBezTo>
                <a:cubicBezTo>
                  <a:pt x="286085" y="55105"/>
                  <a:pt x="285813" y="55270"/>
                  <a:pt x="285430" y="55402"/>
                </a:cubicBezTo>
                <a:cubicBezTo>
                  <a:pt x="285046" y="55534"/>
                  <a:pt x="284537" y="55634"/>
                  <a:pt x="283902" y="55700"/>
                </a:cubicBezTo>
                <a:cubicBezTo>
                  <a:pt x="283267" y="55766"/>
                  <a:pt x="282460" y="55799"/>
                  <a:pt x="281481" y="55799"/>
                </a:cubicBezTo>
                <a:cubicBezTo>
                  <a:pt x="280502" y="55799"/>
                  <a:pt x="279695" y="55766"/>
                  <a:pt x="279060" y="55700"/>
                </a:cubicBezTo>
                <a:cubicBezTo>
                  <a:pt x="278425" y="55634"/>
                  <a:pt x="277916" y="55534"/>
                  <a:pt x="277532" y="55402"/>
                </a:cubicBezTo>
                <a:cubicBezTo>
                  <a:pt x="277149" y="55270"/>
                  <a:pt x="276877" y="55105"/>
                  <a:pt x="276719" y="54906"/>
                </a:cubicBezTo>
                <a:cubicBezTo>
                  <a:pt x="276560" y="54708"/>
                  <a:pt x="276480" y="54476"/>
                  <a:pt x="276480" y="54212"/>
                </a:cubicBezTo>
                <a:lnTo>
                  <a:pt x="276480" y="18811"/>
                </a:lnTo>
                <a:cubicBezTo>
                  <a:pt x="276480" y="18547"/>
                  <a:pt x="276547" y="18315"/>
                  <a:pt x="276679" y="18117"/>
                </a:cubicBezTo>
                <a:cubicBezTo>
                  <a:pt x="276811" y="17918"/>
                  <a:pt x="277049" y="17753"/>
                  <a:pt x="277393" y="17621"/>
                </a:cubicBezTo>
                <a:cubicBezTo>
                  <a:pt x="277737" y="17488"/>
                  <a:pt x="278180" y="17389"/>
                  <a:pt x="278723" y="17323"/>
                </a:cubicBezTo>
                <a:cubicBezTo>
                  <a:pt x="279265" y="17257"/>
                  <a:pt x="279946" y="17224"/>
                  <a:pt x="280767" y="17224"/>
                </a:cubicBezTo>
                <a:cubicBezTo>
                  <a:pt x="281613" y="17224"/>
                  <a:pt x="282314" y="17257"/>
                  <a:pt x="282870" y="17323"/>
                </a:cubicBezTo>
                <a:cubicBezTo>
                  <a:pt x="283426" y="17389"/>
                  <a:pt x="283856" y="17488"/>
                  <a:pt x="284160" y="17621"/>
                </a:cubicBezTo>
                <a:cubicBezTo>
                  <a:pt x="284464" y="17753"/>
                  <a:pt x="284682" y="17918"/>
                  <a:pt x="284815" y="18117"/>
                </a:cubicBezTo>
                <a:cubicBezTo>
                  <a:pt x="284947" y="18315"/>
                  <a:pt x="285013" y="18547"/>
                  <a:pt x="285013" y="18811"/>
                </a:cubicBezTo>
                <a:lnTo>
                  <a:pt x="285013" y="22899"/>
                </a:lnTo>
                <a:cubicBezTo>
                  <a:pt x="286971" y="20769"/>
                  <a:pt x="288962" y="19172"/>
                  <a:pt x="290986" y="18107"/>
                </a:cubicBezTo>
                <a:cubicBezTo>
                  <a:pt x="293010" y="17042"/>
                  <a:pt x="295120" y="16510"/>
                  <a:pt x="297316" y="16510"/>
                </a:cubicBezTo>
                <a:cubicBezTo>
                  <a:pt x="299723" y="16510"/>
                  <a:pt x="301754" y="16907"/>
                  <a:pt x="303408" y="17701"/>
                </a:cubicBezTo>
                <a:cubicBezTo>
                  <a:pt x="305061" y="18496"/>
                  <a:pt x="306397" y="19575"/>
                  <a:pt x="307416" y="20940"/>
                </a:cubicBezTo>
                <a:cubicBezTo>
                  <a:pt x="308435" y="22303"/>
                  <a:pt x="309169" y="23899"/>
                  <a:pt x="309619" y="25727"/>
                </a:cubicBezTo>
                <a:cubicBezTo>
                  <a:pt x="310068" y="27554"/>
                  <a:pt x="310293" y="29752"/>
                  <a:pt x="310293" y="32321"/>
                </a:cubicBezTo>
                <a:lnTo>
                  <a:pt x="310293" y="54210"/>
                </a:lnTo>
                <a:close/>
                <a:moveTo>
                  <a:pt x="339813" y="50692"/>
                </a:moveTo>
                <a:cubicBezTo>
                  <a:pt x="339813" y="51862"/>
                  <a:pt x="339740" y="52759"/>
                  <a:pt x="339595" y="53384"/>
                </a:cubicBezTo>
                <a:cubicBezTo>
                  <a:pt x="339449" y="54009"/>
                  <a:pt x="339257" y="54447"/>
                  <a:pt x="339019" y="54700"/>
                </a:cubicBezTo>
                <a:cubicBezTo>
                  <a:pt x="338781" y="54952"/>
                  <a:pt x="338430" y="55178"/>
                  <a:pt x="337967" y="55377"/>
                </a:cubicBezTo>
                <a:cubicBezTo>
                  <a:pt x="337504" y="55577"/>
                  <a:pt x="336962" y="55749"/>
                  <a:pt x="336340" y="55896"/>
                </a:cubicBezTo>
                <a:cubicBezTo>
                  <a:pt x="335718" y="56042"/>
                  <a:pt x="335044" y="56155"/>
                  <a:pt x="334316" y="56234"/>
                </a:cubicBezTo>
                <a:cubicBezTo>
                  <a:pt x="333589" y="56315"/>
                  <a:pt x="332854" y="56355"/>
                  <a:pt x="332114" y="56355"/>
                </a:cubicBezTo>
                <a:cubicBezTo>
                  <a:pt x="330129" y="56355"/>
                  <a:pt x="328410" y="56103"/>
                  <a:pt x="326954" y="55601"/>
                </a:cubicBezTo>
                <a:cubicBezTo>
                  <a:pt x="325499" y="55098"/>
                  <a:pt x="324295" y="54324"/>
                  <a:pt x="323343" y="53279"/>
                </a:cubicBezTo>
                <a:cubicBezTo>
                  <a:pt x="322390" y="52234"/>
                  <a:pt x="321689" y="50918"/>
                  <a:pt x="321240" y="49330"/>
                </a:cubicBezTo>
                <a:cubicBezTo>
                  <a:pt x="320790" y="47743"/>
                  <a:pt x="320565" y="45864"/>
                  <a:pt x="320565" y="43695"/>
                </a:cubicBezTo>
                <a:lnTo>
                  <a:pt x="320565" y="25558"/>
                </a:lnTo>
                <a:lnTo>
                  <a:pt x="316318" y="25558"/>
                </a:lnTo>
                <a:cubicBezTo>
                  <a:pt x="315816" y="25558"/>
                  <a:pt x="315432" y="25247"/>
                  <a:pt x="315168" y="24625"/>
                </a:cubicBezTo>
                <a:cubicBezTo>
                  <a:pt x="314903" y="24004"/>
                  <a:pt x="314771" y="22965"/>
                  <a:pt x="314771" y="21510"/>
                </a:cubicBezTo>
                <a:cubicBezTo>
                  <a:pt x="314771" y="20743"/>
                  <a:pt x="314804" y="20095"/>
                  <a:pt x="314870" y="19565"/>
                </a:cubicBezTo>
                <a:cubicBezTo>
                  <a:pt x="314936" y="19036"/>
                  <a:pt x="315035" y="18620"/>
                  <a:pt x="315168" y="18315"/>
                </a:cubicBezTo>
                <a:cubicBezTo>
                  <a:pt x="315300" y="18011"/>
                  <a:pt x="315465" y="17793"/>
                  <a:pt x="315664" y="17660"/>
                </a:cubicBezTo>
                <a:cubicBezTo>
                  <a:pt x="315862" y="17528"/>
                  <a:pt x="316094" y="17462"/>
                  <a:pt x="316358" y="17462"/>
                </a:cubicBezTo>
                <a:lnTo>
                  <a:pt x="320565" y="17462"/>
                </a:lnTo>
                <a:lnTo>
                  <a:pt x="320565" y="9532"/>
                </a:lnTo>
                <a:cubicBezTo>
                  <a:pt x="320565" y="9266"/>
                  <a:pt x="320638" y="9027"/>
                  <a:pt x="320783" y="8814"/>
                </a:cubicBezTo>
                <a:cubicBezTo>
                  <a:pt x="320929" y="8602"/>
                  <a:pt x="321193" y="8423"/>
                  <a:pt x="321577" y="8277"/>
                </a:cubicBezTo>
                <a:cubicBezTo>
                  <a:pt x="321961" y="8131"/>
                  <a:pt x="322476" y="8025"/>
                  <a:pt x="323125" y="7958"/>
                </a:cubicBezTo>
                <a:cubicBezTo>
                  <a:pt x="323773" y="7891"/>
                  <a:pt x="324573" y="7858"/>
                  <a:pt x="325526" y="7858"/>
                </a:cubicBezTo>
                <a:cubicBezTo>
                  <a:pt x="326505" y="7858"/>
                  <a:pt x="327318" y="7891"/>
                  <a:pt x="327966" y="7958"/>
                </a:cubicBezTo>
                <a:cubicBezTo>
                  <a:pt x="328615" y="8025"/>
                  <a:pt x="329124" y="8131"/>
                  <a:pt x="329494" y="8277"/>
                </a:cubicBezTo>
                <a:cubicBezTo>
                  <a:pt x="329865" y="8423"/>
                  <a:pt x="330129" y="8602"/>
                  <a:pt x="330288" y="8814"/>
                </a:cubicBezTo>
                <a:cubicBezTo>
                  <a:pt x="330447" y="9027"/>
                  <a:pt x="330526" y="9266"/>
                  <a:pt x="330526" y="9532"/>
                </a:cubicBezTo>
                <a:lnTo>
                  <a:pt x="330526" y="17462"/>
                </a:lnTo>
                <a:lnTo>
                  <a:pt x="338225" y="17462"/>
                </a:lnTo>
                <a:cubicBezTo>
                  <a:pt x="338490" y="17462"/>
                  <a:pt x="338721" y="17528"/>
                  <a:pt x="338920" y="17660"/>
                </a:cubicBezTo>
                <a:cubicBezTo>
                  <a:pt x="339118" y="17793"/>
                  <a:pt x="339284" y="18011"/>
                  <a:pt x="339416" y="18315"/>
                </a:cubicBezTo>
                <a:cubicBezTo>
                  <a:pt x="339548" y="18620"/>
                  <a:pt x="339647" y="19036"/>
                  <a:pt x="339714" y="19565"/>
                </a:cubicBezTo>
                <a:cubicBezTo>
                  <a:pt x="339780" y="20095"/>
                  <a:pt x="339813" y="20743"/>
                  <a:pt x="339813" y="21510"/>
                </a:cubicBezTo>
                <a:cubicBezTo>
                  <a:pt x="339813" y="22965"/>
                  <a:pt x="339681" y="24004"/>
                  <a:pt x="339416" y="24625"/>
                </a:cubicBezTo>
                <a:cubicBezTo>
                  <a:pt x="339151" y="25247"/>
                  <a:pt x="338768" y="25558"/>
                  <a:pt x="338265" y="25558"/>
                </a:cubicBezTo>
                <a:lnTo>
                  <a:pt x="330526" y="25558"/>
                </a:lnTo>
                <a:lnTo>
                  <a:pt x="330526" y="42157"/>
                </a:lnTo>
                <a:cubicBezTo>
                  <a:pt x="330526" y="44085"/>
                  <a:pt x="330830" y="45531"/>
                  <a:pt x="331439" y="46495"/>
                </a:cubicBezTo>
                <a:cubicBezTo>
                  <a:pt x="332048" y="47459"/>
                  <a:pt x="333132" y="47941"/>
                  <a:pt x="334693" y="47941"/>
                </a:cubicBezTo>
                <a:cubicBezTo>
                  <a:pt x="335222" y="47941"/>
                  <a:pt x="335699" y="47895"/>
                  <a:pt x="336122" y="47802"/>
                </a:cubicBezTo>
                <a:cubicBezTo>
                  <a:pt x="336545" y="47710"/>
                  <a:pt x="336922" y="47604"/>
                  <a:pt x="337253" y="47485"/>
                </a:cubicBezTo>
                <a:cubicBezTo>
                  <a:pt x="337584" y="47366"/>
                  <a:pt x="337862" y="47260"/>
                  <a:pt x="338086" y="47167"/>
                </a:cubicBezTo>
                <a:cubicBezTo>
                  <a:pt x="338311" y="47075"/>
                  <a:pt x="338516" y="47028"/>
                  <a:pt x="338702" y="47028"/>
                </a:cubicBezTo>
                <a:cubicBezTo>
                  <a:pt x="338860" y="47028"/>
                  <a:pt x="339012" y="47075"/>
                  <a:pt x="339158" y="47167"/>
                </a:cubicBezTo>
                <a:cubicBezTo>
                  <a:pt x="339303" y="47260"/>
                  <a:pt x="339416" y="47445"/>
                  <a:pt x="339495" y="47724"/>
                </a:cubicBezTo>
                <a:cubicBezTo>
                  <a:pt x="339575" y="48002"/>
                  <a:pt x="339647" y="48380"/>
                  <a:pt x="339714" y="48859"/>
                </a:cubicBezTo>
                <a:cubicBezTo>
                  <a:pt x="339780" y="49337"/>
                  <a:pt x="339813" y="49948"/>
                  <a:pt x="339813" y="50692"/>
                </a:cubicBezTo>
                <a:close/>
                <a:moveTo>
                  <a:pt x="372261" y="44226"/>
                </a:moveTo>
                <a:cubicBezTo>
                  <a:pt x="372261" y="46240"/>
                  <a:pt x="371884" y="48017"/>
                  <a:pt x="371130" y="49555"/>
                </a:cubicBezTo>
                <a:cubicBezTo>
                  <a:pt x="370376" y="51092"/>
                  <a:pt x="369311" y="52377"/>
                  <a:pt x="367935" y="53412"/>
                </a:cubicBezTo>
                <a:cubicBezTo>
                  <a:pt x="366560" y="54445"/>
                  <a:pt x="364933" y="55220"/>
                  <a:pt x="363054" y="55737"/>
                </a:cubicBezTo>
                <a:cubicBezTo>
                  <a:pt x="361176" y="56255"/>
                  <a:pt x="359138" y="56513"/>
                  <a:pt x="356942" y="56513"/>
                </a:cubicBezTo>
                <a:cubicBezTo>
                  <a:pt x="355619" y="56513"/>
                  <a:pt x="354356" y="56413"/>
                  <a:pt x="353152" y="56212"/>
                </a:cubicBezTo>
                <a:cubicBezTo>
                  <a:pt x="351948" y="56011"/>
                  <a:pt x="350870" y="55757"/>
                  <a:pt x="349918" y="55449"/>
                </a:cubicBezTo>
                <a:cubicBezTo>
                  <a:pt x="348965" y="55141"/>
                  <a:pt x="348172" y="54826"/>
                  <a:pt x="347537" y="54506"/>
                </a:cubicBezTo>
                <a:cubicBezTo>
                  <a:pt x="346902" y="54184"/>
                  <a:pt x="346439" y="53883"/>
                  <a:pt x="346148" y="53601"/>
                </a:cubicBezTo>
                <a:cubicBezTo>
                  <a:pt x="345857" y="53320"/>
                  <a:pt x="345632" y="52880"/>
                  <a:pt x="345473" y="52282"/>
                </a:cubicBezTo>
                <a:cubicBezTo>
                  <a:pt x="345314" y="51683"/>
                  <a:pt x="345235" y="50799"/>
                  <a:pt x="345235" y="49628"/>
                </a:cubicBezTo>
                <a:cubicBezTo>
                  <a:pt x="345235" y="48856"/>
                  <a:pt x="345261" y="48238"/>
                  <a:pt x="345314" y="47772"/>
                </a:cubicBezTo>
                <a:cubicBezTo>
                  <a:pt x="345367" y="47307"/>
                  <a:pt x="345447" y="46935"/>
                  <a:pt x="345552" y="46655"/>
                </a:cubicBezTo>
                <a:cubicBezTo>
                  <a:pt x="345658" y="46376"/>
                  <a:pt x="345790" y="46190"/>
                  <a:pt x="345949" y="46097"/>
                </a:cubicBezTo>
                <a:cubicBezTo>
                  <a:pt x="346108" y="46004"/>
                  <a:pt x="346306" y="45957"/>
                  <a:pt x="346545" y="45957"/>
                </a:cubicBezTo>
                <a:cubicBezTo>
                  <a:pt x="346836" y="45957"/>
                  <a:pt x="347265" y="46124"/>
                  <a:pt x="347834" y="46459"/>
                </a:cubicBezTo>
                <a:cubicBezTo>
                  <a:pt x="348403" y="46794"/>
                  <a:pt x="349111" y="47162"/>
                  <a:pt x="349958" y="47564"/>
                </a:cubicBezTo>
                <a:cubicBezTo>
                  <a:pt x="350804" y="47966"/>
                  <a:pt x="351790" y="48341"/>
                  <a:pt x="352914" y="48689"/>
                </a:cubicBezTo>
                <a:cubicBezTo>
                  <a:pt x="354039" y="49037"/>
                  <a:pt x="355315" y="49211"/>
                  <a:pt x="356744" y="49211"/>
                </a:cubicBezTo>
                <a:cubicBezTo>
                  <a:pt x="357643" y="49211"/>
                  <a:pt x="358444" y="49119"/>
                  <a:pt x="359145" y="48935"/>
                </a:cubicBezTo>
                <a:cubicBezTo>
                  <a:pt x="359846" y="48750"/>
                  <a:pt x="360455" y="48487"/>
                  <a:pt x="360971" y="48145"/>
                </a:cubicBezTo>
                <a:cubicBezTo>
                  <a:pt x="361486" y="47801"/>
                  <a:pt x="361877" y="47367"/>
                  <a:pt x="362141" y="46840"/>
                </a:cubicBezTo>
                <a:cubicBezTo>
                  <a:pt x="362406" y="46313"/>
                  <a:pt x="362538" y="45707"/>
                  <a:pt x="362538" y="45022"/>
                </a:cubicBezTo>
                <a:cubicBezTo>
                  <a:pt x="362538" y="44226"/>
                  <a:pt x="362293" y="43544"/>
                  <a:pt x="361804" y="42974"/>
                </a:cubicBezTo>
                <a:cubicBezTo>
                  <a:pt x="361314" y="42404"/>
                  <a:pt x="360666" y="41906"/>
                  <a:pt x="359859" y="41482"/>
                </a:cubicBezTo>
                <a:cubicBezTo>
                  <a:pt x="359052" y="41058"/>
                  <a:pt x="358140" y="40660"/>
                  <a:pt x="357121" y="40289"/>
                </a:cubicBezTo>
                <a:cubicBezTo>
                  <a:pt x="356102" y="39918"/>
                  <a:pt x="355057" y="39507"/>
                  <a:pt x="353986" y="39056"/>
                </a:cubicBezTo>
                <a:cubicBezTo>
                  <a:pt x="352914" y="38606"/>
                  <a:pt x="351869" y="38089"/>
                  <a:pt x="350850" y="37506"/>
                </a:cubicBezTo>
                <a:cubicBezTo>
                  <a:pt x="349832" y="36922"/>
                  <a:pt x="348919" y="36206"/>
                  <a:pt x="348112" y="35358"/>
                </a:cubicBezTo>
                <a:cubicBezTo>
                  <a:pt x="347305" y="34510"/>
                  <a:pt x="346657" y="33490"/>
                  <a:pt x="346167" y="32297"/>
                </a:cubicBezTo>
                <a:cubicBezTo>
                  <a:pt x="345678" y="31104"/>
                  <a:pt x="345433" y="29673"/>
                  <a:pt x="345433" y="28002"/>
                </a:cubicBezTo>
                <a:cubicBezTo>
                  <a:pt x="345433" y="26305"/>
                  <a:pt x="345764" y="24747"/>
                  <a:pt x="346425" y="23329"/>
                </a:cubicBezTo>
                <a:cubicBezTo>
                  <a:pt x="347087" y="21911"/>
                  <a:pt x="348039" y="20699"/>
                  <a:pt x="349283" y="19692"/>
                </a:cubicBezTo>
                <a:cubicBezTo>
                  <a:pt x="350526" y="18684"/>
                  <a:pt x="352041" y="17902"/>
                  <a:pt x="353827" y="17345"/>
                </a:cubicBezTo>
                <a:cubicBezTo>
                  <a:pt x="355613" y="16788"/>
                  <a:pt x="357617" y="16510"/>
                  <a:pt x="359839" y="16510"/>
                </a:cubicBezTo>
                <a:cubicBezTo>
                  <a:pt x="360951" y="16510"/>
                  <a:pt x="362029" y="16589"/>
                  <a:pt x="363074" y="16748"/>
                </a:cubicBezTo>
                <a:cubicBezTo>
                  <a:pt x="364119" y="16906"/>
                  <a:pt x="365065" y="17105"/>
                  <a:pt x="365911" y="17343"/>
                </a:cubicBezTo>
                <a:cubicBezTo>
                  <a:pt x="366758" y="17581"/>
                  <a:pt x="367472" y="17839"/>
                  <a:pt x="368055" y="18117"/>
                </a:cubicBezTo>
                <a:cubicBezTo>
                  <a:pt x="368637" y="18395"/>
                  <a:pt x="369053" y="18633"/>
                  <a:pt x="369305" y="18831"/>
                </a:cubicBezTo>
                <a:cubicBezTo>
                  <a:pt x="369556" y="19030"/>
                  <a:pt x="369735" y="19228"/>
                  <a:pt x="369840" y="19426"/>
                </a:cubicBezTo>
                <a:cubicBezTo>
                  <a:pt x="369946" y="19625"/>
                  <a:pt x="370026" y="19863"/>
                  <a:pt x="370079" y="20141"/>
                </a:cubicBezTo>
                <a:cubicBezTo>
                  <a:pt x="370131" y="20419"/>
                  <a:pt x="370178" y="20763"/>
                  <a:pt x="370217" y="21173"/>
                </a:cubicBezTo>
                <a:cubicBezTo>
                  <a:pt x="370257" y="21583"/>
                  <a:pt x="370277" y="22092"/>
                  <a:pt x="370277" y="22701"/>
                </a:cubicBezTo>
                <a:cubicBezTo>
                  <a:pt x="370277" y="23415"/>
                  <a:pt x="370257" y="23997"/>
                  <a:pt x="370217" y="24447"/>
                </a:cubicBezTo>
                <a:cubicBezTo>
                  <a:pt x="370178" y="24897"/>
                  <a:pt x="370112" y="25254"/>
                  <a:pt x="370019" y="25518"/>
                </a:cubicBezTo>
                <a:cubicBezTo>
                  <a:pt x="369926" y="25783"/>
                  <a:pt x="369801" y="25962"/>
                  <a:pt x="369642" y="26054"/>
                </a:cubicBezTo>
                <a:cubicBezTo>
                  <a:pt x="369483" y="26147"/>
                  <a:pt x="369298" y="26193"/>
                  <a:pt x="369086" y="26193"/>
                </a:cubicBezTo>
                <a:cubicBezTo>
                  <a:pt x="368848" y="26193"/>
                  <a:pt x="368478" y="26054"/>
                  <a:pt x="367975" y="25776"/>
                </a:cubicBezTo>
                <a:cubicBezTo>
                  <a:pt x="367472" y="25498"/>
                  <a:pt x="366844" y="25201"/>
                  <a:pt x="366090" y="24883"/>
                </a:cubicBezTo>
                <a:cubicBezTo>
                  <a:pt x="365336" y="24566"/>
                  <a:pt x="364463" y="24268"/>
                  <a:pt x="363471" y="23990"/>
                </a:cubicBezTo>
                <a:cubicBezTo>
                  <a:pt x="362479" y="23713"/>
                  <a:pt x="361348" y="23574"/>
                  <a:pt x="360078" y="23574"/>
                </a:cubicBezTo>
                <a:cubicBezTo>
                  <a:pt x="359178" y="23574"/>
                  <a:pt x="358398" y="23667"/>
                  <a:pt x="357736" y="23854"/>
                </a:cubicBezTo>
                <a:cubicBezTo>
                  <a:pt x="357075" y="24040"/>
                  <a:pt x="356532" y="24306"/>
                  <a:pt x="356109" y="24651"/>
                </a:cubicBezTo>
                <a:cubicBezTo>
                  <a:pt x="355686" y="24997"/>
                  <a:pt x="355368" y="25403"/>
                  <a:pt x="355156" y="25868"/>
                </a:cubicBezTo>
                <a:cubicBezTo>
                  <a:pt x="354945" y="26334"/>
                  <a:pt x="354839" y="26833"/>
                  <a:pt x="354839" y="27365"/>
                </a:cubicBezTo>
                <a:cubicBezTo>
                  <a:pt x="354839" y="28187"/>
                  <a:pt x="355090" y="28876"/>
                  <a:pt x="355593" y="29434"/>
                </a:cubicBezTo>
                <a:cubicBezTo>
                  <a:pt x="356096" y="29990"/>
                  <a:pt x="356757" y="30480"/>
                  <a:pt x="357577" y="30905"/>
                </a:cubicBezTo>
                <a:cubicBezTo>
                  <a:pt x="358398" y="31329"/>
                  <a:pt x="359330" y="31726"/>
                  <a:pt x="360375" y="32098"/>
                </a:cubicBezTo>
                <a:cubicBezTo>
                  <a:pt x="361420" y="32469"/>
                  <a:pt x="362479" y="32873"/>
                  <a:pt x="363550" y="33311"/>
                </a:cubicBezTo>
                <a:cubicBezTo>
                  <a:pt x="364622" y="33748"/>
                  <a:pt x="365680" y="34258"/>
                  <a:pt x="366725" y="34841"/>
                </a:cubicBezTo>
                <a:cubicBezTo>
                  <a:pt x="367770" y="35424"/>
                  <a:pt x="368703" y="36140"/>
                  <a:pt x="369523" y="36989"/>
                </a:cubicBezTo>
                <a:cubicBezTo>
                  <a:pt x="370343" y="37837"/>
                  <a:pt x="371005" y="38851"/>
                  <a:pt x="371507" y="40031"/>
                </a:cubicBezTo>
                <a:cubicBezTo>
                  <a:pt x="372010" y="41210"/>
                  <a:pt x="372261" y="42608"/>
                  <a:pt x="372261" y="44226"/>
                </a:cubicBezTo>
                <a:close/>
                <a:moveTo>
                  <a:pt x="416612" y="4167"/>
                </a:moveTo>
                <a:cubicBezTo>
                  <a:pt x="416612" y="4670"/>
                  <a:pt x="416585" y="5073"/>
                  <a:pt x="416532" y="5378"/>
                </a:cubicBezTo>
                <a:cubicBezTo>
                  <a:pt x="416480" y="5682"/>
                  <a:pt x="416420" y="5926"/>
                  <a:pt x="416354" y="6112"/>
                </a:cubicBezTo>
                <a:cubicBezTo>
                  <a:pt x="416288" y="6297"/>
                  <a:pt x="416202" y="6423"/>
                  <a:pt x="416096" y="6489"/>
                </a:cubicBezTo>
                <a:cubicBezTo>
                  <a:pt x="415990" y="6555"/>
                  <a:pt x="415858" y="6588"/>
                  <a:pt x="415699" y="6588"/>
                </a:cubicBezTo>
                <a:cubicBezTo>
                  <a:pt x="415514" y="6588"/>
                  <a:pt x="415282" y="6528"/>
                  <a:pt x="415005" y="6409"/>
                </a:cubicBezTo>
                <a:cubicBezTo>
                  <a:pt x="414727" y="6290"/>
                  <a:pt x="414389" y="6158"/>
                  <a:pt x="413993" y="6012"/>
                </a:cubicBezTo>
                <a:cubicBezTo>
                  <a:pt x="413596" y="5867"/>
                  <a:pt x="413126" y="5735"/>
                  <a:pt x="412584" y="5616"/>
                </a:cubicBezTo>
                <a:cubicBezTo>
                  <a:pt x="412041" y="5497"/>
                  <a:pt x="411413" y="5437"/>
                  <a:pt x="410699" y="5437"/>
                </a:cubicBezTo>
                <a:cubicBezTo>
                  <a:pt x="409720" y="5437"/>
                  <a:pt x="408886" y="5595"/>
                  <a:pt x="408198" y="5912"/>
                </a:cubicBezTo>
                <a:cubicBezTo>
                  <a:pt x="407510" y="6229"/>
                  <a:pt x="406955" y="6723"/>
                  <a:pt x="406531" y="7395"/>
                </a:cubicBezTo>
                <a:cubicBezTo>
                  <a:pt x="406108" y="8067"/>
                  <a:pt x="405804" y="8938"/>
                  <a:pt x="405619" y="10006"/>
                </a:cubicBezTo>
                <a:cubicBezTo>
                  <a:pt x="405433" y="11074"/>
                  <a:pt x="405341" y="12373"/>
                  <a:pt x="405341" y="13903"/>
                </a:cubicBezTo>
                <a:lnTo>
                  <a:pt x="405341" y="17779"/>
                </a:lnTo>
                <a:lnTo>
                  <a:pt x="413318" y="17779"/>
                </a:lnTo>
                <a:cubicBezTo>
                  <a:pt x="413529" y="17779"/>
                  <a:pt x="413708" y="17826"/>
                  <a:pt x="413854" y="17918"/>
                </a:cubicBezTo>
                <a:cubicBezTo>
                  <a:pt x="413999" y="18011"/>
                  <a:pt x="414131" y="18170"/>
                  <a:pt x="414250" y="18395"/>
                </a:cubicBezTo>
                <a:cubicBezTo>
                  <a:pt x="414370" y="18620"/>
                  <a:pt x="414462" y="18904"/>
                  <a:pt x="414528" y="19248"/>
                </a:cubicBezTo>
                <a:cubicBezTo>
                  <a:pt x="414594" y="19592"/>
                  <a:pt x="414627" y="20015"/>
                  <a:pt x="414627" y="20518"/>
                </a:cubicBezTo>
                <a:cubicBezTo>
                  <a:pt x="414627" y="21470"/>
                  <a:pt x="414508" y="22158"/>
                  <a:pt x="414270" y="22582"/>
                </a:cubicBezTo>
                <a:cubicBezTo>
                  <a:pt x="414032" y="23005"/>
                  <a:pt x="413715" y="23217"/>
                  <a:pt x="413318" y="23217"/>
                </a:cubicBezTo>
                <a:lnTo>
                  <a:pt x="405341" y="23217"/>
                </a:lnTo>
                <a:lnTo>
                  <a:pt x="405341" y="54568"/>
                </a:lnTo>
                <a:cubicBezTo>
                  <a:pt x="405341" y="54779"/>
                  <a:pt x="405288" y="54958"/>
                  <a:pt x="405182" y="55105"/>
                </a:cubicBezTo>
                <a:cubicBezTo>
                  <a:pt x="405076" y="55250"/>
                  <a:pt x="404898" y="55376"/>
                  <a:pt x="404646" y="55482"/>
                </a:cubicBezTo>
                <a:cubicBezTo>
                  <a:pt x="404395" y="55587"/>
                  <a:pt x="404058" y="55667"/>
                  <a:pt x="403634" y="55720"/>
                </a:cubicBezTo>
                <a:cubicBezTo>
                  <a:pt x="403211" y="55773"/>
                  <a:pt x="402682" y="55799"/>
                  <a:pt x="402047" y="55799"/>
                </a:cubicBezTo>
                <a:cubicBezTo>
                  <a:pt x="401412" y="55799"/>
                  <a:pt x="400883" y="55773"/>
                  <a:pt x="400459" y="55720"/>
                </a:cubicBezTo>
                <a:cubicBezTo>
                  <a:pt x="400036" y="55667"/>
                  <a:pt x="399699" y="55587"/>
                  <a:pt x="399447" y="55482"/>
                </a:cubicBezTo>
                <a:cubicBezTo>
                  <a:pt x="399196" y="55376"/>
                  <a:pt x="399018" y="55250"/>
                  <a:pt x="398912" y="55105"/>
                </a:cubicBezTo>
                <a:cubicBezTo>
                  <a:pt x="398806" y="54958"/>
                  <a:pt x="398753" y="54779"/>
                  <a:pt x="398753" y="54568"/>
                </a:cubicBezTo>
                <a:lnTo>
                  <a:pt x="398753" y="23217"/>
                </a:lnTo>
                <a:lnTo>
                  <a:pt x="393713" y="23217"/>
                </a:lnTo>
                <a:cubicBezTo>
                  <a:pt x="393289" y="23217"/>
                  <a:pt x="392972" y="23005"/>
                  <a:pt x="392760" y="22582"/>
                </a:cubicBezTo>
                <a:cubicBezTo>
                  <a:pt x="392549" y="22158"/>
                  <a:pt x="392443" y="21470"/>
                  <a:pt x="392443" y="20518"/>
                </a:cubicBezTo>
                <a:cubicBezTo>
                  <a:pt x="392443" y="20015"/>
                  <a:pt x="392469" y="19592"/>
                  <a:pt x="392522" y="19248"/>
                </a:cubicBezTo>
                <a:cubicBezTo>
                  <a:pt x="392575" y="18904"/>
                  <a:pt x="392654" y="18620"/>
                  <a:pt x="392760" y="18395"/>
                </a:cubicBezTo>
                <a:cubicBezTo>
                  <a:pt x="392866" y="18170"/>
                  <a:pt x="392998" y="18011"/>
                  <a:pt x="393157" y="17918"/>
                </a:cubicBezTo>
                <a:cubicBezTo>
                  <a:pt x="393316" y="17826"/>
                  <a:pt x="393501" y="17779"/>
                  <a:pt x="393713" y="17779"/>
                </a:cubicBezTo>
                <a:lnTo>
                  <a:pt x="398753" y="17779"/>
                </a:lnTo>
                <a:lnTo>
                  <a:pt x="398753" y="14097"/>
                </a:lnTo>
                <a:cubicBezTo>
                  <a:pt x="398753" y="11615"/>
                  <a:pt x="398984" y="9483"/>
                  <a:pt x="399447" y="7702"/>
                </a:cubicBezTo>
                <a:cubicBezTo>
                  <a:pt x="399910" y="5920"/>
                  <a:pt x="400618" y="4461"/>
                  <a:pt x="401571" y="3326"/>
                </a:cubicBezTo>
                <a:cubicBezTo>
                  <a:pt x="402523" y="2191"/>
                  <a:pt x="403720" y="1353"/>
                  <a:pt x="405162" y="812"/>
                </a:cubicBezTo>
                <a:cubicBezTo>
                  <a:pt x="406604" y="271"/>
                  <a:pt x="408304" y="0"/>
                  <a:pt x="410262" y="0"/>
                </a:cubicBezTo>
                <a:cubicBezTo>
                  <a:pt x="411188" y="0"/>
                  <a:pt x="412088" y="86"/>
                  <a:pt x="412961" y="258"/>
                </a:cubicBezTo>
                <a:cubicBezTo>
                  <a:pt x="413834" y="430"/>
                  <a:pt x="414508" y="615"/>
                  <a:pt x="414985" y="814"/>
                </a:cubicBezTo>
                <a:cubicBezTo>
                  <a:pt x="415461" y="1012"/>
                  <a:pt x="415778" y="1191"/>
                  <a:pt x="415937" y="1349"/>
                </a:cubicBezTo>
                <a:cubicBezTo>
                  <a:pt x="416096" y="1508"/>
                  <a:pt x="416228" y="1713"/>
                  <a:pt x="416334" y="1964"/>
                </a:cubicBezTo>
                <a:cubicBezTo>
                  <a:pt x="416440" y="2216"/>
                  <a:pt x="416513" y="2520"/>
                  <a:pt x="416552" y="2877"/>
                </a:cubicBezTo>
                <a:cubicBezTo>
                  <a:pt x="416592" y="3234"/>
                  <a:pt x="416612" y="3664"/>
                  <a:pt x="416612" y="4167"/>
                </a:cubicBezTo>
                <a:close/>
                <a:moveTo>
                  <a:pt x="428604" y="54569"/>
                </a:moveTo>
                <a:cubicBezTo>
                  <a:pt x="428604" y="54780"/>
                  <a:pt x="428551" y="54959"/>
                  <a:pt x="428445" y="55105"/>
                </a:cubicBezTo>
                <a:cubicBezTo>
                  <a:pt x="428339" y="55250"/>
                  <a:pt x="428167" y="55376"/>
                  <a:pt x="427929" y="55482"/>
                </a:cubicBezTo>
                <a:cubicBezTo>
                  <a:pt x="427691" y="55587"/>
                  <a:pt x="427360" y="55667"/>
                  <a:pt x="426937" y="55720"/>
                </a:cubicBezTo>
                <a:cubicBezTo>
                  <a:pt x="426514" y="55773"/>
                  <a:pt x="425971" y="55799"/>
                  <a:pt x="425310" y="55799"/>
                </a:cubicBezTo>
                <a:cubicBezTo>
                  <a:pt x="424675" y="55799"/>
                  <a:pt x="424146" y="55773"/>
                  <a:pt x="423722" y="55720"/>
                </a:cubicBezTo>
                <a:cubicBezTo>
                  <a:pt x="423299" y="55667"/>
                  <a:pt x="422962" y="55587"/>
                  <a:pt x="422710" y="55482"/>
                </a:cubicBezTo>
                <a:cubicBezTo>
                  <a:pt x="422459" y="55376"/>
                  <a:pt x="422287" y="55250"/>
                  <a:pt x="422194" y="55105"/>
                </a:cubicBezTo>
                <a:cubicBezTo>
                  <a:pt x="422102" y="54959"/>
                  <a:pt x="422056" y="54780"/>
                  <a:pt x="422056" y="54569"/>
                </a:cubicBezTo>
                <a:lnTo>
                  <a:pt x="422056" y="18851"/>
                </a:lnTo>
                <a:cubicBezTo>
                  <a:pt x="422056" y="18666"/>
                  <a:pt x="422102" y="18494"/>
                  <a:pt x="422194" y="18335"/>
                </a:cubicBezTo>
                <a:cubicBezTo>
                  <a:pt x="422287" y="18176"/>
                  <a:pt x="422459" y="18044"/>
                  <a:pt x="422710" y="17938"/>
                </a:cubicBezTo>
                <a:cubicBezTo>
                  <a:pt x="422962" y="17832"/>
                  <a:pt x="423299" y="17753"/>
                  <a:pt x="423722" y="17700"/>
                </a:cubicBezTo>
                <a:cubicBezTo>
                  <a:pt x="424146" y="17647"/>
                  <a:pt x="424675" y="17621"/>
                  <a:pt x="425310" y="17621"/>
                </a:cubicBezTo>
                <a:cubicBezTo>
                  <a:pt x="425971" y="17621"/>
                  <a:pt x="426514" y="17647"/>
                  <a:pt x="426937" y="17700"/>
                </a:cubicBezTo>
                <a:cubicBezTo>
                  <a:pt x="427360" y="17753"/>
                  <a:pt x="427691" y="17832"/>
                  <a:pt x="427929" y="17938"/>
                </a:cubicBezTo>
                <a:cubicBezTo>
                  <a:pt x="428167" y="18044"/>
                  <a:pt x="428339" y="18176"/>
                  <a:pt x="428445" y="18335"/>
                </a:cubicBezTo>
                <a:cubicBezTo>
                  <a:pt x="428551" y="18494"/>
                  <a:pt x="428604" y="18666"/>
                  <a:pt x="428604" y="18851"/>
                </a:cubicBezTo>
                <a:lnTo>
                  <a:pt x="428604" y="54569"/>
                </a:lnTo>
                <a:moveTo>
                  <a:pt x="429358" y="6747"/>
                </a:moveTo>
                <a:cubicBezTo>
                  <a:pt x="429358" y="8281"/>
                  <a:pt x="429067" y="9326"/>
                  <a:pt x="428485" y="9882"/>
                </a:cubicBezTo>
                <a:cubicBezTo>
                  <a:pt x="427903" y="10438"/>
                  <a:pt x="426831" y="10715"/>
                  <a:pt x="425270" y="10715"/>
                </a:cubicBezTo>
                <a:cubicBezTo>
                  <a:pt x="423736" y="10715"/>
                  <a:pt x="422684" y="10444"/>
                  <a:pt x="422115" y="9902"/>
                </a:cubicBezTo>
                <a:cubicBezTo>
                  <a:pt x="421546" y="9359"/>
                  <a:pt x="421262" y="8334"/>
                  <a:pt x="421262" y="6826"/>
                </a:cubicBezTo>
                <a:cubicBezTo>
                  <a:pt x="421262" y="5292"/>
                  <a:pt x="421553" y="4246"/>
                  <a:pt x="422135" y="3691"/>
                </a:cubicBezTo>
                <a:cubicBezTo>
                  <a:pt x="422717" y="3135"/>
                  <a:pt x="423789" y="2857"/>
                  <a:pt x="425350" y="2857"/>
                </a:cubicBezTo>
                <a:cubicBezTo>
                  <a:pt x="426884" y="2857"/>
                  <a:pt x="427936" y="3129"/>
                  <a:pt x="428505" y="3671"/>
                </a:cubicBezTo>
                <a:cubicBezTo>
                  <a:pt x="429073" y="4213"/>
                  <a:pt x="429358" y="5239"/>
                  <a:pt x="429358" y="6747"/>
                </a:cubicBezTo>
                <a:close/>
                <a:moveTo>
                  <a:pt x="467881" y="53815"/>
                </a:moveTo>
                <a:cubicBezTo>
                  <a:pt x="468092" y="54185"/>
                  <a:pt x="468198" y="54496"/>
                  <a:pt x="468198" y="54747"/>
                </a:cubicBezTo>
                <a:cubicBezTo>
                  <a:pt x="468198" y="54999"/>
                  <a:pt x="468072" y="55204"/>
                  <a:pt x="467821" y="55362"/>
                </a:cubicBezTo>
                <a:cubicBezTo>
                  <a:pt x="467570" y="55521"/>
                  <a:pt x="467186" y="55634"/>
                  <a:pt x="466670" y="55700"/>
                </a:cubicBezTo>
                <a:cubicBezTo>
                  <a:pt x="466154" y="55766"/>
                  <a:pt x="465486" y="55799"/>
                  <a:pt x="464666" y="55799"/>
                </a:cubicBezTo>
                <a:cubicBezTo>
                  <a:pt x="463872" y="55799"/>
                  <a:pt x="463244" y="55779"/>
                  <a:pt x="462781" y="55740"/>
                </a:cubicBezTo>
                <a:cubicBezTo>
                  <a:pt x="462318" y="55700"/>
                  <a:pt x="461947" y="55634"/>
                  <a:pt x="461670" y="55541"/>
                </a:cubicBezTo>
                <a:cubicBezTo>
                  <a:pt x="461392" y="55448"/>
                  <a:pt x="461180" y="55329"/>
                  <a:pt x="461035" y="55184"/>
                </a:cubicBezTo>
                <a:cubicBezTo>
                  <a:pt x="460889" y="55038"/>
                  <a:pt x="460763" y="54873"/>
                  <a:pt x="460658" y="54688"/>
                </a:cubicBezTo>
                <a:lnTo>
                  <a:pt x="452085" y="40520"/>
                </a:lnTo>
                <a:lnTo>
                  <a:pt x="443553" y="54688"/>
                </a:lnTo>
                <a:cubicBezTo>
                  <a:pt x="443447" y="54873"/>
                  <a:pt x="443321" y="55038"/>
                  <a:pt x="443176" y="55184"/>
                </a:cubicBezTo>
                <a:cubicBezTo>
                  <a:pt x="443030" y="55329"/>
                  <a:pt x="442819" y="55448"/>
                  <a:pt x="442541" y="55541"/>
                </a:cubicBezTo>
                <a:cubicBezTo>
                  <a:pt x="442263" y="55634"/>
                  <a:pt x="441899" y="55700"/>
                  <a:pt x="441449" y="55740"/>
                </a:cubicBezTo>
                <a:cubicBezTo>
                  <a:pt x="441000" y="55779"/>
                  <a:pt x="440404" y="55799"/>
                  <a:pt x="439664" y="55799"/>
                </a:cubicBezTo>
                <a:cubicBezTo>
                  <a:pt x="438896" y="55799"/>
                  <a:pt x="438268" y="55766"/>
                  <a:pt x="437778" y="55700"/>
                </a:cubicBezTo>
                <a:cubicBezTo>
                  <a:pt x="437289" y="55634"/>
                  <a:pt x="436932" y="55521"/>
                  <a:pt x="436707" y="55362"/>
                </a:cubicBezTo>
                <a:cubicBezTo>
                  <a:pt x="436482" y="55204"/>
                  <a:pt x="436376" y="54999"/>
                  <a:pt x="436389" y="54747"/>
                </a:cubicBezTo>
                <a:cubicBezTo>
                  <a:pt x="436403" y="54496"/>
                  <a:pt x="436528" y="54185"/>
                  <a:pt x="436766" y="53815"/>
                </a:cubicBezTo>
                <a:lnTo>
                  <a:pt x="447879" y="36392"/>
                </a:lnTo>
                <a:lnTo>
                  <a:pt x="437362" y="19605"/>
                </a:lnTo>
                <a:cubicBezTo>
                  <a:pt x="437150" y="19235"/>
                  <a:pt x="437038" y="18924"/>
                  <a:pt x="437024" y="18672"/>
                </a:cubicBezTo>
                <a:cubicBezTo>
                  <a:pt x="437011" y="18421"/>
                  <a:pt x="437130" y="18209"/>
                  <a:pt x="437382" y="18037"/>
                </a:cubicBezTo>
                <a:cubicBezTo>
                  <a:pt x="437633" y="17865"/>
                  <a:pt x="438017" y="17753"/>
                  <a:pt x="438532" y="17700"/>
                </a:cubicBezTo>
                <a:cubicBezTo>
                  <a:pt x="439048" y="17647"/>
                  <a:pt x="439730" y="17621"/>
                  <a:pt x="440576" y="17621"/>
                </a:cubicBezTo>
                <a:cubicBezTo>
                  <a:pt x="441344" y="17621"/>
                  <a:pt x="441959" y="17641"/>
                  <a:pt x="442422" y="17680"/>
                </a:cubicBezTo>
                <a:cubicBezTo>
                  <a:pt x="442885" y="17720"/>
                  <a:pt x="443249" y="17779"/>
                  <a:pt x="443513" y="17859"/>
                </a:cubicBezTo>
                <a:cubicBezTo>
                  <a:pt x="443778" y="17938"/>
                  <a:pt x="443976" y="18044"/>
                  <a:pt x="444108" y="18176"/>
                </a:cubicBezTo>
                <a:cubicBezTo>
                  <a:pt x="444241" y="18309"/>
                  <a:pt x="444360" y="18467"/>
                  <a:pt x="444466" y="18653"/>
                </a:cubicBezTo>
                <a:lnTo>
                  <a:pt x="452601" y="31948"/>
                </a:lnTo>
                <a:lnTo>
                  <a:pt x="460856" y="18653"/>
                </a:lnTo>
                <a:cubicBezTo>
                  <a:pt x="460962" y="18494"/>
                  <a:pt x="461081" y="18348"/>
                  <a:pt x="461213" y="18216"/>
                </a:cubicBezTo>
                <a:cubicBezTo>
                  <a:pt x="461346" y="18084"/>
                  <a:pt x="461524" y="17971"/>
                  <a:pt x="461749" y="17879"/>
                </a:cubicBezTo>
                <a:cubicBezTo>
                  <a:pt x="461974" y="17786"/>
                  <a:pt x="462291" y="17720"/>
                  <a:pt x="462701" y="17680"/>
                </a:cubicBezTo>
                <a:cubicBezTo>
                  <a:pt x="463112" y="17641"/>
                  <a:pt x="463674" y="17621"/>
                  <a:pt x="464388" y="17621"/>
                </a:cubicBezTo>
                <a:cubicBezTo>
                  <a:pt x="465155" y="17621"/>
                  <a:pt x="465784" y="17647"/>
                  <a:pt x="466273" y="17700"/>
                </a:cubicBezTo>
                <a:cubicBezTo>
                  <a:pt x="466763" y="17753"/>
                  <a:pt x="467127" y="17852"/>
                  <a:pt x="467365" y="17998"/>
                </a:cubicBezTo>
                <a:cubicBezTo>
                  <a:pt x="467603" y="18143"/>
                  <a:pt x="467709" y="18348"/>
                  <a:pt x="467682" y="18613"/>
                </a:cubicBezTo>
                <a:cubicBezTo>
                  <a:pt x="467656" y="18877"/>
                  <a:pt x="467523" y="19208"/>
                  <a:pt x="467285" y="19605"/>
                </a:cubicBezTo>
                <a:lnTo>
                  <a:pt x="456848" y="36194"/>
                </a:lnTo>
                <a:lnTo>
                  <a:pt x="467881" y="53815"/>
                </a:lnTo>
                <a:close/>
                <a:moveTo>
                  <a:pt x="482783" y="54569"/>
                </a:moveTo>
                <a:cubicBezTo>
                  <a:pt x="482783" y="54780"/>
                  <a:pt x="482731" y="54959"/>
                  <a:pt x="482625" y="55105"/>
                </a:cubicBezTo>
                <a:cubicBezTo>
                  <a:pt x="482519" y="55250"/>
                  <a:pt x="482347" y="55376"/>
                  <a:pt x="482109" y="55482"/>
                </a:cubicBezTo>
                <a:cubicBezTo>
                  <a:pt x="481871" y="55587"/>
                  <a:pt x="481540" y="55667"/>
                  <a:pt x="481117" y="55720"/>
                </a:cubicBezTo>
                <a:cubicBezTo>
                  <a:pt x="480693" y="55773"/>
                  <a:pt x="480151" y="55799"/>
                  <a:pt x="479489" y="55799"/>
                </a:cubicBezTo>
                <a:cubicBezTo>
                  <a:pt x="478854" y="55799"/>
                  <a:pt x="478325" y="55773"/>
                  <a:pt x="477902" y="55720"/>
                </a:cubicBezTo>
                <a:cubicBezTo>
                  <a:pt x="477479" y="55667"/>
                  <a:pt x="477141" y="55587"/>
                  <a:pt x="476890" y="55482"/>
                </a:cubicBezTo>
                <a:cubicBezTo>
                  <a:pt x="476639" y="55376"/>
                  <a:pt x="476467" y="55250"/>
                  <a:pt x="476374" y="55105"/>
                </a:cubicBezTo>
                <a:cubicBezTo>
                  <a:pt x="476281" y="54959"/>
                  <a:pt x="476235" y="54780"/>
                  <a:pt x="476235" y="54569"/>
                </a:cubicBezTo>
                <a:lnTo>
                  <a:pt x="476235" y="18851"/>
                </a:lnTo>
                <a:cubicBezTo>
                  <a:pt x="476235" y="18666"/>
                  <a:pt x="476281" y="18494"/>
                  <a:pt x="476374" y="18335"/>
                </a:cubicBezTo>
                <a:cubicBezTo>
                  <a:pt x="476467" y="18176"/>
                  <a:pt x="476639" y="18044"/>
                  <a:pt x="476890" y="17938"/>
                </a:cubicBezTo>
                <a:cubicBezTo>
                  <a:pt x="477141" y="17832"/>
                  <a:pt x="477479" y="17753"/>
                  <a:pt x="477902" y="17700"/>
                </a:cubicBezTo>
                <a:cubicBezTo>
                  <a:pt x="478325" y="17647"/>
                  <a:pt x="478854" y="17621"/>
                  <a:pt x="479489" y="17621"/>
                </a:cubicBezTo>
                <a:cubicBezTo>
                  <a:pt x="480151" y="17621"/>
                  <a:pt x="480693" y="17647"/>
                  <a:pt x="481117" y="17700"/>
                </a:cubicBezTo>
                <a:cubicBezTo>
                  <a:pt x="481540" y="17753"/>
                  <a:pt x="481871" y="17832"/>
                  <a:pt x="482109" y="17938"/>
                </a:cubicBezTo>
                <a:cubicBezTo>
                  <a:pt x="482347" y="18044"/>
                  <a:pt x="482519" y="18176"/>
                  <a:pt x="482625" y="18335"/>
                </a:cubicBezTo>
                <a:cubicBezTo>
                  <a:pt x="482731" y="18494"/>
                  <a:pt x="482783" y="18666"/>
                  <a:pt x="482783" y="18851"/>
                </a:cubicBezTo>
                <a:lnTo>
                  <a:pt x="482783" y="54569"/>
                </a:lnTo>
                <a:moveTo>
                  <a:pt x="483537" y="6747"/>
                </a:moveTo>
                <a:cubicBezTo>
                  <a:pt x="483537" y="8281"/>
                  <a:pt x="483246" y="9326"/>
                  <a:pt x="482664" y="9882"/>
                </a:cubicBezTo>
                <a:cubicBezTo>
                  <a:pt x="482082" y="10438"/>
                  <a:pt x="481011" y="10715"/>
                  <a:pt x="479450" y="10715"/>
                </a:cubicBezTo>
                <a:cubicBezTo>
                  <a:pt x="477915" y="10715"/>
                  <a:pt x="476864" y="10444"/>
                  <a:pt x="476295" y="9902"/>
                </a:cubicBezTo>
                <a:cubicBezTo>
                  <a:pt x="475726" y="9359"/>
                  <a:pt x="475441" y="8334"/>
                  <a:pt x="475441" y="6826"/>
                </a:cubicBezTo>
                <a:cubicBezTo>
                  <a:pt x="475441" y="5292"/>
                  <a:pt x="475732" y="4246"/>
                  <a:pt x="476315" y="3691"/>
                </a:cubicBezTo>
                <a:cubicBezTo>
                  <a:pt x="476897" y="3135"/>
                  <a:pt x="477968" y="2857"/>
                  <a:pt x="479529" y="2857"/>
                </a:cubicBezTo>
                <a:cubicBezTo>
                  <a:pt x="481064" y="2857"/>
                  <a:pt x="482115" y="3129"/>
                  <a:pt x="482684" y="3671"/>
                </a:cubicBezTo>
                <a:cubicBezTo>
                  <a:pt x="483253" y="4213"/>
                  <a:pt x="483537" y="5239"/>
                  <a:pt x="483537" y="6747"/>
                </a:cubicBezTo>
                <a:close/>
                <a:moveTo>
                  <a:pt x="525751" y="54569"/>
                </a:moveTo>
                <a:cubicBezTo>
                  <a:pt x="525751" y="54780"/>
                  <a:pt x="525698" y="54959"/>
                  <a:pt x="525592" y="55105"/>
                </a:cubicBezTo>
                <a:cubicBezTo>
                  <a:pt x="525486" y="55250"/>
                  <a:pt x="525314" y="55376"/>
                  <a:pt x="525076" y="55482"/>
                </a:cubicBezTo>
                <a:cubicBezTo>
                  <a:pt x="524838" y="55587"/>
                  <a:pt x="524508" y="55667"/>
                  <a:pt x="524084" y="55720"/>
                </a:cubicBezTo>
                <a:cubicBezTo>
                  <a:pt x="523661" y="55773"/>
                  <a:pt x="523132" y="55799"/>
                  <a:pt x="522497" y="55799"/>
                </a:cubicBezTo>
                <a:cubicBezTo>
                  <a:pt x="521835" y="55799"/>
                  <a:pt x="521293" y="55773"/>
                  <a:pt x="520870" y="55720"/>
                </a:cubicBezTo>
                <a:cubicBezTo>
                  <a:pt x="520446" y="55667"/>
                  <a:pt x="520116" y="55587"/>
                  <a:pt x="519877" y="55482"/>
                </a:cubicBezTo>
                <a:cubicBezTo>
                  <a:pt x="519639" y="55376"/>
                  <a:pt x="519467" y="55250"/>
                  <a:pt x="519362" y="55105"/>
                </a:cubicBezTo>
                <a:cubicBezTo>
                  <a:pt x="519256" y="54959"/>
                  <a:pt x="519203" y="54780"/>
                  <a:pt x="519203" y="54569"/>
                </a:cubicBezTo>
                <a:lnTo>
                  <a:pt x="519203" y="33654"/>
                </a:lnTo>
                <a:cubicBezTo>
                  <a:pt x="519203" y="31617"/>
                  <a:pt x="519044" y="29976"/>
                  <a:pt x="518727" y="28733"/>
                </a:cubicBezTo>
                <a:cubicBezTo>
                  <a:pt x="518409" y="27489"/>
                  <a:pt x="517946" y="26418"/>
                  <a:pt x="517337" y="25518"/>
                </a:cubicBezTo>
                <a:cubicBezTo>
                  <a:pt x="516729" y="24619"/>
                  <a:pt x="515942" y="23931"/>
                  <a:pt x="514976" y="23455"/>
                </a:cubicBezTo>
                <a:cubicBezTo>
                  <a:pt x="514010" y="22978"/>
                  <a:pt x="512893" y="22740"/>
                  <a:pt x="511623" y="22740"/>
                </a:cubicBezTo>
                <a:cubicBezTo>
                  <a:pt x="509982" y="22740"/>
                  <a:pt x="508342" y="23322"/>
                  <a:pt x="506702" y="24486"/>
                </a:cubicBezTo>
                <a:cubicBezTo>
                  <a:pt x="505061" y="25651"/>
                  <a:pt x="503341" y="27357"/>
                  <a:pt x="501542" y="29606"/>
                </a:cubicBezTo>
                <a:lnTo>
                  <a:pt x="501542" y="54569"/>
                </a:lnTo>
                <a:cubicBezTo>
                  <a:pt x="501542" y="54780"/>
                  <a:pt x="501489" y="54959"/>
                  <a:pt x="501384" y="55105"/>
                </a:cubicBezTo>
                <a:cubicBezTo>
                  <a:pt x="501278" y="55250"/>
                  <a:pt x="501106" y="55376"/>
                  <a:pt x="500868" y="55482"/>
                </a:cubicBezTo>
                <a:cubicBezTo>
                  <a:pt x="500630" y="55587"/>
                  <a:pt x="500299" y="55667"/>
                  <a:pt x="499875" y="55720"/>
                </a:cubicBezTo>
                <a:cubicBezTo>
                  <a:pt x="499452" y="55773"/>
                  <a:pt x="498910" y="55799"/>
                  <a:pt x="498248" y="55799"/>
                </a:cubicBezTo>
                <a:cubicBezTo>
                  <a:pt x="497613" y="55799"/>
                  <a:pt x="497084" y="55773"/>
                  <a:pt x="496661" y="55720"/>
                </a:cubicBezTo>
                <a:cubicBezTo>
                  <a:pt x="496238" y="55667"/>
                  <a:pt x="495900" y="55587"/>
                  <a:pt x="495649" y="55482"/>
                </a:cubicBezTo>
                <a:cubicBezTo>
                  <a:pt x="495398" y="55376"/>
                  <a:pt x="495226" y="55250"/>
                  <a:pt x="495133" y="55105"/>
                </a:cubicBezTo>
                <a:cubicBezTo>
                  <a:pt x="495040" y="54959"/>
                  <a:pt x="494994" y="54780"/>
                  <a:pt x="494994" y="54569"/>
                </a:cubicBezTo>
                <a:lnTo>
                  <a:pt x="494994" y="18851"/>
                </a:lnTo>
                <a:cubicBezTo>
                  <a:pt x="494994" y="18639"/>
                  <a:pt x="495034" y="18461"/>
                  <a:pt x="495113" y="18315"/>
                </a:cubicBezTo>
                <a:cubicBezTo>
                  <a:pt x="495192" y="18170"/>
                  <a:pt x="495351" y="18037"/>
                  <a:pt x="495589" y="17918"/>
                </a:cubicBezTo>
                <a:cubicBezTo>
                  <a:pt x="495827" y="17799"/>
                  <a:pt x="496132" y="17720"/>
                  <a:pt x="496502" y="17680"/>
                </a:cubicBezTo>
                <a:cubicBezTo>
                  <a:pt x="496873" y="17641"/>
                  <a:pt x="497362" y="17621"/>
                  <a:pt x="497971" y="17621"/>
                </a:cubicBezTo>
                <a:cubicBezTo>
                  <a:pt x="498553" y="17621"/>
                  <a:pt x="499035" y="17641"/>
                  <a:pt x="499419" y="17680"/>
                </a:cubicBezTo>
                <a:cubicBezTo>
                  <a:pt x="499803" y="17720"/>
                  <a:pt x="500100" y="17799"/>
                  <a:pt x="500312" y="17918"/>
                </a:cubicBezTo>
                <a:cubicBezTo>
                  <a:pt x="500524" y="18037"/>
                  <a:pt x="500676" y="18170"/>
                  <a:pt x="500768" y="18315"/>
                </a:cubicBezTo>
                <a:cubicBezTo>
                  <a:pt x="500861" y="18461"/>
                  <a:pt x="500907" y="18639"/>
                  <a:pt x="500907" y="18851"/>
                </a:cubicBezTo>
                <a:lnTo>
                  <a:pt x="500907" y="23574"/>
                </a:lnTo>
                <a:cubicBezTo>
                  <a:pt x="502918" y="21325"/>
                  <a:pt x="504922" y="19678"/>
                  <a:pt x="506920" y="18633"/>
                </a:cubicBezTo>
                <a:cubicBezTo>
                  <a:pt x="508917" y="17588"/>
                  <a:pt x="510935" y="17065"/>
                  <a:pt x="512972" y="17065"/>
                </a:cubicBezTo>
                <a:cubicBezTo>
                  <a:pt x="515353" y="17065"/>
                  <a:pt x="517357" y="17469"/>
                  <a:pt x="518984" y="18276"/>
                </a:cubicBezTo>
                <a:cubicBezTo>
                  <a:pt x="520612" y="19083"/>
                  <a:pt x="521928" y="20161"/>
                  <a:pt x="522933" y="21510"/>
                </a:cubicBezTo>
                <a:cubicBezTo>
                  <a:pt x="523939" y="22859"/>
                  <a:pt x="524660" y="24440"/>
                  <a:pt x="525096" y="26253"/>
                </a:cubicBezTo>
                <a:cubicBezTo>
                  <a:pt x="525533" y="28065"/>
                  <a:pt x="525751" y="30241"/>
                  <a:pt x="525751" y="32781"/>
                </a:cubicBezTo>
                <a:lnTo>
                  <a:pt x="525751" y="54569"/>
                </a:lnTo>
                <a:close/>
                <a:moveTo>
                  <a:pt x="567184" y="20438"/>
                </a:moveTo>
                <a:cubicBezTo>
                  <a:pt x="567184" y="21364"/>
                  <a:pt x="567058" y="22033"/>
                  <a:pt x="566807" y="22443"/>
                </a:cubicBezTo>
                <a:cubicBezTo>
                  <a:pt x="566555" y="22853"/>
                  <a:pt x="566231" y="23058"/>
                  <a:pt x="565834" y="23058"/>
                </a:cubicBezTo>
                <a:lnTo>
                  <a:pt x="560715" y="23058"/>
                </a:lnTo>
                <a:cubicBezTo>
                  <a:pt x="561641" y="24013"/>
                  <a:pt x="562289" y="25068"/>
                  <a:pt x="562660" y="26223"/>
                </a:cubicBezTo>
                <a:cubicBezTo>
                  <a:pt x="563030" y="27377"/>
                  <a:pt x="563215" y="28577"/>
                  <a:pt x="563215" y="29824"/>
                </a:cubicBezTo>
                <a:cubicBezTo>
                  <a:pt x="563215" y="31885"/>
                  <a:pt x="562884" y="33707"/>
                  <a:pt x="562223" y="35292"/>
                </a:cubicBezTo>
                <a:cubicBezTo>
                  <a:pt x="561562" y="36877"/>
                  <a:pt x="560616" y="38218"/>
                  <a:pt x="559385" y="39314"/>
                </a:cubicBezTo>
                <a:cubicBezTo>
                  <a:pt x="558155" y="40411"/>
                  <a:pt x="556693" y="41249"/>
                  <a:pt x="555000" y="41831"/>
                </a:cubicBezTo>
                <a:cubicBezTo>
                  <a:pt x="553307" y="42412"/>
                  <a:pt x="551428" y="42703"/>
                  <a:pt x="549365" y="42703"/>
                </a:cubicBezTo>
                <a:cubicBezTo>
                  <a:pt x="547909" y="42703"/>
                  <a:pt x="546527" y="42511"/>
                  <a:pt x="545217" y="42128"/>
                </a:cubicBezTo>
                <a:cubicBezTo>
                  <a:pt x="543908" y="41746"/>
                  <a:pt x="542896" y="41263"/>
                  <a:pt x="542181" y="40682"/>
                </a:cubicBezTo>
                <a:cubicBezTo>
                  <a:pt x="541705" y="41158"/>
                  <a:pt x="541315" y="41701"/>
                  <a:pt x="541011" y="42309"/>
                </a:cubicBezTo>
                <a:cubicBezTo>
                  <a:pt x="540706" y="42917"/>
                  <a:pt x="540554" y="43617"/>
                  <a:pt x="540554" y="44410"/>
                </a:cubicBezTo>
                <a:cubicBezTo>
                  <a:pt x="540554" y="45336"/>
                  <a:pt x="540984" y="46104"/>
                  <a:pt x="541844" y="46712"/>
                </a:cubicBezTo>
                <a:cubicBezTo>
                  <a:pt x="542704" y="47320"/>
                  <a:pt x="543848" y="47650"/>
                  <a:pt x="545277" y="47703"/>
                </a:cubicBezTo>
                <a:lnTo>
                  <a:pt x="554603" y="48101"/>
                </a:lnTo>
                <a:cubicBezTo>
                  <a:pt x="556376" y="48154"/>
                  <a:pt x="558003" y="48400"/>
                  <a:pt x="559485" y="48838"/>
                </a:cubicBezTo>
                <a:cubicBezTo>
                  <a:pt x="560966" y="49276"/>
                  <a:pt x="562249" y="49900"/>
                  <a:pt x="563334" y="50711"/>
                </a:cubicBezTo>
                <a:cubicBezTo>
                  <a:pt x="564419" y="51520"/>
                  <a:pt x="565266" y="52515"/>
                  <a:pt x="565874" y="53697"/>
                </a:cubicBezTo>
                <a:cubicBezTo>
                  <a:pt x="566483" y="54878"/>
                  <a:pt x="566787" y="56253"/>
                  <a:pt x="566787" y="57819"/>
                </a:cubicBezTo>
                <a:cubicBezTo>
                  <a:pt x="566787" y="59465"/>
                  <a:pt x="566443" y="61032"/>
                  <a:pt x="565755" y="62518"/>
                </a:cubicBezTo>
                <a:cubicBezTo>
                  <a:pt x="565067" y="64006"/>
                  <a:pt x="564016" y="65313"/>
                  <a:pt x="562600" y="66441"/>
                </a:cubicBezTo>
                <a:cubicBezTo>
                  <a:pt x="561185" y="67570"/>
                  <a:pt x="559379" y="68459"/>
                  <a:pt x="557183" y="69110"/>
                </a:cubicBezTo>
                <a:cubicBezTo>
                  <a:pt x="554987" y="69761"/>
                  <a:pt x="552394" y="70086"/>
                  <a:pt x="549404" y="70086"/>
                </a:cubicBezTo>
                <a:cubicBezTo>
                  <a:pt x="546520" y="70086"/>
                  <a:pt x="544066" y="69841"/>
                  <a:pt x="542042" y="69351"/>
                </a:cubicBezTo>
                <a:cubicBezTo>
                  <a:pt x="540018" y="68861"/>
                  <a:pt x="538358" y="68193"/>
                  <a:pt x="537062" y="67345"/>
                </a:cubicBezTo>
                <a:cubicBezTo>
                  <a:pt x="535765" y="66499"/>
                  <a:pt x="534826" y="65486"/>
                  <a:pt x="534244" y="64308"/>
                </a:cubicBezTo>
                <a:cubicBezTo>
                  <a:pt x="533662" y="63130"/>
                  <a:pt x="533371" y="61852"/>
                  <a:pt x="533371" y="60475"/>
                </a:cubicBezTo>
                <a:cubicBezTo>
                  <a:pt x="533371" y="59601"/>
                  <a:pt x="533477" y="58754"/>
                  <a:pt x="533688" y="57933"/>
                </a:cubicBezTo>
                <a:cubicBezTo>
                  <a:pt x="533900" y="57112"/>
                  <a:pt x="534224" y="56331"/>
                  <a:pt x="534661" y="55589"/>
                </a:cubicBezTo>
                <a:cubicBezTo>
                  <a:pt x="535097" y="54849"/>
                  <a:pt x="535640" y="54141"/>
                  <a:pt x="536288" y="53466"/>
                </a:cubicBezTo>
                <a:cubicBezTo>
                  <a:pt x="536936" y="52791"/>
                  <a:pt x="537684" y="52122"/>
                  <a:pt x="538530" y="51460"/>
                </a:cubicBezTo>
                <a:cubicBezTo>
                  <a:pt x="537234" y="50796"/>
                  <a:pt x="536275" y="49959"/>
                  <a:pt x="535653" y="48949"/>
                </a:cubicBezTo>
                <a:cubicBezTo>
                  <a:pt x="535031" y="47939"/>
                  <a:pt x="534720" y="46849"/>
                  <a:pt x="534720" y="45680"/>
                </a:cubicBezTo>
                <a:cubicBezTo>
                  <a:pt x="534720" y="44060"/>
                  <a:pt x="535051" y="42612"/>
                  <a:pt x="535713" y="41336"/>
                </a:cubicBezTo>
                <a:cubicBezTo>
                  <a:pt x="536374" y="40060"/>
                  <a:pt x="537194" y="38917"/>
                  <a:pt x="538173" y="37908"/>
                </a:cubicBezTo>
                <a:cubicBezTo>
                  <a:pt x="537353" y="36931"/>
                  <a:pt x="536705" y="35828"/>
                  <a:pt x="536228" y="34599"/>
                </a:cubicBezTo>
                <a:cubicBezTo>
                  <a:pt x="535752" y="33370"/>
                  <a:pt x="535514" y="31885"/>
                  <a:pt x="535514" y="30142"/>
                </a:cubicBezTo>
                <a:cubicBezTo>
                  <a:pt x="535514" y="28108"/>
                  <a:pt x="535858" y="26285"/>
                  <a:pt x="536546" y="24674"/>
                </a:cubicBezTo>
                <a:cubicBezTo>
                  <a:pt x="537234" y="23062"/>
                  <a:pt x="538186" y="21702"/>
                  <a:pt x="539403" y="20592"/>
                </a:cubicBezTo>
                <a:cubicBezTo>
                  <a:pt x="540620" y="19483"/>
                  <a:pt x="542082" y="18631"/>
                  <a:pt x="543789" y="18036"/>
                </a:cubicBezTo>
                <a:cubicBezTo>
                  <a:pt x="545495" y="17442"/>
                  <a:pt x="547354" y="17145"/>
                  <a:pt x="549365" y="17145"/>
                </a:cubicBezTo>
                <a:cubicBezTo>
                  <a:pt x="550449" y="17145"/>
                  <a:pt x="551461" y="17201"/>
                  <a:pt x="552401" y="17313"/>
                </a:cubicBezTo>
                <a:cubicBezTo>
                  <a:pt x="553340" y="17425"/>
                  <a:pt x="554220" y="17580"/>
                  <a:pt x="555040" y="17779"/>
                </a:cubicBezTo>
                <a:lnTo>
                  <a:pt x="565834" y="17779"/>
                </a:lnTo>
                <a:cubicBezTo>
                  <a:pt x="566284" y="17779"/>
                  <a:pt x="566622" y="17998"/>
                  <a:pt x="566846" y="18434"/>
                </a:cubicBezTo>
                <a:cubicBezTo>
                  <a:pt x="567071" y="18871"/>
                  <a:pt x="567184" y="19539"/>
                  <a:pt x="567184" y="20438"/>
                </a:cubicBezTo>
                <a:moveTo>
                  <a:pt x="556945" y="29864"/>
                </a:moveTo>
                <a:cubicBezTo>
                  <a:pt x="556945" y="27437"/>
                  <a:pt x="556277" y="25543"/>
                  <a:pt x="554941" y="24184"/>
                </a:cubicBezTo>
                <a:cubicBezTo>
                  <a:pt x="553604" y="22825"/>
                  <a:pt x="551706" y="22145"/>
                  <a:pt x="549246" y="22145"/>
                </a:cubicBezTo>
                <a:cubicBezTo>
                  <a:pt x="547976" y="22145"/>
                  <a:pt x="546871" y="22356"/>
                  <a:pt x="545932" y="22779"/>
                </a:cubicBezTo>
                <a:cubicBezTo>
                  <a:pt x="544993" y="23200"/>
                  <a:pt x="544212" y="23781"/>
                  <a:pt x="543590" y="24520"/>
                </a:cubicBezTo>
                <a:cubicBezTo>
                  <a:pt x="542968" y="25259"/>
                  <a:pt x="542505" y="26110"/>
                  <a:pt x="542201" y="27074"/>
                </a:cubicBezTo>
                <a:cubicBezTo>
                  <a:pt x="541897" y="28037"/>
                  <a:pt x="541745" y="29046"/>
                  <a:pt x="541745" y="30102"/>
                </a:cubicBezTo>
                <a:cubicBezTo>
                  <a:pt x="541745" y="32450"/>
                  <a:pt x="542413" y="34297"/>
                  <a:pt x="543749" y="35643"/>
                </a:cubicBezTo>
                <a:cubicBezTo>
                  <a:pt x="545085" y="36989"/>
                  <a:pt x="546957" y="37662"/>
                  <a:pt x="549365" y="37662"/>
                </a:cubicBezTo>
                <a:cubicBezTo>
                  <a:pt x="550661" y="37662"/>
                  <a:pt x="551785" y="37458"/>
                  <a:pt x="552738" y="37050"/>
                </a:cubicBezTo>
                <a:cubicBezTo>
                  <a:pt x="553690" y="36640"/>
                  <a:pt x="554478" y="36073"/>
                  <a:pt x="555099" y="35347"/>
                </a:cubicBezTo>
                <a:cubicBezTo>
                  <a:pt x="555721" y="34621"/>
                  <a:pt x="556184" y="33783"/>
                  <a:pt x="556488" y="32833"/>
                </a:cubicBezTo>
                <a:cubicBezTo>
                  <a:pt x="556793" y="31883"/>
                  <a:pt x="556945" y="30893"/>
                  <a:pt x="556945" y="29864"/>
                </a:cubicBezTo>
                <a:moveTo>
                  <a:pt x="560239" y="58175"/>
                </a:moveTo>
                <a:cubicBezTo>
                  <a:pt x="560239" y="56630"/>
                  <a:pt x="559610" y="55438"/>
                  <a:pt x="558354" y="54600"/>
                </a:cubicBezTo>
                <a:cubicBezTo>
                  <a:pt x="557097" y="53761"/>
                  <a:pt x="555397" y="53315"/>
                  <a:pt x="553254" y="53262"/>
                </a:cubicBezTo>
                <a:lnTo>
                  <a:pt x="544007" y="52942"/>
                </a:lnTo>
                <a:cubicBezTo>
                  <a:pt x="543160" y="53607"/>
                  <a:pt x="542466" y="54240"/>
                  <a:pt x="541923" y="54839"/>
                </a:cubicBezTo>
                <a:cubicBezTo>
                  <a:pt x="541381" y="55439"/>
                  <a:pt x="540951" y="56011"/>
                  <a:pt x="540634" y="56557"/>
                </a:cubicBezTo>
                <a:cubicBezTo>
                  <a:pt x="540316" y="57102"/>
                  <a:pt x="540098" y="57642"/>
                  <a:pt x="539979" y="58174"/>
                </a:cubicBezTo>
                <a:cubicBezTo>
                  <a:pt x="539860" y="58707"/>
                  <a:pt x="539800" y="59253"/>
                  <a:pt x="539800" y="59812"/>
                </a:cubicBezTo>
                <a:cubicBezTo>
                  <a:pt x="539800" y="61544"/>
                  <a:pt x="540673" y="62855"/>
                  <a:pt x="542419" y="63747"/>
                </a:cubicBezTo>
                <a:cubicBezTo>
                  <a:pt x="544166" y="64640"/>
                  <a:pt x="546600" y="65086"/>
                  <a:pt x="549722" y="65086"/>
                </a:cubicBezTo>
                <a:cubicBezTo>
                  <a:pt x="551706" y="65086"/>
                  <a:pt x="553366" y="64893"/>
                  <a:pt x="554702" y="64506"/>
                </a:cubicBezTo>
                <a:cubicBezTo>
                  <a:pt x="556039" y="64120"/>
                  <a:pt x="557117" y="63608"/>
                  <a:pt x="557937" y="62969"/>
                </a:cubicBezTo>
                <a:cubicBezTo>
                  <a:pt x="558757" y="62330"/>
                  <a:pt x="559346" y="61597"/>
                  <a:pt x="559703" y="60771"/>
                </a:cubicBezTo>
                <a:cubicBezTo>
                  <a:pt x="560060" y="59946"/>
                  <a:pt x="560239" y="59081"/>
                  <a:pt x="560239" y="58175"/>
                </a:cubicBezTo>
                <a:close/>
                <a:moveTo>
                  <a:pt x="612165" y="51989"/>
                </a:moveTo>
                <a:cubicBezTo>
                  <a:pt x="612165" y="52756"/>
                  <a:pt x="612112" y="53365"/>
                  <a:pt x="612006" y="53815"/>
                </a:cubicBezTo>
                <a:cubicBezTo>
                  <a:pt x="611900" y="54265"/>
                  <a:pt x="611742" y="54595"/>
                  <a:pt x="611530" y="54807"/>
                </a:cubicBezTo>
                <a:cubicBezTo>
                  <a:pt x="611318" y="55019"/>
                  <a:pt x="611001" y="55217"/>
                  <a:pt x="610578" y="55402"/>
                </a:cubicBezTo>
                <a:cubicBezTo>
                  <a:pt x="610154" y="55587"/>
                  <a:pt x="609671" y="55740"/>
                  <a:pt x="609129" y="55859"/>
                </a:cubicBezTo>
                <a:cubicBezTo>
                  <a:pt x="608587" y="55978"/>
                  <a:pt x="608011" y="56077"/>
                  <a:pt x="607403" y="56156"/>
                </a:cubicBezTo>
                <a:cubicBezTo>
                  <a:pt x="606794" y="56236"/>
                  <a:pt x="606186" y="56275"/>
                  <a:pt x="605577" y="56275"/>
                </a:cubicBezTo>
                <a:cubicBezTo>
                  <a:pt x="603725" y="56275"/>
                  <a:pt x="602138" y="56030"/>
                  <a:pt x="600815" y="55540"/>
                </a:cubicBezTo>
                <a:cubicBezTo>
                  <a:pt x="599492" y="55049"/>
                  <a:pt x="598407" y="54306"/>
                  <a:pt x="597560" y="53311"/>
                </a:cubicBezTo>
                <a:cubicBezTo>
                  <a:pt x="596714" y="52317"/>
                  <a:pt x="596099" y="51057"/>
                  <a:pt x="595715" y="49532"/>
                </a:cubicBezTo>
                <a:cubicBezTo>
                  <a:pt x="595331" y="48008"/>
                  <a:pt x="595140" y="46211"/>
                  <a:pt x="595140" y="44142"/>
                </a:cubicBezTo>
                <a:lnTo>
                  <a:pt x="595140" y="23217"/>
                </a:lnTo>
                <a:lnTo>
                  <a:pt x="590139" y="23217"/>
                </a:lnTo>
                <a:cubicBezTo>
                  <a:pt x="589742" y="23217"/>
                  <a:pt x="589425" y="23005"/>
                  <a:pt x="589187" y="22582"/>
                </a:cubicBezTo>
                <a:cubicBezTo>
                  <a:pt x="588949" y="22158"/>
                  <a:pt x="588829" y="21470"/>
                  <a:pt x="588829" y="20518"/>
                </a:cubicBezTo>
                <a:cubicBezTo>
                  <a:pt x="588829" y="20015"/>
                  <a:pt x="588863" y="19592"/>
                  <a:pt x="588929" y="19248"/>
                </a:cubicBezTo>
                <a:cubicBezTo>
                  <a:pt x="588995" y="18904"/>
                  <a:pt x="589081" y="18620"/>
                  <a:pt x="589187" y="18395"/>
                </a:cubicBezTo>
                <a:cubicBezTo>
                  <a:pt x="589292" y="18170"/>
                  <a:pt x="589431" y="18011"/>
                  <a:pt x="589603" y="17918"/>
                </a:cubicBezTo>
                <a:cubicBezTo>
                  <a:pt x="589775" y="17826"/>
                  <a:pt x="589967" y="17779"/>
                  <a:pt x="590179" y="17779"/>
                </a:cubicBezTo>
                <a:lnTo>
                  <a:pt x="595140" y="17779"/>
                </a:lnTo>
                <a:lnTo>
                  <a:pt x="595140" y="9287"/>
                </a:lnTo>
                <a:cubicBezTo>
                  <a:pt x="595140" y="9101"/>
                  <a:pt x="595186" y="8929"/>
                  <a:pt x="595279" y="8771"/>
                </a:cubicBezTo>
                <a:cubicBezTo>
                  <a:pt x="595371" y="8612"/>
                  <a:pt x="595543" y="8473"/>
                  <a:pt x="595794" y="8354"/>
                </a:cubicBezTo>
                <a:cubicBezTo>
                  <a:pt x="596046" y="8235"/>
                  <a:pt x="596383" y="8149"/>
                  <a:pt x="596806" y="8096"/>
                </a:cubicBezTo>
                <a:cubicBezTo>
                  <a:pt x="597230" y="8043"/>
                  <a:pt x="597759" y="8017"/>
                  <a:pt x="598394" y="8017"/>
                </a:cubicBezTo>
                <a:cubicBezTo>
                  <a:pt x="599055" y="8017"/>
                  <a:pt x="599598" y="8043"/>
                  <a:pt x="600021" y="8096"/>
                </a:cubicBezTo>
                <a:cubicBezTo>
                  <a:pt x="600444" y="8149"/>
                  <a:pt x="600775" y="8235"/>
                  <a:pt x="601013" y="8354"/>
                </a:cubicBezTo>
                <a:cubicBezTo>
                  <a:pt x="601251" y="8473"/>
                  <a:pt x="601423" y="8612"/>
                  <a:pt x="601529" y="8771"/>
                </a:cubicBezTo>
                <a:cubicBezTo>
                  <a:pt x="601635" y="8929"/>
                  <a:pt x="601688" y="9101"/>
                  <a:pt x="601688" y="9287"/>
                </a:cubicBezTo>
                <a:lnTo>
                  <a:pt x="601688" y="17779"/>
                </a:lnTo>
                <a:lnTo>
                  <a:pt x="610855" y="17779"/>
                </a:lnTo>
                <a:cubicBezTo>
                  <a:pt x="611067" y="17779"/>
                  <a:pt x="611252" y="17826"/>
                  <a:pt x="611411" y="17918"/>
                </a:cubicBezTo>
                <a:cubicBezTo>
                  <a:pt x="611570" y="18011"/>
                  <a:pt x="611709" y="18170"/>
                  <a:pt x="611828" y="18395"/>
                </a:cubicBezTo>
                <a:cubicBezTo>
                  <a:pt x="611947" y="18620"/>
                  <a:pt x="612033" y="18904"/>
                  <a:pt x="612086" y="19248"/>
                </a:cubicBezTo>
                <a:cubicBezTo>
                  <a:pt x="612139" y="19592"/>
                  <a:pt x="612165" y="20015"/>
                  <a:pt x="612165" y="20518"/>
                </a:cubicBezTo>
                <a:cubicBezTo>
                  <a:pt x="612165" y="21470"/>
                  <a:pt x="612046" y="22158"/>
                  <a:pt x="611808" y="22582"/>
                </a:cubicBezTo>
                <a:cubicBezTo>
                  <a:pt x="611570" y="23005"/>
                  <a:pt x="611252" y="23217"/>
                  <a:pt x="610855" y="23217"/>
                </a:cubicBezTo>
                <a:lnTo>
                  <a:pt x="601688" y="23217"/>
                </a:lnTo>
                <a:lnTo>
                  <a:pt x="601688" y="43197"/>
                </a:lnTo>
                <a:cubicBezTo>
                  <a:pt x="601688" y="45665"/>
                  <a:pt x="602052" y="47529"/>
                  <a:pt x="602779" y="48789"/>
                </a:cubicBezTo>
                <a:cubicBezTo>
                  <a:pt x="603507" y="50049"/>
                  <a:pt x="604810" y="50680"/>
                  <a:pt x="606688" y="50680"/>
                </a:cubicBezTo>
                <a:cubicBezTo>
                  <a:pt x="607297" y="50680"/>
                  <a:pt x="607839" y="50620"/>
                  <a:pt x="608315" y="50501"/>
                </a:cubicBezTo>
                <a:cubicBezTo>
                  <a:pt x="608792" y="50382"/>
                  <a:pt x="609215" y="50256"/>
                  <a:pt x="609585" y="50124"/>
                </a:cubicBezTo>
                <a:cubicBezTo>
                  <a:pt x="609956" y="49992"/>
                  <a:pt x="610273" y="49866"/>
                  <a:pt x="610538" y="49747"/>
                </a:cubicBezTo>
                <a:cubicBezTo>
                  <a:pt x="610803" y="49628"/>
                  <a:pt x="611041" y="49568"/>
                  <a:pt x="611252" y="49568"/>
                </a:cubicBezTo>
                <a:cubicBezTo>
                  <a:pt x="611385" y="49568"/>
                  <a:pt x="611510" y="49601"/>
                  <a:pt x="611629" y="49667"/>
                </a:cubicBezTo>
                <a:cubicBezTo>
                  <a:pt x="611748" y="49734"/>
                  <a:pt x="611841" y="49859"/>
                  <a:pt x="611907" y="50045"/>
                </a:cubicBezTo>
                <a:cubicBezTo>
                  <a:pt x="611973" y="50230"/>
                  <a:pt x="612033" y="50481"/>
                  <a:pt x="612086" y="50799"/>
                </a:cubicBezTo>
                <a:cubicBezTo>
                  <a:pt x="612139" y="51116"/>
                  <a:pt x="612165" y="51513"/>
                  <a:pt x="612165" y="51989"/>
                </a:cubicBezTo>
                <a:close/>
                <a:moveTo>
                  <a:pt x="651438" y="54569"/>
                </a:moveTo>
                <a:cubicBezTo>
                  <a:pt x="651438" y="54780"/>
                  <a:pt x="651386" y="54959"/>
                  <a:pt x="651280" y="55105"/>
                </a:cubicBezTo>
                <a:cubicBezTo>
                  <a:pt x="651174" y="55250"/>
                  <a:pt x="651002" y="55376"/>
                  <a:pt x="650764" y="55482"/>
                </a:cubicBezTo>
                <a:cubicBezTo>
                  <a:pt x="650526" y="55587"/>
                  <a:pt x="650195" y="55667"/>
                  <a:pt x="649772" y="55720"/>
                </a:cubicBezTo>
                <a:cubicBezTo>
                  <a:pt x="649348" y="55773"/>
                  <a:pt x="648819" y="55799"/>
                  <a:pt x="648184" y="55799"/>
                </a:cubicBezTo>
                <a:cubicBezTo>
                  <a:pt x="647523" y="55799"/>
                  <a:pt x="646980" y="55773"/>
                  <a:pt x="646557" y="55720"/>
                </a:cubicBezTo>
                <a:cubicBezTo>
                  <a:pt x="646134" y="55667"/>
                  <a:pt x="645803" y="55587"/>
                  <a:pt x="645565" y="55482"/>
                </a:cubicBezTo>
                <a:cubicBezTo>
                  <a:pt x="645327" y="55376"/>
                  <a:pt x="645155" y="55250"/>
                  <a:pt x="645049" y="55105"/>
                </a:cubicBezTo>
                <a:cubicBezTo>
                  <a:pt x="644943" y="54959"/>
                  <a:pt x="644890" y="54780"/>
                  <a:pt x="644890" y="54569"/>
                </a:cubicBezTo>
                <a:lnTo>
                  <a:pt x="644890" y="33654"/>
                </a:lnTo>
                <a:cubicBezTo>
                  <a:pt x="644890" y="31617"/>
                  <a:pt x="644731" y="29976"/>
                  <a:pt x="644414" y="28733"/>
                </a:cubicBezTo>
                <a:cubicBezTo>
                  <a:pt x="644096" y="27489"/>
                  <a:pt x="643633" y="26418"/>
                  <a:pt x="643025" y="25518"/>
                </a:cubicBezTo>
                <a:cubicBezTo>
                  <a:pt x="642416" y="24619"/>
                  <a:pt x="641629" y="23931"/>
                  <a:pt x="640664" y="23455"/>
                </a:cubicBezTo>
                <a:cubicBezTo>
                  <a:pt x="639698" y="22978"/>
                  <a:pt x="638580" y="22740"/>
                  <a:pt x="637310" y="22740"/>
                </a:cubicBezTo>
                <a:cubicBezTo>
                  <a:pt x="635670" y="22740"/>
                  <a:pt x="634029" y="23322"/>
                  <a:pt x="632389" y="24486"/>
                </a:cubicBezTo>
                <a:cubicBezTo>
                  <a:pt x="630749" y="25651"/>
                  <a:pt x="629029" y="27357"/>
                  <a:pt x="627230" y="29606"/>
                </a:cubicBezTo>
                <a:lnTo>
                  <a:pt x="627230" y="54569"/>
                </a:lnTo>
                <a:cubicBezTo>
                  <a:pt x="627230" y="54780"/>
                  <a:pt x="627177" y="54959"/>
                  <a:pt x="627071" y="55105"/>
                </a:cubicBezTo>
                <a:cubicBezTo>
                  <a:pt x="626965" y="55250"/>
                  <a:pt x="626793" y="55376"/>
                  <a:pt x="626555" y="55482"/>
                </a:cubicBezTo>
                <a:cubicBezTo>
                  <a:pt x="626317" y="55587"/>
                  <a:pt x="625986" y="55667"/>
                  <a:pt x="625563" y="55720"/>
                </a:cubicBezTo>
                <a:cubicBezTo>
                  <a:pt x="625140" y="55773"/>
                  <a:pt x="624597" y="55799"/>
                  <a:pt x="623936" y="55799"/>
                </a:cubicBezTo>
                <a:cubicBezTo>
                  <a:pt x="623301" y="55799"/>
                  <a:pt x="622772" y="55773"/>
                  <a:pt x="622348" y="55720"/>
                </a:cubicBezTo>
                <a:cubicBezTo>
                  <a:pt x="621925" y="55667"/>
                  <a:pt x="621588" y="55587"/>
                  <a:pt x="621336" y="55482"/>
                </a:cubicBezTo>
                <a:cubicBezTo>
                  <a:pt x="621085" y="55376"/>
                  <a:pt x="620913" y="55250"/>
                  <a:pt x="620820" y="55105"/>
                </a:cubicBezTo>
                <a:cubicBezTo>
                  <a:pt x="620728" y="54958"/>
                  <a:pt x="620682" y="54779"/>
                  <a:pt x="620682" y="54568"/>
                </a:cubicBezTo>
                <a:lnTo>
                  <a:pt x="620682" y="1509"/>
                </a:lnTo>
                <a:cubicBezTo>
                  <a:pt x="620682" y="1298"/>
                  <a:pt x="620728" y="1112"/>
                  <a:pt x="620820" y="954"/>
                </a:cubicBezTo>
                <a:cubicBezTo>
                  <a:pt x="620913" y="794"/>
                  <a:pt x="621085" y="661"/>
                  <a:pt x="621336" y="556"/>
                </a:cubicBezTo>
                <a:cubicBezTo>
                  <a:pt x="621588" y="450"/>
                  <a:pt x="621925" y="370"/>
                  <a:pt x="622348" y="317"/>
                </a:cubicBezTo>
                <a:cubicBezTo>
                  <a:pt x="622772" y="265"/>
                  <a:pt x="623301" y="238"/>
                  <a:pt x="623936" y="238"/>
                </a:cubicBezTo>
                <a:cubicBezTo>
                  <a:pt x="624597" y="238"/>
                  <a:pt x="625140" y="265"/>
                  <a:pt x="625563" y="317"/>
                </a:cubicBezTo>
                <a:cubicBezTo>
                  <a:pt x="625986" y="370"/>
                  <a:pt x="626317" y="450"/>
                  <a:pt x="626555" y="557"/>
                </a:cubicBezTo>
                <a:cubicBezTo>
                  <a:pt x="626793" y="663"/>
                  <a:pt x="626965" y="795"/>
                  <a:pt x="627071" y="954"/>
                </a:cubicBezTo>
                <a:cubicBezTo>
                  <a:pt x="627177" y="1112"/>
                  <a:pt x="627230" y="1298"/>
                  <a:pt x="627230" y="1511"/>
                </a:cubicBezTo>
                <a:lnTo>
                  <a:pt x="627230" y="22939"/>
                </a:lnTo>
                <a:cubicBezTo>
                  <a:pt x="629108" y="20954"/>
                  <a:pt x="631000" y="19479"/>
                  <a:pt x="632905" y="18514"/>
                </a:cubicBezTo>
                <a:cubicBezTo>
                  <a:pt x="634810" y="17548"/>
                  <a:pt x="636728" y="17065"/>
                  <a:pt x="638659" y="17065"/>
                </a:cubicBezTo>
                <a:cubicBezTo>
                  <a:pt x="641041" y="17065"/>
                  <a:pt x="643045" y="17469"/>
                  <a:pt x="644672" y="18276"/>
                </a:cubicBezTo>
                <a:cubicBezTo>
                  <a:pt x="646299" y="19083"/>
                  <a:pt x="647615" y="20161"/>
                  <a:pt x="648621" y="21510"/>
                </a:cubicBezTo>
                <a:cubicBezTo>
                  <a:pt x="649626" y="22859"/>
                  <a:pt x="650347" y="24440"/>
                  <a:pt x="650784" y="26253"/>
                </a:cubicBezTo>
                <a:cubicBezTo>
                  <a:pt x="651220" y="28065"/>
                  <a:pt x="651438" y="30254"/>
                  <a:pt x="651438" y="32821"/>
                </a:cubicBezTo>
                <a:lnTo>
                  <a:pt x="651438" y="54569"/>
                </a:lnTo>
                <a:close/>
                <a:moveTo>
                  <a:pt x="693506" y="35162"/>
                </a:moveTo>
                <a:cubicBezTo>
                  <a:pt x="693506" y="36194"/>
                  <a:pt x="693248" y="36928"/>
                  <a:pt x="692732" y="37365"/>
                </a:cubicBezTo>
                <a:cubicBezTo>
                  <a:pt x="692216" y="37801"/>
                  <a:pt x="691628" y="38020"/>
                  <a:pt x="690966" y="38020"/>
                </a:cubicBezTo>
                <a:lnTo>
                  <a:pt x="667551" y="38020"/>
                </a:lnTo>
                <a:cubicBezTo>
                  <a:pt x="667551" y="40010"/>
                  <a:pt x="667750" y="41801"/>
                  <a:pt x="668147" y="43393"/>
                </a:cubicBezTo>
                <a:cubicBezTo>
                  <a:pt x="668544" y="44986"/>
                  <a:pt x="669205" y="46352"/>
                  <a:pt x="670131" y="47493"/>
                </a:cubicBezTo>
                <a:cubicBezTo>
                  <a:pt x="671057" y="48634"/>
                  <a:pt x="672261" y="49510"/>
                  <a:pt x="673742" y="50121"/>
                </a:cubicBezTo>
                <a:cubicBezTo>
                  <a:pt x="675224" y="50732"/>
                  <a:pt x="677036" y="51037"/>
                  <a:pt x="679179" y="51037"/>
                </a:cubicBezTo>
                <a:cubicBezTo>
                  <a:pt x="680873" y="51037"/>
                  <a:pt x="682381" y="50898"/>
                  <a:pt x="683704" y="50620"/>
                </a:cubicBezTo>
                <a:cubicBezTo>
                  <a:pt x="685027" y="50342"/>
                  <a:pt x="686171" y="50031"/>
                  <a:pt x="687137" y="49687"/>
                </a:cubicBezTo>
                <a:cubicBezTo>
                  <a:pt x="688102" y="49343"/>
                  <a:pt x="688896" y="49033"/>
                  <a:pt x="689518" y="48755"/>
                </a:cubicBezTo>
                <a:cubicBezTo>
                  <a:pt x="690140" y="48477"/>
                  <a:pt x="690609" y="48338"/>
                  <a:pt x="690927" y="48338"/>
                </a:cubicBezTo>
                <a:cubicBezTo>
                  <a:pt x="691112" y="48338"/>
                  <a:pt x="691277" y="48384"/>
                  <a:pt x="691423" y="48477"/>
                </a:cubicBezTo>
                <a:cubicBezTo>
                  <a:pt x="691568" y="48570"/>
                  <a:pt x="691681" y="48708"/>
                  <a:pt x="691760" y="48894"/>
                </a:cubicBezTo>
                <a:cubicBezTo>
                  <a:pt x="691839" y="49079"/>
                  <a:pt x="691899" y="49337"/>
                  <a:pt x="691939" y="49667"/>
                </a:cubicBezTo>
                <a:cubicBezTo>
                  <a:pt x="691978" y="49998"/>
                  <a:pt x="691998" y="50402"/>
                  <a:pt x="691998" y="50878"/>
                </a:cubicBezTo>
                <a:cubicBezTo>
                  <a:pt x="691998" y="51222"/>
                  <a:pt x="691985" y="51520"/>
                  <a:pt x="691958" y="51771"/>
                </a:cubicBezTo>
                <a:cubicBezTo>
                  <a:pt x="691932" y="52022"/>
                  <a:pt x="691899" y="52247"/>
                  <a:pt x="691859" y="52446"/>
                </a:cubicBezTo>
                <a:cubicBezTo>
                  <a:pt x="691820" y="52644"/>
                  <a:pt x="691753" y="52823"/>
                  <a:pt x="691661" y="52981"/>
                </a:cubicBezTo>
                <a:cubicBezTo>
                  <a:pt x="691568" y="53140"/>
                  <a:pt x="691449" y="53292"/>
                  <a:pt x="691304" y="53438"/>
                </a:cubicBezTo>
                <a:cubicBezTo>
                  <a:pt x="691158" y="53583"/>
                  <a:pt x="690728" y="53821"/>
                  <a:pt x="690014" y="54152"/>
                </a:cubicBezTo>
                <a:cubicBezTo>
                  <a:pt x="689299" y="54483"/>
                  <a:pt x="688373" y="54807"/>
                  <a:pt x="687236" y="55124"/>
                </a:cubicBezTo>
                <a:cubicBezTo>
                  <a:pt x="686098" y="55442"/>
                  <a:pt x="684782" y="55726"/>
                  <a:pt x="683287" y="55978"/>
                </a:cubicBezTo>
                <a:cubicBezTo>
                  <a:pt x="681792" y="56229"/>
                  <a:pt x="680198" y="56355"/>
                  <a:pt x="678505" y="56355"/>
                </a:cubicBezTo>
                <a:cubicBezTo>
                  <a:pt x="675568" y="56355"/>
                  <a:pt x="672995" y="55944"/>
                  <a:pt x="670786" y="55123"/>
                </a:cubicBezTo>
                <a:cubicBezTo>
                  <a:pt x="668577" y="54302"/>
                  <a:pt x="666718" y="53084"/>
                  <a:pt x="665210" y="51468"/>
                </a:cubicBezTo>
                <a:cubicBezTo>
                  <a:pt x="663702" y="49853"/>
                  <a:pt x="662564" y="47827"/>
                  <a:pt x="661797" y="45390"/>
                </a:cubicBezTo>
                <a:cubicBezTo>
                  <a:pt x="661030" y="42953"/>
                  <a:pt x="660646" y="40120"/>
                  <a:pt x="660646" y="36888"/>
                </a:cubicBezTo>
                <a:cubicBezTo>
                  <a:pt x="660646" y="33816"/>
                  <a:pt x="661043" y="31055"/>
                  <a:pt x="661837" y="28605"/>
                </a:cubicBezTo>
                <a:cubicBezTo>
                  <a:pt x="662630" y="26155"/>
                  <a:pt x="663775" y="24076"/>
                  <a:pt x="665269" y="22368"/>
                </a:cubicBezTo>
                <a:cubicBezTo>
                  <a:pt x="666764" y="20660"/>
                  <a:pt x="668570" y="19349"/>
                  <a:pt x="670687" y="18436"/>
                </a:cubicBezTo>
                <a:cubicBezTo>
                  <a:pt x="672803" y="17522"/>
                  <a:pt x="675171" y="17065"/>
                  <a:pt x="677790" y="17065"/>
                </a:cubicBezTo>
                <a:cubicBezTo>
                  <a:pt x="680595" y="17065"/>
                  <a:pt x="682983" y="17515"/>
                  <a:pt x="684954" y="18414"/>
                </a:cubicBezTo>
                <a:cubicBezTo>
                  <a:pt x="686925" y="19314"/>
                  <a:pt x="688545" y="20524"/>
                  <a:pt x="689815" y="22046"/>
                </a:cubicBezTo>
                <a:cubicBezTo>
                  <a:pt x="691085" y="23567"/>
                  <a:pt x="692018" y="25353"/>
                  <a:pt x="692613" y="27403"/>
                </a:cubicBezTo>
                <a:cubicBezTo>
                  <a:pt x="693209" y="29454"/>
                  <a:pt x="693506" y="31643"/>
                  <a:pt x="693506" y="33972"/>
                </a:cubicBezTo>
                <a:lnTo>
                  <a:pt x="693506" y="35162"/>
                </a:lnTo>
                <a:moveTo>
                  <a:pt x="686918" y="33217"/>
                </a:moveTo>
                <a:cubicBezTo>
                  <a:pt x="686998" y="29778"/>
                  <a:pt x="686237" y="27079"/>
                  <a:pt x="684636" y="25121"/>
                </a:cubicBezTo>
                <a:cubicBezTo>
                  <a:pt x="683036" y="23164"/>
                  <a:pt x="680661" y="22185"/>
                  <a:pt x="677513" y="22185"/>
                </a:cubicBezTo>
                <a:cubicBezTo>
                  <a:pt x="675899" y="22185"/>
                  <a:pt x="674483" y="22489"/>
                  <a:pt x="673266" y="23097"/>
                </a:cubicBezTo>
                <a:cubicBezTo>
                  <a:pt x="672049" y="23706"/>
                  <a:pt x="671031" y="24513"/>
                  <a:pt x="670210" y="25518"/>
                </a:cubicBezTo>
                <a:cubicBezTo>
                  <a:pt x="669390" y="26524"/>
                  <a:pt x="668755" y="27694"/>
                  <a:pt x="668305" y="29031"/>
                </a:cubicBezTo>
                <a:cubicBezTo>
                  <a:pt x="667856" y="30367"/>
                  <a:pt x="667604" y="31762"/>
                  <a:pt x="667551" y="33217"/>
                </a:cubicBezTo>
                <a:lnTo>
                  <a:pt x="686918" y="33217"/>
                </a:lnTo>
                <a:close/>
                <a:moveTo>
                  <a:pt x="755627" y="36254"/>
                </a:moveTo>
                <a:cubicBezTo>
                  <a:pt x="755627" y="39352"/>
                  <a:pt x="755289" y="42139"/>
                  <a:pt x="754615" y="44615"/>
                </a:cubicBezTo>
                <a:cubicBezTo>
                  <a:pt x="753940" y="47091"/>
                  <a:pt x="752948" y="49204"/>
                  <a:pt x="751638" y="50952"/>
                </a:cubicBezTo>
                <a:cubicBezTo>
                  <a:pt x="750328" y="52700"/>
                  <a:pt x="748721" y="54038"/>
                  <a:pt x="746816" y="54964"/>
                </a:cubicBezTo>
                <a:cubicBezTo>
                  <a:pt x="744911" y="55891"/>
                  <a:pt x="742729" y="56355"/>
                  <a:pt x="740268" y="56355"/>
                </a:cubicBezTo>
                <a:cubicBezTo>
                  <a:pt x="739130" y="56355"/>
                  <a:pt x="738079" y="56242"/>
                  <a:pt x="737113" y="56016"/>
                </a:cubicBezTo>
                <a:cubicBezTo>
                  <a:pt x="736147" y="55791"/>
                  <a:pt x="735201" y="55427"/>
                  <a:pt x="734275" y="54925"/>
                </a:cubicBezTo>
                <a:cubicBezTo>
                  <a:pt x="733349" y="54421"/>
                  <a:pt x="732423" y="53785"/>
                  <a:pt x="731497" y="53017"/>
                </a:cubicBezTo>
                <a:cubicBezTo>
                  <a:pt x="730571" y="52249"/>
                  <a:pt x="729592" y="51322"/>
                  <a:pt x="728560" y="50237"/>
                </a:cubicBezTo>
                <a:lnTo>
                  <a:pt x="728560" y="54576"/>
                </a:lnTo>
                <a:cubicBezTo>
                  <a:pt x="728560" y="54786"/>
                  <a:pt x="728508" y="54970"/>
                  <a:pt x="728402" y="55128"/>
                </a:cubicBezTo>
                <a:cubicBezTo>
                  <a:pt x="728296" y="55286"/>
                  <a:pt x="728124" y="55411"/>
                  <a:pt x="727886" y="55504"/>
                </a:cubicBezTo>
                <a:cubicBezTo>
                  <a:pt x="727648" y="55596"/>
                  <a:pt x="727350" y="55668"/>
                  <a:pt x="726993" y="55720"/>
                </a:cubicBezTo>
                <a:cubicBezTo>
                  <a:pt x="726636" y="55773"/>
                  <a:pt x="726179" y="55799"/>
                  <a:pt x="725624" y="55799"/>
                </a:cubicBezTo>
                <a:cubicBezTo>
                  <a:pt x="725095" y="55799"/>
                  <a:pt x="724645" y="55773"/>
                  <a:pt x="724274" y="55720"/>
                </a:cubicBezTo>
                <a:cubicBezTo>
                  <a:pt x="723904" y="55667"/>
                  <a:pt x="723600" y="55594"/>
                  <a:pt x="723362" y="55501"/>
                </a:cubicBezTo>
                <a:cubicBezTo>
                  <a:pt x="723123" y="55409"/>
                  <a:pt x="722965" y="55283"/>
                  <a:pt x="722885" y="55124"/>
                </a:cubicBezTo>
                <a:cubicBezTo>
                  <a:pt x="722806" y="54965"/>
                  <a:pt x="722766" y="54779"/>
                  <a:pt x="722766" y="54568"/>
                </a:cubicBezTo>
                <a:lnTo>
                  <a:pt x="722766" y="1509"/>
                </a:lnTo>
                <a:cubicBezTo>
                  <a:pt x="722766" y="1298"/>
                  <a:pt x="722813" y="1112"/>
                  <a:pt x="722905" y="954"/>
                </a:cubicBezTo>
                <a:cubicBezTo>
                  <a:pt x="722998" y="794"/>
                  <a:pt x="723170" y="661"/>
                  <a:pt x="723421" y="556"/>
                </a:cubicBezTo>
                <a:cubicBezTo>
                  <a:pt x="723672" y="450"/>
                  <a:pt x="724010" y="370"/>
                  <a:pt x="724433" y="317"/>
                </a:cubicBezTo>
                <a:cubicBezTo>
                  <a:pt x="724856" y="265"/>
                  <a:pt x="725386" y="238"/>
                  <a:pt x="726021" y="238"/>
                </a:cubicBezTo>
                <a:cubicBezTo>
                  <a:pt x="726682" y="238"/>
                  <a:pt x="727224" y="265"/>
                  <a:pt x="727648" y="317"/>
                </a:cubicBezTo>
                <a:cubicBezTo>
                  <a:pt x="728071" y="370"/>
                  <a:pt x="728402" y="450"/>
                  <a:pt x="728640" y="557"/>
                </a:cubicBezTo>
                <a:cubicBezTo>
                  <a:pt x="728878" y="663"/>
                  <a:pt x="729050" y="795"/>
                  <a:pt x="729156" y="955"/>
                </a:cubicBezTo>
                <a:cubicBezTo>
                  <a:pt x="729262" y="1114"/>
                  <a:pt x="729315" y="1299"/>
                  <a:pt x="729315" y="1511"/>
                </a:cubicBezTo>
                <a:lnTo>
                  <a:pt x="729315" y="22945"/>
                </a:lnTo>
                <a:cubicBezTo>
                  <a:pt x="730373" y="21859"/>
                  <a:pt x="731398" y="20946"/>
                  <a:pt x="732390" y="20204"/>
                </a:cubicBezTo>
                <a:cubicBezTo>
                  <a:pt x="733382" y="19462"/>
                  <a:pt x="734355" y="18860"/>
                  <a:pt x="735307" y="18397"/>
                </a:cubicBezTo>
                <a:cubicBezTo>
                  <a:pt x="736260" y="17933"/>
                  <a:pt x="737212" y="17596"/>
                  <a:pt x="738165" y="17384"/>
                </a:cubicBezTo>
                <a:cubicBezTo>
                  <a:pt x="739117" y="17171"/>
                  <a:pt x="740122" y="17065"/>
                  <a:pt x="741181" y="17065"/>
                </a:cubicBezTo>
                <a:cubicBezTo>
                  <a:pt x="743774" y="17065"/>
                  <a:pt x="745989" y="17582"/>
                  <a:pt x="747828" y="18615"/>
                </a:cubicBezTo>
                <a:cubicBezTo>
                  <a:pt x="749667" y="19648"/>
                  <a:pt x="751162" y="21032"/>
                  <a:pt x="752313" y="22766"/>
                </a:cubicBezTo>
                <a:cubicBezTo>
                  <a:pt x="753464" y="24501"/>
                  <a:pt x="754304" y="26534"/>
                  <a:pt x="754833" y="28864"/>
                </a:cubicBezTo>
                <a:cubicBezTo>
                  <a:pt x="755362" y="31194"/>
                  <a:pt x="755627" y="33657"/>
                  <a:pt x="755627" y="36254"/>
                </a:cubicBezTo>
                <a:moveTo>
                  <a:pt x="748721" y="37008"/>
                </a:moveTo>
                <a:cubicBezTo>
                  <a:pt x="748721" y="35179"/>
                  <a:pt x="748582" y="33404"/>
                  <a:pt x="748304" y="31682"/>
                </a:cubicBezTo>
                <a:cubicBezTo>
                  <a:pt x="748027" y="29960"/>
                  <a:pt x="747544" y="28437"/>
                  <a:pt x="746856" y="27112"/>
                </a:cubicBezTo>
                <a:cubicBezTo>
                  <a:pt x="746168" y="25787"/>
                  <a:pt x="745255" y="24721"/>
                  <a:pt x="744118" y="23914"/>
                </a:cubicBezTo>
                <a:cubicBezTo>
                  <a:pt x="742980" y="23105"/>
                  <a:pt x="741564" y="22701"/>
                  <a:pt x="739871" y="22701"/>
                </a:cubicBezTo>
                <a:cubicBezTo>
                  <a:pt x="739024" y="22701"/>
                  <a:pt x="738191" y="22820"/>
                  <a:pt x="737371" y="23059"/>
                </a:cubicBezTo>
                <a:cubicBezTo>
                  <a:pt x="736551" y="23297"/>
                  <a:pt x="735717" y="23694"/>
                  <a:pt x="734871" y="24251"/>
                </a:cubicBezTo>
                <a:cubicBezTo>
                  <a:pt x="734024" y="24807"/>
                  <a:pt x="733144" y="25523"/>
                  <a:pt x="732231" y="26398"/>
                </a:cubicBezTo>
                <a:cubicBezTo>
                  <a:pt x="731319" y="27272"/>
                  <a:pt x="730346" y="28372"/>
                  <a:pt x="729315" y="29698"/>
                </a:cubicBezTo>
                <a:lnTo>
                  <a:pt x="729315" y="43960"/>
                </a:lnTo>
                <a:cubicBezTo>
                  <a:pt x="731114" y="46160"/>
                  <a:pt x="732833" y="47837"/>
                  <a:pt x="734474" y="48990"/>
                </a:cubicBezTo>
                <a:cubicBezTo>
                  <a:pt x="736114" y="50143"/>
                  <a:pt x="737821" y="50719"/>
                  <a:pt x="739593" y="50719"/>
                </a:cubicBezTo>
                <a:cubicBezTo>
                  <a:pt x="741234" y="50719"/>
                  <a:pt x="742636" y="50322"/>
                  <a:pt x="743800" y="49527"/>
                </a:cubicBezTo>
                <a:cubicBezTo>
                  <a:pt x="744964" y="48732"/>
                  <a:pt x="745910" y="47679"/>
                  <a:pt x="746638" y="46367"/>
                </a:cubicBezTo>
                <a:cubicBezTo>
                  <a:pt x="747365" y="45056"/>
                  <a:pt x="747894" y="43586"/>
                  <a:pt x="748225" y="41956"/>
                </a:cubicBezTo>
                <a:cubicBezTo>
                  <a:pt x="748556" y="40326"/>
                  <a:pt x="748721" y="38677"/>
                  <a:pt x="748721" y="37008"/>
                </a:cubicBezTo>
                <a:close/>
                <a:moveTo>
                  <a:pt x="795710" y="54569"/>
                </a:moveTo>
                <a:cubicBezTo>
                  <a:pt x="795710" y="54780"/>
                  <a:pt x="795664" y="54959"/>
                  <a:pt x="795571" y="55105"/>
                </a:cubicBezTo>
                <a:cubicBezTo>
                  <a:pt x="795479" y="55250"/>
                  <a:pt x="795313" y="55376"/>
                  <a:pt x="795075" y="55482"/>
                </a:cubicBezTo>
                <a:cubicBezTo>
                  <a:pt x="794837" y="55587"/>
                  <a:pt x="794526" y="55667"/>
                  <a:pt x="794142" y="55720"/>
                </a:cubicBezTo>
                <a:cubicBezTo>
                  <a:pt x="793759" y="55773"/>
                  <a:pt x="793289" y="55799"/>
                  <a:pt x="792734" y="55799"/>
                </a:cubicBezTo>
                <a:cubicBezTo>
                  <a:pt x="792125" y="55799"/>
                  <a:pt x="791629" y="55773"/>
                  <a:pt x="791245" y="55720"/>
                </a:cubicBezTo>
                <a:cubicBezTo>
                  <a:pt x="790862" y="55667"/>
                  <a:pt x="790557" y="55587"/>
                  <a:pt x="790333" y="55482"/>
                </a:cubicBezTo>
                <a:cubicBezTo>
                  <a:pt x="790108" y="55376"/>
                  <a:pt x="789956" y="55250"/>
                  <a:pt x="789876" y="55105"/>
                </a:cubicBezTo>
                <a:cubicBezTo>
                  <a:pt x="789797" y="54959"/>
                  <a:pt x="789757" y="54780"/>
                  <a:pt x="789757" y="54569"/>
                </a:cubicBezTo>
                <a:lnTo>
                  <a:pt x="789757" y="49846"/>
                </a:lnTo>
                <a:cubicBezTo>
                  <a:pt x="787720" y="52109"/>
                  <a:pt x="785709" y="53760"/>
                  <a:pt x="783725" y="54798"/>
                </a:cubicBezTo>
                <a:cubicBezTo>
                  <a:pt x="781740" y="55836"/>
                  <a:pt x="779730" y="56355"/>
                  <a:pt x="777692" y="56355"/>
                </a:cubicBezTo>
                <a:cubicBezTo>
                  <a:pt x="775311" y="56355"/>
                  <a:pt x="773307" y="55957"/>
                  <a:pt x="771680" y="55163"/>
                </a:cubicBezTo>
                <a:cubicBezTo>
                  <a:pt x="770053" y="54368"/>
                  <a:pt x="768737" y="53289"/>
                  <a:pt x="767731" y="51926"/>
                </a:cubicBezTo>
                <a:cubicBezTo>
                  <a:pt x="766726" y="50562"/>
                  <a:pt x="766005" y="48973"/>
                  <a:pt x="765568" y="47159"/>
                </a:cubicBezTo>
                <a:cubicBezTo>
                  <a:pt x="765132" y="45344"/>
                  <a:pt x="764913" y="43139"/>
                  <a:pt x="764913" y="40543"/>
                </a:cubicBezTo>
                <a:lnTo>
                  <a:pt x="764913" y="18852"/>
                </a:lnTo>
                <a:cubicBezTo>
                  <a:pt x="764913" y="18641"/>
                  <a:pt x="764960" y="18462"/>
                  <a:pt x="765052" y="18317"/>
                </a:cubicBezTo>
                <a:cubicBezTo>
                  <a:pt x="765145" y="18170"/>
                  <a:pt x="765324" y="18037"/>
                  <a:pt x="765588" y="17918"/>
                </a:cubicBezTo>
                <a:cubicBezTo>
                  <a:pt x="765853" y="17799"/>
                  <a:pt x="766197" y="17720"/>
                  <a:pt x="766620" y="17680"/>
                </a:cubicBezTo>
                <a:cubicBezTo>
                  <a:pt x="767043" y="17641"/>
                  <a:pt x="767572" y="17621"/>
                  <a:pt x="768207" y="17621"/>
                </a:cubicBezTo>
                <a:cubicBezTo>
                  <a:pt x="768842" y="17621"/>
                  <a:pt x="769372" y="17641"/>
                  <a:pt x="769795" y="17680"/>
                </a:cubicBezTo>
                <a:cubicBezTo>
                  <a:pt x="770218" y="17720"/>
                  <a:pt x="770556" y="17799"/>
                  <a:pt x="770807" y="17918"/>
                </a:cubicBezTo>
                <a:cubicBezTo>
                  <a:pt x="771058" y="18037"/>
                  <a:pt x="771237" y="18170"/>
                  <a:pt x="771343" y="18317"/>
                </a:cubicBezTo>
                <a:cubicBezTo>
                  <a:pt x="771448" y="18462"/>
                  <a:pt x="771501" y="18641"/>
                  <a:pt x="771501" y="18852"/>
                </a:cubicBezTo>
                <a:lnTo>
                  <a:pt x="771501" y="39673"/>
                </a:lnTo>
                <a:cubicBezTo>
                  <a:pt x="771501" y="41765"/>
                  <a:pt x="771653" y="43441"/>
                  <a:pt x="771958" y="44699"/>
                </a:cubicBezTo>
                <a:cubicBezTo>
                  <a:pt x="772262" y="45958"/>
                  <a:pt x="772725" y="47031"/>
                  <a:pt x="773347" y="47919"/>
                </a:cubicBezTo>
                <a:cubicBezTo>
                  <a:pt x="773969" y="48806"/>
                  <a:pt x="774756" y="49495"/>
                  <a:pt x="775708" y="49985"/>
                </a:cubicBezTo>
                <a:cubicBezTo>
                  <a:pt x="776661" y="50474"/>
                  <a:pt x="777772" y="50719"/>
                  <a:pt x="779042" y="50719"/>
                </a:cubicBezTo>
                <a:cubicBezTo>
                  <a:pt x="780682" y="50719"/>
                  <a:pt x="782316" y="50134"/>
                  <a:pt x="783943" y="48963"/>
                </a:cubicBezTo>
                <a:cubicBezTo>
                  <a:pt x="785570" y="47792"/>
                  <a:pt x="787297" y="46076"/>
                  <a:pt x="789122" y="43814"/>
                </a:cubicBezTo>
                <a:lnTo>
                  <a:pt x="789122" y="18851"/>
                </a:lnTo>
                <a:cubicBezTo>
                  <a:pt x="789122" y="18639"/>
                  <a:pt x="789168" y="18461"/>
                  <a:pt x="789261" y="18315"/>
                </a:cubicBezTo>
                <a:cubicBezTo>
                  <a:pt x="789354" y="18170"/>
                  <a:pt x="789532" y="18037"/>
                  <a:pt x="789797" y="17918"/>
                </a:cubicBezTo>
                <a:cubicBezTo>
                  <a:pt x="790061" y="17799"/>
                  <a:pt x="790399" y="17720"/>
                  <a:pt x="790809" y="17680"/>
                </a:cubicBezTo>
                <a:cubicBezTo>
                  <a:pt x="791219" y="17641"/>
                  <a:pt x="791755" y="17621"/>
                  <a:pt x="792416" y="17621"/>
                </a:cubicBezTo>
                <a:cubicBezTo>
                  <a:pt x="793051" y="17621"/>
                  <a:pt x="793580" y="17641"/>
                  <a:pt x="794004" y="17680"/>
                </a:cubicBezTo>
                <a:cubicBezTo>
                  <a:pt x="794427" y="17720"/>
                  <a:pt x="794758" y="17799"/>
                  <a:pt x="794996" y="17918"/>
                </a:cubicBezTo>
                <a:cubicBezTo>
                  <a:pt x="795234" y="18037"/>
                  <a:pt x="795412" y="18170"/>
                  <a:pt x="795531" y="18315"/>
                </a:cubicBezTo>
                <a:cubicBezTo>
                  <a:pt x="795651" y="18461"/>
                  <a:pt x="795710" y="18639"/>
                  <a:pt x="795710" y="18851"/>
                </a:cubicBezTo>
                <a:lnTo>
                  <a:pt x="795710" y="54569"/>
                </a:lnTo>
                <a:close/>
                <a:moveTo>
                  <a:pt x="837302" y="20438"/>
                </a:moveTo>
                <a:cubicBezTo>
                  <a:pt x="837302" y="21364"/>
                  <a:pt x="837176" y="22033"/>
                  <a:pt x="836925" y="22443"/>
                </a:cubicBezTo>
                <a:cubicBezTo>
                  <a:pt x="836673" y="22853"/>
                  <a:pt x="836349" y="23058"/>
                  <a:pt x="835952" y="23058"/>
                </a:cubicBezTo>
                <a:lnTo>
                  <a:pt x="830833" y="23058"/>
                </a:lnTo>
                <a:cubicBezTo>
                  <a:pt x="831759" y="24013"/>
                  <a:pt x="832407" y="25068"/>
                  <a:pt x="832777" y="26223"/>
                </a:cubicBezTo>
                <a:cubicBezTo>
                  <a:pt x="833148" y="27377"/>
                  <a:pt x="833333" y="28577"/>
                  <a:pt x="833333" y="29824"/>
                </a:cubicBezTo>
                <a:cubicBezTo>
                  <a:pt x="833333" y="31885"/>
                  <a:pt x="833002" y="33707"/>
                  <a:pt x="832341" y="35292"/>
                </a:cubicBezTo>
                <a:cubicBezTo>
                  <a:pt x="831679" y="36877"/>
                  <a:pt x="830733" y="38218"/>
                  <a:pt x="829503" y="39314"/>
                </a:cubicBezTo>
                <a:cubicBezTo>
                  <a:pt x="828273" y="40411"/>
                  <a:pt x="826811" y="41249"/>
                  <a:pt x="825118" y="41831"/>
                </a:cubicBezTo>
                <a:cubicBezTo>
                  <a:pt x="823425" y="42412"/>
                  <a:pt x="821546" y="42703"/>
                  <a:pt x="819482" y="42703"/>
                </a:cubicBezTo>
                <a:cubicBezTo>
                  <a:pt x="818027" y="42703"/>
                  <a:pt x="816645" y="42511"/>
                  <a:pt x="815335" y="42128"/>
                </a:cubicBezTo>
                <a:cubicBezTo>
                  <a:pt x="814026" y="41746"/>
                  <a:pt x="813014" y="41263"/>
                  <a:pt x="812299" y="40682"/>
                </a:cubicBezTo>
                <a:cubicBezTo>
                  <a:pt x="811823" y="41158"/>
                  <a:pt x="811433" y="41701"/>
                  <a:pt x="811128" y="42309"/>
                </a:cubicBezTo>
                <a:cubicBezTo>
                  <a:pt x="810824" y="42917"/>
                  <a:pt x="810672" y="43617"/>
                  <a:pt x="810672" y="44410"/>
                </a:cubicBezTo>
                <a:cubicBezTo>
                  <a:pt x="810672" y="45336"/>
                  <a:pt x="811102" y="46104"/>
                  <a:pt x="811962" y="46712"/>
                </a:cubicBezTo>
                <a:cubicBezTo>
                  <a:pt x="812822" y="47320"/>
                  <a:pt x="813966" y="47650"/>
                  <a:pt x="815395" y="47703"/>
                </a:cubicBezTo>
                <a:lnTo>
                  <a:pt x="824721" y="48101"/>
                </a:lnTo>
                <a:cubicBezTo>
                  <a:pt x="826494" y="48154"/>
                  <a:pt x="828121" y="48400"/>
                  <a:pt x="829602" y="48838"/>
                </a:cubicBezTo>
                <a:cubicBezTo>
                  <a:pt x="831084" y="49276"/>
                  <a:pt x="832367" y="49900"/>
                  <a:pt x="833452" y="50711"/>
                </a:cubicBezTo>
                <a:cubicBezTo>
                  <a:pt x="834537" y="51520"/>
                  <a:pt x="835383" y="52515"/>
                  <a:pt x="835992" y="53697"/>
                </a:cubicBezTo>
                <a:cubicBezTo>
                  <a:pt x="836600" y="54878"/>
                  <a:pt x="836905" y="56253"/>
                  <a:pt x="836905" y="57819"/>
                </a:cubicBezTo>
                <a:cubicBezTo>
                  <a:pt x="836905" y="59465"/>
                  <a:pt x="836561" y="61032"/>
                  <a:pt x="835873" y="62518"/>
                </a:cubicBezTo>
                <a:cubicBezTo>
                  <a:pt x="835185" y="64006"/>
                  <a:pt x="834133" y="65313"/>
                  <a:pt x="832718" y="66441"/>
                </a:cubicBezTo>
                <a:cubicBezTo>
                  <a:pt x="831302" y="67570"/>
                  <a:pt x="829497" y="68459"/>
                  <a:pt x="827301" y="69110"/>
                </a:cubicBezTo>
                <a:cubicBezTo>
                  <a:pt x="825105" y="69761"/>
                  <a:pt x="822512" y="70086"/>
                  <a:pt x="819522" y="70086"/>
                </a:cubicBezTo>
                <a:cubicBezTo>
                  <a:pt x="816638" y="70086"/>
                  <a:pt x="814184" y="69841"/>
                  <a:pt x="812160" y="69351"/>
                </a:cubicBezTo>
                <a:cubicBezTo>
                  <a:pt x="810136" y="68861"/>
                  <a:pt x="808476" y="68193"/>
                  <a:pt x="807180" y="67345"/>
                </a:cubicBezTo>
                <a:cubicBezTo>
                  <a:pt x="805883" y="66499"/>
                  <a:pt x="804944" y="65486"/>
                  <a:pt x="804362" y="64308"/>
                </a:cubicBezTo>
                <a:cubicBezTo>
                  <a:pt x="803780" y="63130"/>
                  <a:pt x="803489" y="61852"/>
                  <a:pt x="803489" y="60475"/>
                </a:cubicBezTo>
                <a:cubicBezTo>
                  <a:pt x="803489" y="59601"/>
                  <a:pt x="803595" y="58754"/>
                  <a:pt x="803806" y="57933"/>
                </a:cubicBezTo>
                <a:cubicBezTo>
                  <a:pt x="804018" y="57112"/>
                  <a:pt x="804342" y="56331"/>
                  <a:pt x="804779" y="55589"/>
                </a:cubicBezTo>
                <a:cubicBezTo>
                  <a:pt x="805215" y="54849"/>
                  <a:pt x="805758" y="54141"/>
                  <a:pt x="806406" y="53466"/>
                </a:cubicBezTo>
                <a:cubicBezTo>
                  <a:pt x="807054" y="52791"/>
                  <a:pt x="807801" y="52122"/>
                  <a:pt x="808648" y="51460"/>
                </a:cubicBezTo>
                <a:cubicBezTo>
                  <a:pt x="807352" y="50796"/>
                  <a:pt x="806393" y="49959"/>
                  <a:pt x="805771" y="48949"/>
                </a:cubicBezTo>
                <a:cubicBezTo>
                  <a:pt x="805149" y="47939"/>
                  <a:pt x="804838" y="46849"/>
                  <a:pt x="804838" y="45680"/>
                </a:cubicBezTo>
                <a:cubicBezTo>
                  <a:pt x="804838" y="44060"/>
                  <a:pt x="805169" y="42612"/>
                  <a:pt x="805830" y="41336"/>
                </a:cubicBezTo>
                <a:cubicBezTo>
                  <a:pt x="806492" y="40060"/>
                  <a:pt x="807312" y="38917"/>
                  <a:pt x="808291" y="37908"/>
                </a:cubicBezTo>
                <a:cubicBezTo>
                  <a:pt x="807471" y="36931"/>
                  <a:pt x="806822" y="35828"/>
                  <a:pt x="806346" y="34599"/>
                </a:cubicBezTo>
                <a:cubicBezTo>
                  <a:pt x="805870" y="33370"/>
                  <a:pt x="805632" y="31885"/>
                  <a:pt x="805632" y="30142"/>
                </a:cubicBezTo>
                <a:cubicBezTo>
                  <a:pt x="805632" y="28108"/>
                  <a:pt x="805976" y="26285"/>
                  <a:pt x="806664" y="24674"/>
                </a:cubicBezTo>
                <a:cubicBezTo>
                  <a:pt x="807352" y="23062"/>
                  <a:pt x="808304" y="21702"/>
                  <a:pt x="809521" y="20592"/>
                </a:cubicBezTo>
                <a:cubicBezTo>
                  <a:pt x="810738" y="19483"/>
                  <a:pt x="812200" y="18631"/>
                  <a:pt x="813906" y="18036"/>
                </a:cubicBezTo>
                <a:cubicBezTo>
                  <a:pt x="815613" y="17442"/>
                  <a:pt x="817472" y="17145"/>
                  <a:pt x="819482" y="17145"/>
                </a:cubicBezTo>
                <a:cubicBezTo>
                  <a:pt x="820567" y="17145"/>
                  <a:pt x="821579" y="17201"/>
                  <a:pt x="822518" y="17313"/>
                </a:cubicBezTo>
                <a:cubicBezTo>
                  <a:pt x="823458" y="17425"/>
                  <a:pt x="824337" y="17580"/>
                  <a:pt x="825158" y="17779"/>
                </a:cubicBezTo>
                <a:lnTo>
                  <a:pt x="835952" y="17779"/>
                </a:lnTo>
                <a:cubicBezTo>
                  <a:pt x="836402" y="17779"/>
                  <a:pt x="836739" y="17998"/>
                  <a:pt x="836964" y="18434"/>
                </a:cubicBezTo>
                <a:cubicBezTo>
                  <a:pt x="837189" y="18871"/>
                  <a:pt x="837302" y="19539"/>
                  <a:pt x="837302" y="20438"/>
                </a:cubicBezTo>
                <a:moveTo>
                  <a:pt x="827063" y="29864"/>
                </a:moveTo>
                <a:cubicBezTo>
                  <a:pt x="827063" y="27437"/>
                  <a:pt x="826394" y="25543"/>
                  <a:pt x="825058" y="24184"/>
                </a:cubicBezTo>
                <a:cubicBezTo>
                  <a:pt x="823722" y="22825"/>
                  <a:pt x="821824" y="22145"/>
                  <a:pt x="819363" y="22145"/>
                </a:cubicBezTo>
                <a:cubicBezTo>
                  <a:pt x="818093" y="22145"/>
                  <a:pt x="816989" y="22356"/>
                  <a:pt x="816050" y="22779"/>
                </a:cubicBezTo>
                <a:cubicBezTo>
                  <a:pt x="815110" y="23200"/>
                  <a:pt x="814330" y="23781"/>
                  <a:pt x="813708" y="24520"/>
                </a:cubicBezTo>
                <a:cubicBezTo>
                  <a:pt x="813086" y="25259"/>
                  <a:pt x="812623" y="26110"/>
                  <a:pt x="812319" y="27074"/>
                </a:cubicBezTo>
                <a:cubicBezTo>
                  <a:pt x="812015" y="28037"/>
                  <a:pt x="811863" y="29046"/>
                  <a:pt x="811863" y="30102"/>
                </a:cubicBezTo>
                <a:cubicBezTo>
                  <a:pt x="811863" y="32450"/>
                  <a:pt x="812531" y="34297"/>
                  <a:pt x="813867" y="35643"/>
                </a:cubicBezTo>
                <a:cubicBezTo>
                  <a:pt x="815203" y="36989"/>
                  <a:pt x="817075" y="37662"/>
                  <a:pt x="819482" y="37662"/>
                </a:cubicBezTo>
                <a:cubicBezTo>
                  <a:pt x="820779" y="37662"/>
                  <a:pt x="821903" y="37458"/>
                  <a:pt x="822856" y="37050"/>
                </a:cubicBezTo>
                <a:cubicBezTo>
                  <a:pt x="823808" y="36640"/>
                  <a:pt x="824595" y="36073"/>
                  <a:pt x="825217" y="35347"/>
                </a:cubicBezTo>
                <a:cubicBezTo>
                  <a:pt x="825839" y="34621"/>
                  <a:pt x="826302" y="33783"/>
                  <a:pt x="826606" y="32833"/>
                </a:cubicBezTo>
                <a:cubicBezTo>
                  <a:pt x="826910" y="31883"/>
                  <a:pt x="827063" y="30893"/>
                  <a:pt x="827063" y="29864"/>
                </a:cubicBezTo>
                <a:moveTo>
                  <a:pt x="830356" y="58175"/>
                </a:moveTo>
                <a:cubicBezTo>
                  <a:pt x="830356" y="56630"/>
                  <a:pt x="829728" y="55438"/>
                  <a:pt x="828471" y="54600"/>
                </a:cubicBezTo>
                <a:cubicBezTo>
                  <a:pt x="827215" y="53761"/>
                  <a:pt x="825515" y="53315"/>
                  <a:pt x="823372" y="53262"/>
                </a:cubicBezTo>
                <a:lnTo>
                  <a:pt x="814125" y="52942"/>
                </a:lnTo>
                <a:cubicBezTo>
                  <a:pt x="813278" y="53607"/>
                  <a:pt x="812584" y="54240"/>
                  <a:pt x="812041" y="54839"/>
                </a:cubicBezTo>
                <a:cubicBezTo>
                  <a:pt x="811499" y="55439"/>
                  <a:pt x="811069" y="56011"/>
                  <a:pt x="810751" y="56557"/>
                </a:cubicBezTo>
                <a:cubicBezTo>
                  <a:pt x="810434" y="57102"/>
                  <a:pt x="810216" y="57642"/>
                  <a:pt x="810097" y="58174"/>
                </a:cubicBezTo>
                <a:cubicBezTo>
                  <a:pt x="809978" y="58707"/>
                  <a:pt x="809918" y="59253"/>
                  <a:pt x="809918" y="59812"/>
                </a:cubicBezTo>
                <a:cubicBezTo>
                  <a:pt x="809918" y="61544"/>
                  <a:pt x="810791" y="62855"/>
                  <a:pt x="812537" y="63747"/>
                </a:cubicBezTo>
                <a:cubicBezTo>
                  <a:pt x="814283" y="64640"/>
                  <a:pt x="816718" y="65086"/>
                  <a:pt x="819840" y="65086"/>
                </a:cubicBezTo>
                <a:cubicBezTo>
                  <a:pt x="821824" y="65086"/>
                  <a:pt x="823484" y="64893"/>
                  <a:pt x="824820" y="64506"/>
                </a:cubicBezTo>
                <a:cubicBezTo>
                  <a:pt x="826156" y="64120"/>
                  <a:pt x="827234" y="63608"/>
                  <a:pt x="828055" y="62969"/>
                </a:cubicBezTo>
                <a:cubicBezTo>
                  <a:pt x="828875" y="62330"/>
                  <a:pt x="829464" y="61597"/>
                  <a:pt x="829821" y="60771"/>
                </a:cubicBezTo>
                <a:cubicBezTo>
                  <a:pt x="830178" y="59946"/>
                  <a:pt x="830356" y="59081"/>
                  <a:pt x="830356" y="58175"/>
                </a:cubicBezTo>
                <a:close/>
                <a:moveTo>
                  <a:pt x="891324" y="54608"/>
                </a:moveTo>
                <a:cubicBezTo>
                  <a:pt x="891324" y="54926"/>
                  <a:pt x="891218" y="55164"/>
                  <a:pt x="891007" y="55323"/>
                </a:cubicBezTo>
                <a:cubicBezTo>
                  <a:pt x="890795" y="55482"/>
                  <a:pt x="890504" y="55601"/>
                  <a:pt x="890134" y="55680"/>
                </a:cubicBezTo>
                <a:cubicBezTo>
                  <a:pt x="889763" y="55759"/>
                  <a:pt x="889221" y="55799"/>
                  <a:pt x="888506" y="55799"/>
                </a:cubicBezTo>
                <a:cubicBezTo>
                  <a:pt x="887819" y="55799"/>
                  <a:pt x="887270" y="55759"/>
                  <a:pt x="886859" y="55680"/>
                </a:cubicBezTo>
                <a:cubicBezTo>
                  <a:pt x="886449" y="55601"/>
                  <a:pt x="886152" y="55482"/>
                  <a:pt x="885967" y="55323"/>
                </a:cubicBezTo>
                <a:cubicBezTo>
                  <a:pt x="885781" y="55164"/>
                  <a:pt x="885689" y="54926"/>
                  <a:pt x="885689" y="54608"/>
                </a:cubicBezTo>
                <a:lnTo>
                  <a:pt x="885689" y="51037"/>
                </a:lnTo>
                <a:cubicBezTo>
                  <a:pt x="884128" y="52704"/>
                  <a:pt x="882388" y="54007"/>
                  <a:pt x="880470" y="54946"/>
                </a:cubicBezTo>
                <a:cubicBezTo>
                  <a:pt x="878552" y="55885"/>
                  <a:pt x="876521" y="56355"/>
                  <a:pt x="874378" y="56355"/>
                </a:cubicBezTo>
                <a:cubicBezTo>
                  <a:pt x="872500" y="56355"/>
                  <a:pt x="870800" y="56109"/>
                  <a:pt x="869278" y="55618"/>
                </a:cubicBezTo>
                <a:cubicBezTo>
                  <a:pt x="867757" y="55127"/>
                  <a:pt x="866461" y="54417"/>
                  <a:pt x="865389" y="53487"/>
                </a:cubicBezTo>
                <a:cubicBezTo>
                  <a:pt x="864318" y="52558"/>
                  <a:pt x="863484" y="51417"/>
                  <a:pt x="862889" y="50063"/>
                </a:cubicBezTo>
                <a:cubicBezTo>
                  <a:pt x="862294" y="48709"/>
                  <a:pt x="861996" y="47168"/>
                  <a:pt x="861996" y="45442"/>
                </a:cubicBezTo>
                <a:cubicBezTo>
                  <a:pt x="861996" y="43425"/>
                  <a:pt x="862406" y="41673"/>
                  <a:pt x="863226" y="40186"/>
                </a:cubicBezTo>
                <a:cubicBezTo>
                  <a:pt x="864046" y="38699"/>
                  <a:pt x="865224" y="37464"/>
                  <a:pt x="866758" y="36482"/>
                </a:cubicBezTo>
                <a:cubicBezTo>
                  <a:pt x="868293" y="35499"/>
                  <a:pt x="870171" y="34763"/>
                  <a:pt x="872394" y="34272"/>
                </a:cubicBezTo>
                <a:cubicBezTo>
                  <a:pt x="874616" y="33781"/>
                  <a:pt x="877116" y="33535"/>
                  <a:pt x="879895" y="33535"/>
                </a:cubicBezTo>
                <a:lnTo>
                  <a:pt x="884816" y="33535"/>
                </a:lnTo>
                <a:lnTo>
                  <a:pt x="884816" y="30767"/>
                </a:lnTo>
                <a:cubicBezTo>
                  <a:pt x="884816" y="29396"/>
                  <a:pt x="884670" y="28184"/>
                  <a:pt x="884379" y="27129"/>
                </a:cubicBezTo>
                <a:cubicBezTo>
                  <a:pt x="884088" y="26074"/>
                  <a:pt x="883618" y="25198"/>
                  <a:pt x="882970" y="24499"/>
                </a:cubicBezTo>
                <a:cubicBezTo>
                  <a:pt x="882322" y="23800"/>
                  <a:pt x="881482" y="23273"/>
                  <a:pt x="880450" y="22918"/>
                </a:cubicBezTo>
                <a:cubicBezTo>
                  <a:pt x="879418" y="22561"/>
                  <a:pt x="878148" y="22383"/>
                  <a:pt x="876640" y="22383"/>
                </a:cubicBezTo>
                <a:cubicBezTo>
                  <a:pt x="875026" y="22383"/>
                  <a:pt x="873578" y="22573"/>
                  <a:pt x="872295" y="22952"/>
                </a:cubicBezTo>
                <a:cubicBezTo>
                  <a:pt x="871011" y="23332"/>
                  <a:pt x="869887" y="23751"/>
                  <a:pt x="868921" y="24209"/>
                </a:cubicBezTo>
                <a:cubicBezTo>
                  <a:pt x="867956" y="24667"/>
                  <a:pt x="867149" y="25086"/>
                  <a:pt x="866500" y="25465"/>
                </a:cubicBezTo>
                <a:cubicBezTo>
                  <a:pt x="865852" y="25845"/>
                  <a:pt x="865369" y="26034"/>
                  <a:pt x="865052" y="26034"/>
                </a:cubicBezTo>
                <a:cubicBezTo>
                  <a:pt x="864840" y="26034"/>
                  <a:pt x="864655" y="25981"/>
                  <a:pt x="864496" y="25876"/>
                </a:cubicBezTo>
                <a:cubicBezTo>
                  <a:pt x="864337" y="25770"/>
                  <a:pt x="864199" y="25611"/>
                  <a:pt x="864080" y="25399"/>
                </a:cubicBezTo>
                <a:cubicBezTo>
                  <a:pt x="863960" y="25188"/>
                  <a:pt x="863874" y="24916"/>
                  <a:pt x="863822" y="24586"/>
                </a:cubicBezTo>
                <a:cubicBezTo>
                  <a:pt x="863769" y="24255"/>
                  <a:pt x="863742" y="23891"/>
                  <a:pt x="863742" y="23494"/>
                </a:cubicBezTo>
                <a:cubicBezTo>
                  <a:pt x="863742" y="22833"/>
                  <a:pt x="863788" y="22310"/>
                  <a:pt x="863881" y="21927"/>
                </a:cubicBezTo>
                <a:cubicBezTo>
                  <a:pt x="863974" y="21543"/>
                  <a:pt x="864199" y="21179"/>
                  <a:pt x="864556" y="20835"/>
                </a:cubicBezTo>
                <a:cubicBezTo>
                  <a:pt x="864913" y="20491"/>
                  <a:pt x="865528" y="20091"/>
                  <a:pt x="866401" y="19634"/>
                </a:cubicBezTo>
                <a:cubicBezTo>
                  <a:pt x="867274" y="19176"/>
                  <a:pt x="868280" y="18757"/>
                  <a:pt x="869417" y="18379"/>
                </a:cubicBezTo>
                <a:cubicBezTo>
                  <a:pt x="870555" y="18000"/>
                  <a:pt x="871799" y="17686"/>
                  <a:pt x="873148" y="17438"/>
                </a:cubicBezTo>
                <a:cubicBezTo>
                  <a:pt x="874497" y="17190"/>
                  <a:pt x="875860" y="17065"/>
                  <a:pt x="877236" y="17065"/>
                </a:cubicBezTo>
                <a:cubicBezTo>
                  <a:pt x="879802" y="17065"/>
                  <a:pt x="881985" y="17356"/>
                  <a:pt x="883784" y="17938"/>
                </a:cubicBezTo>
                <a:cubicBezTo>
                  <a:pt x="885583" y="18520"/>
                  <a:pt x="887038" y="19374"/>
                  <a:pt x="888149" y="20498"/>
                </a:cubicBezTo>
                <a:cubicBezTo>
                  <a:pt x="889261" y="21622"/>
                  <a:pt x="890067" y="23018"/>
                  <a:pt x="890570" y="24685"/>
                </a:cubicBezTo>
                <a:cubicBezTo>
                  <a:pt x="891073" y="26352"/>
                  <a:pt x="891324" y="28296"/>
                  <a:pt x="891324" y="30519"/>
                </a:cubicBezTo>
                <a:lnTo>
                  <a:pt x="891324" y="54608"/>
                </a:lnTo>
                <a:moveTo>
                  <a:pt x="884816" y="38258"/>
                </a:moveTo>
                <a:lnTo>
                  <a:pt x="879220" y="38258"/>
                </a:lnTo>
                <a:cubicBezTo>
                  <a:pt x="877421" y="38258"/>
                  <a:pt x="875860" y="38411"/>
                  <a:pt x="874537" y="38718"/>
                </a:cubicBezTo>
                <a:cubicBezTo>
                  <a:pt x="873214" y="39024"/>
                  <a:pt x="872116" y="39476"/>
                  <a:pt x="871243" y="40075"/>
                </a:cubicBezTo>
                <a:cubicBezTo>
                  <a:pt x="870370" y="40673"/>
                  <a:pt x="869728" y="41392"/>
                  <a:pt x="869318" y="42231"/>
                </a:cubicBezTo>
                <a:cubicBezTo>
                  <a:pt x="868908" y="43070"/>
                  <a:pt x="868703" y="44035"/>
                  <a:pt x="868703" y="45126"/>
                </a:cubicBezTo>
                <a:cubicBezTo>
                  <a:pt x="868703" y="46989"/>
                  <a:pt x="869292" y="48474"/>
                  <a:pt x="870469" y="49578"/>
                </a:cubicBezTo>
                <a:cubicBezTo>
                  <a:pt x="871646" y="50683"/>
                  <a:pt x="873293" y="51235"/>
                  <a:pt x="875410" y="51235"/>
                </a:cubicBezTo>
                <a:cubicBezTo>
                  <a:pt x="877130" y="51235"/>
                  <a:pt x="878724" y="50796"/>
                  <a:pt x="880192" y="49918"/>
                </a:cubicBezTo>
                <a:cubicBezTo>
                  <a:pt x="881661" y="49039"/>
                  <a:pt x="883202" y="47695"/>
                  <a:pt x="884816" y="45885"/>
                </a:cubicBezTo>
                <a:lnTo>
                  <a:pt x="884816" y="38258"/>
                </a:lnTo>
                <a:close/>
                <a:moveTo>
                  <a:pt x="934073" y="54569"/>
                </a:moveTo>
                <a:cubicBezTo>
                  <a:pt x="934073" y="54780"/>
                  <a:pt x="934020" y="54959"/>
                  <a:pt x="933914" y="55105"/>
                </a:cubicBezTo>
                <a:cubicBezTo>
                  <a:pt x="933809" y="55250"/>
                  <a:pt x="933637" y="55376"/>
                  <a:pt x="933399" y="55482"/>
                </a:cubicBezTo>
                <a:cubicBezTo>
                  <a:pt x="933160" y="55587"/>
                  <a:pt x="932830" y="55667"/>
                  <a:pt x="932406" y="55720"/>
                </a:cubicBezTo>
                <a:cubicBezTo>
                  <a:pt x="931983" y="55773"/>
                  <a:pt x="931454" y="55799"/>
                  <a:pt x="930819" y="55799"/>
                </a:cubicBezTo>
                <a:cubicBezTo>
                  <a:pt x="930157" y="55799"/>
                  <a:pt x="929615" y="55773"/>
                  <a:pt x="929192" y="55720"/>
                </a:cubicBezTo>
                <a:cubicBezTo>
                  <a:pt x="928768" y="55667"/>
                  <a:pt x="928438" y="55587"/>
                  <a:pt x="928200" y="55482"/>
                </a:cubicBezTo>
                <a:cubicBezTo>
                  <a:pt x="927962" y="55376"/>
                  <a:pt x="927790" y="55250"/>
                  <a:pt x="927684" y="55105"/>
                </a:cubicBezTo>
                <a:cubicBezTo>
                  <a:pt x="927578" y="54959"/>
                  <a:pt x="927525" y="54780"/>
                  <a:pt x="927525" y="54569"/>
                </a:cubicBezTo>
                <a:lnTo>
                  <a:pt x="927525" y="33654"/>
                </a:lnTo>
                <a:cubicBezTo>
                  <a:pt x="927525" y="31617"/>
                  <a:pt x="927366" y="29976"/>
                  <a:pt x="927049" y="28733"/>
                </a:cubicBezTo>
                <a:cubicBezTo>
                  <a:pt x="926731" y="27489"/>
                  <a:pt x="926268" y="26418"/>
                  <a:pt x="925660" y="25518"/>
                </a:cubicBezTo>
                <a:cubicBezTo>
                  <a:pt x="925051" y="24619"/>
                  <a:pt x="924264" y="23931"/>
                  <a:pt x="923298" y="23455"/>
                </a:cubicBezTo>
                <a:cubicBezTo>
                  <a:pt x="922333" y="22978"/>
                  <a:pt x="921215" y="22740"/>
                  <a:pt x="919945" y="22740"/>
                </a:cubicBezTo>
                <a:cubicBezTo>
                  <a:pt x="918304" y="22740"/>
                  <a:pt x="916664" y="23322"/>
                  <a:pt x="915024" y="24486"/>
                </a:cubicBezTo>
                <a:cubicBezTo>
                  <a:pt x="913383" y="25651"/>
                  <a:pt x="911664" y="27357"/>
                  <a:pt x="909865" y="29606"/>
                </a:cubicBezTo>
                <a:lnTo>
                  <a:pt x="909865" y="54569"/>
                </a:lnTo>
                <a:cubicBezTo>
                  <a:pt x="909865" y="54780"/>
                  <a:pt x="909812" y="54959"/>
                  <a:pt x="909706" y="55105"/>
                </a:cubicBezTo>
                <a:cubicBezTo>
                  <a:pt x="909600" y="55250"/>
                  <a:pt x="909428" y="55376"/>
                  <a:pt x="909190" y="55482"/>
                </a:cubicBezTo>
                <a:cubicBezTo>
                  <a:pt x="908952" y="55587"/>
                  <a:pt x="908621" y="55667"/>
                  <a:pt x="908198" y="55720"/>
                </a:cubicBezTo>
                <a:cubicBezTo>
                  <a:pt x="907774" y="55773"/>
                  <a:pt x="907232" y="55799"/>
                  <a:pt x="906571" y="55799"/>
                </a:cubicBezTo>
                <a:cubicBezTo>
                  <a:pt x="905936" y="55799"/>
                  <a:pt x="905406" y="55773"/>
                  <a:pt x="904983" y="55720"/>
                </a:cubicBezTo>
                <a:cubicBezTo>
                  <a:pt x="904560" y="55667"/>
                  <a:pt x="904222" y="55587"/>
                  <a:pt x="903971" y="55482"/>
                </a:cubicBezTo>
                <a:cubicBezTo>
                  <a:pt x="903720" y="55376"/>
                  <a:pt x="903548" y="55250"/>
                  <a:pt x="903455" y="55105"/>
                </a:cubicBezTo>
                <a:cubicBezTo>
                  <a:pt x="903363" y="54959"/>
                  <a:pt x="903316" y="54780"/>
                  <a:pt x="903316" y="54569"/>
                </a:cubicBezTo>
                <a:lnTo>
                  <a:pt x="903316" y="18851"/>
                </a:lnTo>
                <a:cubicBezTo>
                  <a:pt x="903316" y="18639"/>
                  <a:pt x="903356" y="18461"/>
                  <a:pt x="903435" y="18315"/>
                </a:cubicBezTo>
                <a:cubicBezTo>
                  <a:pt x="903515" y="18170"/>
                  <a:pt x="903673" y="18037"/>
                  <a:pt x="903912" y="17918"/>
                </a:cubicBezTo>
                <a:cubicBezTo>
                  <a:pt x="904150" y="17799"/>
                  <a:pt x="904454" y="17720"/>
                  <a:pt x="904824" y="17680"/>
                </a:cubicBezTo>
                <a:cubicBezTo>
                  <a:pt x="905195" y="17641"/>
                  <a:pt x="905684" y="17621"/>
                  <a:pt x="906293" y="17621"/>
                </a:cubicBezTo>
                <a:cubicBezTo>
                  <a:pt x="906875" y="17621"/>
                  <a:pt x="907358" y="17641"/>
                  <a:pt x="907741" y="17680"/>
                </a:cubicBezTo>
                <a:cubicBezTo>
                  <a:pt x="908125" y="17720"/>
                  <a:pt x="908423" y="17799"/>
                  <a:pt x="908634" y="17918"/>
                </a:cubicBezTo>
                <a:cubicBezTo>
                  <a:pt x="908846" y="18037"/>
                  <a:pt x="908998" y="18170"/>
                  <a:pt x="909091" y="18315"/>
                </a:cubicBezTo>
                <a:cubicBezTo>
                  <a:pt x="909183" y="18461"/>
                  <a:pt x="909230" y="18639"/>
                  <a:pt x="909230" y="18851"/>
                </a:cubicBezTo>
                <a:lnTo>
                  <a:pt x="909230" y="23574"/>
                </a:lnTo>
                <a:cubicBezTo>
                  <a:pt x="911240" y="21325"/>
                  <a:pt x="913244" y="19678"/>
                  <a:pt x="915242" y="18633"/>
                </a:cubicBezTo>
                <a:cubicBezTo>
                  <a:pt x="917240" y="17588"/>
                  <a:pt x="919257" y="17065"/>
                  <a:pt x="921294" y="17065"/>
                </a:cubicBezTo>
                <a:cubicBezTo>
                  <a:pt x="923675" y="17065"/>
                  <a:pt x="925680" y="17469"/>
                  <a:pt x="927307" y="18276"/>
                </a:cubicBezTo>
                <a:cubicBezTo>
                  <a:pt x="928934" y="19083"/>
                  <a:pt x="930250" y="20161"/>
                  <a:pt x="931255" y="21510"/>
                </a:cubicBezTo>
                <a:cubicBezTo>
                  <a:pt x="932261" y="22859"/>
                  <a:pt x="932982" y="24440"/>
                  <a:pt x="933418" y="26253"/>
                </a:cubicBezTo>
                <a:cubicBezTo>
                  <a:pt x="933855" y="28065"/>
                  <a:pt x="934073" y="30241"/>
                  <a:pt x="934073" y="32781"/>
                </a:cubicBezTo>
                <a:lnTo>
                  <a:pt x="934073" y="54569"/>
                </a:lnTo>
                <a:close/>
                <a:moveTo>
                  <a:pt x="976260" y="54568"/>
                </a:moveTo>
                <a:cubicBezTo>
                  <a:pt x="976260" y="54779"/>
                  <a:pt x="976214" y="54965"/>
                  <a:pt x="976121" y="55124"/>
                </a:cubicBezTo>
                <a:cubicBezTo>
                  <a:pt x="976029" y="55283"/>
                  <a:pt x="975870" y="55409"/>
                  <a:pt x="975645" y="55501"/>
                </a:cubicBezTo>
                <a:cubicBezTo>
                  <a:pt x="975420" y="55594"/>
                  <a:pt x="975122" y="55667"/>
                  <a:pt x="974752" y="55720"/>
                </a:cubicBezTo>
                <a:cubicBezTo>
                  <a:pt x="974382" y="55773"/>
                  <a:pt x="973932" y="55799"/>
                  <a:pt x="973403" y="55799"/>
                </a:cubicBezTo>
                <a:cubicBezTo>
                  <a:pt x="972847" y="55799"/>
                  <a:pt x="972384" y="55773"/>
                  <a:pt x="972014" y="55720"/>
                </a:cubicBezTo>
                <a:cubicBezTo>
                  <a:pt x="971643" y="55668"/>
                  <a:pt x="971339" y="55596"/>
                  <a:pt x="971101" y="55504"/>
                </a:cubicBezTo>
                <a:cubicBezTo>
                  <a:pt x="970863" y="55411"/>
                  <a:pt x="970691" y="55286"/>
                  <a:pt x="970585" y="55128"/>
                </a:cubicBezTo>
                <a:cubicBezTo>
                  <a:pt x="970479" y="54970"/>
                  <a:pt x="970426" y="54786"/>
                  <a:pt x="970426" y="54576"/>
                </a:cubicBezTo>
                <a:lnTo>
                  <a:pt x="970426" y="49880"/>
                </a:lnTo>
                <a:cubicBezTo>
                  <a:pt x="968548" y="51918"/>
                  <a:pt x="966596" y="53508"/>
                  <a:pt x="964572" y="54647"/>
                </a:cubicBezTo>
                <a:cubicBezTo>
                  <a:pt x="962548" y="55785"/>
                  <a:pt x="960333" y="56355"/>
                  <a:pt x="957925" y="56355"/>
                </a:cubicBezTo>
                <a:cubicBezTo>
                  <a:pt x="955306" y="56355"/>
                  <a:pt x="953070" y="55845"/>
                  <a:pt x="951218" y="54825"/>
                </a:cubicBezTo>
                <a:cubicBezTo>
                  <a:pt x="949366" y="53806"/>
                  <a:pt x="947864" y="52429"/>
                  <a:pt x="946714" y="50694"/>
                </a:cubicBezTo>
                <a:cubicBezTo>
                  <a:pt x="945563" y="48959"/>
                  <a:pt x="944723" y="46920"/>
                  <a:pt x="944193" y="44576"/>
                </a:cubicBezTo>
                <a:cubicBezTo>
                  <a:pt x="943664" y="42233"/>
                  <a:pt x="943400" y="39762"/>
                  <a:pt x="943400" y="37166"/>
                </a:cubicBezTo>
                <a:cubicBezTo>
                  <a:pt x="943400" y="34095"/>
                  <a:pt x="943730" y="31321"/>
                  <a:pt x="944392" y="28845"/>
                </a:cubicBezTo>
                <a:cubicBezTo>
                  <a:pt x="945053" y="26368"/>
                  <a:pt x="946032" y="24256"/>
                  <a:pt x="947329" y="22508"/>
                </a:cubicBezTo>
                <a:cubicBezTo>
                  <a:pt x="948625" y="20760"/>
                  <a:pt x="950232" y="19415"/>
                  <a:pt x="952151" y="18475"/>
                </a:cubicBezTo>
                <a:cubicBezTo>
                  <a:pt x="954069" y="17535"/>
                  <a:pt x="956285" y="17065"/>
                  <a:pt x="958798" y="17065"/>
                </a:cubicBezTo>
                <a:cubicBezTo>
                  <a:pt x="960888" y="17065"/>
                  <a:pt x="962800" y="17522"/>
                  <a:pt x="964533" y="18436"/>
                </a:cubicBezTo>
                <a:cubicBezTo>
                  <a:pt x="966266" y="19349"/>
                  <a:pt x="967979" y="20693"/>
                  <a:pt x="969672" y="22467"/>
                </a:cubicBezTo>
                <a:lnTo>
                  <a:pt x="969672" y="1669"/>
                </a:lnTo>
                <a:cubicBezTo>
                  <a:pt x="969672" y="1484"/>
                  <a:pt x="969718" y="1306"/>
                  <a:pt x="969811" y="1134"/>
                </a:cubicBezTo>
                <a:cubicBezTo>
                  <a:pt x="969904" y="961"/>
                  <a:pt x="970082" y="828"/>
                  <a:pt x="970347" y="735"/>
                </a:cubicBezTo>
                <a:cubicBezTo>
                  <a:pt x="970611" y="642"/>
                  <a:pt x="970949" y="562"/>
                  <a:pt x="971359" y="496"/>
                </a:cubicBezTo>
                <a:cubicBezTo>
                  <a:pt x="971769" y="430"/>
                  <a:pt x="972291" y="397"/>
                  <a:pt x="972926" y="397"/>
                </a:cubicBezTo>
                <a:cubicBezTo>
                  <a:pt x="973588" y="397"/>
                  <a:pt x="974130" y="430"/>
                  <a:pt x="974554" y="496"/>
                </a:cubicBezTo>
                <a:cubicBezTo>
                  <a:pt x="974977" y="562"/>
                  <a:pt x="975308" y="642"/>
                  <a:pt x="975546" y="734"/>
                </a:cubicBezTo>
                <a:cubicBezTo>
                  <a:pt x="975784" y="827"/>
                  <a:pt x="975962" y="960"/>
                  <a:pt x="976081" y="1132"/>
                </a:cubicBezTo>
                <a:cubicBezTo>
                  <a:pt x="976200" y="1304"/>
                  <a:pt x="976260" y="1483"/>
                  <a:pt x="976260" y="1668"/>
                </a:cubicBezTo>
                <a:lnTo>
                  <a:pt x="976260" y="54568"/>
                </a:lnTo>
                <a:moveTo>
                  <a:pt x="969672" y="29460"/>
                </a:moveTo>
                <a:cubicBezTo>
                  <a:pt x="967899" y="27260"/>
                  <a:pt x="966186" y="25583"/>
                  <a:pt x="964533" y="24431"/>
                </a:cubicBezTo>
                <a:cubicBezTo>
                  <a:pt x="962879" y="23277"/>
                  <a:pt x="961153" y="22701"/>
                  <a:pt x="959354" y="22701"/>
                </a:cubicBezTo>
                <a:cubicBezTo>
                  <a:pt x="957687" y="22701"/>
                  <a:pt x="956271" y="23098"/>
                  <a:pt x="955107" y="23894"/>
                </a:cubicBezTo>
                <a:cubicBezTo>
                  <a:pt x="953943" y="24688"/>
                  <a:pt x="952997" y="25735"/>
                  <a:pt x="952270" y="27033"/>
                </a:cubicBezTo>
                <a:cubicBezTo>
                  <a:pt x="951542" y="28331"/>
                  <a:pt x="951013" y="29801"/>
                  <a:pt x="950682" y="31444"/>
                </a:cubicBezTo>
                <a:cubicBezTo>
                  <a:pt x="950351" y="33087"/>
                  <a:pt x="950186" y="34756"/>
                  <a:pt x="950186" y="36452"/>
                </a:cubicBezTo>
                <a:cubicBezTo>
                  <a:pt x="950186" y="38254"/>
                  <a:pt x="950325" y="40015"/>
                  <a:pt x="950603" y="41738"/>
                </a:cubicBezTo>
                <a:cubicBezTo>
                  <a:pt x="950881" y="43460"/>
                  <a:pt x="951363" y="44990"/>
                  <a:pt x="952051" y="46328"/>
                </a:cubicBezTo>
                <a:cubicBezTo>
                  <a:pt x="952739" y="47665"/>
                  <a:pt x="953652" y="48739"/>
                  <a:pt x="954790" y="49547"/>
                </a:cubicBezTo>
                <a:cubicBezTo>
                  <a:pt x="955927" y="50355"/>
                  <a:pt x="957356" y="50759"/>
                  <a:pt x="959076" y="50759"/>
                </a:cubicBezTo>
                <a:cubicBezTo>
                  <a:pt x="959949" y="50759"/>
                  <a:pt x="960789" y="50640"/>
                  <a:pt x="961596" y="50402"/>
                </a:cubicBezTo>
                <a:cubicBezTo>
                  <a:pt x="962403" y="50163"/>
                  <a:pt x="963230" y="49765"/>
                  <a:pt x="964076" y="49209"/>
                </a:cubicBezTo>
                <a:cubicBezTo>
                  <a:pt x="964923" y="48652"/>
                  <a:pt x="965809" y="47930"/>
                  <a:pt x="966735" y="47042"/>
                </a:cubicBezTo>
                <a:cubicBezTo>
                  <a:pt x="967661" y="46154"/>
                  <a:pt x="968640" y="45061"/>
                  <a:pt x="969672" y="43762"/>
                </a:cubicBezTo>
                <a:lnTo>
                  <a:pt x="969672" y="29460"/>
                </a:lnTo>
                <a:close/>
                <a:moveTo>
                  <a:pt x="1060054" y="18732"/>
                </a:moveTo>
                <a:cubicBezTo>
                  <a:pt x="1060054" y="19023"/>
                  <a:pt x="1060015" y="19380"/>
                  <a:pt x="1059935" y="19804"/>
                </a:cubicBezTo>
                <a:cubicBezTo>
                  <a:pt x="1059856" y="20227"/>
                  <a:pt x="1059711" y="20835"/>
                  <a:pt x="1059499" y="21629"/>
                </a:cubicBezTo>
                <a:lnTo>
                  <a:pt x="1050053" y="53656"/>
                </a:lnTo>
                <a:cubicBezTo>
                  <a:pt x="1049921" y="54106"/>
                  <a:pt x="1049749" y="54470"/>
                  <a:pt x="1049538" y="54747"/>
                </a:cubicBezTo>
                <a:cubicBezTo>
                  <a:pt x="1049326" y="55025"/>
                  <a:pt x="1049002" y="55243"/>
                  <a:pt x="1048565" y="55402"/>
                </a:cubicBezTo>
                <a:cubicBezTo>
                  <a:pt x="1048129" y="55561"/>
                  <a:pt x="1047507" y="55667"/>
                  <a:pt x="1046700" y="55720"/>
                </a:cubicBezTo>
                <a:cubicBezTo>
                  <a:pt x="1045893" y="55773"/>
                  <a:pt x="1044841" y="55799"/>
                  <a:pt x="1043545" y="55799"/>
                </a:cubicBezTo>
                <a:cubicBezTo>
                  <a:pt x="1042249" y="55799"/>
                  <a:pt x="1041190" y="55766"/>
                  <a:pt x="1040370" y="55700"/>
                </a:cubicBezTo>
                <a:cubicBezTo>
                  <a:pt x="1039550" y="55634"/>
                  <a:pt x="1038908" y="55521"/>
                  <a:pt x="1038445" y="55362"/>
                </a:cubicBezTo>
                <a:cubicBezTo>
                  <a:pt x="1037982" y="55204"/>
                  <a:pt x="1037645" y="54985"/>
                  <a:pt x="1037433" y="54708"/>
                </a:cubicBezTo>
                <a:cubicBezTo>
                  <a:pt x="1037222" y="54430"/>
                  <a:pt x="1037063" y="54079"/>
                  <a:pt x="1036957" y="53656"/>
                </a:cubicBezTo>
                <a:lnTo>
                  <a:pt x="1031004" y="32146"/>
                </a:lnTo>
                <a:lnTo>
                  <a:pt x="1030925" y="31789"/>
                </a:lnTo>
                <a:lnTo>
                  <a:pt x="1030845" y="32146"/>
                </a:lnTo>
                <a:lnTo>
                  <a:pt x="1025369" y="53656"/>
                </a:lnTo>
                <a:cubicBezTo>
                  <a:pt x="1025263" y="54106"/>
                  <a:pt x="1025111" y="54470"/>
                  <a:pt x="1024912" y="54747"/>
                </a:cubicBezTo>
                <a:cubicBezTo>
                  <a:pt x="1024714" y="55025"/>
                  <a:pt x="1024376" y="55243"/>
                  <a:pt x="1023900" y="55402"/>
                </a:cubicBezTo>
                <a:cubicBezTo>
                  <a:pt x="1023424" y="55561"/>
                  <a:pt x="1022776" y="55667"/>
                  <a:pt x="1021956" y="55720"/>
                </a:cubicBezTo>
                <a:cubicBezTo>
                  <a:pt x="1021135" y="55773"/>
                  <a:pt x="1020077" y="55799"/>
                  <a:pt x="1018781" y="55799"/>
                </a:cubicBezTo>
                <a:cubicBezTo>
                  <a:pt x="1017458" y="55799"/>
                  <a:pt x="1016393" y="55766"/>
                  <a:pt x="1015586" y="55700"/>
                </a:cubicBezTo>
                <a:cubicBezTo>
                  <a:pt x="1014779" y="55634"/>
                  <a:pt x="1014144" y="55521"/>
                  <a:pt x="1013681" y="55362"/>
                </a:cubicBezTo>
                <a:cubicBezTo>
                  <a:pt x="1013218" y="55204"/>
                  <a:pt x="1012881" y="54985"/>
                  <a:pt x="1012669" y="54708"/>
                </a:cubicBezTo>
                <a:cubicBezTo>
                  <a:pt x="1012457" y="54430"/>
                  <a:pt x="1012299" y="54079"/>
                  <a:pt x="1012193" y="53656"/>
                </a:cubicBezTo>
                <a:lnTo>
                  <a:pt x="1002827" y="21629"/>
                </a:lnTo>
                <a:cubicBezTo>
                  <a:pt x="1002589" y="20862"/>
                  <a:pt x="1002436" y="20260"/>
                  <a:pt x="1002370" y="19823"/>
                </a:cubicBezTo>
                <a:cubicBezTo>
                  <a:pt x="1002304" y="19387"/>
                  <a:pt x="1002271" y="19023"/>
                  <a:pt x="1002271" y="18732"/>
                </a:cubicBezTo>
                <a:cubicBezTo>
                  <a:pt x="1002271" y="18467"/>
                  <a:pt x="1002344" y="18236"/>
                  <a:pt x="1002489" y="18037"/>
                </a:cubicBezTo>
                <a:cubicBezTo>
                  <a:pt x="1002635" y="17839"/>
                  <a:pt x="1002899" y="17680"/>
                  <a:pt x="1003283" y="17561"/>
                </a:cubicBezTo>
                <a:cubicBezTo>
                  <a:pt x="1003667" y="17442"/>
                  <a:pt x="1004183" y="17356"/>
                  <a:pt x="1004831" y="17303"/>
                </a:cubicBezTo>
                <a:cubicBezTo>
                  <a:pt x="1005479" y="17250"/>
                  <a:pt x="1006293" y="17224"/>
                  <a:pt x="1007272" y="17224"/>
                </a:cubicBezTo>
                <a:cubicBezTo>
                  <a:pt x="1008330" y="17224"/>
                  <a:pt x="1009190" y="17250"/>
                  <a:pt x="1009851" y="17303"/>
                </a:cubicBezTo>
                <a:cubicBezTo>
                  <a:pt x="1010513" y="17356"/>
                  <a:pt x="1011029" y="17449"/>
                  <a:pt x="1011399" y="17581"/>
                </a:cubicBezTo>
                <a:cubicBezTo>
                  <a:pt x="1011769" y="17713"/>
                  <a:pt x="1012027" y="17892"/>
                  <a:pt x="1012173" y="18117"/>
                </a:cubicBezTo>
                <a:cubicBezTo>
                  <a:pt x="1012318" y="18342"/>
                  <a:pt x="1012431" y="18613"/>
                  <a:pt x="1012510" y="18930"/>
                </a:cubicBezTo>
                <a:lnTo>
                  <a:pt x="1019535" y="44925"/>
                </a:lnTo>
                <a:lnTo>
                  <a:pt x="1019614" y="45401"/>
                </a:lnTo>
                <a:lnTo>
                  <a:pt x="1019693" y="44925"/>
                </a:lnTo>
                <a:lnTo>
                  <a:pt x="1026281" y="18930"/>
                </a:lnTo>
                <a:cubicBezTo>
                  <a:pt x="1026361" y="18613"/>
                  <a:pt x="1026486" y="18342"/>
                  <a:pt x="1026658" y="18117"/>
                </a:cubicBezTo>
                <a:cubicBezTo>
                  <a:pt x="1026830" y="17892"/>
                  <a:pt x="1027088" y="17713"/>
                  <a:pt x="1027432" y="17581"/>
                </a:cubicBezTo>
                <a:cubicBezTo>
                  <a:pt x="1027776" y="17449"/>
                  <a:pt x="1028259" y="17356"/>
                  <a:pt x="1028881" y="17303"/>
                </a:cubicBezTo>
                <a:cubicBezTo>
                  <a:pt x="1029503" y="17250"/>
                  <a:pt x="1030303" y="17224"/>
                  <a:pt x="1031282" y="17224"/>
                </a:cubicBezTo>
                <a:cubicBezTo>
                  <a:pt x="1032261" y="17224"/>
                  <a:pt x="1033054" y="17257"/>
                  <a:pt x="1033663" y="17323"/>
                </a:cubicBezTo>
                <a:cubicBezTo>
                  <a:pt x="1034272" y="17389"/>
                  <a:pt x="1034754" y="17482"/>
                  <a:pt x="1035112" y="17601"/>
                </a:cubicBezTo>
                <a:cubicBezTo>
                  <a:pt x="1035469" y="17720"/>
                  <a:pt x="1035720" y="17879"/>
                  <a:pt x="1035866" y="18077"/>
                </a:cubicBezTo>
                <a:cubicBezTo>
                  <a:pt x="1036011" y="18276"/>
                  <a:pt x="1036124" y="18507"/>
                  <a:pt x="1036203" y="18772"/>
                </a:cubicBezTo>
                <a:lnTo>
                  <a:pt x="1043267" y="44965"/>
                </a:lnTo>
                <a:lnTo>
                  <a:pt x="1043386" y="45401"/>
                </a:lnTo>
                <a:lnTo>
                  <a:pt x="1043466" y="44925"/>
                </a:lnTo>
                <a:lnTo>
                  <a:pt x="1050212" y="18930"/>
                </a:lnTo>
                <a:cubicBezTo>
                  <a:pt x="1050265" y="18613"/>
                  <a:pt x="1050371" y="18342"/>
                  <a:pt x="1050530" y="18117"/>
                </a:cubicBezTo>
                <a:cubicBezTo>
                  <a:pt x="1050688" y="17892"/>
                  <a:pt x="1050953" y="17713"/>
                  <a:pt x="1051323" y="17581"/>
                </a:cubicBezTo>
                <a:cubicBezTo>
                  <a:pt x="1051694" y="17449"/>
                  <a:pt x="1052197" y="17356"/>
                  <a:pt x="1052832" y="17303"/>
                </a:cubicBezTo>
                <a:cubicBezTo>
                  <a:pt x="1053467" y="17250"/>
                  <a:pt x="1054273" y="17224"/>
                  <a:pt x="1055252" y="17224"/>
                </a:cubicBezTo>
                <a:cubicBezTo>
                  <a:pt x="1056231" y="17224"/>
                  <a:pt x="1057032" y="17250"/>
                  <a:pt x="1057653" y="17303"/>
                </a:cubicBezTo>
                <a:cubicBezTo>
                  <a:pt x="1058275" y="17356"/>
                  <a:pt x="1058765" y="17442"/>
                  <a:pt x="1059122" y="17561"/>
                </a:cubicBezTo>
                <a:cubicBezTo>
                  <a:pt x="1059479" y="17680"/>
                  <a:pt x="1059724" y="17839"/>
                  <a:pt x="1059856" y="18037"/>
                </a:cubicBezTo>
                <a:cubicBezTo>
                  <a:pt x="1059988" y="18236"/>
                  <a:pt x="1060054" y="18467"/>
                  <a:pt x="1060054" y="18732"/>
                </a:cubicBezTo>
                <a:close/>
                <a:moveTo>
                  <a:pt x="1100133" y="54210"/>
                </a:moveTo>
                <a:cubicBezTo>
                  <a:pt x="1100133" y="54475"/>
                  <a:pt x="1100054" y="54707"/>
                  <a:pt x="1099895" y="54906"/>
                </a:cubicBezTo>
                <a:cubicBezTo>
                  <a:pt x="1099737" y="55105"/>
                  <a:pt x="1099472" y="55270"/>
                  <a:pt x="1099102" y="55402"/>
                </a:cubicBezTo>
                <a:cubicBezTo>
                  <a:pt x="1098731" y="55534"/>
                  <a:pt x="1098222" y="55634"/>
                  <a:pt x="1097574" y="55700"/>
                </a:cubicBezTo>
                <a:cubicBezTo>
                  <a:pt x="1096925" y="55766"/>
                  <a:pt x="1096125" y="55799"/>
                  <a:pt x="1095173" y="55799"/>
                </a:cubicBezTo>
                <a:cubicBezTo>
                  <a:pt x="1094194" y="55799"/>
                  <a:pt x="1093380" y="55766"/>
                  <a:pt x="1092732" y="55700"/>
                </a:cubicBezTo>
                <a:cubicBezTo>
                  <a:pt x="1092084" y="55634"/>
                  <a:pt x="1091574" y="55534"/>
                  <a:pt x="1091204" y="55402"/>
                </a:cubicBezTo>
                <a:cubicBezTo>
                  <a:pt x="1090834" y="55270"/>
                  <a:pt x="1090569" y="55105"/>
                  <a:pt x="1090410" y="54906"/>
                </a:cubicBezTo>
                <a:cubicBezTo>
                  <a:pt x="1090252" y="54708"/>
                  <a:pt x="1090172" y="54476"/>
                  <a:pt x="1090172" y="54212"/>
                </a:cubicBezTo>
                <a:lnTo>
                  <a:pt x="1090172" y="34011"/>
                </a:lnTo>
                <a:cubicBezTo>
                  <a:pt x="1090172" y="32291"/>
                  <a:pt x="1090047" y="30942"/>
                  <a:pt x="1089795" y="29963"/>
                </a:cubicBezTo>
                <a:cubicBezTo>
                  <a:pt x="1089544" y="28984"/>
                  <a:pt x="1089180" y="28144"/>
                  <a:pt x="1088704" y="27443"/>
                </a:cubicBezTo>
                <a:cubicBezTo>
                  <a:pt x="1088228" y="26742"/>
                  <a:pt x="1087612" y="26200"/>
                  <a:pt x="1086858" y="25816"/>
                </a:cubicBezTo>
                <a:cubicBezTo>
                  <a:pt x="1086104" y="25432"/>
                  <a:pt x="1085225" y="25241"/>
                  <a:pt x="1084219" y="25241"/>
                </a:cubicBezTo>
                <a:cubicBezTo>
                  <a:pt x="1082949" y="25241"/>
                  <a:pt x="1081666" y="25704"/>
                  <a:pt x="1080370" y="26630"/>
                </a:cubicBezTo>
                <a:cubicBezTo>
                  <a:pt x="1079073" y="27556"/>
                  <a:pt x="1077724" y="28905"/>
                  <a:pt x="1076322" y="30678"/>
                </a:cubicBezTo>
                <a:lnTo>
                  <a:pt x="1076322" y="54212"/>
                </a:lnTo>
                <a:cubicBezTo>
                  <a:pt x="1076322" y="54476"/>
                  <a:pt x="1076242" y="54708"/>
                  <a:pt x="1076084" y="54906"/>
                </a:cubicBezTo>
                <a:cubicBezTo>
                  <a:pt x="1075925" y="55105"/>
                  <a:pt x="1075654" y="55270"/>
                  <a:pt x="1075270" y="55402"/>
                </a:cubicBezTo>
                <a:cubicBezTo>
                  <a:pt x="1074886" y="55534"/>
                  <a:pt x="1074377" y="55634"/>
                  <a:pt x="1073742" y="55700"/>
                </a:cubicBezTo>
                <a:cubicBezTo>
                  <a:pt x="1073107" y="55766"/>
                  <a:pt x="1072300" y="55799"/>
                  <a:pt x="1071321" y="55799"/>
                </a:cubicBezTo>
                <a:cubicBezTo>
                  <a:pt x="1070342" y="55799"/>
                  <a:pt x="1069535" y="55766"/>
                  <a:pt x="1068900" y="55700"/>
                </a:cubicBezTo>
                <a:cubicBezTo>
                  <a:pt x="1068265" y="55634"/>
                  <a:pt x="1067756" y="55534"/>
                  <a:pt x="1067372" y="55402"/>
                </a:cubicBezTo>
                <a:cubicBezTo>
                  <a:pt x="1066989" y="55270"/>
                  <a:pt x="1066718" y="55105"/>
                  <a:pt x="1066559" y="54906"/>
                </a:cubicBezTo>
                <a:cubicBezTo>
                  <a:pt x="1066400" y="54708"/>
                  <a:pt x="1066321" y="54476"/>
                  <a:pt x="1066321" y="54212"/>
                </a:cubicBezTo>
                <a:lnTo>
                  <a:pt x="1066321" y="2024"/>
                </a:lnTo>
                <a:cubicBezTo>
                  <a:pt x="1066321" y="1759"/>
                  <a:pt x="1066400" y="1521"/>
                  <a:pt x="1066559" y="1310"/>
                </a:cubicBezTo>
                <a:cubicBezTo>
                  <a:pt x="1066718" y="1098"/>
                  <a:pt x="1066989" y="919"/>
                  <a:pt x="1067372" y="774"/>
                </a:cubicBezTo>
                <a:cubicBezTo>
                  <a:pt x="1067756" y="628"/>
                  <a:pt x="1068265" y="516"/>
                  <a:pt x="1068900" y="437"/>
                </a:cubicBezTo>
                <a:cubicBezTo>
                  <a:pt x="1069535" y="357"/>
                  <a:pt x="1070342" y="317"/>
                  <a:pt x="1071321" y="317"/>
                </a:cubicBezTo>
                <a:cubicBezTo>
                  <a:pt x="1072300" y="317"/>
                  <a:pt x="1073107" y="357"/>
                  <a:pt x="1073742" y="437"/>
                </a:cubicBezTo>
                <a:cubicBezTo>
                  <a:pt x="1074377" y="516"/>
                  <a:pt x="1074886" y="628"/>
                  <a:pt x="1075270" y="774"/>
                </a:cubicBezTo>
                <a:cubicBezTo>
                  <a:pt x="1075654" y="919"/>
                  <a:pt x="1075925" y="1097"/>
                  <a:pt x="1076084" y="1308"/>
                </a:cubicBezTo>
                <a:cubicBezTo>
                  <a:pt x="1076242" y="1519"/>
                  <a:pt x="1076322" y="1757"/>
                  <a:pt x="1076322" y="2022"/>
                </a:cubicBezTo>
                <a:lnTo>
                  <a:pt x="1076322" y="21555"/>
                </a:lnTo>
                <a:cubicBezTo>
                  <a:pt x="1078041" y="19860"/>
                  <a:pt x="1079794" y="18595"/>
                  <a:pt x="1081580" y="17761"/>
                </a:cubicBezTo>
                <a:cubicBezTo>
                  <a:pt x="1083366" y="16927"/>
                  <a:pt x="1085225" y="16510"/>
                  <a:pt x="1087156" y="16510"/>
                </a:cubicBezTo>
                <a:cubicBezTo>
                  <a:pt x="1089564" y="16510"/>
                  <a:pt x="1091594" y="16907"/>
                  <a:pt x="1093248" y="17701"/>
                </a:cubicBezTo>
                <a:cubicBezTo>
                  <a:pt x="1094901" y="18496"/>
                  <a:pt x="1096238" y="19582"/>
                  <a:pt x="1097256" y="20959"/>
                </a:cubicBezTo>
                <a:cubicBezTo>
                  <a:pt x="1098275" y="22336"/>
                  <a:pt x="1099009" y="23945"/>
                  <a:pt x="1099459" y="25786"/>
                </a:cubicBezTo>
                <a:cubicBezTo>
                  <a:pt x="1099909" y="27627"/>
                  <a:pt x="1100133" y="29858"/>
                  <a:pt x="1100133" y="32480"/>
                </a:cubicBezTo>
                <a:lnTo>
                  <a:pt x="1100133" y="54210"/>
                </a:lnTo>
                <a:close/>
                <a:moveTo>
                  <a:pt x="1129208" y="55561"/>
                </a:moveTo>
                <a:lnTo>
                  <a:pt x="1124922" y="68137"/>
                </a:lnTo>
                <a:cubicBezTo>
                  <a:pt x="1124684" y="68800"/>
                  <a:pt x="1124036" y="69277"/>
                  <a:pt x="1122978" y="69569"/>
                </a:cubicBezTo>
                <a:cubicBezTo>
                  <a:pt x="1121919" y="69861"/>
                  <a:pt x="1120372" y="70007"/>
                  <a:pt x="1118334" y="70007"/>
                </a:cubicBezTo>
                <a:cubicBezTo>
                  <a:pt x="1117276" y="70007"/>
                  <a:pt x="1116429" y="69960"/>
                  <a:pt x="1115794" y="69867"/>
                </a:cubicBezTo>
                <a:cubicBezTo>
                  <a:pt x="1115159" y="69774"/>
                  <a:pt x="1114683" y="69621"/>
                  <a:pt x="1114366" y="69409"/>
                </a:cubicBezTo>
                <a:cubicBezTo>
                  <a:pt x="1114048" y="69197"/>
                  <a:pt x="1113876" y="68932"/>
                  <a:pt x="1113850" y="68614"/>
                </a:cubicBezTo>
                <a:cubicBezTo>
                  <a:pt x="1113823" y="68296"/>
                  <a:pt x="1113903" y="67911"/>
                  <a:pt x="1114088" y="67459"/>
                </a:cubicBezTo>
                <a:lnTo>
                  <a:pt x="1118811" y="55561"/>
                </a:lnTo>
                <a:cubicBezTo>
                  <a:pt x="1118467" y="55402"/>
                  <a:pt x="1118156" y="55157"/>
                  <a:pt x="1117878" y="54827"/>
                </a:cubicBezTo>
                <a:cubicBezTo>
                  <a:pt x="1117600" y="54496"/>
                  <a:pt x="1117395" y="54145"/>
                  <a:pt x="1117263" y="53775"/>
                </a:cubicBezTo>
                <a:lnTo>
                  <a:pt x="1105079" y="21232"/>
                </a:lnTo>
                <a:cubicBezTo>
                  <a:pt x="1104735" y="20306"/>
                  <a:pt x="1104563" y="19598"/>
                  <a:pt x="1104563" y="19109"/>
                </a:cubicBezTo>
                <a:cubicBezTo>
                  <a:pt x="1104563" y="18620"/>
                  <a:pt x="1104722" y="18236"/>
                  <a:pt x="1105039" y="17958"/>
                </a:cubicBezTo>
                <a:cubicBezTo>
                  <a:pt x="1105357" y="17680"/>
                  <a:pt x="1105893" y="17488"/>
                  <a:pt x="1106647" y="17383"/>
                </a:cubicBezTo>
                <a:cubicBezTo>
                  <a:pt x="1107401" y="17277"/>
                  <a:pt x="1108399" y="17224"/>
                  <a:pt x="1109643" y="17224"/>
                </a:cubicBezTo>
                <a:cubicBezTo>
                  <a:pt x="1110781" y="17224"/>
                  <a:pt x="1111680" y="17244"/>
                  <a:pt x="1112342" y="17283"/>
                </a:cubicBezTo>
                <a:cubicBezTo>
                  <a:pt x="1113003" y="17323"/>
                  <a:pt x="1113519" y="17422"/>
                  <a:pt x="1113889" y="17581"/>
                </a:cubicBezTo>
                <a:cubicBezTo>
                  <a:pt x="1114260" y="17740"/>
                  <a:pt x="1114538" y="17985"/>
                  <a:pt x="1114723" y="18315"/>
                </a:cubicBezTo>
                <a:cubicBezTo>
                  <a:pt x="1114908" y="18646"/>
                  <a:pt x="1115093" y="19116"/>
                  <a:pt x="1115278" y="19724"/>
                </a:cubicBezTo>
                <a:lnTo>
                  <a:pt x="1123613" y="43417"/>
                </a:lnTo>
                <a:lnTo>
                  <a:pt x="1123732" y="43417"/>
                </a:lnTo>
                <a:lnTo>
                  <a:pt x="1131351" y="19248"/>
                </a:lnTo>
                <a:cubicBezTo>
                  <a:pt x="1131510" y="18560"/>
                  <a:pt x="1131715" y="18104"/>
                  <a:pt x="1131967" y="17879"/>
                </a:cubicBezTo>
                <a:cubicBezTo>
                  <a:pt x="1132218" y="17654"/>
                  <a:pt x="1132635" y="17488"/>
                  <a:pt x="1133217" y="17383"/>
                </a:cubicBezTo>
                <a:cubicBezTo>
                  <a:pt x="1133799" y="17277"/>
                  <a:pt x="1134817" y="17224"/>
                  <a:pt x="1136273" y="17224"/>
                </a:cubicBezTo>
                <a:cubicBezTo>
                  <a:pt x="1137410" y="17224"/>
                  <a:pt x="1138356" y="17277"/>
                  <a:pt x="1139110" y="17383"/>
                </a:cubicBezTo>
                <a:cubicBezTo>
                  <a:pt x="1139864" y="17488"/>
                  <a:pt x="1140420" y="17687"/>
                  <a:pt x="1140777" y="17978"/>
                </a:cubicBezTo>
                <a:cubicBezTo>
                  <a:pt x="1141134" y="18269"/>
                  <a:pt x="1141313" y="18659"/>
                  <a:pt x="1141313" y="19149"/>
                </a:cubicBezTo>
                <a:cubicBezTo>
                  <a:pt x="1141313" y="19638"/>
                  <a:pt x="1141207" y="20214"/>
                  <a:pt x="1140995" y="20875"/>
                </a:cubicBezTo>
                <a:lnTo>
                  <a:pt x="1129208" y="55561"/>
                </a:lnTo>
                <a:close/>
                <a:moveTo>
                  <a:pt x="1156424" y="51255"/>
                </a:moveTo>
                <a:cubicBezTo>
                  <a:pt x="1156424" y="53142"/>
                  <a:pt x="1156113" y="54397"/>
                  <a:pt x="1155491" y="55021"/>
                </a:cubicBezTo>
                <a:cubicBezTo>
                  <a:pt x="1154870" y="55646"/>
                  <a:pt x="1153739" y="55958"/>
                  <a:pt x="1152098" y="55958"/>
                </a:cubicBezTo>
                <a:cubicBezTo>
                  <a:pt x="1150511" y="55958"/>
                  <a:pt x="1149413" y="55652"/>
                  <a:pt x="1148804" y="55041"/>
                </a:cubicBezTo>
                <a:cubicBezTo>
                  <a:pt x="1148196" y="54430"/>
                  <a:pt x="1147891" y="53208"/>
                  <a:pt x="1147891" y="51374"/>
                </a:cubicBezTo>
                <a:cubicBezTo>
                  <a:pt x="1147891" y="49487"/>
                  <a:pt x="1148202" y="48232"/>
                  <a:pt x="1148824" y="47608"/>
                </a:cubicBezTo>
                <a:cubicBezTo>
                  <a:pt x="1149446" y="46983"/>
                  <a:pt x="1150577" y="46671"/>
                  <a:pt x="1152217" y="46671"/>
                </a:cubicBezTo>
                <a:cubicBezTo>
                  <a:pt x="1153805" y="46671"/>
                  <a:pt x="1154903" y="46977"/>
                  <a:pt x="1155511" y="47588"/>
                </a:cubicBezTo>
                <a:cubicBezTo>
                  <a:pt x="1156120" y="48199"/>
                  <a:pt x="1156424" y="49421"/>
                  <a:pt x="1156424" y="512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939D67-6EC6-44E4-92A0-D6188084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279" y="133179"/>
            <a:ext cx="451670" cy="175997"/>
          </a:xfrm>
          <a:custGeom xmlns:a="http://schemas.openxmlformats.org/drawingml/2006/main">
            <a:pathLst>
              <a:path w="451670" h="175997">
                <a:moveTo>
                  <a:pt x="0" y="0"/>
                </a:moveTo>
                <a:lnTo>
                  <a:pt x="451670" y="0"/>
                </a:lnTo>
                <a:lnTo>
                  <a:pt x="451670" y="175997"/>
                </a:lnTo>
                <a:lnTo>
                  <a:pt x="0" y="1759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38FDE-5174-443A-BE41-74321011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279" y="133179"/>
            <a:ext cx="451670" cy="175997"/>
          </a:xfrm>
          <a:custGeom xmlns:a="http://schemas.openxmlformats.org/drawingml/2006/main">
            <a:pathLst>
              <a:path w="451670" h="175997" fill="none">
                <a:moveTo>
                  <a:pt x="0" y="0"/>
                </a:moveTo>
                <a:lnTo>
                  <a:pt x="451670" y="0"/>
                </a:lnTo>
                <a:lnTo>
                  <a:pt x="451670" y="175997"/>
                </a:lnTo>
                <a:lnTo>
                  <a:pt x="0" y="1759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172C51"/>
            </a:solidFill>
            <a:miter/>
          </a:ln>
        </p:spPr>
      </p:sp>
      <p:sp>
        <p:nvSpPr>
          <p:cNvPr id="46" name="Text Prompt">
            <a:extLst xmlns:a="http://schemas.openxmlformats.org/drawingml/2006/main">
              <a:ext uri="{FF2B5EF4-FFF2-40B4-BE49-F238E27FC236}">
                <a16:creationId xmlns:a16="http://schemas.microsoft.com/office/drawing/2014/main" id="{24DB34D3-ACE6-4671-A407-98C275C9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71" y="186777"/>
            <a:ext cx="349276" cy="93920"/>
          </a:xfrm>
          <a:custGeom xmlns:a="http://schemas.openxmlformats.org/drawingml/2006/main">
            <a:pathLst>
              <a:path w="349276" h="93920">
                <a:moveTo>
                  <a:pt x="50189" y="22235"/>
                </a:moveTo>
                <a:cubicBezTo>
                  <a:pt x="50189" y="26347"/>
                  <a:pt x="49547" y="29987"/>
                  <a:pt x="48263" y="33156"/>
                </a:cubicBezTo>
                <a:cubicBezTo>
                  <a:pt x="46979" y="36324"/>
                  <a:pt x="45109" y="38993"/>
                  <a:pt x="42655" y="41162"/>
                </a:cubicBezTo>
                <a:cubicBezTo>
                  <a:pt x="40200" y="43330"/>
                  <a:pt x="37188" y="44980"/>
                  <a:pt x="33620" y="46112"/>
                </a:cubicBezTo>
                <a:cubicBezTo>
                  <a:pt x="30051" y="47244"/>
                  <a:pt x="25850" y="47810"/>
                  <a:pt x="21016" y="47810"/>
                </a:cubicBezTo>
                <a:lnTo>
                  <a:pt x="14898" y="47810"/>
                </a:lnTo>
                <a:lnTo>
                  <a:pt x="14898" y="71256"/>
                </a:lnTo>
                <a:cubicBezTo>
                  <a:pt x="14898" y="71635"/>
                  <a:pt x="14775" y="71976"/>
                  <a:pt x="14530" y="72279"/>
                </a:cubicBezTo>
                <a:cubicBezTo>
                  <a:pt x="14284" y="72581"/>
                  <a:pt x="13878" y="72827"/>
                  <a:pt x="13312" y="73017"/>
                </a:cubicBezTo>
                <a:cubicBezTo>
                  <a:pt x="12745" y="73206"/>
                  <a:pt x="11990" y="73357"/>
                  <a:pt x="11046" y="73470"/>
                </a:cubicBezTo>
                <a:cubicBezTo>
                  <a:pt x="10102" y="73584"/>
                  <a:pt x="8893" y="73640"/>
                  <a:pt x="7421" y="73640"/>
                </a:cubicBezTo>
                <a:cubicBezTo>
                  <a:pt x="5986" y="73640"/>
                  <a:pt x="4787" y="73584"/>
                  <a:pt x="3824" y="73470"/>
                </a:cubicBezTo>
                <a:cubicBezTo>
                  <a:pt x="2861" y="73357"/>
                  <a:pt x="2096" y="73206"/>
                  <a:pt x="1529" y="73017"/>
                </a:cubicBezTo>
                <a:cubicBezTo>
                  <a:pt x="963" y="72828"/>
                  <a:pt x="566" y="72583"/>
                  <a:pt x="340" y="72281"/>
                </a:cubicBezTo>
                <a:cubicBezTo>
                  <a:pt x="113" y="71979"/>
                  <a:pt x="0" y="71639"/>
                  <a:pt x="0" y="71261"/>
                </a:cubicBezTo>
                <a:lnTo>
                  <a:pt x="0" y="5325"/>
                </a:lnTo>
                <a:cubicBezTo>
                  <a:pt x="0" y="3550"/>
                  <a:pt x="463" y="2219"/>
                  <a:pt x="1388" y="1331"/>
                </a:cubicBezTo>
                <a:cubicBezTo>
                  <a:pt x="2313" y="444"/>
                  <a:pt x="3531" y="0"/>
                  <a:pt x="5042" y="0"/>
                </a:cubicBezTo>
                <a:lnTo>
                  <a:pt x="22319" y="0"/>
                </a:lnTo>
                <a:cubicBezTo>
                  <a:pt x="24056" y="0"/>
                  <a:pt x="25708" y="66"/>
                  <a:pt x="27275" y="198"/>
                </a:cubicBezTo>
                <a:cubicBezTo>
                  <a:pt x="28842" y="330"/>
                  <a:pt x="30721" y="614"/>
                  <a:pt x="32912" y="1048"/>
                </a:cubicBezTo>
                <a:cubicBezTo>
                  <a:pt x="35102" y="1481"/>
                  <a:pt x="37321" y="2282"/>
                  <a:pt x="39567" y="3452"/>
                </a:cubicBezTo>
                <a:cubicBezTo>
                  <a:pt x="41814" y="4621"/>
                  <a:pt x="43731" y="6102"/>
                  <a:pt x="45317" y="7893"/>
                </a:cubicBezTo>
                <a:cubicBezTo>
                  <a:pt x="46903" y="9685"/>
                  <a:pt x="48112" y="11778"/>
                  <a:pt x="48942" y="14174"/>
                </a:cubicBezTo>
                <a:cubicBezTo>
                  <a:pt x="49773" y="16568"/>
                  <a:pt x="50189" y="19256"/>
                  <a:pt x="50189" y="22235"/>
                </a:cubicBezTo>
                <a:moveTo>
                  <a:pt x="34611" y="23314"/>
                </a:moveTo>
                <a:cubicBezTo>
                  <a:pt x="34611" y="20763"/>
                  <a:pt x="34158" y="18663"/>
                  <a:pt x="33251" y="17013"/>
                </a:cubicBezTo>
                <a:cubicBezTo>
                  <a:pt x="32345" y="15362"/>
                  <a:pt x="31231" y="14143"/>
                  <a:pt x="29909" y="13356"/>
                </a:cubicBezTo>
                <a:cubicBezTo>
                  <a:pt x="28588" y="12569"/>
                  <a:pt x="27200" y="12072"/>
                  <a:pt x="25746" y="11866"/>
                </a:cubicBezTo>
                <a:cubicBezTo>
                  <a:pt x="24292" y="11659"/>
                  <a:pt x="22791" y="11556"/>
                  <a:pt x="21242" y="11556"/>
                </a:cubicBezTo>
                <a:lnTo>
                  <a:pt x="14898" y="11556"/>
                </a:lnTo>
                <a:lnTo>
                  <a:pt x="14898" y="36254"/>
                </a:lnTo>
                <a:lnTo>
                  <a:pt x="21582" y="36254"/>
                </a:lnTo>
                <a:cubicBezTo>
                  <a:pt x="23961" y="36254"/>
                  <a:pt x="25953" y="35935"/>
                  <a:pt x="27558" y="35298"/>
                </a:cubicBezTo>
                <a:cubicBezTo>
                  <a:pt x="29163" y="34659"/>
                  <a:pt x="30476" y="33768"/>
                  <a:pt x="31495" y="32625"/>
                </a:cubicBezTo>
                <a:cubicBezTo>
                  <a:pt x="32515" y="31481"/>
                  <a:pt x="33289" y="30112"/>
                  <a:pt x="33818" y="28518"/>
                </a:cubicBezTo>
                <a:cubicBezTo>
                  <a:pt x="34347" y="26924"/>
                  <a:pt x="34611" y="25189"/>
                  <a:pt x="34611" y="23314"/>
                </a:cubicBezTo>
                <a:close/>
                <a:moveTo>
                  <a:pt x="93443" y="25491"/>
                </a:moveTo>
                <a:cubicBezTo>
                  <a:pt x="93443" y="26850"/>
                  <a:pt x="93405" y="27964"/>
                  <a:pt x="93330" y="28833"/>
                </a:cubicBezTo>
                <a:cubicBezTo>
                  <a:pt x="93254" y="29702"/>
                  <a:pt x="93141" y="30381"/>
                  <a:pt x="92990" y="30872"/>
                </a:cubicBezTo>
                <a:cubicBezTo>
                  <a:pt x="92839" y="31363"/>
                  <a:pt x="92641" y="31703"/>
                  <a:pt x="92395" y="31892"/>
                </a:cubicBezTo>
                <a:cubicBezTo>
                  <a:pt x="92150" y="32081"/>
                  <a:pt x="91838" y="32175"/>
                  <a:pt x="91461" y="32175"/>
                </a:cubicBezTo>
                <a:cubicBezTo>
                  <a:pt x="91158" y="32175"/>
                  <a:pt x="90819" y="32109"/>
                  <a:pt x="90441" y="31977"/>
                </a:cubicBezTo>
                <a:cubicBezTo>
                  <a:pt x="90063" y="31845"/>
                  <a:pt x="89638" y="31703"/>
                  <a:pt x="89166" y="31552"/>
                </a:cubicBezTo>
                <a:cubicBezTo>
                  <a:pt x="88694" y="31401"/>
                  <a:pt x="88175" y="31259"/>
                  <a:pt x="87609" y="31127"/>
                </a:cubicBezTo>
                <a:cubicBezTo>
                  <a:pt x="87042" y="30995"/>
                  <a:pt x="86419" y="30929"/>
                  <a:pt x="85739" y="30929"/>
                </a:cubicBezTo>
                <a:cubicBezTo>
                  <a:pt x="84946" y="30929"/>
                  <a:pt x="84153" y="31091"/>
                  <a:pt x="83360" y="31414"/>
                </a:cubicBezTo>
                <a:cubicBezTo>
                  <a:pt x="82567" y="31736"/>
                  <a:pt x="81746" y="32239"/>
                  <a:pt x="80896" y="32924"/>
                </a:cubicBezTo>
                <a:cubicBezTo>
                  <a:pt x="80046" y="33608"/>
                  <a:pt x="79159" y="34521"/>
                  <a:pt x="78234" y="35661"/>
                </a:cubicBezTo>
                <a:cubicBezTo>
                  <a:pt x="77308" y="36801"/>
                  <a:pt x="76317" y="38207"/>
                  <a:pt x="75260" y="39879"/>
                </a:cubicBezTo>
                <a:lnTo>
                  <a:pt x="75260" y="71374"/>
                </a:lnTo>
                <a:cubicBezTo>
                  <a:pt x="75260" y="71752"/>
                  <a:pt x="75146" y="72082"/>
                  <a:pt x="74920" y="72366"/>
                </a:cubicBezTo>
                <a:cubicBezTo>
                  <a:pt x="74693" y="72649"/>
                  <a:pt x="74306" y="72885"/>
                  <a:pt x="73759" y="73074"/>
                </a:cubicBezTo>
                <a:cubicBezTo>
                  <a:pt x="73211" y="73263"/>
                  <a:pt x="72484" y="73404"/>
                  <a:pt x="71578" y="73499"/>
                </a:cubicBezTo>
                <a:cubicBezTo>
                  <a:pt x="70671" y="73593"/>
                  <a:pt x="69520" y="73640"/>
                  <a:pt x="68122" y="73640"/>
                </a:cubicBezTo>
                <a:cubicBezTo>
                  <a:pt x="66725" y="73640"/>
                  <a:pt x="65573" y="73593"/>
                  <a:pt x="64667" y="73499"/>
                </a:cubicBezTo>
                <a:cubicBezTo>
                  <a:pt x="63761" y="73404"/>
                  <a:pt x="63034" y="73263"/>
                  <a:pt x="62486" y="73074"/>
                </a:cubicBezTo>
                <a:cubicBezTo>
                  <a:pt x="61938" y="72885"/>
                  <a:pt x="61551" y="72649"/>
                  <a:pt x="61325" y="72366"/>
                </a:cubicBezTo>
                <a:cubicBezTo>
                  <a:pt x="61098" y="72082"/>
                  <a:pt x="60985" y="71752"/>
                  <a:pt x="60985" y="71374"/>
                </a:cubicBezTo>
                <a:lnTo>
                  <a:pt x="60985" y="20846"/>
                </a:lnTo>
                <a:cubicBezTo>
                  <a:pt x="60985" y="20468"/>
                  <a:pt x="61079" y="20138"/>
                  <a:pt x="61268" y="19855"/>
                </a:cubicBezTo>
                <a:cubicBezTo>
                  <a:pt x="61457" y="19571"/>
                  <a:pt x="61797" y="19335"/>
                  <a:pt x="62288" y="19146"/>
                </a:cubicBezTo>
                <a:cubicBezTo>
                  <a:pt x="62779" y="18958"/>
                  <a:pt x="63411" y="18816"/>
                  <a:pt x="64185" y="18722"/>
                </a:cubicBezTo>
                <a:cubicBezTo>
                  <a:pt x="64960" y="18627"/>
                  <a:pt x="65932" y="18580"/>
                  <a:pt x="67103" y="18580"/>
                </a:cubicBezTo>
                <a:cubicBezTo>
                  <a:pt x="68311" y="18580"/>
                  <a:pt x="69312" y="18627"/>
                  <a:pt x="70105" y="18722"/>
                </a:cubicBezTo>
                <a:cubicBezTo>
                  <a:pt x="70898" y="18816"/>
                  <a:pt x="71512" y="18958"/>
                  <a:pt x="71946" y="19146"/>
                </a:cubicBezTo>
                <a:cubicBezTo>
                  <a:pt x="72380" y="19335"/>
                  <a:pt x="72692" y="19571"/>
                  <a:pt x="72881" y="19855"/>
                </a:cubicBezTo>
                <a:cubicBezTo>
                  <a:pt x="73069" y="20138"/>
                  <a:pt x="73164" y="20468"/>
                  <a:pt x="73164" y="20846"/>
                </a:cubicBezTo>
                <a:lnTo>
                  <a:pt x="73164" y="27134"/>
                </a:lnTo>
                <a:cubicBezTo>
                  <a:pt x="74486" y="25234"/>
                  <a:pt x="75732" y="23666"/>
                  <a:pt x="76902" y="22432"/>
                </a:cubicBezTo>
                <a:cubicBezTo>
                  <a:pt x="78073" y="21198"/>
                  <a:pt x="79187" y="20220"/>
                  <a:pt x="80245" y="19499"/>
                </a:cubicBezTo>
                <a:cubicBezTo>
                  <a:pt x="81302" y="18777"/>
                  <a:pt x="82359" y="18273"/>
                  <a:pt x="83417" y="17989"/>
                </a:cubicBezTo>
                <a:cubicBezTo>
                  <a:pt x="84474" y="17703"/>
                  <a:pt x="85532" y="17560"/>
                  <a:pt x="86589" y="17560"/>
                </a:cubicBezTo>
                <a:cubicBezTo>
                  <a:pt x="87080" y="17560"/>
                  <a:pt x="87609" y="17589"/>
                  <a:pt x="88175" y="17645"/>
                </a:cubicBezTo>
                <a:cubicBezTo>
                  <a:pt x="88742" y="17702"/>
                  <a:pt x="89327" y="17796"/>
                  <a:pt x="89931" y="17929"/>
                </a:cubicBezTo>
                <a:cubicBezTo>
                  <a:pt x="90535" y="18061"/>
                  <a:pt x="91064" y="18212"/>
                  <a:pt x="91517" y="18382"/>
                </a:cubicBezTo>
                <a:cubicBezTo>
                  <a:pt x="91970" y="18552"/>
                  <a:pt x="92301" y="18731"/>
                  <a:pt x="92509" y="18920"/>
                </a:cubicBezTo>
                <a:cubicBezTo>
                  <a:pt x="92716" y="19109"/>
                  <a:pt x="92867" y="19316"/>
                  <a:pt x="92962" y="19543"/>
                </a:cubicBezTo>
                <a:cubicBezTo>
                  <a:pt x="93056" y="19770"/>
                  <a:pt x="93141" y="20081"/>
                  <a:pt x="93217" y="20478"/>
                </a:cubicBezTo>
                <a:cubicBezTo>
                  <a:pt x="93292" y="20874"/>
                  <a:pt x="93349" y="21469"/>
                  <a:pt x="93387" y="22262"/>
                </a:cubicBezTo>
                <a:cubicBezTo>
                  <a:pt x="93424" y="23055"/>
                  <a:pt x="93443" y="24131"/>
                  <a:pt x="93443" y="25491"/>
                </a:cubicBezTo>
                <a:close/>
                <a:moveTo>
                  <a:pt x="151675" y="45599"/>
                </a:moveTo>
                <a:cubicBezTo>
                  <a:pt x="151675" y="49913"/>
                  <a:pt x="151108" y="53849"/>
                  <a:pt x="149975" y="57406"/>
                </a:cubicBezTo>
                <a:cubicBezTo>
                  <a:pt x="148842" y="60963"/>
                  <a:pt x="147124" y="64028"/>
                  <a:pt x="144820" y="66600"/>
                </a:cubicBezTo>
                <a:cubicBezTo>
                  <a:pt x="142517" y="69173"/>
                  <a:pt x="139628" y="71160"/>
                  <a:pt x="136153" y="72560"/>
                </a:cubicBezTo>
                <a:cubicBezTo>
                  <a:pt x="132679" y="73960"/>
                  <a:pt x="128620" y="74660"/>
                  <a:pt x="123975" y="74660"/>
                </a:cubicBezTo>
                <a:cubicBezTo>
                  <a:pt x="119481" y="74660"/>
                  <a:pt x="115572" y="74036"/>
                  <a:pt x="112249" y="72787"/>
                </a:cubicBezTo>
                <a:cubicBezTo>
                  <a:pt x="108925" y="71538"/>
                  <a:pt x="106169" y="69722"/>
                  <a:pt x="103978" y="67338"/>
                </a:cubicBezTo>
                <a:cubicBezTo>
                  <a:pt x="101788" y="64954"/>
                  <a:pt x="100164" y="62022"/>
                  <a:pt x="99107" y="58540"/>
                </a:cubicBezTo>
                <a:cubicBezTo>
                  <a:pt x="98049" y="55059"/>
                  <a:pt x="97521" y="51086"/>
                  <a:pt x="97521" y="46622"/>
                </a:cubicBezTo>
                <a:cubicBezTo>
                  <a:pt x="97521" y="42307"/>
                  <a:pt x="98097" y="38362"/>
                  <a:pt x="99248" y="34786"/>
                </a:cubicBezTo>
                <a:cubicBezTo>
                  <a:pt x="100400" y="31210"/>
                  <a:pt x="102128" y="28146"/>
                  <a:pt x="104432" y="25592"/>
                </a:cubicBezTo>
                <a:cubicBezTo>
                  <a:pt x="106735" y="23038"/>
                  <a:pt x="109615" y="21061"/>
                  <a:pt x="113070" y="19662"/>
                </a:cubicBezTo>
                <a:cubicBezTo>
                  <a:pt x="116526" y="18261"/>
                  <a:pt x="120576" y="17560"/>
                  <a:pt x="125221" y="17560"/>
                </a:cubicBezTo>
                <a:cubicBezTo>
                  <a:pt x="129752" y="17560"/>
                  <a:pt x="133680" y="18175"/>
                  <a:pt x="137003" y="19405"/>
                </a:cubicBezTo>
                <a:cubicBezTo>
                  <a:pt x="140326" y="20635"/>
                  <a:pt x="143074" y="22441"/>
                  <a:pt x="145245" y="24825"/>
                </a:cubicBezTo>
                <a:cubicBezTo>
                  <a:pt x="147417" y="27209"/>
                  <a:pt x="149031" y="30142"/>
                  <a:pt x="150088" y="33623"/>
                </a:cubicBezTo>
                <a:cubicBezTo>
                  <a:pt x="151146" y="37105"/>
                  <a:pt x="151675" y="41096"/>
                  <a:pt x="151675" y="45599"/>
                </a:cubicBezTo>
                <a:moveTo>
                  <a:pt x="137003" y="46167"/>
                </a:moveTo>
                <a:cubicBezTo>
                  <a:pt x="137003" y="43674"/>
                  <a:pt x="136805" y="41380"/>
                  <a:pt x="136408" y="39284"/>
                </a:cubicBezTo>
                <a:cubicBezTo>
                  <a:pt x="136012" y="37188"/>
                  <a:pt x="135342" y="35366"/>
                  <a:pt x="134397" y="33818"/>
                </a:cubicBezTo>
                <a:cubicBezTo>
                  <a:pt x="133453" y="32270"/>
                  <a:pt x="132198" y="31061"/>
                  <a:pt x="130630" y="30193"/>
                </a:cubicBezTo>
                <a:cubicBezTo>
                  <a:pt x="129063" y="29324"/>
                  <a:pt x="127090" y="28890"/>
                  <a:pt x="124711" y="28890"/>
                </a:cubicBezTo>
                <a:cubicBezTo>
                  <a:pt x="122596" y="28890"/>
                  <a:pt x="120746" y="29277"/>
                  <a:pt x="119160" y="30051"/>
                </a:cubicBezTo>
                <a:cubicBezTo>
                  <a:pt x="117573" y="30825"/>
                  <a:pt x="116271" y="31958"/>
                  <a:pt x="115251" y="33450"/>
                </a:cubicBezTo>
                <a:cubicBezTo>
                  <a:pt x="114231" y="34941"/>
                  <a:pt x="113467" y="36735"/>
                  <a:pt x="112957" y="38831"/>
                </a:cubicBezTo>
                <a:cubicBezTo>
                  <a:pt x="112447" y="40927"/>
                  <a:pt x="112192" y="43316"/>
                  <a:pt x="112192" y="45997"/>
                </a:cubicBezTo>
                <a:cubicBezTo>
                  <a:pt x="112192" y="48489"/>
                  <a:pt x="112400" y="50783"/>
                  <a:pt x="112815" y="52879"/>
                </a:cubicBezTo>
                <a:cubicBezTo>
                  <a:pt x="113231" y="54975"/>
                  <a:pt x="113901" y="56797"/>
                  <a:pt x="114826" y="58346"/>
                </a:cubicBezTo>
                <a:cubicBezTo>
                  <a:pt x="115751" y="59894"/>
                  <a:pt x="117007" y="61093"/>
                  <a:pt x="118593" y="61943"/>
                </a:cubicBezTo>
                <a:cubicBezTo>
                  <a:pt x="120179" y="62792"/>
                  <a:pt x="122143" y="63217"/>
                  <a:pt x="124484" y="63217"/>
                </a:cubicBezTo>
                <a:cubicBezTo>
                  <a:pt x="126637" y="63217"/>
                  <a:pt x="128506" y="62830"/>
                  <a:pt x="130092" y="62056"/>
                </a:cubicBezTo>
                <a:cubicBezTo>
                  <a:pt x="131678" y="61282"/>
                  <a:pt x="132981" y="60158"/>
                  <a:pt x="134001" y="58686"/>
                </a:cubicBezTo>
                <a:cubicBezTo>
                  <a:pt x="135021" y="57213"/>
                  <a:pt x="135776" y="55428"/>
                  <a:pt x="136267" y="53333"/>
                </a:cubicBezTo>
                <a:cubicBezTo>
                  <a:pt x="136758" y="51237"/>
                  <a:pt x="137003" y="48848"/>
                  <a:pt x="137003" y="46167"/>
                </a:cubicBezTo>
                <a:close/>
                <a:moveTo>
                  <a:pt x="243491" y="71373"/>
                </a:moveTo>
                <a:cubicBezTo>
                  <a:pt x="243491" y="71750"/>
                  <a:pt x="243378" y="72081"/>
                  <a:pt x="243151" y="72366"/>
                </a:cubicBezTo>
                <a:cubicBezTo>
                  <a:pt x="242925" y="72649"/>
                  <a:pt x="242547" y="72885"/>
                  <a:pt x="242018" y="73074"/>
                </a:cubicBezTo>
                <a:cubicBezTo>
                  <a:pt x="241490" y="73263"/>
                  <a:pt x="240772" y="73404"/>
                  <a:pt x="239866" y="73499"/>
                </a:cubicBezTo>
                <a:cubicBezTo>
                  <a:pt x="238959" y="73593"/>
                  <a:pt x="237808" y="73640"/>
                  <a:pt x="236410" y="73640"/>
                </a:cubicBezTo>
                <a:cubicBezTo>
                  <a:pt x="234975" y="73640"/>
                  <a:pt x="233805" y="73593"/>
                  <a:pt x="232898" y="73499"/>
                </a:cubicBezTo>
                <a:cubicBezTo>
                  <a:pt x="231992" y="73404"/>
                  <a:pt x="231265" y="73263"/>
                  <a:pt x="230717" y="73074"/>
                </a:cubicBezTo>
                <a:cubicBezTo>
                  <a:pt x="230170" y="72885"/>
                  <a:pt x="229792" y="72649"/>
                  <a:pt x="229584" y="72366"/>
                </a:cubicBezTo>
                <a:cubicBezTo>
                  <a:pt x="229377" y="72082"/>
                  <a:pt x="229273" y="71752"/>
                  <a:pt x="229273" y="71374"/>
                </a:cubicBezTo>
                <a:lnTo>
                  <a:pt x="229273" y="41408"/>
                </a:lnTo>
                <a:cubicBezTo>
                  <a:pt x="229273" y="39709"/>
                  <a:pt x="229112" y="38161"/>
                  <a:pt x="228791" y="36763"/>
                </a:cubicBezTo>
                <a:cubicBezTo>
                  <a:pt x="228470" y="35366"/>
                  <a:pt x="227979" y="34167"/>
                  <a:pt x="227319" y="33166"/>
                </a:cubicBezTo>
                <a:cubicBezTo>
                  <a:pt x="226658" y="32166"/>
                  <a:pt x="225827" y="31392"/>
                  <a:pt x="224826" y="30844"/>
                </a:cubicBezTo>
                <a:cubicBezTo>
                  <a:pt x="223825" y="30296"/>
                  <a:pt x="222626" y="30023"/>
                  <a:pt x="221229" y="30023"/>
                </a:cubicBezTo>
                <a:cubicBezTo>
                  <a:pt x="219530" y="30023"/>
                  <a:pt x="217811" y="30683"/>
                  <a:pt x="216074" y="32005"/>
                </a:cubicBezTo>
                <a:cubicBezTo>
                  <a:pt x="214337" y="33327"/>
                  <a:pt x="212449" y="35253"/>
                  <a:pt x="210410" y="37783"/>
                </a:cubicBezTo>
                <a:lnTo>
                  <a:pt x="210410" y="71374"/>
                </a:lnTo>
                <a:cubicBezTo>
                  <a:pt x="210410" y="71752"/>
                  <a:pt x="210296" y="72082"/>
                  <a:pt x="210070" y="72366"/>
                </a:cubicBezTo>
                <a:cubicBezTo>
                  <a:pt x="209843" y="72649"/>
                  <a:pt x="209456" y="72885"/>
                  <a:pt x="208909" y="73074"/>
                </a:cubicBezTo>
                <a:cubicBezTo>
                  <a:pt x="208361" y="73263"/>
                  <a:pt x="207634" y="73404"/>
                  <a:pt x="206728" y="73499"/>
                </a:cubicBezTo>
                <a:cubicBezTo>
                  <a:pt x="205821" y="73593"/>
                  <a:pt x="204688" y="73640"/>
                  <a:pt x="203329" y="73640"/>
                </a:cubicBezTo>
                <a:cubicBezTo>
                  <a:pt x="201932" y="73640"/>
                  <a:pt x="200780" y="73593"/>
                  <a:pt x="199873" y="73499"/>
                </a:cubicBezTo>
                <a:cubicBezTo>
                  <a:pt x="198967" y="73404"/>
                  <a:pt x="198240" y="73263"/>
                  <a:pt x="197693" y="73074"/>
                </a:cubicBezTo>
                <a:cubicBezTo>
                  <a:pt x="197145" y="72885"/>
                  <a:pt x="196758" y="72649"/>
                  <a:pt x="196531" y="72366"/>
                </a:cubicBezTo>
                <a:cubicBezTo>
                  <a:pt x="196305" y="72082"/>
                  <a:pt x="196191" y="71752"/>
                  <a:pt x="196191" y="71374"/>
                </a:cubicBezTo>
                <a:lnTo>
                  <a:pt x="196191" y="41408"/>
                </a:lnTo>
                <a:cubicBezTo>
                  <a:pt x="196191" y="39709"/>
                  <a:pt x="196031" y="38161"/>
                  <a:pt x="195710" y="36763"/>
                </a:cubicBezTo>
                <a:cubicBezTo>
                  <a:pt x="195389" y="35366"/>
                  <a:pt x="194907" y="34167"/>
                  <a:pt x="194265" y="33166"/>
                </a:cubicBezTo>
                <a:cubicBezTo>
                  <a:pt x="193623" y="32166"/>
                  <a:pt x="192793" y="31392"/>
                  <a:pt x="191773" y="30844"/>
                </a:cubicBezTo>
                <a:cubicBezTo>
                  <a:pt x="190753" y="30296"/>
                  <a:pt x="189564" y="30023"/>
                  <a:pt x="188204" y="30023"/>
                </a:cubicBezTo>
                <a:cubicBezTo>
                  <a:pt x="186467" y="30023"/>
                  <a:pt x="184730" y="30683"/>
                  <a:pt x="182993" y="32005"/>
                </a:cubicBezTo>
                <a:cubicBezTo>
                  <a:pt x="181256" y="33327"/>
                  <a:pt x="179386" y="35253"/>
                  <a:pt x="177385" y="37783"/>
                </a:cubicBezTo>
                <a:lnTo>
                  <a:pt x="177385" y="71374"/>
                </a:lnTo>
                <a:cubicBezTo>
                  <a:pt x="177385" y="71752"/>
                  <a:pt x="177272" y="72082"/>
                  <a:pt x="177045" y="72366"/>
                </a:cubicBezTo>
                <a:cubicBezTo>
                  <a:pt x="176818" y="72649"/>
                  <a:pt x="176431" y="72885"/>
                  <a:pt x="175884" y="73074"/>
                </a:cubicBezTo>
                <a:cubicBezTo>
                  <a:pt x="175336" y="73263"/>
                  <a:pt x="174609" y="73404"/>
                  <a:pt x="173703" y="73499"/>
                </a:cubicBezTo>
                <a:cubicBezTo>
                  <a:pt x="172796" y="73593"/>
                  <a:pt x="171645" y="73640"/>
                  <a:pt x="170247" y="73640"/>
                </a:cubicBezTo>
                <a:cubicBezTo>
                  <a:pt x="168850" y="73640"/>
                  <a:pt x="167698" y="73593"/>
                  <a:pt x="166792" y="73499"/>
                </a:cubicBezTo>
                <a:cubicBezTo>
                  <a:pt x="165886" y="73404"/>
                  <a:pt x="165159" y="73263"/>
                  <a:pt x="164611" y="73074"/>
                </a:cubicBezTo>
                <a:cubicBezTo>
                  <a:pt x="164063" y="72885"/>
                  <a:pt x="163676" y="72649"/>
                  <a:pt x="163450" y="72366"/>
                </a:cubicBezTo>
                <a:cubicBezTo>
                  <a:pt x="163223" y="72082"/>
                  <a:pt x="163110" y="71752"/>
                  <a:pt x="163110" y="71374"/>
                </a:cubicBezTo>
                <a:lnTo>
                  <a:pt x="163110" y="20846"/>
                </a:lnTo>
                <a:cubicBezTo>
                  <a:pt x="163110" y="20468"/>
                  <a:pt x="163204" y="20138"/>
                  <a:pt x="163393" y="19855"/>
                </a:cubicBezTo>
                <a:cubicBezTo>
                  <a:pt x="163582" y="19571"/>
                  <a:pt x="163922" y="19335"/>
                  <a:pt x="164413" y="19146"/>
                </a:cubicBezTo>
                <a:cubicBezTo>
                  <a:pt x="164904" y="18958"/>
                  <a:pt x="165536" y="18816"/>
                  <a:pt x="166310" y="18722"/>
                </a:cubicBezTo>
                <a:cubicBezTo>
                  <a:pt x="167085" y="18627"/>
                  <a:pt x="168057" y="18580"/>
                  <a:pt x="169228" y="18580"/>
                </a:cubicBezTo>
                <a:cubicBezTo>
                  <a:pt x="170436" y="18580"/>
                  <a:pt x="171437" y="18627"/>
                  <a:pt x="172230" y="18722"/>
                </a:cubicBezTo>
                <a:cubicBezTo>
                  <a:pt x="173023" y="18816"/>
                  <a:pt x="173637" y="18958"/>
                  <a:pt x="174071" y="19146"/>
                </a:cubicBezTo>
                <a:cubicBezTo>
                  <a:pt x="174505" y="19335"/>
                  <a:pt x="174817" y="19571"/>
                  <a:pt x="175006" y="19855"/>
                </a:cubicBezTo>
                <a:cubicBezTo>
                  <a:pt x="175194" y="20138"/>
                  <a:pt x="175289" y="20468"/>
                  <a:pt x="175289" y="20846"/>
                </a:cubicBezTo>
                <a:lnTo>
                  <a:pt x="175289" y="26680"/>
                </a:lnTo>
                <a:cubicBezTo>
                  <a:pt x="178083" y="23640"/>
                  <a:pt x="180869" y="21360"/>
                  <a:pt x="183644" y="19840"/>
                </a:cubicBezTo>
                <a:cubicBezTo>
                  <a:pt x="186420" y="18320"/>
                  <a:pt x="189318" y="17560"/>
                  <a:pt x="192339" y="17560"/>
                </a:cubicBezTo>
                <a:cubicBezTo>
                  <a:pt x="194416" y="17560"/>
                  <a:pt x="196286" y="17779"/>
                  <a:pt x="197947" y="18217"/>
                </a:cubicBezTo>
                <a:cubicBezTo>
                  <a:pt x="199609" y="18654"/>
                  <a:pt x="201091" y="19280"/>
                  <a:pt x="202394" y="20097"/>
                </a:cubicBezTo>
                <a:cubicBezTo>
                  <a:pt x="203697" y="20914"/>
                  <a:pt x="204821" y="21892"/>
                  <a:pt x="205765" y="23032"/>
                </a:cubicBezTo>
                <a:cubicBezTo>
                  <a:pt x="206709" y="24172"/>
                  <a:pt x="207502" y="25445"/>
                  <a:pt x="208144" y="26850"/>
                </a:cubicBezTo>
                <a:cubicBezTo>
                  <a:pt x="209654" y="25217"/>
                  <a:pt x="211137" y="23812"/>
                  <a:pt x="212591" y="22634"/>
                </a:cubicBezTo>
                <a:cubicBezTo>
                  <a:pt x="214044" y="21455"/>
                  <a:pt x="215480" y="20495"/>
                  <a:pt x="216896" y="19755"/>
                </a:cubicBezTo>
                <a:cubicBezTo>
                  <a:pt x="218312" y="19014"/>
                  <a:pt x="219728" y="18463"/>
                  <a:pt x="221144" y="18102"/>
                </a:cubicBezTo>
                <a:cubicBezTo>
                  <a:pt x="222560" y="17741"/>
                  <a:pt x="224005" y="17560"/>
                  <a:pt x="225478" y="17560"/>
                </a:cubicBezTo>
                <a:cubicBezTo>
                  <a:pt x="228839" y="17560"/>
                  <a:pt x="231671" y="18127"/>
                  <a:pt x="233975" y="19262"/>
                </a:cubicBezTo>
                <a:cubicBezTo>
                  <a:pt x="236278" y="20396"/>
                  <a:pt x="238138" y="21936"/>
                  <a:pt x="239554" y="23884"/>
                </a:cubicBezTo>
                <a:cubicBezTo>
                  <a:pt x="240970" y="25830"/>
                  <a:pt x="241981" y="28107"/>
                  <a:pt x="242585" y="30716"/>
                </a:cubicBezTo>
                <a:cubicBezTo>
                  <a:pt x="243189" y="33325"/>
                  <a:pt x="243491" y="36084"/>
                  <a:pt x="243491" y="38994"/>
                </a:cubicBezTo>
                <a:lnTo>
                  <a:pt x="243491" y="71373"/>
                </a:lnTo>
                <a:close/>
                <a:moveTo>
                  <a:pt x="308412" y="45372"/>
                </a:moveTo>
                <a:cubicBezTo>
                  <a:pt x="308412" y="49875"/>
                  <a:pt x="307931" y="53934"/>
                  <a:pt x="306968" y="57547"/>
                </a:cubicBezTo>
                <a:cubicBezTo>
                  <a:pt x="306005" y="61161"/>
                  <a:pt x="304598" y="64235"/>
                  <a:pt x="302747" y="66770"/>
                </a:cubicBezTo>
                <a:cubicBezTo>
                  <a:pt x="300897" y="69305"/>
                  <a:pt x="298593" y="71254"/>
                  <a:pt x="295837" y="72617"/>
                </a:cubicBezTo>
                <a:cubicBezTo>
                  <a:pt x="293080" y="73979"/>
                  <a:pt x="289927" y="74660"/>
                  <a:pt x="286377" y="74660"/>
                </a:cubicBezTo>
                <a:cubicBezTo>
                  <a:pt x="284904" y="74660"/>
                  <a:pt x="283554" y="74518"/>
                  <a:pt x="282326" y="74233"/>
                </a:cubicBezTo>
                <a:cubicBezTo>
                  <a:pt x="281099" y="73950"/>
                  <a:pt x="279910" y="73515"/>
                  <a:pt x="278758" y="72929"/>
                </a:cubicBezTo>
                <a:cubicBezTo>
                  <a:pt x="277606" y="72342"/>
                  <a:pt x="276464" y="71614"/>
                  <a:pt x="275331" y="70744"/>
                </a:cubicBezTo>
                <a:cubicBezTo>
                  <a:pt x="274198" y="69873"/>
                  <a:pt x="273027" y="68851"/>
                  <a:pt x="271819" y="67678"/>
                </a:cubicBezTo>
                <a:lnTo>
                  <a:pt x="271819" y="91482"/>
                </a:lnTo>
                <a:cubicBezTo>
                  <a:pt x="271819" y="91860"/>
                  <a:pt x="271705" y="92200"/>
                  <a:pt x="271479" y="92502"/>
                </a:cubicBezTo>
                <a:cubicBezTo>
                  <a:pt x="271252" y="92805"/>
                  <a:pt x="270865" y="93061"/>
                  <a:pt x="270317" y="93268"/>
                </a:cubicBezTo>
                <a:cubicBezTo>
                  <a:pt x="269770" y="93476"/>
                  <a:pt x="269043" y="93636"/>
                  <a:pt x="268137" y="93750"/>
                </a:cubicBezTo>
                <a:cubicBezTo>
                  <a:pt x="267230" y="93863"/>
                  <a:pt x="266078" y="93920"/>
                  <a:pt x="264681" y="93920"/>
                </a:cubicBezTo>
                <a:cubicBezTo>
                  <a:pt x="263284" y="93920"/>
                  <a:pt x="262132" y="93863"/>
                  <a:pt x="261226" y="93750"/>
                </a:cubicBezTo>
                <a:cubicBezTo>
                  <a:pt x="260319" y="93636"/>
                  <a:pt x="259592" y="93476"/>
                  <a:pt x="259045" y="93268"/>
                </a:cubicBezTo>
                <a:cubicBezTo>
                  <a:pt x="258497" y="93061"/>
                  <a:pt x="258110" y="92805"/>
                  <a:pt x="257884" y="92502"/>
                </a:cubicBezTo>
                <a:cubicBezTo>
                  <a:pt x="257657" y="92200"/>
                  <a:pt x="257544" y="91860"/>
                  <a:pt x="257544" y="91482"/>
                </a:cubicBezTo>
                <a:lnTo>
                  <a:pt x="257544" y="20848"/>
                </a:lnTo>
                <a:cubicBezTo>
                  <a:pt x="257544" y="20470"/>
                  <a:pt x="257638" y="20140"/>
                  <a:pt x="257827" y="19856"/>
                </a:cubicBezTo>
                <a:cubicBezTo>
                  <a:pt x="258016" y="19572"/>
                  <a:pt x="258346" y="19335"/>
                  <a:pt x="258818" y="19146"/>
                </a:cubicBezTo>
                <a:cubicBezTo>
                  <a:pt x="259290" y="18958"/>
                  <a:pt x="259913" y="18816"/>
                  <a:pt x="260688" y="18722"/>
                </a:cubicBezTo>
                <a:cubicBezTo>
                  <a:pt x="261462" y="18627"/>
                  <a:pt x="262434" y="18580"/>
                  <a:pt x="263605" y="18580"/>
                </a:cubicBezTo>
                <a:cubicBezTo>
                  <a:pt x="264738" y="18580"/>
                  <a:pt x="265691" y="18627"/>
                  <a:pt x="266465" y="18722"/>
                </a:cubicBezTo>
                <a:cubicBezTo>
                  <a:pt x="267240" y="18815"/>
                  <a:pt x="267863" y="18956"/>
                  <a:pt x="268335" y="19145"/>
                </a:cubicBezTo>
                <a:cubicBezTo>
                  <a:pt x="268807" y="19332"/>
                  <a:pt x="269137" y="19567"/>
                  <a:pt x="269326" y="19849"/>
                </a:cubicBezTo>
                <a:cubicBezTo>
                  <a:pt x="269515" y="20130"/>
                  <a:pt x="269609" y="20459"/>
                  <a:pt x="269609" y="20835"/>
                </a:cubicBezTo>
                <a:lnTo>
                  <a:pt x="269609" y="26755"/>
                </a:lnTo>
                <a:cubicBezTo>
                  <a:pt x="271082" y="25242"/>
                  <a:pt x="272527" y="23908"/>
                  <a:pt x="273943" y="22754"/>
                </a:cubicBezTo>
                <a:cubicBezTo>
                  <a:pt x="275359" y="21600"/>
                  <a:pt x="276803" y="20635"/>
                  <a:pt x="278276" y="19860"/>
                </a:cubicBezTo>
                <a:cubicBezTo>
                  <a:pt x="279749" y="19083"/>
                  <a:pt x="281269" y="18506"/>
                  <a:pt x="282836" y="18129"/>
                </a:cubicBezTo>
                <a:cubicBezTo>
                  <a:pt x="284404" y="17750"/>
                  <a:pt x="286075" y="17560"/>
                  <a:pt x="287849" y="17560"/>
                </a:cubicBezTo>
                <a:cubicBezTo>
                  <a:pt x="291550" y="17560"/>
                  <a:pt x="294704" y="18289"/>
                  <a:pt x="297309" y="19747"/>
                </a:cubicBezTo>
                <a:cubicBezTo>
                  <a:pt x="299915" y="21203"/>
                  <a:pt x="302039" y="23198"/>
                  <a:pt x="303682" y="25733"/>
                </a:cubicBezTo>
                <a:cubicBezTo>
                  <a:pt x="305325" y="28268"/>
                  <a:pt x="306524" y="31220"/>
                  <a:pt x="307279" y="34588"/>
                </a:cubicBezTo>
                <a:cubicBezTo>
                  <a:pt x="308034" y="37956"/>
                  <a:pt x="308412" y="41551"/>
                  <a:pt x="308412" y="45372"/>
                </a:cubicBezTo>
                <a:moveTo>
                  <a:pt x="293571" y="46422"/>
                </a:moveTo>
                <a:cubicBezTo>
                  <a:pt x="293571" y="44266"/>
                  <a:pt x="293410" y="42194"/>
                  <a:pt x="293089" y="40208"/>
                </a:cubicBezTo>
                <a:cubicBezTo>
                  <a:pt x="292768" y="38222"/>
                  <a:pt x="292221" y="36454"/>
                  <a:pt x="291447" y="34903"/>
                </a:cubicBezTo>
                <a:cubicBezTo>
                  <a:pt x="290672" y="33352"/>
                  <a:pt x="289653" y="32114"/>
                  <a:pt x="288388" y="31187"/>
                </a:cubicBezTo>
                <a:cubicBezTo>
                  <a:pt x="287123" y="30260"/>
                  <a:pt x="285546" y="29796"/>
                  <a:pt x="283658" y="29796"/>
                </a:cubicBezTo>
                <a:cubicBezTo>
                  <a:pt x="282714" y="29796"/>
                  <a:pt x="281779" y="29938"/>
                  <a:pt x="280854" y="30221"/>
                </a:cubicBezTo>
                <a:cubicBezTo>
                  <a:pt x="279928" y="30503"/>
                  <a:pt x="278984" y="30964"/>
                  <a:pt x="278021" y="31605"/>
                </a:cubicBezTo>
                <a:cubicBezTo>
                  <a:pt x="277058" y="32246"/>
                  <a:pt x="276067" y="33076"/>
                  <a:pt x="275047" y="34094"/>
                </a:cubicBezTo>
                <a:cubicBezTo>
                  <a:pt x="274028" y="35111"/>
                  <a:pt x="272951" y="36373"/>
                  <a:pt x="271819" y="37880"/>
                </a:cubicBezTo>
                <a:lnTo>
                  <a:pt x="271819" y="54566"/>
                </a:lnTo>
                <a:cubicBezTo>
                  <a:pt x="273820" y="57110"/>
                  <a:pt x="275727" y="59074"/>
                  <a:pt x="277540" y="60459"/>
                </a:cubicBezTo>
                <a:cubicBezTo>
                  <a:pt x="279353" y="61845"/>
                  <a:pt x="281241" y="62538"/>
                  <a:pt x="283204" y="62538"/>
                </a:cubicBezTo>
                <a:cubicBezTo>
                  <a:pt x="285055" y="62538"/>
                  <a:pt x="286632" y="62065"/>
                  <a:pt x="287934" y="61120"/>
                </a:cubicBezTo>
                <a:cubicBezTo>
                  <a:pt x="289237" y="60173"/>
                  <a:pt x="290304" y="58934"/>
                  <a:pt x="291135" y="57402"/>
                </a:cubicBezTo>
                <a:cubicBezTo>
                  <a:pt x="291966" y="55870"/>
                  <a:pt x="292579" y="54140"/>
                  <a:pt x="292976" y="52210"/>
                </a:cubicBezTo>
                <a:cubicBezTo>
                  <a:pt x="293373" y="50281"/>
                  <a:pt x="293571" y="48351"/>
                  <a:pt x="293571" y="46422"/>
                </a:cubicBezTo>
                <a:close/>
                <a:moveTo>
                  <a:pt x="349276" y="66351"/>
                </a:moveTo>
                <a:cubicBezTo>
                  <a:pt x="349276" y="68020"/>
                  <a:pt x="349172" y="69302"/>
                  <a:pt x="348964" y="70194"/>
                </a:cubicBezTo>
                <a:cubicBezTo>
                  <a:pt x="348756" y="71085"/>
                  <a:pt x="348483" y="71711"/>
                  <a:pt x="348143" y="72072"/>
                </a:cubicBezTo>
                <a:cubicBezTo>
                  <a:pt x="347803" y="72432"/>
                  <a:pt x="347302" y="72754"/>
                  <a:pt x="346642" y="73038"/>
                </a:cubicBezTo>
                <a:cubicBezTo>
                  <a:pt x="345981" y="73323"/>
                  <a:pt x="345206" y="73569"/>
                  <a:pt x="344319" y="73778"/>
                </a:cubicBezTo>
                <a:cubicBezTo>
                  <a:pt x="343432" y="73987"/>
                  <a:pt x="342469" y="74148"/>
                  <a:pt x="341430" y="74262"/>
                </a:cubicBezTo>
                <a:cubicBezTo>
                  <a:pt x="340392" y="74376"/>
                  <a:pt x="339344" y="74433"/>
                  <a:pt x="338286" y="74433"/>
                </a:cubicBezTo>
                <a:cubicBezTo>
                  <a:pt x="335454" y="74433"/>
                  <a:pt x="332999" y="74075"/>
                  <a:pt x="330922" y="73357"/>
                </a:cubicBezTo>
                <a:cubicBezTo>
                  <a:pt x="328845" y="72640"/>
                  <a:pt x="327127" y="71535"/>
                  <a:pt x="325767" y="70043"/>
                </a:cubicBezTo>
                <a:cubicBezTo>
                  <a:pt x="324408" y="68552"/>
                  <a:pt x="323407" y="66673"/>
                  <a:pt x="322765" y="64407"/>
                </a:cubicBezTo>
                <a:cubicBezTo>
                  <a:pt x="322123" y="62141"/>
                  <a:pt x="321802" y="59460"/>
                  <a:pt x="321802" y="56363"/>
                </a:cubicBezTo>
                <a:lnTo>
                  <a:pt x="321802" y="30476"/>
                </a:lnTo>
                <a:lnTo>
                  <a:pt x="315741" y="30476"/>
                </a:lnTo>
                <a:cubicBezTo>
                  <a:pt x="315023" y="30476"/>
                  <a:pt x="314476" y="30032"/>
                  <a:pt x="314098" y="29145"/>
                </a:cubicBezTo>
                <a:cubicBezTo>
                  <a:pt x="313721" y="28257"/>
                  <a:pt x="313532" y="26775"/>
                  <a:pt x="313532" y="24698"/>
                </a:cubicBezTo>
                <a:cubicBezTo>
                  <a:pt x="313532" y="23603"/>
                  <a:pt x="313579" y="22677"/>
                  <a:pt x="313673" y="21922"/>
                </a:cubicBezTo>
                <a:cubicBezTo>
                  <a:pt x="313768" y="21167"/>
                  <a:pt x="313909" y="20572"/>
                  <a:pt x="314098" y="20138"/>
                </a:cubicBezTo>
                <a:cubicBezTo>
                  <a:pt x="314287" y="19703"/>
                  <a:pt x="314523" y="19392"/>
                  <a:pt x="314806" y="19203"/>
                </a:cubicBezTo>
                <a:cubicBezTo>
                  <a:pt x="315089" y="19014"/>
                  <a:pt x="315420" y="18920"/>
                  <a:pt x="315798" y="18920"/>
                </a:cubicBezTo>
                <a:lnTo>
                  <a:pt x="321802" y="18920"/>
                </a:lnTo>
                <a:lnTo>
                  <a:pt x="321802" y="7601"/>
                </a:lnTo>
                <a:cubicBezTo>
                  <a:pt x="321802" y="7221"/>
                  <a:pt x="321906" y="6880"/>
                  <a:pt x="322114" y="6576"/>
                </a:cubicBezTo>
                <a:cubicBezTo>
                  <a:pt x="322321" y="6273"/>
                  <a:pt x="322699" y="6017"/>
                  <a:pt x="323247" y="5810"/>
                </a:cubicBezTo>
                <a:cubicBezTo>
                  <a:pt x="323794" y="5601"/>
                  <a:pt x="324531" y="5449"/>
                  <a:pt x="325456" y="5355"/>
                </a:cubicBezTo>
                <a:cubicBezTo>
                  <a:pt x="326381" y="5259"/>
                  <a:pt x="327523" y="5211"/>
                  <a:pt x="328883" y="5211"/>
                </a:cubicBezTo>
                <a:cubicBezTo>
                  <a:pt x="330280" y="5211"/>
                  <a:pt x="331441" y="5259"/>
                  <a:pt x="332367" y="5355"/>
                </a:cubicBezTo>
                <a:cubicBezTo>
                  <a:pt x="333292" y="5449"/>
                  <a:pt x="334019" y="5601"/>
                  <a:pt x="334548" y="5810"/>
                </a:cubicBezTo>
                <a:cubicBezTo>
                  <a:pt x="335076" y="6017"/>
                  <a:pt x="335454" y="6273"/>
                  <a:pt x="335680" y="6576"/>
                </a:cubicBezTo>
                <a:cubicBezTo>
                  <a:pt x="335907" y="6880"/>
                  <a:pt x="336020" y="7221"/>
                  <a:pt x="336020" y="7601"/>
                </a:cubicBezTo>
                <a:lnTo>
                  <a:pt x="336020" y="18920"/>
                </a:lnTo>
                <a:lnTo>
                  <a:pt x="347010" y="18920"/>
                </a:lnTo>
                <a:cubicBezTo>
                  <a:pt x="347387" y="18920"/>
                  <a:pt x="347718" y="19014"/>
                  <a:pt x="348001" y="19203"/>
                </a:cubicBezTo>
                <a:cubicBezTo>
                  <a:pt x="348284" y="19392"/>
                  <a:pt x="348520" y="19703"/>
                  <a:pt x="348709" y="20138"/>
                </a:cubicBezTo>
                <a:cubicBezTo>
                  <a:pt x="348898" y="20572"/>
                  <a:pt x="349040" y="21167"/>
                  <a:pt x="349134" y="21922"/>
                </a:cubicBezTo>
                <a:cubicBezTo>
                  <a:pt x="349228" y="22677"/>
                  <a:pt x="349276" y="23603"/>
                  <a:pt x="349276" y="24698"/>
                </a:cubicBezTo>
                <a:cubicBezTo>
                  <a:pt x="349276" y="26775"/>
                  <a:pt x="349087" y="28257"/>
                  <a:pt x="348709" y="29145"/>
                </a:cubicBezTo>
                <a:cubicBezTo>
                  <a:pt x="348331" y="30032"/>
                  <a:pt x="347784" y="30476"/>
                  <a:pt x="347066" y="30476"/>
                </a:cubicBezTo>
                <a:lnTo>
                  <a:pt x="336020" y="30476"/>
                </a:lnTo>
                <a:lnTo>
                  <a:pt x="336020" y="54168"/>
                </a:lnTo>
                <a:cubicBezTo>
                  <a:pt x="336020" y="56920"/>
                  <a:pt x="336455" y="58984"/>
                  <a:pt x="337323" y="60360"/>
                </a:cubicBezTo>
                <a:cubicBezTo>
                  <a:pt x="338192" y="61736"/>
                  <a:pt x="339740" y="62424"/>
                  <a:pt x="341968" y="62424"/>
                </a:cubicBezTo>
                <a:cubicBezTo>
                  <a:pt x="342723" y="62424"/>
                  <a:pt x="343403" y="62358"/>
                  <a:pt x="344007" y="62226"/>
                </a:cubicBezTo>
                <a:cubicBezTo>
                  <a:pt x="344612" y="62094"/>
                  <a:pt x="345150" y="61943"/>
                  <a:pt x="345622" y="61773"/>
                </a:cubicBezTo>
                <a:cubicBezTo>
                  <a:pt x="346094" y="61603"/>
                  <a:pt x="346490" y="61452"/>
                  <a:pt x="346811" y="61320"/>
                </a:cubicBezTo>
                <a:cubicBezTo>
                  <a:pt x="347132" y="61188"/>
                  <a:pt x="347425" y="61121"/>
                  <a:pt x="347689" y="61121"/>
                </a:cubicBezTo>
                <a:cubicBezTo>
                  <a:pt x="347916" y="61121"/>
                  <a:pt x="348133" y="61188"/>
                  <a:pt x="348341" y="61320"/>
                </a:cubicBezTo>
                <a:cubicBezTo>
                  <a:pt x="348549" y="61452"/>
                  <a:pt x="348709" y="61717"/>
                  <a:pt x="348822" y="62115"/>
                </a:cubicBezTo>
                <a:cubicBezTo>
                  <a:pt x="348936" y="62511"/>
                  <a:pt x="349040" y="63051"/>
                  <a:pt x="349134" y="63734"/>
                </a:cubicBezTo>
                <a:cubicBezTo>
                  <a:pt x="349228" y="64416"/>
                  <a:pt x="349276" y="65288"/>
                  <a:pt x="349276" y="66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LLMhints">
            <a:extLst xmlns:a="http://schemas.openxmlformats.org/drawingml/2006/main">
              <a:ext uri="{FF2B5EF4-FFF2-40B4-BE49-F238E27FC236}">
                <a16:creationId xmlns:a16="http://schemas.microsoft.com/office/drawing/2014/main" id="{AE883D28-5C53-44F1-9836-F6C6F540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336" y="1999593"/>
            <a:ext cx="452901" cy="80211"/>
          </a:xfrm>
          <a:custGeom xmlns:a="http://schemas.openxmlformats.org/drawingml/2006/main">
            <a:pathLst>
              <a:path w="452901" h="80211">
                <a:moveTo>
                  <a:pt x="40276" y="72592"/>
                </a:moveTo>
                <a:cubicBezTo>
                  <a:pt x="40276" y="73730"/>
                  <a:pt x="40228" y="74688"/>
                  <a:pt x="40134" y="75465"/>
                </a:cubicBezTo>
                <a:cubicBezTo>
                  <a:pt x="40040" y="76243"/>
                  <a:pt x="39898" y="76888"/>
                  <a:pt x="39709" y="77400"/>
                </a:cubicBezTo>
                <a:cubicBezTo>
                  <a:pt x="39520" y="77912"/>
                  <a:pt x="39284" y="78282"/>
                  <a:pt x="39001" y="78510"/>
                </a:cubicBezTo>
                <a:cubicBezTo>
                  <a:pt x="38718" y="78738"/>
                  <a:pt x="38387" y="78852"/>
                  <a:pt x="38010" y="78852"/>
                </a:cubicBezTo>
                <a:lnTo>
                  <a:pt x="4418" y="78852"/>
                </a:lnTo>
                <a:cubicBezTo>
                  <a:pt x="3172" y="78852"/>
                  <a:pt x="2124" y="78484"/>
                  <a:pt x="1275" y="77747"/>
                </a:cubicBezTo>
                <a:cubicBezTo>
                  <a:pt x="425" y="77011"/>
                  <a:pt x="0" y="75812"/>
                  <a:pt x="0" y="74150"/>
                </a:cubicBezTo>
                <a:lnTo>
                  <a:pt x="0" y="7591"/>
                </a:lnTo>
                <a:cubicBezTo>
                  <a:pt x="0" y="7213"/>
                  <a:pt x="123" y="6873"/>
                  <a:pt x="368" y="6571"/>
                </a:cubicBezTo>
                <a:cubicBezTo>
                  <a:pt x="614" y="6269"/>
                  <a:pt x="1020" y="6023"/>
                  <a:pt x="1586" y="5835"/>
                </a:cubicBezTo>
                <a:cubicBezTo>
                  <a:pt x="2153" y="5646"/>
                  <a:pt x="2917" y="5495"/>
                  <a:pt x="3880" y="5381"/>
                </a:cubicBezTo>
                <a:cubicBezTo>
                  <a:pt x="4843" y="5268"/>
                  <a:pt x="6042" y="5211"/>
                  <a:pt x="7477" y="5211"/>
                </a:cubicBezTo>
                <a:cubicBezTo>
                  <a:pt x="8950" y="5211"/>
                  <a:pt x="10159" y="5268"/>
                  <a:pt x="11103" y="5381"/>
                </a:cubicBezTo>
                <a:cubicBezTo>
                  <a:pt x="12047" y="5495"/>
                  <a:pt x="12802" y="5646"/>
                  <a:pt x="13369" y="5835"/>
                </a:cubicBezTo>
                <a:cubicBezTo>
                  <a:pt x="13935" y="6023"/>
                  <a:pt x="14341" y="6269"/>
                  <a:pt x="14586" y="6571"/>
                </a:cubicBezTo>
                <a:cubicBezTo>
                  <a:pt x="14832" y="6872"/>
                  <a:pt x="14955" y="7211"/>
                  <a:pt x="14955" y="7589"/>
                </a:cubicBezTo>
                <a:lnTo>
                  <a:pt x="14955" y="66503"/>
                </a:lnTo>
                <a:lnTo>
                  <a:pt x="38010" y="66503"/>
                </a:lnTo>
                <a:cubicBezTo>
                  <a:pt x="38387" y="66503"/>
                  <a:pt x="38718" y="66607"/>
                  <a:pt x="39001" y="66816"/>
                </a:cubicBezTo>
                <a:cubicBezTo>
                  <a:pt x="39284" y="67025"/>
                  <a:pt x="39520" y="67367"/>
                  <a:pt x="39709" y="67841"/>
                </a:cubicBezTo>
                <a:cubicBezTo>
                  <a:pt x="39898" y="68314"/>
                  <a:pt x="40040" y="68940"/>
                  <a:pt x="40134" y="69718"/>
                </a:cubicBezTo>
                <a:cubicBezTo>
                  <a:pt x="40228" y="70495"/>
                  <a:pt x="40276" y="71453"/>
                  <a:pt x="40276" y="72592"/>
                </a:cubicBezTo>
                <a:close/>
                <a:moveTo>
                  <a:pt x="89581" y="72592"/>
                </a:moveTo>
                <a:cubicBezTo>
                  <a:pt x="89581" y="73730"/>
                  <a:pt x="89533" y="74688"/>
                  <a:pt x="89439" y="75465"/>
                </a:cubicBezTo>
                <a:cubicBezTo>
                  <a:pt x="89345" y="76243"/>
                  <a:pt x="89203" y="76888"/>
                  <a:pt x="89014" y="77400"/>
                </a:cubicBezTo>
                <a:cubicBezTo>
                  <a:pt x="88825" y="77912"/>
                  <a:pt x="88589" y="78282"/>
                  <a:pt x="88306" y="78510"/>
                </a:cubicBezTo>
                <a:cubicBezTo>
                  <a:pt x="88023" y="78738"/>
                  <a:pt x="87692" y="78852"/>
                  <a:pt x="87315" y="78852"/>
                </a:cubicBezTo>
                <a:lnTo>
                  <a:pt x="53723" y="78852"/>
                </a:lnTo>
                <a:cubicBezTo>
                  <a:pt x="52477" y="78852"/>
                  <a:pt x="51429" y="78484"/>
                  <a:pt x="50580" y="77747"/>
                </a:cubicBezTo>
                <a:cubicBezTo>
                  <a:pt x="49730" y="77011"/>
                  <a:pt x="49305" y="75812"/>
                  <a:pt x="49305" y="74150"/>
                </a:cubicBezTo>
                <a:lnTo>
                  <a:pt x="49305" y="7591"/>
                </a:lnTo>
                <a:cubicBezTo>
                  <a:pt x="49305" y="7213"/>
                  <a:pt x="49428" y="6873"/>
                  <a:pt x="49673" y="6571"/>
                </a:cubicBezTo>
                <a:cubicBezTo>
                  <a:pt x="49919" y="6269"/>
                  <a:pt x="50325" y="6023"/>
                  <a:pt x="50891" y="5835"/>
                </a:cubicBezTo>
                <a:cubicBezTo>
                  <a:pt x="51458" y="5646"/>
                  <a:pt x="52222" y="5495"/>
                  <a:pt x="53185" y="5381"/>
                </a:cubicBezTo>
                <a:cubicBezTo>
                  <a:pt x="54148" y="5268"/>
                  <a:pt x="55347" y="5211"/>
                  <a:pt x="56782" y="5211"/>
                </a:cubicBezTo>
                <a:cubicBezTo>
                  <a:pt x="58255" y="5211"/>
                  <a:pt x="59464" y="5268"/>
                  <a:pt x="60408" y="5381"/>
                </a:cubicBezTo>
                <a:cubicBezTo>
                  <a:pt x="61352" y="5495"/>
                  <a:pt x="62107" y="5646"/>
                  <a:pt x="62674" y="5835"/>
                </a:cubicBezTo>
                <a:cubicBezTo>
                  <a:pt x="63240" y="6023"/>
                  <a:pt x="63646" y="6269"/>
                  <a:pt x="63891" y="6571"/>
                </a:cubicBezTo>
                <a:cubicBezTo>
                  <a:pt x="64137" y="6872"/>
                  <a:pt x="64260" y="7211"/>
                  <a:pt x="64260" y="7589"/>
                </a:cubicBezTo>
                <a:lnTo>
                  <a:pt x="64260" y="66503"/>
                </a:lnTo>
                <a:lnTo>
                  <a:pt x="87315" y="66503"/>
                </a:lnTo>
                <a:cubicBezTo>
                  <a:pt x="87692" y="66503"/>
                  <a:pt x="88023" y="66607"/>
                  <a:pt x="88306" y="66816"/>
                </a:cubicBezTo>
                <a:cubicBezTo>
                  <a:pt x="88589" y="67025"/>
                  <a:pt x="88825" y="67367"/>
                  <a:pt x="89014" y="67841"/>
                </a:cubicBezTo>
                <a:cubicBezTo>
                  <a:pt x="89203" y="68314"/>
                  <a:pt x="89345" y="68940"/>
                  <a:pt x="89439" y="69718"/>
                </a:cubicBezTo>
                <a:cubicBezTo>
                  <a:pt x="89533" y="70495"/>
                  <a:pt x="89581" y="71453"/>
                  <a:pt x="89581" y="72592"/>
                </a:cubicBezTo>
                <a:close/>
                <a:moveTo>
                  <a:pt x="184033" y="76812"/>
                </a:moveTo>
                <a:cubicBezTo>
                  <a:pt x="184033" y="77190"/>
                  <a:pt x="183929" y="77530"/>
                  <a:pt x="183721" y="77832"/>
                </a:cubicBezTo>
                <a:cubicBezTo>
                  <a:pt x="183514" y="78134"/>
                  <a:pt x="183136" y="78380"/>
                  <a:pt x="182589" y="78569"/>
                </a:cubicBezTo>
                <a:cubicBezTo>
                  <a:pt x="182041" y="78757"/>
                  <a:pt x="181314" y="78908"/>
                  <a:pt x="180408" y="79022"/>
                </a:cubicBezTo>
                <a:cubicBezTo>
                  <a:pt x="179501" y="79135"/>
                  <a:pt x="178350" y="79192"/>
                  <a:pt x="176952" y="79192"/>
                </a:cubicBezTo>
                <a:cubicBezTo>
                  <a:pt x="175593" y="79192"/>
                  <a:pt x="174460" y="79135"/>
                  <a:pt x="173553" y="79022"/>
                </a:cubicBezTo>
                <a:cubicBezTo>
                  <a:pt x="172647" y="78908"/>
                  <a:pt x="171930" y="78757"/>
                  <a:pt x="171401" y="78569"/>
                </a:cubicBezTo>
                <a:cubicBezTo>
                  <a:pt x="170872" y="78380"/>
                  <a:pt x="170495" y="78135"/>
                  <a:pt x="170268" y="77834"/>
                </a:cubicBezTo>
                <a:cubicBezTo>
                  <a:pt x="170041" y="77532"/>
                  <a:pt x="169928" y="77192"/>
                  <a:pt x="169928" y="76814"/>
                </a:cubicBezTo>
                <a:lnTo>
                  <a:pt x="169928" y="17220"/>
                </a:lnTo>
                <a:lnTo>
                  <a:pt x="169815" y="17220"/>
                </a:lnTo>
                <a:lnTo>
                  <a:pt x="148572" y="76756"/>
                </a:lnTo>
                <a:cubicBezTo>
                  <a:pt x="148421" y="77247"/>
                  <a:pt x="148176" y="77653"/>
                  <a:pt x="147836" y="77974"/>
                </a:cubicBezTo>
                <a:cubicBezTo>
                  <a:pt x="147496" y="78295"/>
                  <a:pt x="147034" y="78550"/>
                  <a:pt x="146448" y="78738"/>
                </a:cubicBezTo>
                <a:cubicBezTo>
                  <a:pt x="145863" y="78927"/>
                  <a:pt x="145117" y="79050"/>
                  <a:pt x="144211" y="79107"/>
                </a:cubicBezTo>
                <a:cubicBezTo>
                  <a:pt x="143304" y="79163"/>
                  <a:pt x="142209" y="79192"/>
                  <a:pt x="140925" y="79192"/>
                </a:cubicBezTo>
                <a:cubicBezTo>
                  <a:pt x="139641" y="79192"/>
                  <a:pt x="138546" y="79144"/>
                  <a:pt x="137640" y="79050"/>
                </a:cubicBezTo>
                <a:cubicBezTo>
                  <a:pt x="136733" y="78956"/>
                  <a:pt x="135987" y="78805"/>
                  <a:pt x="135402" y="78597"/>
                </a:cubicBezTo>
                <a:cubicBezTo>
                  <a:pt x="134817" y="78389"/>
                  <a:pt x="134354" y="78134"/>
                  <a:pt x="134014" y="77832"/>
                </a:cubicBezTo>
                <a:cubicBezTo>
                  <a:pt x="133674" y="77530"/>
                  <a:pt x="133448" y="77171"/>
                  <a:pt x="133335" y="76756"/>
                </a:cubicBezTo>
                <a:lnTo>
                  <a:pt x="112829" y="17220"/>
                </a:lnTo>
                <a:lnTo>
                  <a:pt x="112715" y="17220"/>
                </a:lnTo>
                <a:lnTo>
                  <a:pt x="112715" y="76814"/>
                </a:lnTo>
                <a:cubicBezTo>
                  <a:pt x="112715" y="77192"/>
                  <a:pt x="112611" y="77532"/>
                  <a:pt x="112404" y="77834"/>
                </a:cubicBezTo>
                <a:cubicBezTo>
                  <a:pt x="112196" y="78135"/>
                  <a:pt x="111809" y="78380"/>
                  <a:pt x="111242" y="78569"/>
                </a:cubicBezTo>
                <a:cubicBezTo>
                  <a:pt x="110676" y="78757"/>
                  <a:pt x="109949" y="78908"/>
                  <a:pt x="109062" y="79022"/>
                </a:cubicBezTo>
                <a:cubicBezTo>
                  <a:pt x="108174" y="79135"/>
                  <a:pt x="107032" y="79192"/>
                  <a:pt x="105634" y="79192"/>
                </a:cubicBezTo>
                <a:cubicBezTo>
                  <a:pt x="104275" y="79192"/>
                  <a:pt x="103142" y="79135"/>
                  <a:pt x="102236" y="79022"/>
                </a:cubicBezTo>
                <a:cubicBezTo>
                  <a:pt x="101329" y="78908"/>
                  <a:pt x="100602" y="78757"/>
                  <a:pt x="100055" y="78569"/>
                </a:cubicBezTo>
                <a:cubicBezTo>
                  <a:pt x="99507" y="78380"/>
                  <a:pt x="99130" y="78134"/>
                  <a:pt x="98922" y="77832"/>
                </a:cubicBezTo>
                <a:cubicBezTo>
                  <a:pt x="98714" y="77530"/>
                  <a:pt x="98610" y="77190"/>
                  <a:pt x="98610" y="76812"/>
                </a:cubicBezTo>
                <a:lnTo>
                  <a:pt x="98610" y="11499"/>
                </a:lnTo>
                <a:cubicBezTo>
                  <a:pt x="98610" y="9573"/>
                  <a:pt x="99120" y="8100"/>
                  <a:pt x="100140" y="7081"/>
                </a:cubicBezTo>
                <a:cubicBezTo>
                  <a:pt x="101159" y="6061"/>
                  <a:pt x="102519" y="5551"/>
                  <a:pt x="104218" y="5551"/>
                </a:cubicBezTo>
                <a:lnTo>
                  <a:pt x="113961" y="5551"/>
                </a:lnTo>
                <a:cubicBezTo>
                  <a:pt x="115699" y="5551"/>
                  <a:pt x="117190" y="5693"/>
                  <a:pt x="118437" y="5976"/>
                </a:cubicBezTo>
                <a:cubicBezTo>
                  <a:pt x="119683" y="6259"/>
                  <a:pt x="120759" y="6731"/>
                  <a:pt x="121665" y="7392"/>
                </a:cubicBezTo>
                <a:cubicBezTo>
                  <a:pt x="122572" y="8053"/>
                  <a:pt x="123327" y="8922"/>
                  <a:pt x="123931" y="9998"/>
                </a:cubicBezTo>
                <a:cubicBezTo>
                  <a:pt x="124535" y="11074"/>
                  <a:pt x="125064" y="12406"/>
                  <a:pt x="125517" y="13992"/>
                </a:cubicBezTo>
                <a:lnTo>
                  <a:pt x="141378" y="57666"/>
                </a:lnTo>
                <a:lnTo>
                  <a:pt x="141605" y="57666"/>
                </a:lnTo>
                <a:lnTo>
                  <a:pt x="158032" y="14105"/>
                </a:lnTo>
                <a:cubicBezTo>
                  <a:pt x="158523" y="12519"/>
                  <a:pt x="159061" y="11178"/>
                  <a:pt x="159647" y="10083"/>
                </a:cubicBezTo>
                <a:cubicBezTo>
                  <a:pt x="160232" y="8988"/>
                  <a:pt x="160912" y="8100"/>
                  <a:pt x="161686" y="7421"/>
                </a:cubicBezTo>
                <a:cubicBezTo>
                  <a:pt x="162460" y="6741"/>
                  <a:pt x="163376" y="6259"/>
                  <a:pt x="164433" y="5976"/>
                </a:cubicBezTo>
                <a:cubicBezTo>
                  <a:pt x="165491" y="5693"/>
                  <a:pt x="166718" y="5551"/>
                  <a:pt x="168115" y="5551"/>
                </a:cubicBezTo>
                <a:lnTo>
                  <a:pt x="178142" y="5551"/>
                </a:lnTo>
                <a:cubicBezTo>
                  <a:pt x="179161" y="5551"/>
                  <a:pt x="180039" y="5684"/>
                  <a:pt x="180776" y="5948"/>
                </a:cubicBezTo>
                <a:cubicBezTo>
                  <a:pt x="181512" y="6212"/>
                  <a:pt x="182117" y="6599"/>
                  <a:pt x="182589" y="7109"/>
                </a:cubicBezTo>
                <a:cubicBezTo>
                  <a:pt x="183061" y="7619"/>
                  <a:pt x="183419" y="8242"/>
                  <a:pt x="183665" y="8978"/>
                </a:cubicBezTo>
                <a:cubicBezTo>
                  <a:pt x="183910" y="9715"/>
                  <a:pt x="184033" y="10555"/>
                  <a:pt x="184033" y="11499"/>
                </a:cubicBezTo>
                <a:lnTo>
                  <a:pt x="184033" y="76812"/>
                </a:lnTo>
                <a:close/>
                <a:moveTo>
                  <a:pt x="273149" y="76924"/>
                </a:moveTo>
                <a:cubicBezTo>
                  <a:pt x="273149" y="77302"/>
                  <a:pt x="273036" y="77633"/>
                  <a:pt x="272809" y="77917"/>
                </a:cubicBezTo>
                <a:cubicBezTo>
                  <a:pt x="272583" y="78200"/>
                  <a:pt x="272205" y="78436"/>
                  <a:pt x="271676" y="78625"/>
                </a:cubicBezTo>
                <a:cubicBezTo>
                  <a:pt x="271148" y="78814"/>
                  <a:pt x="270421" y="78956"/>
                  <a:pt x="269496" y="79050"/>
                </a:cubicBezTo>
                <a:cubicBezTo>
                  <a:pt x="268570" y="79144"/>
                  <a:pt x="267428" y="79192"/>
                  <a:pt x="266068" y="79192"/>
                </a:cubicBezTo>
                <a:cubicBezTo>
                  <a:pt x="264671" y="79192"/>
                  <a:pt x="263510" y="79144"/>
                  <a:pt x="262585" y="79050"/>
                </a:cubicBezTo>
                <a:cubicBezTo>
                  <a:pt x="261659" y="78956"/>
                  <a:pt x="260932" y="78814"/>
                  <a:pt x="260404" y="78625"/>
                </a:cubicBezTo>
                <a:cubicBezTo>
                  <a:pt x="259875" y="78436"/>
                  <a:pt x="259497" y="78200"/>
                  <a:pt x="259271" y="77917"/>
                </a:cubicBezTo>
                <a:cubicBezTo>
                  <a:pt x="259044" y="77634"/>
                  <a:pt x="258931" y="77303"/>
                  <a:pt x="258931" y="76926"/>
                </a:cubicBezTo>
                <a:lnTo>
                  <a:pt x="258931" y="48093"/>
                </a:lnTo>
                <a:cubicBezTo>
                  <a:pt x="258931" y="45638"/>
                  <a:pt x="258752" y="43712"/>
                  <a:pt x="258393" y="42315"/>
                </a:cubicBezTo>
                <a:cubicBezTo>
                  <a:pt x="258034" y="40918"/>
                  <a:pt x="257515" y="39719"/>
                  <a:pt x="256835" y="38718"/>
                </a:cubicBezTo>
                <a:cubicBezTo>
                  <a:pt x="256155" y="37717"/>
                  <a:pt x="255277" y="36943"/>
                  <a:pt x="254201" y="36395"/>
                </a:cubicBezTo>
                <a:cubicBezTo>
                  <a:pt x="253125" y="35848"/>
                  <a:pt x="251869" y="35574"/>
                  <a:pt x="250434" y="35574"/>
                </a:cubicBezTo>
                <a:cubicBezTo>
                  <a:pt x="248621" y="35574"/>
                  <a:pt x="246790" y="36235"/>
                  <a:pt x="244939" y="37557"/>
                </a:cubicBezTo>
                <a:cubicBezTo>
                  <a:pt x="243089" y="38878"/>
                  <a:pt x="241163" y="40804"/>
                  <a:pt x="239161" y="43334"/>
                </a:cubicBezTo>
                <a:lnTo>
                  <a:pt x="239161" y="76926"/>
                </a:lnTo>
                <a:cubicBezTo>
                  <a:pt x="239161" y="77303"/>
                  <a:pt x="239048" y="77634"/>
                  <a:pt x="238822" y="77917"/>
                </a:cubicBezTo>
                <a:cubicBezTo>
                  <a:pt x="238595" y="78200"/>
                  <a:pt x="238208" y="78436"/>
                  <a:pt x="237660" y="78625"/>
                </a:cubicBezTo>
                <a:cubicBezTo>
                  <a:pt x="237113" y="78814"/>
                  <a:pt x="236386" y="78956"/>
                  <a:pt x="235479" y="79050"/>
                </a:cubicBezTo>
                <a:cubicBezTo>
                  <a:pt x="234573" y="79144"/>
                  <a:pt x="233421" y="79192"/>
                  <a:pt x="232024" y="79192"/>
                </a:cubicBezTo>
                <a:cubicBezTo>
                  <a:pt x="230627" y="79192"/>
                  <a:pt x="229475" y="79144"/>
                  <a:pt x="228569" y="79050"/>
                </a:cubicBezTo>
                <a:cubicBezTo>
                  <a:pt x="227662" y="78956"/>
                  <a:pt x="226935" y="78814"/>
                  <a:pt x="226388" y="78625"/>
                </a:cubicBezTo>
                <a:cubicBezTo>
                  <a:pt x="225840" y="78436"/>
                  <a:pt x="225453" y="78200"/>
                  <a:pt x="225226" y="77917"/>
                </a:cubicBezTo>
                <a:cubicBezTo>
                  <a:pt x="225000" y="77634"/>
                  <a:pt x="224887" y="77303"/>
                  <a:pt x="224887" y="76926"/>
                </a:cubicBezTo>
                <a:lnTo>
                  <a:pt x="224887" y="2436"/>
                </a:lnTo>
                <a:cubicBezTo>
                  <a:pt x="224887" y="2058"/>
                  <a:pt x="225000" y="1718"/>
                  <a:pt x="225226" y="1416"/>
                </a:cubicBezTo>
                <a:cubicBezTo>
                  <a:pt x="225453" y="1114"/>
                  <a:pt x="225840" y="859"/>
                  <a:pt x="226388" y="651"/>
                </a:cubicBezTo>
                <a:cubicBezTo>
                  <a:pt x="226935" y="444"/>
                  <a:pt x="227662" y="283"/>
                  <a:pt x="228569" y="170"/>
                </a:cubicBezTo>
                <a:cubicBezTo>
                  <a:pt x="229475" y="57"/>
                  <a:pt x="230627" y="0"/>
                  <a:pt x="232024" y="0"/>
                </a:cubicBezTo>
                <a:cubicBezTo>
                  <a:pt x="233421" y="0"/>
                  <a:pt x="234573" y="57"/>
                  <a:pt x="235479" y="170"/>
                </a:cubicBezTo>
                <a:cubicBezTo>
                  <a:pt x="236386" y="283"/>
                  <a:pt x="237113" y="444"/>
                  <a:pt x="237660" y="651"/>
                </a:cubicBezTo>
                <a:cubicBezTo>
                  <a:pt x="238208" y="858"/>
                  <a:pt x="238595" y="1112"/>
                  <a:pt x="238822" y="1414"/>
                </a:cubicBezTo>
                <a:cubicBezTo>
                  <a:pt x="239048" y="1715"/>
                  <a:pt x="239161" y="2055"/>
                  <a:pt x="239161" y="2432"/>
                </a:cubicBezTo>
                <a:lnTo>
                  <a:pt x="239161" y="30313"/>
                </a:lnTo>
                <a:cubicBezTo>
                  <a:pt x="241616" y="27894"/>
                  <a:pt x="244118" y="26089"/>
                  <a:pt x="246667" y="24898"/>
                </a:cubicBezTo>
                <a:cubicBezTo>
                  <a:pt x="249216" y="23707"/>
                  <a:pt x="251869" y="23112"/>
                  <a:pt x="254626" y="23112"/>
                </a:cubicBezTo>
                <a:cubicBezTo>
                  <a:pt x="258062" y="23112"/>
                  <a:pt x="260961" y="23679"/>
                  <a:pt x="263321" y="24813"/>
                </a:cubicBezTo>
                <a:cubicBezTo>
                  <a:pt x="265681" y="25947"/>
                  <a:pt x="267588" y="27497"/>
                  <a:pt x="269042" y="29463"/>
                </a:cubicBezTo>
                <a:cubicBezTo>
                  <a:pt x="270496" y="31428"/>
                  <a:pt x="271544" y="33725"/>
                  <a:pt x="272186" y="36353"/>
                </a:cubicBezTo>
                <a:cubicBezTo>
                  <a:pt x="272828" y="38980"/>
                  <a:pt x="273149" y="42164"/>
                  <a:pt x="273149" y="45907"/>
                </a:cubicBezTo>
                <a:lnTo>
                  <a:pt x="273149" y="76924"/>
                </a:lnTo>
                <a:close/>
                <a:moveTo>
                  <a:pt x="301692" y="76926"/>
                </a:moveTo>
                <a:cubicBezTo>
                  <a:pt x="301692" y="77303"/>
                  <a:pt x="301578" y="77634"/>
                  <a:pt x="301352" y="77917"/>
                </a:cubicBezTo>
                <a:cubicBezTo>
                  <a:pt x="301125" y="78200"/>
                  <a:pt x="300738" y="78436"/>
                  <a:pt x="300191" y="78625"/>
                </a:cubicBezTo>
                <a:cubicBezTo>
                  <a:pt x="299643" y="78814"/>
                  <a:pt x="298916" y="78956"/>
                  <a:pt x="298010" y="79050"/>
                </a:cubicBezTo>
                <a:cubicBezTo>
                  <a:pt x="297103" y="79144"/>
                  <a:pt x="295952" y="79192"/>
                  <a:pt x="294554" y="79192"/>
                </a:cubicBezTo>
                <a:cubicBezTo>
                  <a:pt x="293157" y="79192"/>
                  <a:pt x="292005" y="79144"/>
                  <a:pt x="291099" y="79050"/>
                </a:cubicBezTo>
                <a:cubicBezTo>
                  <a:pt x="290193" y="78956"/>
                  <a:pt x="289466" y="78814"/>
                  <a:pt x="288918" y="78625"/>
                </a:cubicBezTo>
                <a:cubicBezTo>
                  <a:pt x="288370" y="78436"/>
                  <a:pt x="287983" y="78200"/>
                  <a:pt x="287757" y="77917"/>
                </a:cubicBezTo>
                <a:cubicBezTo>
                  <a:pt x="287530" y="77634"/>
                  <a:pt x="287417" y="77303"/>
                  <a:pt x="287417" y="76926"/>
                </a:cubicBezTo>
                <a:lnTo>
                  <a:pt x="287417" y="26510"/>
                </a:lnTo>
                <a:cubicBezTo>
                  <a:pt x="287417" y="26133"/>
                  <a:pt x="287530" y="25802"/>
                  <a:pt x="287757" y="25519"/>
                </a:cubicBezTo>
                <a:cubicBezTo>
                  <a:pt x="287983" y="25236"/>
                  <a:pt x="288370" y="24990"/>
                  <a:pt x="288918" y="24783"/>
                </a:cubicBezTo>
                <a:cubicBezTo>
                  <a:pt x="289466" y="24575"/>
                  <a:pt x="290193" y="24415"/>
                  <a:pt x="291099" y="24301"/>
                </a:cubicBezTo>
                <a:cubicBezTo>
                  <a:pt x="292005" y="24188"/>
                  <a:pt x="293157" y="24131"/>
                  <a:pt x="294554" y="24131"/>
                </a:cubicBezTo>
                <a:cubicBezTo>
                  <a:pt x="295952" y="24131"/>
                  <a:pt x="297103" y="24188"/>
                  <a:pt x="298010" y="24301"/>
                </a:cubicBezTo>
                <a:cubicBezTo>
                  <a:pt x="298916" y="24415"/>
                  <a:pt x="299643" y="24575"/>
                  <a:pt x="300191" y="24783"/>
                </a:cubicBezTo>
                <a:cubicBezTo>
                  <a:pt x="300738" y="24990"/>
                  <a:pt x="301125" y="25236"/>
                  <a:pt x="301352" y="25519"/>
                </a:cubicBezTo>
                <a:cubicBezTo>
                  <a:pt x="301578" y="25802"/>
                  <a:pt x="301692" y="26133"/>
                  <a:pt x="301692" y="26510"/>
                </a:cubicBezTo>
                <a:lnTo>
                  <a:pt x="301692" y="76926"/>
                </a:lnTo>
                <a:moveTo>
                  <a:pt x="302768" y="9290"/>
                </a:moveTo>
                <a:cubicBezTo>
                  <a:pt x="302768" y="12160"/>
                  <a:pt x="302183" y="14143"/>
                  <a:pt x="301012" y="15238"/>
                </a:cubicBezTo>
                <a:cubicBezTo>
                  <a:pt x="299841" y="16333"/>
                  <a:pt x="297670" y="16881"/>
                  <a:pt x="294498" y="16881"/>
                </a:cubicBezTo>
                <a:cubicBezTo>
                  <a:pt x="291288" y="16881"/>
                  <a:pt x="289126" y="16352"/>
                  <a:pt x="288012" y="15295"/>
                </a:cubicBezTo>
                <a:cubicBezTo>
                  <a:pt x="286898" y="14237"/>
                  <a:pt x="286341" y="12330"/>
                  <a:pt x="286341" y="9573"/>
                </a:cubicBezTo>
                <a:cubicBezTo>
                  <a:pt x="286341" y="6703"/>
                  <a:pt x="286917" y="4711"/>
                  <a:pt x="288068" y="3597"/>
                </a:cubicBezTo>
                <a:cubicBezTo>
                  <a:pt x="289220" y="2483"/>
                  <a:pt x="291401" y="1926"/>
                  <a:pt x="294611" y="1926"/>
                </a:cubicBezTo>
                <a:cubicBezTo>
                  <a:pt x="297783" y="1926"/>
                  <a:pt x="299936" y="2464"/>
                  <a:pt x="301069" y="3540"/>
                </a:cubicBezTo>
                <a:cubicBezTo>
                  <a:pt x="302202" y="4617"/>
                  <a:pt x="302768" y="6533"/>
                  <a:pt x="302768" y="9290"/>
                </a:cubicBezTo>
                <a:close/>
                <a:moveTo>
                  <a:pt x="364160" y="76924"/>
                </a:moveTo>
                <a:cubicBezTo>
                  <a:pt x="364160" y="77302"/>
                  <a:pt x="364047" y="77633"/>
                  <a:pt x="363820" y="77917"/>
                </a:cubicBezTo>
                <a:cubicBezTo>
                  <a:pt x="363594" y="78200"/>
                  <a:pt x="363216" y="78436"/>
                  <a:pt x="362687" y="78625"/>
                </a:cubicBezTo>
                <a:cubicBezTo>
                  <a:pt x="362159" y="78814"/>
                  <a:pt x="361432" y="78956"/>
                  <a:pt x="360506" y="79050"/>
                </a:cubicBezTo>
                <a:cubicBezTo>
                  <a:pt x="359581" y="79144"/>
                  <a:pt x="358439" y="79192"/>
                  <a:pt x="357079" y="79192"/>
                </a:cubicBezTo>
                <a:cubicBezTo>
                  <a:pt x="355682" y="79192"/>
                  <a:pt x="354521" y="79144"/>
                  <a:pt x="353595" y="79050"/>
                </a:cubicBezTo>
                <a:cubicBezTo>
                  <a:pt x="352670" y="78956"/>
                  <a:pt x="351943" y="78814"/>
                  <a:pt x="351415" y="78625"/>
                </a:cubicBezTo>
                <a:cubicBezTo>
                  <a:pt x="350886" y="78436"/>
                  <a:pt x="350508" y="78200"/>
                  <a:pt x="350282" y="77917"/>
                </a:cubicBezTo>
                <a:cubicBezTo>
                  <a:pt x="350055" y="77634"/>
                  <a:pt x="349942" y="77303"/>
                  <a:pt x="349942" y="76926"/>
                </a:cubicBezTo>
                <a:lnTo>
                  <a:pt x="349942" y="48093"/>
                </a:lnTo>
                <a:cubicBezTo>
                  <a:pt x="349942" y="45638"/>
                  <a:pt x="349762" y="43712"/>
                  <a:pt x="349404" y="42315"/>
                </a:cubicBezTo>
                <a:cubicBezTo>
                  <a:pt x="349045" y="40918"/>
                  <a:pt x="348526" y="39719"/>
                  <a:pt x="347846" y="38718"/>
                </a:cubicBezTo>
                <a:cubicBezTo>
                  <a:pt x="347166" y="37717"/>
                  <a:pt x="346288" y="36943"/>
                  <a:pt x="345212" y="36395"/>
                </a:cubicBezTo>
                <a:cubicBezTo>
                  <a:pt x="344136" y="35848"/>
                  <a:pt x="342880" y="35574"/>
                  <a:pt x="341445" y="35574"/>
                </a:cubicBezTo>
                <a:cubicBezTo>
                  <a:pt x="339632" y="35574"/>
                  <a:pt x="337801" y="36235"/>
                  <a:pt x="335950" y="37557"/>
                </a:cubicBezTo>
                <a:cubicBezTo>
                  <a:pt x="334100" y="38878"/>
                  <a:pt x="332174" y="40804"/>
                  <a:pt x="330172" y="43334"/>
                </a:cubicBezTo>
                <a:lnTo>
                  <a:pt x="330172" y="76926"/>
                </a:lnTo>
                <a:cubicBezTo>
                  <a:pt x="330172" y="77303"/>
                  <a:pt x="330059" y="77634"/>
                  <a:pt x="329832" y="77917"/>
                </a:cubicBezTo>
                <a:cubicBezTo>
                  <a:pt x="329606" y="78200"/>
                  <a:pt x="329219" y="78436"/>
                  <a:pt x="328671" y="78625"/>
                </a:cubicBezTo>
                <a:cubicBezTo>
                  <a:pt x="328123" y="78814"/>
                  <a:pt x="327397" y="78956"/>
                  <a:pt x="326490" y="79050"/>
                </a:cubicBezTo>
                <a:cubicBezTo>
                  <a:pt x="325584" y="79144"/>
                  <a:pt x="324432" y="79192"/>
                  <a:pt x="323035" y="79192"/>
                </a:cubicBezTo>
                <a:cubicBezTo>
                  <a:pt x="321637" y="79192"/>
                  <a:pt x="320486" y="79144"/>
                  <a:pt x="319579" y="79050"/>
                </a:cubicBezTo>
                <a:cubicBezTo>
                  <a:pt x="318673" y="78956"/>
                  <a:pt x="317946" y="78814"/>
                  <a:pt x="317398" y="78625"/>
                </a:cubicBezTo>
                <a:cubicBezTo>
                  <a:pt x="316851" y="78436"/>
                  <a:pt x="316464" y="78200"/>
                  <a:pt x="316237" y="77917"/>
                </a:cubicBezTo>
                <a:cubicBezTo>
                  <a:pt x="316011" y="77634"/>
                  <a:pt x="315897" y="77303"/>
                  <a:pt x="315897" y="76926"/>
                </a:cubicBezTo>
                <a:lnTo>
                  <a:pt x="315897" y="26397"/>
                </a:lnTo>
                <a:cubicBezTo>
                  <a:pt x="315897" y="26020"/>
                  <a:pt x="315992" y="25689"/>
                  <a:pt x="316181" y="25406"/>
                </a:cubicBezTo>
                <a:cubicBezTo>
                  <a:pt x="316369" y="25123"/>
                  <a:pt x="316709" y="24887"/>
                  <a:pt x="317200" y="24698"/>
                </a:cubicBezTo>
                <a:cubicBezTo>
                  <a:pt x="317691" y="24509"/>
                  <a:pt x="318324" y="24367"/>
                  <a:pt x="319098" y="24273"/>
                </a:cubicBezTo>
                <a:cubicBezTo>
                  <a:pt x="319872" y="24179"/>
                  <a:pt x="320844" y="24131"/>
                  <a:pt x="322015" y="24131"/>
                </a:cubicBezTo>
                <a:cubicBezTo>
                  <a:pt x="323224" y="24131"/>
                  <a:pt x="324224" y="24179"/>
                  <a:pt x="325017" y="24273"/>
                </a:cubicBezTo>
                <a:cubicBezTo>
                  <a:pt x="325810" y="24367"/>
                  <a:pt x="326424" y="24509"/>
                  <a:pt x="326858" y="24698"/>
                </a:cubicBezTo>
                <a:cubicBezTo>
                  <a:pt x="327293" y="24887"/>
                  <a:pt x="327604" y="25123"/>
                  <a:pt x="327793" y="25406"/>
                </a:cubicBezTo>
                <a:cubicBezTo>
                  <a:pt x="327982" y="25689"/>
                  <a:pt x="328076" y="26020"/>
                  <a:pt x="328076" y="26397"/>
                </a:cubicBezTo>
                <a:lnTo>
                  <a:pt x="328076" y="32232"/>
                </a:lnTo>
                <a:cubicBezTo>
                  <a:pt x="330871" y="29192"/>
                  <a:pt x="333713" y="26912"/>
                  <a:pt x="336602" y="25392"/>
                </a:cubicBezTo>
                <a:cubicBezTo>
                  <a:pt x="339491" y="23872"/>
                  <a:pt x="342502" y="23112"/>
                  <a:pt x="345637" y="23112"/>
                </a:cubicBezTo>
                <a:cubicBezTo>
                  <a:pt x="349073" y="23112"/>
                  <a:pt x="351972" y="23679"/>
                  <a:pt x="354332" y="24813"/>
                </a:cubicBezTo>
                <a:cubicBezTo>
                  <a:pt x="356692" y="25947"/>
                  <a:pt x="358599" y="27488"/>
                  <a:pt x="360053" y="29435"/>
                </a:cubicBezTo>
                <a:cubicBezTo>
                  <a:pt x="361507" y="31381"/>
                  <a:pt x="362555" y="33659"/>
                  <a:pt x="363197" y="36268"/>
                </a:cubicBezTo>
                <a:cubicBezTo>
                  <a:pt x="363839" y="38876"/>
                  <a:pt x="364160" y="42013"/>
                  <a:pt x="364160" y="45680"/>
                </a:cubicBezTo>
                <a:lnTo>
                  <a:pt x="364160" y="76924"/>
                </a:lnTo>
                <a:close/>
                <a:moveTo>
                  <a:pt x="406945" y="71902"/>
                </a:moveTo>
                <a:cubicBezTo>
                  <a:pt x="406945" y="73572"/>
                  <a:pt x="406841" y="74853"/>
                  <a:pt x="406634" y="75745"/>
                </a:cubicBezTo>
                <a:cubicBezTo>
                  <a:pt x="406426" y="76636"/>
                  <a:pt x="406152" y="77262"/>
                  <a:pt x="405812" y="77623"/>
                </a:cubicBezTo>
                <a:cubicBezTo>
                  <a:pt x="405472" y="77983"/>
                  <a:pt x="404972" y="78305"/>
                  <a:pt x="404311" y="78590"/>
                </a:cubicBezTo>
                <a:cubicBezTo>
                  <a:pt x="403650" y="78874"/>
                  <a:pt x="402876" y="79121"/>
                  <a:pt x="401989" y="79330"/>
                </a:cubicBezTo>
                <a:cubicBezTo>
                  <a:pt x="401101" y="79539"/>
                  <a:pt x="400138" y="79700"/>
                  <a:pt x="399100" y="79813"/>
                </a:cubicBezTo>
                <a:cubicBezTo>
                  <a:pt x="398061" y="79927"/>
                  <a:pt x="397013" y="79985"/>
                  <a:pt x="395956" y="79985"/>
                </a:cubicBezTo>
                <a:cubicBezTo>
                  <a:pt x="393123" y="79985"/>
                  <a:pt x="390669" y="79626"/>
                  <a:pt x="388592" y="78908"/>
                </a:cubicBezTo>
                <a:cubicBezTo>
                  <a:pt x="386515" y="78191"/>
                  <a:pt x="384796" y="77086"/>
                  <a:pt x="383437" y="75595"/>
                </a:cubicBezTo>
                <a:cubicBezTo>
                  <a:pt x="382077" y="74103"/>
                  <a:pt x="381077" y="72224"/>
                  <a:pt x="380435" y="69958"/>
                </a:cubicBezTo>
                <a:cubicBezTo>
                  <a:pt x="379793" y="67692"/>
                  <a:pt x="379472" y="65011"/>
                  <a:pt x="379472" y="61914"/>
                </a:cubicBezTo>
                <a:lnTo>
                  <a:pt x="379472" y="36027"/>
                </a:lnTo>
                <a:lnTo>
                  <a:pt x="373410" y="36027"/>
                </a:lnTo>
                <a:cubicBezTo>
                  <a:pt x="372693" y="36027"/>
                  <a:pt x="372145" y="35583"/>
                  <a:pt x="371768" y="34696"/>
                </a:cubicBezTo>
                <a:cubicBezTo>
                  <a:pt x="371390" y="33808"/>
                  <a:pt x="371201" y="32326"/>
                  <a:pt x="371201" y="30249"/>
                </a:cubicBezTo>
                <a:cubicBezTo>
                  <a:pt x="371201" y="29154"/>
                  <a:pt x="371248" y="28229"/>
                  <a:pt x="371343" y="27473"/>
                </a:cubicBezTo>
                <a:cubicBezTo>
                  <a:pt x="371437" y="26718"/>
                  <a:pt x="371579" y="26123"/>
                  <a:pt x="371768" y="25689"/>
                </a:cubicBezTo>
                <a:cubicBezTo>
                  <a:pt x="371957" y="25255"/>
                  <a:pt x="372193" y="24943"/>
                  <a:pt x="372476" y="24754"/>
                </a:cubicBezTo>
                <a:cubicBezTo>
                  <a:pt x="372759" y="24566"/>
                  <a:pt x="373089" y="24471"/>
                  <a:pt x="373467" y="24471"/>
                </a:cubicBezTo>
                <a:lnTo>
                  <a:pt x="379472" y="24471"/>
                </a:lnTo>
                <a:lnTo>
                  <a:pt x="379472" y="13153"/>
                </a:lnTo>
                <a:cubicBezTo>
                  <a:pt x="379472" y="12773"/>
                  <a:pt x="379575" y="12431"/>
                  <a:pt x="379783" y="12128"/>
                </a:cubicBezTo>
                <a:cubicBezTo>
                  <a:pt x="379991" y="11824"/>
                  <a:pt x="380369" y="11569"/>
                  <a:pt x="380916" y="11361"/>
                </a:cubicBezTo>
                <a:cubicBezTo>
                  <a:pt x="381464" y="11152"/>
                  <a:pt x="382200" y="11001"/>
                  <a:pt x="383125" y="10906"/>
                </a:cubicBezTo>
                <a:cubicBezTo>
                  <a:pt x="384051" y="10811"/>
                  <a:pt x="385193" y="10763"/>
                  <a:pt x="386552" y="10763"/>
                </a:cubicBezTo>
                <a:cubicBezTo>
                  <a:pt x="387950" y="10763"/>
                  <a:pt x="389111" y="10811"/>
                  <a:pt x="390036" y="10906"/>
                </a:cubicBezTo>
                <a:cubicBezTo>
                  <a:pt x="390961" y="11001"/>
                  <a:pt x="391688" y="11152"/>
                  <a:pt x="392217" y="11361"/>
                </a:cubicBezTo>
                <a:cubicBezTo>
                  <a:pt x="392746" y="11569"/>
                  <a:pt x="393123" y="11824"/>
                  <a:pt x="393350" y="12128"/>
                </a:cubicBezTo>
                <a:cubicBezTo>
                  <a:pt x="393577" y="12431"/>
                  <a:pt x="393690" y="12773"/>
                  <a:pt x="393690" y="13153"/>
                </a:cubicBezTo>
                <a:lnTo>
                  <a:pt x="393690" y="24471"/>
                </a:lnTo>
                <a:lnTo>
                  <a:pt x="404679" y="24471"/>
                </a:lnTo>
                <a:cubicBezTo>
                  <a:pt x="405057" y="24471"/>
                  <a:pt x="405387" y="24566"/>
                  <a:pt x="405671" y="24754"/>
                </a:cubicBezTo>
                <a:cubicBezTo>
                  <a:pt x="405954" y="24943"/>
                  <a:pt x="406190" y="25255"/>
                  <a:pt x="406379" y="25689"/>
                </a:cubicBezTo>
                <a:cubicBezTo>
                  <a:pt x="406567" y="26123"/>
                  <a:pt x="406709" y="26718"/>
                  <a:pt x="406803" y="27473"/>
                </a:cubicBezTo>
                <a:cubicBezTo>
                  <a:pt x="406898" y="28229"/>
                  <a:pt x="406945" y="29154"/>
                  <a:pt x="406945" y="30249"/>
                </a:cubicBezTo>
                <a:cubicBezTo>
                  <a:pt x="406945" y="32326"/>
                  <a:pt x="406756" y="33808"/>
                  <a:pt x="406379" y="34696"/>
                </a:cubicBezTo>
                <a:cubicBezTo>
                  <a:pt x="406001" y="35583"/>
                  <a:pt x="405453" y="36027"/>
                  <a:pt x="404736" y="36027"/>
                </a:cubicBezTo>
                <a:lnTo>
                  <a:pt x="393690" y="36027"/>
                </a:lnTo>
                <a:lnTo>
                  <a:pt x="393690" y="59719"/>
                </a:lnTo>
                <a:cubicBezTo>
                  <a:pt x="393690" y="62471"/>
                  <a:pt x="394124" y="64536"/>
                  <a:pt x="394993" y="65912"/>
                </a:cubicBezTo>
                <a:cubicBezTo>
                  <a:pt x="395861" y="67288"/>
                  <a:pt x="397410" y="67976"/>
                  <a:pt x="399638" y="67976"/>
                </a:cubicBezTo>
                <a:cubicBezTo>
                  <a:pt x="400393" y="67976"/>
                  <a:pt x="401073" y="67910"/>
                  <a:pt x="401677" y="67777"/>
                </a:cubicBezTo>
                <a:cubicBezTo>
                  <a:pt x="402281" y="67645"/>
                  <a:pt x="402819" y="67494"/>
                  <a:pt x="403291" y="67324"/>
                </a:cubicBezTo>
                <a:cubicBezTo>
                  <a:pt x="403763" y="67154"/>
                  <a:pt x="404160" y="67003"/>
                  <a:pt x="404481" y="66871"/>
                </a:cubicBezTo>
                <a:cubicBezTo>
                  <a:pt x="404802" y="66739"/>
                  <a:pt x="405095" y="66673"/>
                  <a:pt x="405359" y="66673"/>
                </a:cubicBezTo>
                <a:cubicBezTo>
                  <a:pt x="405586" y="66673"/>
                  <a:pt x="405803" y="66739"/>
                  <a:pt x="406010" y="66871"/>
                </a:cubicBezTo>
                <a:cubicBezTo>
                  <a:pt x="406218" y="67003"/>
                  <a:pt x="406379" y="67268"/>
                  <a:pt x="406492" y="67666"/>
                </a:cubicBezTo>
                <a:cubicBezTo>
                  <a:pt x="406605" y="68062"/>
                  <a:pt x="406709" y="68602"/>
                  <a:pt x="406803" y="69286"/>
                </a:cubicBezTo>
                <a:cubicBezTo>
                  <a:pt x="406898" y="69968"/>
                  <a:pt x="406945" y="70840"/>
                  <a:pt x="406945" y="71902"/>
                </a:cubicBezTo>
                <a:close/>
                <a:moveTo>
                  <a:pt x="452901" y="62672"/>
                </a:moveTo>
                <a:cubicBezTo>
                  <a:pt x="452901" y="65548"/>
                  <a:pt x="452363" y="68084"/>
                  <a:pt x="451286" y="70279"/>
                </a:cubicBezTo>
                <a:cubicBezTo>
                  <a:pt x="450210" y="72473"/>
                  <a:pt x="448690" y="74308"/>
                  <a:pt x="446726" y="75784"/>
                </a:cubicBezTo>
                <a:cubicBezTo>
                  <a:pt x="444763" y="77259"/>
                  <a:pt x="442440" y="78366"/>
                  <a:pt x="439759" y="79103"/>
                </a:cubicBezTo>
                <a:cubicBezTo>
                  <a:pt x="437078" y="79842"/>
                  <a:pt x="434170" y="80211"/>
                  <a:pt x="431035" y="80211"/>
                </a:cubicBezTo>
                <a:cubicBezTo>
                  <a:pt x="429147" y="80211"/>
                  <a:pt x="427344" y="80068"/>
                  <a:pt x="425626" y="79781"/>
                </a:cubicBezTo>
                <a:cubicBezTo>
                  <a:pt x="423907" y="79494"/>
                  <a:pt x="422368" y="79131"/>
                  <a:pt x="421009" y="78692"/>
                </a:cubicBezTo>
                <a:cubicBezTo>
                  <a:pt x="419649" y="78252"/>
                  <a:pt x="418516" y="77803"/>
                  <a:pt x="417610" y="77345"/>
                </a:cubicBezTo>
                <a:cubicBezTo>
                  <a:pt x="416704" y="76886"/>
                  <a:pt x="416043" y="76456"/>
                  <a:pt x="415627" y="76055"/>
                </a:cubicBezTo>
                <a:cubicBezTo>
                  <a:pt x="415212" y="75654"/>
                  <a:pt x="414891" y="75026"/>
                  <a:pt x="414664" y="74171"/>
                </a:cubicBezTo>
                <a:cubicBezTo>
                  <a:pt x="414438" y="73317"/>
                  <a:pt x="414325" y="72054"/>
                  <a:pt x="414325" y="70383"/>
                </a:cubicBezTo>
                <a:cubicBezTo>
                  <a:pt x="414325" y="69282"/>
                  <a:pt x="414362" y="68399"/>
                  <a:pt x="414438" y="67735"/>
                </a:cubicBezTo>
                <a:cubicBezTo>
                  <a:pt x="414513" y="67070"/>
                  <a:pt x="414627" y="66539"/>
                  <a:pt x="414778" y="66140"/>
                </a:cubicBezTo>
                <a:cubicBezTo>
                  <a:pt x="414929" y="65741"/>
                  <a:pt x="415118" y="65476"/>
                  <a:pt x="415344" y="65343"/>
                </a:cubicBezTo>
                <a:cubicBezTo>
                  <a:pt x="415571" y="65210"/>
                  <a:pt x="415854" y="65143"/>
                  <a:pt x="416194" y="65143"/>
                </a:cubicBezTo>
                <a:cubicBezTo>
                  <a:pt x="416609" y="65143"/>
                  <a:pt x="417223" y="65382"/>
                  <a:pt x="418035" y="65860"/>
                </a:cubicBezTo>
                <a:cubicBezTo>
                  <a:pt x="418847" y="66338"/>
                  <a:pt x="419857" y="66864"/>
                  <a:pt x="421066" y="67437"/>
                </a:cubicBezTo>
                <a:cubicBezTo>
                  <a:pt x="422274" y="68011"/>
                  <a:pt x="423681" y="68546"/>
                  <a:pt x="425286" y="69043"/>
                </a:cubicBezTo>
                <a:cubicBezTo>
                  <a:pt x="426891" y="69540"/>
                  <a:pt x="428713" y="69788"/>
                  <a:pt x="430752" y="69788"/>
                </a:cubicBezTo>
                <a:cubicBezTo>
                  <a:pt x="432036" y="69788"/>
                  <a:pt x="433178" y="69657"/>
                  <a:pt x="434179" y="69394"/>
                </a:cubicBezTo>
                <a:cubicBezTo>
                  <a:pt x="435180" y="69130"/>
                  <a:pt x="436048" y="68755"/>
                  <a:pt x="436785" y="68266"/>
                </a:cubicBezTo>
                <a:cubicBezTo>
                  <a:pt x="437521" y="67776"/>
                  <a:pt x="438078" y="67155"/>
                  <a:pt x="438456" y="66404"/>
                </a:cubicBezTo>
                <a:cubicBezTo>
                  <a:pt x="438834" y="65652"/>
                  <a:pt x="439022" y="64787"/>
                  <a:pt x="439022" y="63809"/>
                </a:cubicBezTo>
                <a:cubicBezTo>
                  <a:pt x="439022" y="62673"/>
                  <a:pt x="438673" y="61699"/>
                  <a:pt x="437974" y="60886"/>
                </a:cubicBezTo>
                <a:cubicBezTo>
                  <a:pt x="437276" y="60072"/>
                  <a:pt x="436351" y="59362"/>
                  <a:pt x="435199" y="58756"/>
                </a:cubicBezTo>
                <a:cubicBezTo>
                  <a:pt x="434047" y="58151"/>
                  <a:pt x="432744" y="57583"/>
                  <a:pt x="431290" y="57054"/>
                </a:cubicBezTo>
                <a:cubicBezTo>
                  <a:pt x="429836" y="56524"/>
                  <a:pt x="428345" y="55937"/>
                  <a:pt x="426815" y="55294"/>
                </a:cubicBezTo>
                <a:cubicBezTo>
                  <a:pt x="425286" y="54651"/>
                  <a:pt x="423794" y="53913"/>
                  <a:pt x="422340" y="53081"/>
                </a:cubicBezTo>
                <a:cubicBezTo>
                  <a:pt x="420886" y="52248"/>
                  <a:pt x="419583" y="51226"/>
                  <a:pt x="418431" y="50015"/>
                </a:cubicBezTo>
                <a:cubicBezTo>
                  <a:pt x="417280" y="48804"/>
                  <a:pt x="416354" y="47348"/>
                  <a:pt x="415656" y="45646"/>
                </a:cubicBezTo>
                <a:cubicBezTo>
                  <a:pt x="414957" y="43943"/>
                  <a:pt x="414608" y="41900"/>
                  <a:pt x="414608" y="39516"/>
                </a:cubicBezTo>
                <a:cubicBezTo>
                  <a:pt x="414608" y="37093"/>
                  <a:pt x="415080" y="34870"/>
                  <a:pt x="416024" y="32846"/>
                </a:cubicBezTo>
                <a:cubicBezTo>
                  <a:pt x="416968" y="30822"/>
                  <a:pt x="418328" y="29091"/>
                  <a:pt x="420103" y="27654"/>
                </a:cubicBezTo>
                <a:cubicBezTo>
                  <a:pt x="421877" y="26215"/>
                  <a:pt x="424039" y="25099"/>
                  <a:pt x="426589" y="24305"/>
                </a:cubicBezTo>
                <a:cubicBezTo>
                  <a:pt x="429138" y="23509"/>
                  <a:pt x="431998" y="23112"/>
                  <a:pt x="435170" y="23112"/>
                </a:cubicBezTo>
                <a:cubicBezTo>
                  <a:pt x="436757" y="23112"/>
                  <a:pt x="438295" y="23225"/>
                  <a:pt x="439787" y="23452"/>
                </a:cubicBezTo>
                <a:cubicBezTo>
                  <a:pt x="441279" y="23678"/>
                  <a:pt x="442629" y="23961"/>
                  <a:pt x="443837" y="24301"/>
                </a:cubicBezTo>
                <a:cubicBezTo>
                  <a:pt x="445046" y="24641"/>
                  <a:pt x="446065" y="25009"/>
                  <a:pt x="446896" y="25406"/>
                </a:cubicBezTo>
                <a:cubicBezTo>
                  <a:pt x="447727" y="25802"/>
                  <a:pt x="448322" y="26142"/>
                  <a:pt x="448681" y="26426"/>
                </a:cubicBezTo>
                <a:cubicBezTo>
                  <a:pt x="449039" y="26709"/>
                  <a:pt x="449294" y="26992"/>
                  <a:pt x="449445" y="27275"/>
                </a:cubicBezTo>
                <a:cubicBezTo>
                  <a:pt x="449596" y="27558"/>
                  <a:pt x="449710" y="27898"/>
                  <a:pt x="449785" y="28295"/>
                </a:cubicBezTo>
                <a:cubicBezTo>
                  <a:pt x="449861" y="28691"/>
                  <a:pt x="449927" y="29182"/>
                  <a:pt x="449983" y="29768"/>
                </a:cubicBezTo>
                <a:cubicBezTo>
                  <a:pt x="450040" y="30353"/>
                  <a:pt x="450068" y="31080"/>
                  <a:pt x="450068" y="31949"/>
                </a:cubicBezTo>
                <a:cubicBezTo>
                  <a:pt x="450068" y="32968"/>
                  <a:pt x="450040" y="33799"/>
                  <a:pt x="449983" y="34441"/>
                </a:cubicBezTo>
                <a:cubicBezTo>
                  <a:pt x="449927" y="35083"/>
                  <a:pt x="449832" y="35593"/>
                  <a:pt x="449700" y="35970"/>
                </a:cubicBezTo>
                <a:cubicBezTo>
                  <a:pt x="449568" y="36348"/>
                  <a:pt x="449389" y="36603"/>
                  <a:pt x="449162" y="36735"/>
                </a:cubicBezTo>
                <a:cubicBezTo>
                  <a:pt x="448936" y="36867"/>
                  <a:pt x="448671" y="36933"/>
                  <a:pt x="448369" y="36933"/>
                </a:cubicBezTo>
                <a:cubicBezTo>
                  <a:pt x="448029" y="36933"/>
                  <a:pt x="447500" y="36735"/>
                  <a:pt x="446783" y="36339"/>
                </a:cubicBezTo>
                <a:cubicBezTo>
                  <a:pt x="446065" y="35942"/>
                  <a:pt x="445169" y="35517"/>
                  <a:pt x="444092" y="35064"/>
                </a:cubicBezTo>
                <a:cubicBezTo>
                  <a:pt x="443016" y="34611"/>
                  <a:pt x="441770" y="34186"/>
                  <a:pt x="440354" y="33790"/>
                </a:cubicBezTo>
                <a:cubicBezTo>
                  <a:pt x="438937" y="33393"/>
                  <a:pt x="437323" y="33195"/>
                  <a:pt x="435510" y="33195"/>
                </a:cubicBezTo>
                <a:cubicBezTo>
                  <a:pt x="434226" y="33195"/>
                  <a:pt x="433112" y="33328"/>
                  <a:pt x="432168" y="33595"/>
                </a:cubicBezTo>
                <a:cubicBezTo>
                  <a:pt x="431224" y="33860"/>
                  <a:pt x="430450" y="34240"/>
                  <a:pt x="429846" y="34733"/>
                </a:cubicBezTo>
                <a:cubicBezTo>
                  <a:pt x="429241" y="35226"/>
                  <a:pt x="428788" y="35805"/>
                  <a:pt x="428486" y="36470"/>
                </a:cubicBezTo>
                <a:cubicBezTo>
                  <a:pt x="428184" y="37134"/>
                  <a:pt x="428033" y="37846"/>
                  <a:pt x="428033" y="38606"/>
                </a:cubicBezTo>
                <a:cubicBezTo>
                  <a:pt x="428033" y="39779"/>
                  <a:pt x="428392" y="40764"/>
                  <a:pt x="429109" y="41559"/>
                </a:cubicBezTo>
                <a:cubicBezTo>
                  <a:pt x="429827" y="42353"/>
                  <a:pt x="430771" y="43053"/>
                  <a:pt x="431942" y="43658"/>
                </a:cubicBezTo>
                <a:cubicBezTo>
                  <a:pt x="433112" y="44264"/>
                  <a:pt x="434443" y="44831"/>
                  <a:pt x="435935" y="45361"/>
                </a:cubicBezTo>
                <a:cubicBezTo>
                  <a:pt x="437427" y="45891"/>
                  <a:pt x="438937" y="46468"/>
                  <a:pt x="440467" y="47093"/>
                </a:cubicBezTo>
                <a:cubicBezTo>
                  <a:pt x="441996" y="47717"/>
                  <a:pt x="443507" y="48445"/>
                  <a:pt x="444999" y="49277"/>
                </a:cubicBezTo>
                <a:cubicBezTo>
                  <a:pt x="446490" y="50109"/>
                  <a:pt x="447821" y="51131"/>
                  <a:pt x="448992" y="52343"/>
                </a:cubicBezTo>
                <a:cubicBezTo>
                  <a:pt x="450163" y="53554"/>
                  <a:pt x="451107" y="55001"/>
                  <a:pt x="451824" y="56685"/>
                </a:cubicBezTo>
                <a:cubicBezTo>
                  <a:pt x="452542" y="58368"/>
                  <a:pt x="452901" y="60364"/>
                  <a:pt x="452901" y="626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19fa7f4c24ea9"/>
          <a:stretch xmlns:a="http://schemas.openxmlformats.org/drawingml/2006/main"/>
        </p:blipFill>
        <p:spPr>
          <a:xfrm xmlns:a="http://schemas.openxmlformats.org/drawingml/2006/main">
            <a:off x="6060015" y="1708772"/>
            <a:ext cx="410773" cy="410773"/>
          </a:xfrm>
          <a:prstGeom xmlns:a="http://schemas.openxmlformats.org/drawingml/2006/main" prst="rect">
            <a:avLst/>
          </a:prstGeom>
        </p:spPr>
      </p:pic>
      <p:sp>
        <p:nvSpPr>
          <p:cNvPr id="49" name="Text and𝑪">
            <a:extLst xmlns:a="http://schemas.openxmlformats.org/drawingml/2006/main">
              <a:ext uri="{FF2B5EF4-FFF2-40B4-BE49-F238E27FC236}">
                <a16:creationId xmlns:a16="http://schemas.microsoft.com/office/drawing/2014/main" id="{EFE9C3C2-9027-41DE-A6B7-74EF973C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393" y="3454777"/>
            <a:ext cx="274730" cy="80098"/>
          </a:xfrm>
          <a:custGeom xmlns:a="http://schemas.openxmlformats.org/drawingml/2006/main">
            <a:pathLst>
              <a:path w="274730" h="80098">
                <a:moveTo>
                  <a:pt x="46167" y="76981"/>
                </a:moveTo>
                <a:cubicBezTo>
                  <a:pt x="46167" y="77509"/>
                  <a:pt x="45978" y="77925"/>
                  <a:pt x="45600" y="78229"/>
                </a:cubicBezTo>
                <a:cubicBezTo>
                  <a:pt x="45223" y="78531"/>
                  <a:pt x="44628" y="78748"/>
                  <a:pt x="43816" y="78880"/>
                </a:cubicBezTo>
                <a:cubicBezTo>
                  <a:pt x="43004" y="79012"/>
                  <a:pt x="41805" y="79078"/>
                  <a:pt x="40219" y="79078"/>
                </a:cubicBezTo>
                <a:cubicBezTo>
                  <a:pt x="38520" y="79078"/>
                  <a:pt x="37283" y="79012"/>
                  <a:pt x="36509" y="78880"/>
                </a:cubicBezTo>
                <a:cubicBezTo>
                  <a:pt x="35734" y="78748"/>
                  <a:pt x="35187" y="78531"/>
                  <a:pt x="34866" y="78229"/>
                </a:cubicBezTo>
                <a:cubicBezTo>
                  <a:pt x="34545" y="77927"/>
                  <a:pt x="34384" y="77511"/>
                  <a:pt x="34384" y="76982"/>
                </a:cubicBezTo>
                <a:lnTo>
                  <a:pt x="34384" y="72961"/>
                </a:lnTo>
                <a:cubicBezTo>
                  <a:pt x="32307" y="75189"/>
                  <a:pt x="29938" y="76935"/>
                  <a:pt x="27275" y="78200"/>
                </a:cubicBezTo>
                <a:cubicBezTo>
                  <a:pt x="24613" y="79465"/>
                  <a:pt x="21658" y="80098"/>
                  <a:pt x="18410" y="80098"/>
                </a:cubicBezTo>
                <a:cubicBezTo>
                  <a:pt x="15729" y="80098"/>
                  <a:pt x="13265" y="79747"/>
                  <a:pt x="11018" y="79046"/>
                </a:cubicBezTo>
                <a:cubicBezTo>
                  <a:pt x="8771" y="78345"/>
                  <a:pt x="6826" y="77303"/>
                  <a:pt x="5183" y="75920"/>
                </a:cubicBezTo>
                <a:cubicBezTo>
                  <a:pt x="3540" y="74537"/>
                  <a:pt x="2266" y="72823"/>
                  <a:pt x="1360" y="70778"/>
                </a:cubicBezTo>
                <a:cubicBezTo>
                  <a:pt x="453" y="68732"/>
                  <a:pt x="0" y="66344"/>
                  <a:pt x="0" y="63616"/>
                </a:cubicBezTo>
                <a:cubicBezTo>
                  <a:pt x="0" y="60659"/>
                  <a:pt x="576" y="58092"/>
                  <a:pt x="1728" y="55914"/>
                </a:cubicBezTo>
                <a:cubicBezTo>
                  <a:pt x="2880" y="53735"/>
                  <a:pt x="4598" y="51935"/>
                  <a:pt x="6883" y="50514"/>
                </a:cubicBezTo>
                <a:cubicBezTo>
                  <a:pt x="9167" y="49094"/>
                  <a:pt x="12009" y="48042"/>
                  <a:pt x="15408" y="47360"/>
                </a:cubicBezTo>
                <a:cubicBezTo>
                  <a:pt x="18807" y="46678"/>
                  <a:pt x="22753" y="46337"/>
                  <a:pt x="27247" y="46337"/>
                </a:cubicBezTo>
                <a:lnTo>
                  <a:pt x="32175" y="46337"/>
                </a:lnTo>
                <a:lnTo>
                  <a:pt x="32175" y="43292"/>
                </a:lnTo>
                <a:cubicBezTo>
                  <a:pt x="32175" y="41713"/>
                  <a:pt x="32015" y="40332"/>
                  <a:pt x="31694" y="39148"/>
                </a:cubicBezTo>
                <a:cubicBezTo>
                  <a:pt x="31373" y="37963"/>
                  <a:pt x="30844" y="36976"/>
                  <a:pt x="30108" y="36186"/>
                </a:cubicBezTo>
                <a:cubicBezTo>
                  <a:pt x="29371" y="35397"/>
                  <a:pt x="28389" y="34815"/>
                  <a:pt x="27162" y="34439"/>
                </a:cubicBezTo>
                <a:cubicBezTo>
                  <a:pt x="25935" y="34063"/>
                  <a:pt x="24415" y="33875"/>
                  <a:pt x="22602" y="33875"/>
                </a:cubicBezTo>
                <a:cubicBezTo>
                  <a:pt x="20223" y="33875"/>
                  <a:pt x="18099" y="34139"/>
                  <a:pt x="16229" y="34668"/>
                </a:cubicBezTo>
                <a:cubicBezTo>
                  <a:pt x="14360" y="35196"/>
                  <a:pt x="12708" y="35782"/>
                  <a:pt x="11273" y="36424"/>
                </a:cubicBezTo>
                <a:cubicBezTo>
                  <a:pt x="9838" y="37066"/>
                  <a:pt x="8639" y="37651"/>
                  <a:pt x="7676" y="38180"/>
                </a:cubicBezTo>
                <a:cubicBezTo>
                  <a:pt x="6713" y="38708"/>
                  <a:pt x="5929" y="38973"/>
                  <a:pt x="5325" y="38973"/>
                </a:cubicBezTo>
                <a:cubicBezTo>
                  <a:pt x="4909" y="38973"/>
                  <a:pt x="4541" y="38840"/>
                  <a:pt x="4220" y="38574"/>
                </a:cubicBezTo>
                <a:cubicBezTo>
                  <a:pt x="3899" y="38309"/>
                  <a:pt x="3635" y="37929"/>
                  <a:pt x="3427" y="37436"/>
                </a:cubicBezTo>
                <a:cubicBezTo>
                  <a:pt x="3219" y="36943"/>
                  <a:pt x="3059" y="36336"/>
                  <a:pt x="2946" y="35615"/>
                </a:cubicBezTo>
                <a:cubicBezTo>
                  <a:pt x="2832" y="34892"/>
                  <a:pt x="2776" y="34095"/>
                  <a:pt x="2776" y="33223"/>
                </a:cubicBezTo>
                <a:cubicBezTo>
                  <a:pt x="2776" y="32047"/>
                  <a:pt x="2870" y="31117"/>
                  <a:pt x="3059" y="30433"/>
                </a:cubicBezTo>
                <a:cubicBezTo>
                  <a:pt x="3248" y="29750"/>
                  <a:pt x="3606" y="29133"/>
                  <a:pt x="4135" y="28583"/>
                </a:cubicBezTo>
                <a:cubicBezTo>
                  <a:pt x="4664" y="28032"/>
                  <a:pt x="5589" y="27426"/>
                  <a:pt x="6911" y="26765"/>
                </a:cubicBezTo>
                <a:cubicBezTo>
                  <a:pt x="8233" y="26105"/>
                  <a:pt x="9781" y="25491"/>
                  <a:pt x="11556" y="24924"/>
                </a:cubicBezTo>
                <a:cubicBezTo>
                  <a:pt x="13331" y="24358"/>
                  <a:pt x="15266" y="23895"/>
                  <a:pt x="17362" y="23537"/>
                </a:cubicBezTo>
                <a:cubicBezTo>
                  <a:pt x="19458" y="23178"/>
                  <a:pt x="21620" y="22998"/>
                  <a:pt x="23848" y="22998"/>
                </a:cubicBezTo>
                <a:cubicBezTo>
                  <a:pt x="27813" y="22998"/>
                  <a:pt x="31203" y="23386"/>
                  <a:pt x="34016" y="24161"/>
                </a:cubicBezTo>
                <a:cubicBezTo>
                  <a:pt x="36830" y="24936"/>
                  <a:pt x="39143" y="26126"/>
                  <a:pt x="40955" y="27734"/>
                </a:cubicBezTo>
                <a:cubicBezTo>
                  <a:pt x="42768" y="29340"/>
                  <a:pt x="44090" y="31409"/>
                  <a:pt x="44921" y="33942"/>
                </a:cubicBezTo>
                <a:cubicBezTo>
                  <a:pt x="45751" y="36474"/>
                  <a:pt x="46167" y="39480"/>
                  <a:pt x="46167" y="42957"/>
                </a:cubicBezTo>
                <a:lnTo>
                  <a:pt x="46167" y="76981"/>
                </a:lnTo>
                <a:moveTo>
                  <a:pt x="32175" y="55287"/>
                </a:moveTo>
                <a:lnTo>
                  <a:pt x="26737" y="55287"/>
                </a:lnTo>
                <a:cubicBezTo>
                  <a:pt x="24433" y="55287"/>
                  <a:pt x="22470" y="55458"/>
                  <a:pt x="20846" y="55800"/>
                </a:cubicBezTo>
                <a:cubicBezTo>
                  <a:pt x="19222" y="56142"/>
                  <a:pt x="17900" y="56656"/>
                  <a:pt x="16881" y="57342"/>
                </a:cubicBezTo>
                <a:cubicBezTo>
                  <a:pt x="15861" y="58027"/>
                  <a:pt x="15115" y="58854"/>
                  <a:pt x="14643" y="59826"/>
                </a:cubicBezTo>
                <a:cubicBezTo>
                  <a:pt x="14171" y="60796"/>
                  <a:pt x="13935" y="61909"/>
                  <a:pt x="13935" y="63164"/>
                </a:cubicBezTo>
                <a:cubicBezTo>
                  <a:pt x="13935" y="65296"/>
                  <a:pt x="14605" y="66970"/>
                  <a:pt x="15946" y="68188"/>
                </a:cubicBezTo>
                <a:cubicBezTo>
                  <a:pt x="17287" y="69406"/>
                  <a:pt x="19146" y="70015"/>
                  <a:pt x="21526" y="70015"/>
                </a:cubicBezTo>
                <a:cubicBezTo>
                  <a:pt x="23527" y="70015"/>
                  <a:pt x="25368" y="69502"/>
                  <a:pt x="27049" y="68475"/>
                </a:cubicBezTo>
                <a:cubicBezTo>
                  <a:pt x="28729" y="67447"/>
                  <a:pt x="30438" y="65943"/>
                  <a:pt x="32175" y="63964"/>
                </a:cubicBezTo>
                <a:lnTo>
                  <a:pt x="32175" y="55287"/>
                </a:lnTo>
                <a:close/>
                <a:moveTo>
                  <a:pt x="108340" y="76811"/>
                </a:moveTo>
                <a:cubicBezTo>
                  <a:pt x="108340" y="77188"/>
                  <a:pt x="108227" y="77519"/>
                  <a:pt x="108000" y="77804"/>
                </a:cubicBezTo>
                <a:cubicBezTo>
                  <a:pt x="107773" y="78087"/>
                  <a:pt x="107396" y="78323"/>
                  <a:pt x="106867" y="78512"/>
                </a:cubicBezTo>
                <a:cubicBezTo>
                  <a:pt x="106338" y="78701"/>
                  <a:pt x="105611" y="78842"/>
                  <a:pt x="104686" y="78937"/>
                </a:cubicBezTo>
                <a:cubicBezTo>
                  <a:pt x="103761" y="79031"/>
                  <a:pt x="102619" y="79078"/>
                  <a:pt x="101259" y="79078"/>
                </a:cubicBezTo>
                <a:cubicBezTo>
                  <a:pt x="99862" y="79078"/>
                  <a:pt x="98701" y="79031"/>
                  <a:pt x="97775" y="78937"/>
                </a:cubicBezTo>
                <a:cubicBezTo>
                  <a:pt x="96850" y="78842"/>
                  <a:pt x="96123" y="78701"/>
                  <a:pt x="95595" y="78512"/>
                </a:cubicBezTo>
                <a:cubicBezTo>
                  <a:pt x="95066" y="78323"/>
                  <a:pt x="94688" y="78087"/>
                  <a:pt x="94462" y="77804"/>
                </a:cubicBezTo>
                <a:cubicBezTo>
                  <a:pt x="94235" y="77521"/>
                  <a:pt x="94122" y="77190"/>
                  <a:pt x="94122" y="76812"/>
                </a:cubicBezTo>
                <a:lnTo>
                  <a:pt x="94122" y="47979"/>
                </a:lnTo>
                <a:cubicBezTo>
                  <a:pt x="94122" y="45525"/>
                  <a:pt x="93942" y="43599"/>
                  <a:pt x="93584" y="42202"/>
                </a:cubicBezTo>
                <a:cubicBezTo>
                  <a:pt x="93225" y="40804"/>
                  <a:pt x="92706" y="39605"/>
                  <a:pt x="92026" y="38604"/>
                </a:cubicBezTo>
                <a:cubicBezTo>
                  <a:pt x="91346" y="37604"/>
                  <a:pt x="90468" y="36830"/>
                  <a:pt x="89392" y="36282"/>
                </a:cubicBezTo>
                <a:cubicBezTo>
                  <a:pt x="88315" y="35734"/>
                  <a:pt x="87060" y="35461"/>
                  <a:pt x="85625" y="35461"/>
                </a:cubicBezTo>
                <a:cubicBezTo>
                  <a:pt x="83812" y="35461"/>
                  <a:pt x="81981" y="36122"/>
                  <a:pt x="80130" y="37443"/>
                </a:cubicBezTo>
                <a:cubicBezTo>
                  <a:pt x="78280" y="38765"/>
                  <a:pt x="76354" y="40691"/>
                  <a:pt x="74352" y="43221"/>
                </a:cubicBezTo>
                <a:lnTo>
                  <a:pt x="74352" y="76812"/>
                </a:lnTo>
                <a:cubicBezTo>
                  <a:pt x="74352" y="77190"/>
                  <a:pt x="74239" y="77521"/>
                  <a:pt x="74012" y="77804"/>
                </a:cubicBezTo>
                <a:cubicBezTo>
                  <a:pt x="73786" y="78087"/>
                  <a:pt x="73399" y="78323"/>
                  <a:pt x="72851" y="78512"/>
                </a:cubicBezTo>
                <a:cubicBezTo>
                  <a:pt x="72303" y="78701"/>
                  <a:pt x="71576" y="78842"/>
                  <a:pt x="70670" y="78937"/>
                </a:cubicBezTo>
                <a:cubicBezTo>
                  <a:pt x="69764" y="79031"/>
                  <a:pt x="68612" y="79078"/>
                  <a:pt x="67215" y="79078"/>
                </a:cubicBezTo>
                <a:cubicBezTo>
                  <a:pt x="65817" y="79078"/>
                  <a:pt x="64666" y="79031"/>
                  <a:pt x="63759" y="78937"/>
                </a:cubicBezTo>
                <a:cubicBezTo>
                  <a:pt x="62853" y="78842"/>
                  <a:pt x="62126" y="78701"/>
                  <a:pt x="61578" y="78512"/>
                </a:cubicBezTo>
                <a:cubicBezTo>
                  <a:pt x="61031" y="78323"/>
                  <a:pt x="60644" y="78087"/>
                  <a:pt x="60417" y="77804"/>
                </a:cubicBezTo>
                <a:cubicBezTo>
                  <a:pt x="60191" y="77521"/>
                  <a:pt x="60077" y="77190"/>
                  <a:pt x="60077" y="76812"/>
                </a:cubicBezTo>
                <a:lnTo>
                  <a:pt x="60077" y="26284"/>
                </a:lnTo>
                <a:cubicBezTo>
                  <a:pt x="60077" y="25906"/>
                  <a:pt x="60172" y="25576"/>
                  <a:pt x="60360" y="25293"/>
                </a:cubicBezTo>
                <a:cubicBezTo>
                  <a:pt x="60549" y="25009"/>
                  <a:pt x="60889" y="24773"/>
                  <a:pt x="61380" y="24585"/>
                </a:cubicBezTo>
                <a:cubicBezTo>
                  <a:pt x="61871" y="24396"/>
                  <a:pt x="62504" y="24254"/>
                  <a:pt x="63278" y="24160"/>
                </a:cubicBezTo>
                <a:cubicBezTo>
                  <a:pt x="64052" y="24065"/>
                  <a:pt x="65024" y="24018"/>
                  <a:pt x="66195" y="24018"/>
                </a:cubicBezTo>
                <a:cubicBezTo>
                  <a:pt x="67404" y="24018"/>
                  <a:pt x="68404" y="24065"/>
                  <a:pt x="69197" y="24160"/>
                </a:cubicBezTo>
                <a:cubicBezTo>
                  <a:pt x="69990" y="24254"/>
                  <a:pt x="70604" y="24396"/>
                  <a:pt x="71038" y="24585"/>
                </a:cubicBezTo>
                <a:cubicBezTo>
                  <a:pt x="71473" y="24773"/>
                  <a:pt x="71784" y="25009"/>
                  <a:pt x="71973" y="25293"/>
                </a:cubicBezTo>
                <a:cubicBezTo>
                  <a:pt x="72162" y="25576"/>
                  <a:pt x="72256" y="25906"/>
                  <a:pt x="72256" y="26284"/>
                </a:cubicBezTo>
                <a:lnTo>
                  <a:pt x="72256" y="32118"/>
                </a:lnTo>
                <a:cubicBezTo>
                  <a:pt x="75051" y="29078"/>
                  <a:pt x="77893" y="26798"/>
                  <a:pt x="80781" y="25278"/>
                </a:cubicBezTo>
                <a:cubicBezTo>
                  <a:pt x="83670" y="23758"/>
                  <a:pt x="86682" y="22998"/>
                  <a:pt x="89817" y="22998"/>
                </a:cubicBezTo>
                <a:cubicBezTo>
                  <a:pt x="93253" y="22998"/>
                  <a:pt x="96152" y="23565"/>
                  <a:pt x="98512" y="24700"/>
                </a:cubicBezTo>
                <a:cubicBezTo>
                  <a:pt x="100872" y="25834"/>
                  <a:pt x="102779" y="27374"/>
                  <a:pt x="104233" y="29322"/>
                </a:cubicBezTo>
                <a:cubicBezTo>
                  <a:pt x="105687" y="31268"/>
                  <a:pt x="106735" y="33545"/>
                  <a:pt x="107377" y="36155"/>
                </a:cubicBezTo>
                <a:cubicBezTo>
                  <a:pt x="108019" y="38763"/>
                  <a:pt x="108340" y="41900"/>
                  <a:pt x="108340" y="45567"/>
                </a:cubicBezTo>
                <a:lnTo>
                  <a:pt x="108340" y="76811"/>
                </a:lnTo>
                <a:close/>
                <a:moveTo>
                  <a:pt x="170530" y="76811"/>
                </a:moveTo>
                <a:cubicBezTo>
                  <a:pt x="170530" y="77226"/>
                  <a:pt x="170436" y="77576"/>
                  <a:pt x="170247" y="77860"/>
                </a:cubicBezTo>
                <a:cubicBezTo>
                  <a:pt x="170058" y="78144"/>
                  <a:pt x="169737" y="78380"/>
                  <a:pt x="169284" y="78569"/>
                </a:cubicBezTo>
                <a:cubicBezTo>
                  <a:pt x="168831" y="78757"/>
                  <a:pt x="168217" y="78890"/>
                  <a:pt x="167443" y="78965"/>
                </a:cubicBezTo>
                <a:cubicBezTo>
                  <a:pt x="166669" y="79041"/>
                  <a:pt x="165716" y="79078"/>
                  <a:pt x="164583" y="79078"/>
                </a:cubicBezTo>
                <a:cubicBezTo>
                  <a:pt x="163374" y="79078"/>
                  <a:pt x="162392" y="79041"/>
                  <a:pt x="161637" y="78965"/>
                </a:cubicBezTo>
                <a:cubicBezTo>
                  <a:pt x="160882" y="78891"/>
                  <a:pt x="160268" y="78760"/>
                  <a:pt x="159796" y="78572"/>
                </a:cubicBezTo>
                <a:cubicBezTo>
                  <a:pt x="159324" y="78383"/>
                  <a:pt x="158984" y="78148"/>
                  <a:pt x="158776" y="77868"/>
                </a:cubicBezTo>
                <a:cubicBezTo>
                  <a:pt x="158569" y="77585"/>
                  <a:pt x="158465" y="77237"/>
                  <a:pt x="158465" y="76823"/>
                </a:cubicBezTo>
                <a:lnTo>
                  <a:pt x="158465" y="71243"/>
                </a:lnTo>
                <a:cubicBezTo>
                  <a:pt x="155859" y="74044"/>
                  <a:pt x="153131" y="76220"/>
                  <a:pt x="150279" y="77772"/>
                </a:cubicBezTo>
                <a:cubicBezTo>
                  <a:pt x="147428" y="79323"/>
                  <a:pt x="144265" y="80098"/>
                  <a:pt x="140791" y="80098"/>
                </a:cubicBezTo>
                <a:cubicBezTo>
                  <a:pt x="136939" y="80098"/>
                  <a:pt x="133682" y="79351"/>
                  <a:pt x="131020" y="77857"/>
                </a:cubicBezTo>
                <a:cubicBezTo>
                  <a:pt x="128357" y="76362"/>
                  <a:pt x="126186" y="74347"/>
                  <a:pt x="124505" y="71812"/>
                </a:cubicBezTo>
                <a:cubicBezTo>
                  <a:pt x="122825" y="69276"/>
                  <a:pt x="121607" y="66315"/>
                  <a:pt x="120852" y="62929"/>
                </a:cubicBezTo>
                <a:cubicBezTo>
                  <a:pt x="120096" y="59542"/>
                  <a:pt x="119719" y="55975"/>
                  <a:pt x="119719" y="52230"/>
                </a:cubicBezTo>
                <a:cubicBezTo>
                  <a:pt x="119719" y="47726"/>
                  <a:pt x="120200" y="43677"/>
                  <a:pt x="121163" y="40083"/>
                </a:cubicBezTo>
                <a:cubicBezTo>
                  <a:pt x="122126" y="36488"/>
                  <a:pt x="123533" y="33423"/>
                  <a:pt x="125383" y="30888"/>
                </a:cubicBezTo>
                <a:cubicBezTo>
                  <a:pt x="127234" y="28353"/>
                  <a:pt x="129537" y="26405"/>
                  <a:pt x="132294" y="25043"/>
                </a:cubicBezTo>
                <a:cubicBezTo>
                  <a:pt x="135051" y="23680"/>
                  <a:pt x="138223" y="22998"/>
                  <a:pt x="141811" y="22998"/>
                </a:cubicBezTo>
                <a:cubicBezTo>
                  <a:pt x="144643" y="22998"/>
                  <a:pt x="147211" y="23576"/>
                  <a:pt x="149515" y="24730"/>
                </a:cubicBezTo>
                <a:cubicBezTo>
                  <a:pt x="151818" y="25884"/>
                  <a:pt x="154103" y="27577"/>
                  <a:pt x="156369" y="29810"/>
                </a:cubicBezTo>
                <a:lnTo>
                  <a:pt x="156369" y="2438"/>
                </a:lnTo>
                <a:cubicBezTo>
                  <a:pt x="156369" y="2059"/>
                  <a:pt x="156473" y="1718"/>
                  <a:pt x="156680" y="1416"/>
                </a:cubicBezTo>
                <a:cubicBezTo>
                  <a:pt x="156888" y="1114"/>
                  <a:pt x="157266" y="859"/>
                  <a:pt x="157813" y="651"/>
                </a:cubicBezTo>
                <a:cubicBezTo>
                  <a:pt x="158361" y="444"/>
                  <a:pt x="159088" y="283"/>
                  <a:pt x="159994" y="170"/>
                </a:cubicBezTo>
                <a:cubicBezTo>
                  <a:pt x="160901" y="57"/>
                  <a:pt x="162052" y="0"/>
                  <a:pt x="163450" y="0"/>
                </a:cubicBezTo>
                <a:cubicBezTo>
                  <a:pt x="164847" y="0"/>
                  <a:pt x="165999" y="57"/>
                  <a:pt x="166905" y="170"/>
                </a:cubicBezTo>
                <a:cubicBezTo>
                  <a:pt x="167811" y="283"/>
                  <a:pt x="168529" y="444"/>
                  <a:pt x="169058" y="651"/>
                </a:cubicBezTo>
                <a:cubicBezTo>
                  <a:pt x="169586" y="859"/>
                  <a:pt x="169964" y="1115"/>
                  <a:pt x="170191" y="1418"/>
                </a:cubicBezTo>
                <a:cubicBezTo>
                  <a:pt x="170417" y="1720"/>
                  <a:pt x="170530" y="2060"/>
                  <a:pt x="170530" y="2438"/>
                </a:cubicBezTo>
                <a:lnTo>
                  <a:pt x="170530" y="76811"/>
                </a:lnTo>
                <a:moveTo>
                  <a:pt x="156369" y="43034"/>
                </a:moveTo>
                <a:cubicBezTo>
                  <a:pt x="154330" y="40471"/>
                  <a:pt x="152375" y="38512"/>
                  <a:pt x="150506" y="37156"/>
                </a:cubicBezTo>
                <a:cubicBezTo>
                  <a:pt x="148637" y="35799"/>
                  <a:pt x="146682" y="35121"/>
                  <a:pt x="144643" y="35121"/>
                </a:cubicBezTo>
                <a:cubicBezTo>
                  <a:pt x="142793" y="35121"/>
                  <a:pt x="141197" y="35583"/>
                  <a:pt x="139856" y="36509"/>
                </a:cubicBezTo>
                <a:cubicBezTo>
                  <a:pt x="138516" y="37434"/>
                  <a:pt x="137440" y="38671"/>
                  <a:pt x="136628" y="40219"/>
                </a:cubicBezTo>
                <a:cubicBezTo>
                  <a:pt x="135816" y="41767"/>
                  <a:pt x="135211" y="43495"/>
                  <a:pt x="134815" y="45402"/>
                </a:cubicBezTo>
                <a:cubicBezTo>
                  <a:pt x="134418" y="47309"/>
                  <a:pt x="134220" y="49263"/>
                  <a:pt x="134220" y="51265"/>
                </a:cubicBezTo>
                <a:cubicBezTo>
                  <a:pt x="134220" y="53380"/>
                  <a:pt x="134390" y="55438"/>
                  <a:pt x="134730" y="57439"/>
                </a:cubicBezTo>
                <a:cubicBezTo>
                  <a:pt x="135070" y="59441"/>
                  <a:pt x="135627" y="61225"/>
                  <a:pt x="136401" y="62792"/>
                </a:cubicBezTo>
                <a:cubicBezTo>
                  <a:pt x="137175" y="64360"/>
                  <a:pt x="138204" y="65615"/>
                  <a:pt x="139488" y="66559"/>
                </a:cubicBezTo>
                <a:cubicBezTo>
                  <a:pt x="140772" y="67504"/>
                  <a:pt x="142396" y="67976"/>
                  <a:pt x="144360" y="67976"/>
                </a:cubicBezTo>
                <a:cubicBezTo>
                  <a:pt x="145342" y="67976"/>
                  <a:pt x="146295" y="67835"/>
                  <a:pt x="147220" y="67553"/>
                </a:cubicBezTo>
                <a:cubicBezTo>
                  <a:pt x="148146" y="67269"/>
                  <a:pt x="149090" y="66807"/>
                  <a:pt x="150053" y="66166"/>
                </a:cubicBezTo>
                <a:cubicBezTo>
                  <a:pt x="151016" y="65526"/>
                  <a:pt x="152007" y="64687"/>
                  <a:pt x="153027" y="63651"/>
                </a:cubicBezTo>
                <a:cubicBezTo>
                  <a:pt x="154046" y="62614"/>
                  <a:pt x="155160" y="61342"/>
                  <a:pt x="156369" y="59834"/>
                </a:cubicBezTo>
                <a:lnTo>
                  <a:pt x="156369" y="43034"/>
                </a:lnTo>
                <a:close/>
                <a:moveTo>
                  <a:pt x="274730" y="3285"/>
                </a:moveTo>
                <a:lnTo>
                  <a:pt x="271105" y="19826"/>
                </a:lnTo>
                <a:lnTo>
                  <a:pt x="263684" y="19826"/>
                </a:lnTo>
                <a:cubicBezTo>
                  <a:pt x="263571" y="16465"/>
                  <a:pt x="263231" y="13935"/>
                  <a:pt x="262665" y="12236"/>
                </a:cubicBezTo>
                <a:cubicBezTo>
                  <a:pt x="262098" y="10536"/>
                  <a:pt x="261211" y="9262"/>
                  <a:pt x="260002" y="8412"/>
                </a:cubicBezTo>
                <a:cubicBezTo>
                  <a:pt x="258794" y="7562"/>
                  <a:pt x="257151" y="7137"/>
                  <a:pt x="255074" y="7137"/>
                </a:cubicBezTo>
                <a:cubicBezTo>
                  <a:pt x="251902" y="7137"/>
                  <a:pt x="248767" y="8384"/>
                  <a:pt x="245671" y="10876"/>
                </a:cubicBezTo>
                <a:cubicBezTo>
                  <a:pt x="242574" y="13369"/>
                  <a:pt x="239713" y="17136"/>
                  <a:pt x="237089" y="22177"/>
                </a:cubicBezTo>
                <a:cubicBezTo>
                  <a:pt x="234464" y="27219"/>
                  <a:pt x="232349" y="33176"/>
                  <a:pt x="230744" y="40049"/>
                </a:cubicBezTo>
                <a:cubicBezTo>
                  <a:pt x="229140" y="46922"/>
                  <a:pt x="228337" y="53115"/>
                  <a:pt x="228337" y="58629"/>
                </a:cubicBezTo>
                <a:cubicBezTo>
                  <a:pt x="228337" y="61801"/>
                  <a:pt x="228630" y="64426"/>
                  <a:pt x="229215" y="66503"/>
                </a:cubicBezTo>
                <a:cubicBezTo>
                  <a:pt x="229800" y="68580"/>
                  <a:pt x="230820" y="70185"/>
                  <a:pt x="232274" y="71318"/>
                </a:cubicBezTo>
                <a:cubicBezTo>
                  <a:pt x="233728" y="72451"/>
                  <a:pt x="235739" y="73017"/>
                  <a:pt x="238307" y="73017"/>
                </a:cubicBezTo>
                <a:cubicBezTo>
                  <a:pt x="242234" y="73017"/>
                  <a:pt x="245491" y="72035"/>
                  <a:pt x="248078" y="70072"/>
                </a:cubicBezTo>
                <a:cubicBezTo>
                  <a:pt x="250665" y="68108"/>
                  <a:pt x="252997" y="64728"/>
                  <a:pt x="255074" y="59932"/>
                </a:cubicBezTo>
                <a:lnTo>
                  <a:pt x="262495" y="59932"/>
                </a:lnTo>
                <a:lnTo>
                  <a:pt x="258869" y="76643"/>
                </a:lnTo>
                <a:cubicBezTo>
                  <a:pt x="255206" y="77700"/>
                  <a:pt x="251562" y="78465"/>
                  <a:pt x="247937" y="78937"/>
                </a:cubicBezTo>
                <a:cubicBezTo>
                  <a:pt x="244311" y="79409"/>
                  <a:pt x="240422" y="79645"/>
                  <a:pt x="236268" y="79645"/>
                </a:cubicBezTo>
                <a:cubicBezTo>
                  <a:pt x="228224" y="79645"/>
                  <a:pt x="222049" y="77445"/>
                  <a:pt x="217744" y="73045"/>
                </a:cubicBezTo>
                <a:cubicBezTo>
                  <a:pt x="213439" y="68646"/>
                  <a:pt x="211286" y="62311"/>
                  <a:pt x="211286" y="54041"/>
                </a:cubicBezTo>
                <a:cubicBezTo>
                  <a:pt x="211286" y="50906"/>
                  <a:pt x="211626" y="47300"/>
                  <a:pt x="212306" y="43221"/>
                </a:cubicBezTo>
                <a:cubicBezTo>
                  <a:pt x="213401" y="36763"/>
                  <a:pt x="215214" y="30797"/>
                  <a:pt x="217744" y="25321"/>
                </a:cubicBezTo>
                <a:cubicBezTo>
                  <a:pt x="220274" y="19845"/>
                  <a:pt x="223456" y="15247"/>
                  <a:pt x="227289" y="11528"/>
                </a:cubicBezTo>
                <a:cubicBezTo>
                  <a:pt x="231122" y="7808"/>
                  <a:pt x="235427" y="5042"/>
                  <a:pt x="240204" y="3229"/>
                </a:cubicBezTo>
                <a:cubicBezTo>
                  <a:pt x="244982" y="1416"/>
                  <a:pt x="250146" y="510"/>
                  <a:pt x="255697" y="510"/>
                </a:cubicBezTo>
                <a:cubicBezTo>
                  <a:pt x="262155" y="510"/>
                  <a:pt x="268499" y="1435"/>
                  <a:pt x="274730" y="32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𝒇𝒇𝒇">
            <a:extLst xmlns:a="http://schemas.openxmlformats.org/drawingml/2006/main">
              <a:ext uri="{FF2B5EF4-FFF2-40B4-BE49-F238E27FC236}">
                <a16:creationId xmlns:a16="http://schemas.microsoft.com/office/drawing/2014/main" id="{D1B19C9B-59E1-408D-AEEF-37AD1147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01" y="3502572"/>
            <a:ext cx="127460" cy="77923"/>
          </a:xfrm>
          <a:custGeom xmlns:a="http://schemas.openxmlformats.org/drawingml/2006/main">
            <a:pathLst>
              <a:path w="127460" h="77923">
                <a:moveTo>
                  <a:pt x="11753" y="23547"/>
                </a:moveTo>
                <a:lnTo>
                  <a:pt x="12497" y="20195"/>
                </a:lnTo>
                <a:cubicBezTo>
                  <a:pt x="14401" y="20167"/>
                  <a:pt x="15746" y="20029"/>
                  <a:pt x="16532" y="19781"/>
                </a:cubicBezTo>
                <a:cubicBezTo>
                  <a:pt x="17319" y="19532"/>
                  <a:pt x="17967" y="19077"/>
                  <a:pt x="18477" y="18415"/>
                </a:cubicBezTo>
                <a:cubicBezTo>
                  <a:pt x="18988" y="17753"/>
                  <a:pt x="19477" y="16525"/>
                  <a:pt x="19946" y="14732"/>
                </a:cubicBezTo>
                <a:cubicBezTo>
                  <a:pt x="20636" y="12111"/>
                  <a:pt x="21505" y="9939"/>
                  <a:pt x="22553" y="8214"/>
                </a:cubicBezTo>
                <a:cubicBezTo>
                  <a:pt x="23602" y="6490"/>
                  <a:pt x="24967" y="4987"/>
                  <a:pt x="26650" y="3704"/>
                </a:cubicBezTo>
                <a:cubicBezTo>
                  <a:pt x="28333" y="2421"/>
                  <a:pt x="30299" y="1483"/>
                  <a:pt x="32547" y="890"/>
                </a:cubicBezTo>
                <a:cubicBezTo>
                  <a:pt x="34796" y="297"/>
                  <a:pt x="37272" y="0"/>
                  <a:pt x="39975" y="0"/>
                </a:cubicBezTo>
                <a:cubicBezTo>
                  <a:pt x="42734" y="0"/>
                  <a:pt x="45327" y="248"/>
                  <a:pt x="47755" y="745"/>
                </a:cubicBezTo>
                <a:lnTo>
                  <a:pt x="45893" y="9021"/>
                </a:lnTo>
                <a:lnTo>
                  <a:pt x="40555" y="9021"/>
                </a:lnTo>
                <a:cubicBezTo>
                  <a:pt x="40444" y="7311"/>
                  <a:pt x="40168" y="6097"/>
                  <a:pt x="39727" y="5380"/>
                </a:cubicBezTo>
                <a:cubicBezTo>
                  <a:pt x="39286" y="4662"/>
                  <a:pt x="38596" y="4304"/>
                  <a:pt x="37658" y="4304"/>
                </a:cubicBezTo>
                <a:cubicBezTo>
                  <a:pt x="36554" y="4304"/>
                  <a:pt x="35658" y="4690"/>
                  <a:pt x="34968" y="5462"/>
                </a:cubicBezTo>
                <a:cubicBezTo>
                  <a:pt x="34278" y="6235"/>
                  <a:pt x="33699" y="7283"/>
                  <a:pt x="33230" y="8608"/>
                </a:cubicBezTo>
                <a:cubicBezTo>
                  <a:pt x="32761" y="9932"/>
                  <a:pt x="32292" y="11670"/>
                  <a:pt x="31823" y="13822"/>
                </a:cubicBezTo>
                <a:lnTo>
                  <a:pt x="30788" y="18374"/>
                </a:lnTo>
                <a:lnTo>
                  <a:pt x="39644" y="18374"/>
                </a:lnTo>
                <a:lnTo>
                  <a:pt x="38527" y="23547"/>
                </a:lnTo>
                <a:lnTo>
                  <a:pt x="29630" y="23547"/>
                </a:lnTo>
                <a:lnTo>
                  <a:pt x="22140" y="58142"/>
                </a:lnTo>
                <a:cubicBezTo>
                  <a:pt x="20677" y="64846"/>
                  <a:pt x="18319" y="69819"/>
                  <a:pt x="15063" y="73061"/>
                </a:cubicBezTo>
                <a:cubicBezTo>
                  <a:pt x="11808" y="76302"/>
                  <a:pt x="7739" y="77923"/>
                  <a:pt x="2855" y="77923"/>
                </a:cubicBezTo>
                <a:cubicBezTo>
                  <a:pt x="1669" y="77923"/>
                  <a:pt x="717" y="77854"/>
                  <a:pt x="0" y="77716"/>
                </a:cubicBezTo>
                <a:lnTo>
                  <a:pt x="993" y="73081"/>
                </a:lnTo>
                <a:cubicBezTo>
                  <a:pt x="1545" y="73164"/>
                  <a:pt x="2042" y="73205"/>
                  <a:pt x="2483" y="73205"/>
                </a:cubicBezTo>
                <a:cubicBezTo>
                  <a:pt x="4055" y="73205"/>
                  <a:pt x="5359" y="72336"/>
                  <a:pt x="6394" y="70598"/>
                </a:cubicBezTo>
                <a:cubicBezTo>
                  <a:pt x="7428" y="68860"/>
                  <a:pt x="8345" y="66253"/>
                  <a:pt x="9146" y="62777"/>
                </a:cubicBezTo>
                <a:lnTo>
                  <a:pt x="18001" y="23547"/>
                </a:lnTo>
                <a:lnTo>
                  <a:pt x="11753" y="23547"/>
                </a:lnTo>
                <a:close/>
                <a:moveTo>
                  <a:pt x="76034" y="1862"/>
                </a:moveTo>
                <a:lnTo>
                  <a:pt x="73882" y="12001"/>
                </a:lnTo>
                <a:lnTo>
                  <a:pt x="63164" y="12001"/>
                </a:lnTo>
                <a:lnTo>
                  <a:pt x="65440" y="1862"/>
                </a:lnTo>
                <a:lnTo>
                  <a:pt x="76034" y="1862"/>
                </a:lnTo>
                <a:moveTo>
                  <a:pt x="66557" y="46390"/>
                </a:moveTo>
                <a:cubicBezTo>
                  <a:pt x="66281" y="47548"/>
                  <a:pt x="66095" y="48445"/>
                  <a:pt x="65999" y="49079"/>
                </a:cubicBezTo>
                <a:cubicBezTo>
                  <a:pt x="65902" y="49714"/>
                  <a:pt x="65854" y="50431"/>
                  <a:pt x="65854" y="51231"/>
                </a:cubicBezTo>
                <a:cubicBezTo>
                  <a:pt x="65854" y="52307"/>
                  <a:pt x="66033" y="53052"/>
                  <a:pt x="66392" y="53466"/>
                </a:cubicBezTo>
                <a:cubicBezTo>
                  <a:pt x="66750" y="53880"/>
                  <a:pt x="67261" y="54087"/>
                  <a:pt x="67923" y="54087"/>
                </a:cubicBezTo>
                <a:cubicBezTo>
                  <a:pt x="68723" y="54087"/>
                  <a:pt x="69619" y="53707"/>
                  <a:pt x="70613" y="52949"/>
                </a:cubicBezTo>
                <a:cubicBezTo>
                  <a:pt x="71606" y="52190"/>
                  <a:pt x="72778" y="51038"/>
                  <a:pt x="74130" y="49493"/>
                </a:cubicBezTo>
                <a:lnTo>
                  <a:pt x="77110" y="52473"/>
                </a:lnTo>
                <a:cubicBezTo>
                  <a:pt x="74406" y="55232"/>
                  <a:pt x="71985" y="57190"/>
                  <a:pt x="69847" y="58349"/>
                </a:cubicBezTo>
                <a:cubicBezTo>
                  <a:pt x="67709" y="59508"/>
                  <a:pt x="65357" y="60087"/>
                  <a:pt x="62791" y="60087"/>
                </a:cubicBezTo>
                <a:cubicBezTo>
                  <a:pt x="59867" y="60087"/>
                  <a:pt x="57729" y="59370"/>
                  <a:pt x="56377" y="57935"/>
                </a:cubicBezTo>
                <a:cubicBezTo>
                  <a:pt x="55025" y="56501"/>
                  <a:pt x="54349" y="54335"/>
                  <a:pt x="54349" y="51438"/>
                </a:cubicBezTo>
                <a:cubicBezTo>
                  <a:pt x="54349" y="49590"/>
                  <a:pt x="54653" y="47424"/>
                  <a:pt x="55260" y="44941"/>
                </a:cubicBezTo>
                <a:lnTo>
                  <a:pt x="58736" y="30540"/>
                </a:lnTo>
                <a:cubicBezTo>
                  <a:pt x="59370" y="27919"/>
                  <a:pt x="59688" y="25850"/>
                  <a:pt x="59688" y="24333"/>
                </a:cubicBezTo>
                <a:cubicBezTo>
                  <a:pt x="59688" y="23257"/>
                  <a:pt x="59433" y="22491"/>
                  <a:pt x="58922" y="22036"/>
                </a:cubicBezTo>
                <a:cubicBezTo>
                  <a:pt x="58412" y="21581"/>
                  <a:pt x="57343" y="21271"/>
                  <a:pt x="55715" y="21105"/>
                </a:cubicBezTo>
                <a:lnTo>
                  <a:pt x="56336" y="18374"/>
                </a:lnTo>
                <a:lnTo>
                  <a:pt x="68461" y="17919"/>
                </a:lnTo>
                <a:lnTo>
                  <a:pt x="73178" y="17919"/>
                </a:lnTo>
                <a:lnTo>
                  <a:pt x="66557" y="46390"/>
                </a:lnTo>
                <a:close/>
                <a:moveTo>
                  <a:pt x="109996" y="36044"/>
                </a:moveTo>
                <a:cubicBezTo>
                  <a:pt x="110962" y="41865"/>
                  <a:pt x="111755" y="46038"/>
                  <a:pt x="112376" y="48562"/>
                </a:cubicBezTo>
                <a:cubicBezTo>
                  <a:pt x="112997" y="51087"/>
                  <a:pt x="113638" y="52721"/>
                  <a:pt x="114300" y="53466"/>
                </a:cubicBezTo>
                <a:cubicBezTo>
                  <a:pt x="114686" y="53880"/>
                  <a:pt x="115155" y="54087"/>
                  <a:pt x="115707" y="54087"/>
                </a:cubicBezTo>
                <a:cubicBezTo>
                  <a:pt x="116397" y="54087"/>
                  <a:pt x="117038" y="53818"/>
                  <a:pt x="117631" y="53280"/>
                </a:cubicBezTo>
                <a:cubicBezTo>
                  <a:pt x="118225" y="52742"/>
                  <a:pt x="118990" y="51535"/>
                  <a:pt x="119928" y="49659"/>
                </a:cubicBezTo>
                <a:lnTo>
                  <a:pt x="123694" y="51397"/>
                </a:lnTo>
                <a:cubicBezTo>
                  <a:pt x="122094" y="54321"/>
                  <a:pt x="120280" y="56501"/>
                  <a:pt x="118252" y="57935"/>
                </a:cubicBezTo>
                <a:cubicBezTo>
                  <a:pt x="116224" y="59370"/>
                  <a:pt x="113845" y="60087"/>
                  <a:pt x="111114" y="60087"/>
                </a:cubicBezTo>
                <a:cubicBezTo>
                  <a:pt x="109431" y="60087"/>
                  <a:pt x="108086" y="59873"/>
                  <a:pt x="107079" y="59446"/>
                </a:cubicBezTo>
                <a:cubicBezTo>
                  <a:pt x="106072" y="59018"/>
                  <a:pt x="105217" y="58308"/>
                  <a:pt x="104513" y="57315"/>
                </a:cubicBezTo>
                <a:cubicBezTo>
                  <a:pt x="103810" y="56321"/>
                  <a:pt x="103189" y="54921"/>
                  <a:pt x="102651" y="53114"/>
                </a:cubicBezTo>
                <a:cubicBezTo>
                  <a:pt x="102113" y="51307"/>
                  <a:pt x="101610" y="48942"/>
                  <a:pt x="101141" y="46017"/>
                </a:cubicBezTo>
                <a:lnTo>
                  <a:pt x="100727" y="46017"/>
                </a:lnTo>
                <a:cubicBezTo>
                  <a:pt x="98382" y="49383"/>
                  <a:pt x="96506" y="51949"/>
                  <a:pt x="95099" y="53714"/>
                </a:cubicBezTo>
                <a:cubicBezTo>
                  <a:pt x="93692" y="55480"/>
                  <a:pt x="92485" y="56804"/>
                  <a:pt x="91478" y="57687"/>
                </a:cubicBezTo>
                <a:cubicBezTo>
                  <a:pt x="90471" y="58570"/>
                  <a:pt x="89505" y="59191"/>
                  <a:pt x="88581" y="59549"/>
                </a:cubicBezTo>
                <a:cubicBezTo>
                  <a:pt x="87657" y="59908"/>
                  <a:pt x="86546" y="60087"/>
                  <a:pt x="85250" y="60087"/>
                </a:cubicBezTo>
                <a:cubicBezTo>
                  <a:pt x="84643" y="60087"/>
                  <a:pt x="83905" y="60011"/>
                  <a:pt x="83036" y="59860"/>
                </a:cubicBezTo>
                <a:cubicBezTo>
                  <a:pt x="82167" y="59708"/>
                  <a:pt x="81512" y="59549"/>
                  <a:pt x="81070" y="59384"/>
                </a:cubicBezTo>
                <a:lnTo>
                  <a:pt x="83015" y="50404"/>
                </a:lnTo>
                <a:lnTo>
                  <a:pt x="86739" y="50404"/>
                </a:lnTo>
                <a:cubicBezTo>
                  <a:pt x="86767" y="50983"/>
                  <a:pt x="86912" y="51418"/>
                  <a:pt x="87174" y="51707"/>
                </a:cubicBezTo>
                <a:cubicBezTo>
                  <a:pt x="87436" y="51997"/>
                  <a:pt x="87774" y="52142"/>
                  <a:pt x="88188" y="52142"/>
                </a:cubicBezTo>
                <a:cubicBezTo>
                  <a:pt x="88684" y="52142"/>
                  <a:pt x="89147" y="52038"/>
                  <a:pt x="89574" y="51831"/>
                </a:cubicBezTo>
                <a:cubicBezTo>
                  <a:pt x="90002" y="51625"/>
                  <a:pt x="90595" y="51162"/>
                  <a:pt x="91354" y="50445"/>
                </a:cubicBezTo>
                <a:cubicBezTo>
                  <a:pt x="92112" y="49728"/>
                  <a:pt x="93071" y="48673"/>
                  <a:pt x="94230" y="47279"/>
                </a:cubicBezTo>
                <a:cubicBezTo>
                  <a:pt x="95388" y="45886"/>
                  <a:pt x="97347" y="43438"/>
                  <a:pt x="100106" y="39934"/>
                </a:cubicBezTo>
                <a:cubicBezTo>
                  <a:pt x="99527" y="36679"/>
                  <a:pt x="98982" y="33871"/>
                  <a:pt x="98471" y="31513"/>
                </a:cubicBezTo>
                <a:cubicBezTo>
                  <a:pt x="97961" y="29154"/>
                  <a:pt x="97499" y="27443"/>
                  <a:pt x="97085" y="26381"/>
                </a:cubicBezTo>
                <a:cubicBezTo>
                  <a:pt x="96671" y="25319"/>
                  <a:pt x="96278" y="24609"/>
                  <a:pt x="95906" y="24250"/>
                </a:cubicBezTo>
                <a:cubicBezTo>
                  <a:pt x="95533" y="23891"/>
                  <a:pt x="95113" y="23712"/>
                  <a:pt x="94644" y="23712"/>
                </a:cubicBezTo>
                <a:cubicBezTo>
                  <a:pt x="94092" y="23712"/>
                  <a:pt x="93609" y="23857"/>
                  <a:pt x="93195" y="24147"/>
                </a:cubicBezTo>
                <a:cubicBezTo>
                  <a:pt x="92781" y="24436"/>
                  <a:pt x="92347" y="24905"/>
                  <a:pt x="91892" y="25554"/>
                </a:cubicBezTo>
                <a:cubicBezTo>
                  <a:pt x="91436" y="26202"/>
                  <a:pt x="90947" y="27064"/>
                  <a:pt x="90423" y="28140"/>
                </a:cubicBezTo>
                <a:lnTo>
                  <a:pt x="86657" y="26402"/>
                </a:lnTo>
                <a:cubicBezTo>
                  <a:pt x="88257" y="23478"/>
                  <a:pt x="90057" y="21298"/>
                  <a:pt x="92057" y="19864"/>
                </a:cubicBezTo>
                <a:cubicBezTo>
                  <a:pt x="94057" y="18429"/>
                  <a:pt x="96340" y="17712"/>
                  <a:pt x="98906" y="17712"/>
                </a:cubicBezTo>
                <a:cubicBezTo>
                  <a:pt x="101113" y="17712"/>
                  <a:pt x="102796" y="18043"/>
                  <a:pt x="103955" y="18705"/>
                </a:cubicBezTo>
                <a:cubicBezTo>
                  <a:pt x="105113" y="19367"/>
                  <a:pt x="106065" y="20519"/>
                  <a:pt x="106810" y="22160"/>
                </a:cubicBezTo>
                <a:cubicBezTo>
                  <a:pt x="107555" y="23802"/>
                  <a:pt x="108258" y="26430"/>
                  <a:pt x="108920" y="30044"/>
                </a:cubicBezTo>
                <a:lnTo>
                  <a:pt x="109334" y="30044"/>
                </a:lnTo>
                <a:cubicBezTo>
                  <a:pt x="111376" y="27174"/>
                  <a:pt x="112962" y="25016"/>
                  <a:pt x="114093" y="23567"/>
                </a:cubicBezTo>
                <a:cubicBezTo>
                  <a:pt x="115224" y="22119"/>
                  <a:pt x="116273" y="20960"/>
                  <a:pt x="117238" y="20091"/>
                </a:cubicBezTo>
                <a:cubicBezTo>
                  <a:pt x="118204" y="19222"/>
                  <a:pt x="119142" y="18608"/>
                  <a:pt x="120052" y="18250"/>
                </a:cubicBezTo>
                <a:cubicBezTo>
                  <a:pt x="120963" y="17891"/>
                  <a:pt x="122039" y="17712"/>
                  <a:pt x="123280" y="17712"/>
                </a:cubicBezTo>
                <a:cubicBezTo>
                  <a:pt x="124660" y="17712"/>
                  <a:pt x="126053" y="17960"/>
                  <a:pt x="127460" y="18457"/>
                </a:cubicBezTo>
                <a:lnTo>
                  <a:pt x="125515" y="27395"/>
                </a:lnTo>
                <a:lnTo>
                  <a:pt x="121790" y="27395"/>
                </a:lnTo>
                <a:cubicBezTo>
                  <a:pt x="121652" y="26236"/>
                  <a:pt x="121142" y="25657"/>
                  <a:pt x="120259" y="25657"/>
                </a:cubicBezTo>
                <a:cubicBezTo>
                  <a:pt x="119873" y="25657"/>
                  <a:pt x="119466" y="25754"/>
                  <a:pt x="119038" y="25947"/>
                </a:cubicBezTo>
                <a:cubicBezTo>
                  <a:pt x="118611" y="26140"/>
                  <a:pt x="118045" y="26574"/>
                  <a:pt x="117342" y="27250"/>
                </a:cubicBezTo>
                <a:cubicBezTo>
                  <a:pt x="116638" y="27926"/>
                  <a:pt x="115762" y="28906"/>
                  <a:pt x="114714" y="30188"/>
                </a:cubicBezTo>
                <a:cubicBezTo>
                  <a:pt x="113666" y="31471"/>
                  <a:pt x="112093" y="33423"/>
                  <a:pt x="109996" y="360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^">
            <a:extLst xmlns:a="http://schemas.openxmlformats.org/drawingml/2006/main">
              <a:ext uri="{FF2B5EF4-FFF2-40B4-BE49-F238E27FC236}">
                <a16:creationId xmlns:a16="http://schemas.microsoft.com/office/drawing/2014/main" id="{134388B5-2A15-452F-B8E1-D48156F0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519" y="3429165"/>
            <a:ext cx="33934" cy="29216"/>
          </a:xfrm>
          <a:custGeom xmlns:a="http://schemas.openxmlformats.org/drawingml/2006/main">
            <a:pathLst>
              <a:path w="33934" h="29216">
                <a:moveTo>
                  <a:pt x="27643" y="29216"/>
                </a:moveTo>
                <a:lnTo>
                  <a:pt x="16967" y="5669"/>
                </a:lnTo>
                <a:lnTo>
                  <a:pt x="6290" y="29216"/>
                </a:lnTo>
                <a:lnTo>
                  <a:pt x="0" y="29216"/>
                </a:lnTo>
                <a:lnTo>
                  <a:pt x="13987" y="0"/>
                </a:lnTo>
                <a:lnTo>
                  <a:pt x="19946" y="0"/>
                </a:lnTo>
                <a:lnTo>
                  <a:pt x="33934" y="29216"/>
                </a:lnTo>
                <a:lnTo>
                  <a:pt x="27643" y="29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1">
            <a:extLst xmlns:a="http://schemas.openxmlformats.org/drawingml/2006/main">
              <a:ext uri="{FF2B5EF4-FFF2-40B4-BE49-F238E27FC236}">
                <a16:creationId xmlns:a16="http://schemas.microsoft.com/office/drawing/2014/main" id="{F47F9CC1-FCE8-4AE1-9F28-CD326115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700" y="3459649"/>
            <a:ext cx="45091" cy="73867"/>
          </a:xfrm>
          <a:custGeom xmlns:a="http://schemas.openxmlformats.org/drawingml/2006/main">
            <a:pathLst>
              <a:path w="45091" h="73867">
                <a:moveTo>
                  <a:pt x="45091" y="68174"/>
                </a:moveTo>
                <a:cubicBezTo>
                  <a:pt x="45091" y="69237"/>
                  <a:pt x="45034" y="70139"/>
                  <a:pt x="44921" y="70879"/>
                </a:cubicBezTo>
                <a:cubicBezTo>
                  <a:pt x="44807" y="71619"/>
                  <a:pt x="44647" y="72207"/>
                  <a:pt x="44439" y="72644"/>
                </a:cubicBezTo>
                <a:cubicBezTo>
                  <a:pt x="44231" y="73079"/>
                  <a:pt x="43995" y="73392"/>
                  <a:pt x="43731" y="73582"/>
                </a:cubicBezTo>
                <a:cubicBezTo>
                  <a:pt x="43467" y="73772"/>
                  <a:pt x="43165" y="73867"/>
                  <a:pt x="42825" y="73867"/>
                </a:cubicBezTo>
                <a:lnTo>
                  <a:pt x="2379" y="73867"/>
                </a:lnTo>
                <a:cubicBezTo>
                  <a:pt x="2077" y="73867"/>
                  <a:pt x="1794" y="73772"/>
                  <a:pt x="1529" y="73582"/>
                </a:cubicBezTo>
                <a:cubicBezTo>
                  <a:pt x="1265" y="73392"/>
                  <a:pt x="1029" y="73079"/>
                  <a:pt x="821" y="72644"/>
                </a:cubicBezTo>
                <a:cubicBezTo>
                  <a:pt x="614" y="72207"/>
                  <a:pt x="453" y="71619"/>
                  <a:pt x="340" y="70879"/>
                </a:cubicBezTo>
                <a:cubicBezTo>
                  <a:pt x="227" y="70139"/>
                  <a:pt x="170" y="69237"/>
                  <a:pt x="170" y="68174"/>
                </a:cubicBezTo>
                <a:cubicBezTo>
                  <a:pt x="170" y="67074"/>
                  <a:pt x="217" y="66154"/>
                  <a:pt x="312" y="65414"/>
                </a:cubicBezTo>
                <a:cubicBezTo>
                  <a:pt x="406" y="64674"/>
                  <a:pt x="557" y="64076"/>
                  <a:pt x="765" y="63621"/>
                </a:cubicBezTo>
                <a:cubicBezTo>
                  <a:pt x="972" y="63165"/>
                  <a:pt x="1208" y="62833"/>
                  <a:pt x="1473" y="62624"/>
                </a:cubicBezTo>
                <a:cubicBezTo>
                  <a:pt x="1737" y="62415"/>
                  <a:pt x="2039" y="62311"/>
                  <a:pt x="2379" y="62311"/>
                </a:cubicBezTo>
                <a:lnTo>
                  <a:pt x="16031" y="62311"/>
                </a:lnTo>
                <a:lnTo>
                  <a:pt x="16031" y="14615"/>
                </a:lnTo>
                <a:lnTo>
                  <a:pt x="4248" y="21186"/>
                </a:lnTo>
                <a:cubicBezTo>
                  <a:pt x="3380" y="21601"/>
                  <a:pt x="2672" y="21856"/>
                  <a:pt x="2124" y="21950"/>
                </a:cubicBezTo>
                <a:cubicBezTo>
                  <a:pt x="1577" y="22045"/>
                  <a:pt x="1142" y="21932"/>
                  <a:pt x="821" y="21611"/>
                </a:cubicBezTo>
                <a:cubicBezTo>
                  <a:pt x="500" y="21290"/>
                  <a:pt x="283" y="20731"/>
                  <a:pt x="170" y="19936"/>
                </a:cubicBezTo>
                <a:cubicBezTo>
                  <a:pt x="57" y="19141"/>
                  <a:pt x="0" y="18024"/>
                  <a:pt x="0" y="16585"/>
                </a:cubicBezTo>
                <a:cubicBezTo>
                  <a:pt x="0" y="15676"/>
                  <a:pt x="19" y="14929"/>
                  <a:pt x="57" y="14342"/>
                </a:cubicBezTo>
                <a:cubicBezTo>
                  <a:pt x="94" y="13754"/>
                  <a:pt x="189" y="13252"/>
                  <a:pt x="340" y="12836"/>
                </a:cubicBezTo>
                <a:cubicBezTo>
                  <a:pt x="491" y="12419"/>
                  <a:pt x="699" y="12079"/>
                  <a:pt x="963" y="11814"/>
                </a:cubicBezTo>
                <a:cubicBezTo>
                  <a:pt x="1227" y="11549"/>
                  <a:pt x="1586" y="11265"/>
                  <a:pt x="2039" y="10963"/>
                </a:cubicBezTo>
                <a:lnTo>
                  <a:pt x="17787" y="738"/>
                </a:lnTo>
                <a:cubicBezTo>
                  <a:pt x="17976" y="587"/>
                  <a:pt x="18212" y="464"/>
                  <a:pt x="18495" y="370"/>
                </a:cubicBezTo>
                <a:cubicBezTo>
                  <a:pt x="18778" y="274"/>
                  <a:pt x="19146" y="198"/>
                  <a:pt x="19600" y="142"/>
                </a:cubicBezTo>
                <a:cubicBezTo>
                  <a:pt x="20053" y="85"/>
                  <a:pt x="20648" y="47"/>
                  <a:pt x="21384" y="28"/>
                </a:cubicBezTo>
                <a:cubicBezTo>
                  <a:pt x="22120" y="9"/>
                  <a:pt x="23074" y="0"/>
                  <a:pt x="24245" y="0"/>
                </a:cubicBezTo>
                <a:cubicBezTo>
                  <a:pt x="25680" y="0"/>
                  <a:pt x="26841" y="28"/>
                  <a:pt x="27728" y="85"/>
                </a:cubicBezTo>
                <a:cubicBezTo>
                  <a:pt x="28616" y="142"/>
                  <a:pt x="29286" y="236"/>
                  <a:pt x="29739" y="368"/>
                </a:cubicBezTo>
                <a:cubicBezTo>
                  <a:pt x="30193" y="500"/>
                  <a:pt x="30495" y="680"/>
                  <a:pt x="30646" y="906"/>
                </a:cubicBezTo>
                <a:cubicBezTo>
                  <a:pt x="30797" y="1133"/>
                  <a:pt x="30872" y="1416"/>
                  <a:pt x="30872" y="1756"/>
                </a:cubicBezTo>
                <a:lnTo>
                  <a:pt x="30872" y="62311"/>
                </a:lnTo>
                <a:lnTo>
                  <a:pt x="42825" y="62311"/>
                </a:lnTo>
                <a:cubicBezTo>
                  <a:pt x="43165" y="62311"/>
                  <a:pt x="43476" y="62415"/>
                  <a:pt x="43759" y="62624"/>
                </a:cubicBezTo>
                <a:cubicBezTo>
                  <a:pt x="44043" y="62833"/>
                  <a:pt x="44288" y="63165"/>
                  <a:pt x="44496" y="63621"/>
                </a:cubicBezTo>
                <a:cubicBezTo>
                  <a:pt x="44703" y="64076"/>
                  <a:pt x="44854" y="64674"/>
                  <a:pt x="44949" y="65414"/>
                </a:cubicBezTo>
                <a:cubicBezTo>
                  <a:pt x="45043" y="66154"/>
                  <a:pt x="45091" y="67074"/>
                  <a:pt x="45091" y="681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𝑪">
            <a:extLst xmlns:a="http://schemas.openxmlformats.org/drawingml/2006/main">
              <a:ext uri="{FF2B5EF4-FFF2-40B4-BE49-F238E27FC236}">
                <a16:creationId xmlns:a16="http://schemas.microsoft.com/office/drawing/2014/main" id="{0D88F3D9-9D59-42EB-AB25-D0CF8885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769" y="3448674"/>
            <a:ext cx="63444" cy="79135"/>
          </a:xfrm>
          <a:custGeom xmlns:a="http://schemas.openxmlformats.org/drawingml/2006/main">
            <a:pathLst>
              <a:path w="63444" h="79135">
                <a:moveTo>
                  <a:pt x="63444" y="2776"/>
                </a:moveTo>
                <a:lnTo>
                  <a:pt x="59819" y="19316"/>
                </a:lnTo>
                <a:lnTo>
                  <a:pt x="52398" y="19316"/>
                </a:lnTo>
                <a:cubicBezTo>
                  <a:pt x="52285" y="15955"/>
                  <a:pt x="51945" y="13425"/>
                  <a:pt x="51378" y="11726"/>
                </a:cubicBezTo>
                <a:cubicBezTo>
                  <a:pt x="50812" y="10026"/>
                  <a:pt x="49924" y="8752"/>
                  <a:pt x="48716" y="7902"/>
                </a:cubicBezTo>
                <a:cubicBezTo>
                  <a:pt x="47507" y="7052"/>
                  <a:pt x="45865" y="6628"/>
                  <a:pt x="43788" y="6628"/>
                </a:cubicBezTo>
                <a:cubicBezTo>
                  <a:pt x="40615" y="6628"/>
                  <a:pt x="37481" y="7874"/>
                  <a:pt x="34384" y="10366"/>
                </a:cubicBezTo>
                <a:cubicBezTo>
                  <a:pt x="31288" y="12859"/>
                  <a:pt x="28427" y="16626"/>
                  <a:pt x="25802" y="21667"/>
                </a:cubicBezTo>
                <a:cubicBezTo>
                  <a:pt x="23178" y="26709"/>
                  <a:pt x="21063" y="32666"/>
                  <a:pt x="19458" y="39539"/>
                </a:cubicBezTo>
                <a:cubicBezTo>
                  <a:pt x="17853" y="46412"/>
                  <a:pt x="17051" y="52606"/>
                  <a:pt x="17051" y="58119"/>
                </a:cubicBezTo>
                <a:cubicBezTo>
                  <a:pt x="17051" y="61291"/>
                  <a:pt x="17343" y="63916"/>
                  <a:pt x="17929" y="65993"/>
                </a:cubicBezTo>
                <a:cubicBezTo>
                  <a:pt x="18514" y="68070"/>
                  <a:pt x="19534" y="69675"/>
                  <a:pt x="20987" y="70808"/>
                </a:cubicBezTo>
                <a:cubicBezTo>
                  <a:pt x="22441" y="71941"/>
                  <a:pt x="24452" y="72507"/>
                  <a:pt x="27020" y="72507"/>
                </a:cubicBezTo>
                <a:cubicBezTo>
                  <a:pt x="30948" y="72507"/>
                  <a:pt x="34205" y="71525"/>
                  <a:pt x="36792" y="69562"/>
                </a:cubicBezTo>
                <a:cubicBezTo>
                  <a:pt x="39379" y="67598"/>
                  <a:pt x="41711" y="64218"/>
                  <a:pt x="43788" y="59422"/>
                </a:cubicBezTo>
                <a:lnTo>
                  <a:pt x="51208" y="59422"/>
                </a:lnTo>
                <a:lnTo>
                  <a:pt x="47583" y="76133"/>
                </a:lnTo>
                <a:cubicBezTo>
                  <a:pt x="43920" y="77190"/>
                  <a:pt x="40276" y="77955"/>
                  <a:pt x="36650" y="78427"/>
                </a:cubicBezTo>
                <a:cubicBezTo>
                  <a:pt x="33025" y="78899"/>
                  <a:pt x="29135" y="79135"/>
                  <a:pt x="24981" y="79135"/>
                </a:cubicBezTo>
                <a:cubicBezTo>
                  <a:pt x="16937" y="79135"/>
                  <a:pt x="10763" y="76935"/>
                  <a:pt x="6458" y="72536"/>
                </a:cubicBezTo>
                <a:cubicBezTo>
                  <a:pt x="2153" y="68136"/>
                  <a:pt x="0" y="61801"/>
                  <a:pt x="0" y="53531"/>
                </a:cubicBezTo>
                <a:cubicBezTo>
                  <a:pt x="0" y="50396"/>
                  <a:pt x="340" y="46790"/>
                  <a:pt x="1020" y="42711"/>
                </a:cubicBezTo>
                <a:cubicBezTo>
                  <a:pt x="2115" y="36254"/>
                  <a:pt x="3927" y="30287"/>
                  <a:pt x="6458" y="24811"/>
                </a:cubicBezTo>
                <a:cubicBezTo>
                  <a:pt x="8988" y="19335"/>
                  <a:pt x="12170" y="14737"/>
                  <a:pt x="16003" y="11018"/>
                </a:cubicBezTo>
                <a:cubicBezTo>
                  <a:pt x="19836" y="7298"/>
                  <a:pt x="24141" y="4532"/>
                  <a:pt x="28918" y="2719"/>
                </a:cubicBezTo>
                <a:cubicBezTo>
                  <a:pt x="33695" y="906"/>
                  <a:pt x="38859" y="0"/>
                  <a:pt x="44411" y="0"/>
                </a:cubicBezTo>
                <a:cubicBezTo>
                  <a:pt x="50868" y="0"/>
                  <a:pt x="57213" y="925"/>
                  <a:pt x="63444" y="27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𝒇𝒇𝒇">
            <a:extLst xmlns:a="http://schemas.openxmlformats.org/drawingml/2006/main">
              <a:ext uri="{FF2B5EF4-FFF2-40B4-BE49-F238E27FC236}">
                <a16:creationId xmlns:a16="http://schemas.microsoft.com/office/drawing/2014/main" id="{74AE675B-4F0A-4283-A862-4E5B6393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3491041"/>
            <a:ext cx="126715" cy="77923"/>
          </a:xfrm>
          <a:custGeom xmlns:a="http://schemas.openxmlformats.org/drawingml/2006/main">
            <a:pathLst>
              <a:path w="126715" h="77923">
                <a:moveTo>
                  <a:pt x="11753" y="23547"/>
                </a:moveTo>
                <a:lnTo>
                  <a:pt x="12497" y="20195"/>
                </a:lnTo>
                <a:cubicBezTo>
                  <a:pt x="14401" y="20167"/>
                  <a:pt x="15746" y="20029"/>
                  <a:pt x="16532" y="19781"/>
                </a:cubicBezTo>
                <a:cubicBezTo>
                  <a:pt x="17319" y="19532"/>
                  <a:pt x="17967" y="19077"/>
                  <a:pt x="18477" y="18415"/>
                </a:cubicBezTo>
                <a:cubicBezTo>
                  <a:pt x="18988" y="17753"/>
                  <a:pt x="19477" y="16525"/>
                  <a:pt x="19946" y="14732"/>
                </a:cubicBezTo>
                <a:cubicBezTo>
                  <a:pt x="20636" y="12111"/>
                  <a:pt x="21505" y="9939"/>
                  <a:pt x="22553" y="8214"/>
                </a:cubicBezTo>
                <a:cubicBezTo>
                  <a:pt x="23602" y="6490"/>
                  <a:pt x="24967" y="4987"/>
                  <a:pt x="26650" y="3704"/>
                </a:cubicBezTo>
                <a:cubicBezTo>
                  <a:pt x="28333" y="2421"/>
                  <a:pt x="30299" y="1483"/>
                  <a:pt x="32547" y="890"/>
                </a:cubicBezTo>
                <a:cubicBezTo>
                  <a:pt x="34796" y="297"/>
                  <a:pt x="37272" y="0"/>
                  <a:pt x="39975" y="0"/>
                </a:cubicBezTo>
                <a:cubicBezTo>
                  <a:pt x="42734" y="0"/>
                  <a:pt x="45327" y="248"/>
                  <a:pt x="47755" y="745"/>
                </a:cubicBezTo>
                <a:lnTo>
                  <a:pt x="45893" y="9021"/>
                </a:lnTo>
                <a:lnTo>
                  <a:pt x="40555" y="9021"/>
                </a:lnTo>
                <a:cubicBezTo>
                  <a:pt x="40444" y="7311"/>
                  <a:pt x="40168" y="6097"/>
                  <a:pt x="39727" y="5380"/>
                </a:cubicBezTo>
                <a:cubicBezTo>
                  <a:pt x="39286" y="4662"/>
                  <a:pt x="38596" y="4304"/>
                  <a:pt x="37658" y="4304"/>
                </a:cubicBezTo>
                <a:cubicBezTo>
                  <a:pt x="36554" y="4304"/>
                  <a:pt x="35658" y="4690"/>
                  <a:pt x="34968" y="5462"/>
                </a:cubicBezTo>
                <a:cubicBezTo>
                  <a:pt x="34278" y="6235"/>
                  <a:pt x="33699" y="7283"/>
                  <a:pt x="33230" y="8608"/>
                </a:cubicBezTo>
                <a:cubicBezTo>
                  <a:pt x="32761" y="9932"/>
                  <a:pt x="32292" y="11670"/>
                  <a:pt x="31823" y="13822"/>
                </a:cubicBezTo>
                <a:lnTo>
                  <a:pt x="30788" y="18374"/>
                </a:lnTo>
                <a:lnTo>
                  <a:pt x="39644" y="18374"/>
                </a:lnTo>
                <a:lnTo>
                  <a:pt x="38527" y="23547"/>
                </a:lnTo>
                <a:lnTo>
                  <a:pt x="29630" y="23547"/>
                </a:lnTo>
                <a:lnTo>
                  <a:pt x="22140" y="58142"/>
                </a:lnTo>
                <a:cubicBezTo>
                  <a:pt x="20677" y="64846"/>
                  <a:pt x="18319" y="69819"/>
                  <a:pt x="15063" y="73061"/>
                </a:cubicBezTo>
                <a:cubicBezTo>
                  <a:pt x="11808" y="76302"/>
                  <a:pt x="7739" y="77923"/>
                  <a:pt x="2855" y="77923"/>
                </a:cubicBezTo>
                <a:cubicBezTo>
                  <a:pt x="1669" y="77923"/>
                  <a:pt x="717" y="77854"/>
                  <a:pt x="0" y="77716"/>
                </a:cubicBezTo>
                <a:lnTo>
                  <a:pt x="993" y="73081"/>
                </a:lnTo>
                <a:cubicBezTo>
                  <a:pt x="1545" y="73164"/>
                  <a:pt x="2042" y="73205"/>
                  <a:pt x="2483" y="73205"/>
                </a:cubicBezTo>
                <a:cubicBezTo>
                  <a:pt x="4055" y="73205"/>
                  <a:pt x="5359" y="72336"/>
                  <a:pt x="6394" y="70598"/>
                </a:cubicBezTo>
                <a:cubicBezTo>
                  <a:pt x="7428" y="68860"/>
                  <a:pt x="8345" y="66253"/>
                  <a:pt x="9146" y="62777"/>
                </a:cubicBezTo>
                <a:lnTo>
                  <a:pt x="18001" y="23547"/>
                </a:lnTo>
                <a:lnTo>
                  <a:pt x="11753" y="23547"/>
                </a:lnTo>
                <a:close/>
                <a:moveTo>
                  <a:pt x="75305" y="1862"/>
                </a:moveTo>
                <a:lnTo>
                  <a:pt x="73154" y="12001"/>
                </a:lnTo>
                <a:lnTo>
                  <a:pt x="62435" y="12001"/>
                </a:lnTo>
                <a:lnTo>
                  <a:pt x="64712" y="1862"/>
                </a:lnTo>
                <a:lnTo>
                  <a:pt x="75305" y="1862"/>
                </a:lnTo>
                <a:moveTo>
                  <a:pt x="65829" y="46390"/>
                </a:moveTo>
                <a:cubicBezTo>
                  <a:pt x="65553" y="47548"/>
                  <a:pt x="65367" y="48445"/>
                  <a:pt x="65270" y="49079"/>
                </a:cubicBezTo>
                <a:cubicBezTo>
                  <a:pt x="65174" y="49714"/>
                  <a:pt x="65125" y="50431"/>
                  <a:pt x="65125" y="51231"/>
                </a:cubicBezTo>
                <a:cubicBezTo>
                  <a:pt x="65125" y="52307"/>
                  <a:pt x="65305" y="53052"/>
                  <a:pt x="65663" y="53466"/>
                </a:cubicBezTo>
                <a:cubicBezTo>
                  <a:pt x="66022" y="53880"/>
                  <a:pt x="66532" y="54087"/>
                  <a:pt x="67194" y="54087"/>
                </a:cubicBezTo>
                <a:cubicBezTo>
                  <a:pt x="67995" y="54087"/>
                  <a:pt x="68891" y="53707"/>
                  <a:pt x="69884" y="52949"/>
                </a:cubicBezTo>
                <a:cubicBezTo>
                  <a:pt x="70877" y="52190"/>
                  <a:pt x="72050" y="51038"/>
                  <a:pt x="73402" y="49493"/>
                </a:cubicBezTo>
                <a:lnTo>
                  <a:pt x="76381" y="52473"/>
                </a:lnTo>
                <a:cubicBezTo>
                  <a:pt x="73678" y="55232"/>
                  <a:pt x="71257" y="57190"/>
                  <a:pt x="69119" y="58349"/>
                </a:cubicBezTo>
                <a:cubicBezTo>
                  <a:pt x="66981" y="59508"/>
                  <a:pt x="64629" y="60087"/>
                  <a:pt x="62063" y="60087"/>
                </a:cubicBezTo>
                <a:cubicBezTo>
                  <a:pt x="59139" y="60087"/>
                  <a:pt x="57001" y="59370"/>
                  <a:pt x="55649" y="57935"/>
                </a:cubicBezTo>
                <a:cubicBezTo>
                  <a:pt x="54297" y="56501"/>
                  <a:pt x="53621" y="54335"/>
                  <a:pt x="53621" y="51438"/>
                </a:cubicBezTo>
                <a:cubicBezTo>
                  <a:pt x="53621" y="49590"/>
                  <a:pt x="53924" y="47424"/>
                  <a:pt x="54531" y="44941"/>
                </a:cubicBezTo>
                <a:lnTo>
                  <a:pt x="58008" y="30540"/>
                </a:lnTo>
                <a:cubicBezTo>
                  <a:pt x="58642" y="27919"/>
                  <a:pt x="58959" y="25850"/>
                  <a:pt x="58959" y="24333"/>
                </a:cubicBezTo>
                <a:cubicBezTo>
                  <a:pt x="58959" y="23257"/>
                  <a:pt x="58704" y="22491"/>
                  <a:pt x="58194" y="22036"/>
                </a:cubicBezTo>
                <a:cubicBezTo>
                  <a:pt x="57683" y="21581"/>
                  <a:pt x="56614" y="21271"/>
                  <a:pt x="54987" y="21105"/>
                </a:cubicBezTo>
                <a:lnTo>
                  <a:pt x="55607" y="18374"/>
                </a:lnTo>
                <a:lnTo>
                  <a:pt x="67732" y="17919"/>
                </a:lnTo>
                <a:lnTo>
                  <a:pt x="72450" y="17919"/>
                </a:lnTo>
                <a:lnTo>
                  <a:pt x="65829" y="46390"/>
                </a:lnTo>
                <a:close/>
                <a:moveTo>
                  <a:pt x="109251" y="36044"/>
                </a:moveTo>
                <a:cubicBezTo>
                  <a:pt x="110217" y="41865"/>
                  <a:pt x="111010" y="46038"/>
                  <a:pt x="111631" y="48562"/>
                </a:cubicBezTo>
                <a:cubicBezTo>
                  <a:pt x="112251" y="51087"/>
                  <a:pt x="112893" y="52721"/>
                  <a:pt x="113555" y="53466"/>
                </a:cubicBezTo>
                <a:cubicBezTo>
                  <a:pt x="113941" y="53880"/>
                  <a:pt x="114410" y="54087"/>
                  <a:pt x="114962" y="54087"/>
                </a:cubicBezTo>
                <a:cubicBezTo>
                  <a:pt x="115652" y="54087"/>
                  <a:pt x="116293" y="53818"/>
                  <a:pt x="116886" y="53280"/>
                </a:cubicBezTo>
                <a:cubicBezTo>
                  <a:pt x="117479" y="52742"/>
                  <a:pt x="118245" y="51535"/>
                  <a:pt x="119183" y="49659"/>
                </a:cubicBezTo>
                <a:lnTo>
                  <a:pt x="122949" y="51397"/>
                </a:lnTo>
                <a:cubicBezTo>
                  <a:pt x="121349" y="54321"/>
                  <a:pt x="119535" y="56501"/>
                  <a:pt x="117507" y="57935"/>
                </a:cubicBezTo>
                <a:cubicBezTo>
                  <a:pt x="115479" y="59370"/>
                  <a:pt x="113100" y="60087"/>
                  <a:pt x="110368" y="60087"/>
                </a:cubicBezTo>
                <a:cubicBezTo>
                  <a:pt x="108686" y="60087"/>
                  <a:pt x="107341" y="59873"/>
                  <a:pt x="106334" y="59446"/>
                </a:cubicBezTo>
                <a:cubicBezTo>
                  <a:pt x="105327" y="59018"/>
                  <a:pt x="104471" y="58308"/>
                  <a:pt x="103768" y="57315"/>
                </a:cubicBezTo>
                <a:cubicBezTo>
                  <a:pt x="103064" y="56321"/>
                  <a:pt x="102444" y="54921"/>
                  <a:pt x="101906" y="53114"/>
                </a:cubicBezTo>
                <a:cubicBezTo>
                  <a:pt x="101368" y="51307"/>
                  <a:pt x="100864" y="48942"/>
                  <a:pt x="100395" y="46017"/>
                </a:cubicBezTo>
                <a:lnTo>
                  <a:pt x="99981" y="46017"/>
                </a:lnTo>
                <a:cubicBezTo>
                  <a:pt x="97636" y="49383"/>
                  <a:pt x="95760" y="51949"/>
                  <a:pt x="94353" y="53714"/>
                </a:cubicBezTo>
                <a:cubicBezTo>
                  <a:pt x="92946" y="55480"/>
                  <a:pt x="91740" y="56804"/>
                  <a:pt x="90733" y="57687"/>
                </a:cubicBezTo>
                <a:cubicBezTo>
                  <a:pt x="89726" y="58570"/>
                  <a:pt x="88760" y="59191"/>
                  <a:pt x="87836" y="59549"/>
                </a:cubicBezTo>
                <a:cubicBezTo>
                  <a:pt x="86912" y="59908"/>
                  <a:pt x="85801" y="60087"/>
                  <a:pt x="84504" y="60087"/>
                </a:cubicBezTo>
                <a:cubicBezTo>
                  <a:pt x="83898" y="60087"/>
                  <a:pt x="83160" y="60011"/>
                  <a:pt x="82291" y="59860"/>
                </a:cubicBezTo>
                <a:cubicBezTo>
                  <a:pt x="81422" y="59708"/>
                  <a:pt x="80766" y="59549"/>
                  <a:pt x="80325" y="59384"/>
                </a:cubicBezTo>
                <a:lnTo>
                  <a:pt x="82270" y="50404"/>
                </a:lnTo>
                <a:lnTo>
                  <a:pt x="85994" y="50404"/>
                </a:lnTo>
                <a:cubicBezTo>
                  <a:pt x="86022" y="50983"/>
                  <a:pt x="86167" y="51418"/>
                  <a:pt x="86429" y="51707"/>
                </a:cubicBezTo>
                <a:cubicBezTo>
                  <a:pt x="86691" y="51997"/>
                  <a:pt x="87029" y="52142"/>
                  <a:pt x="87443" y="52142"/>
                </a:cubicBezTo>
                <a:cubicBezTo>
                  <a:pt x="87939" y="52142"/>
                  <a:pt x="88401" y="52038"/>
                  <a:pt x="88829" y="51831"/>
                </a:cubicBezTo>
                <a:cubicBezTo>
                  <a:pt x="89257" y="51625"/>
                  <a:pt x="89850" y="51162"/>
                  <a:pt x="90608" y="50445"/>
                </a:cubicBezTo>
                <a:cubicBezTo>
                  <a:pt x="91367" y="49728"/>
                  <a:pt x="92326" y="48673"/>
                  <a:pt x="93484" y="47279"/>
                </a:cubicBezTo>
                <a:cubicBezTo>
                  <a:pt x="94643" y="45886"/>
                  <a:pt x="96602" y="43438"/>
                  <a:pt x="99361" y="39934"/>
                </a:cubicBezTo>
                <a:cubicBezTo>
                  <a:pt x="98781" y="36679"/>
                  <a:pt x="98237" y="33871"/>
                  <a:pt x="97726" y="31513"/>
                </a:cubicBezTo>
                <a:cubicBezTo>
                  <a:pt x="97216" y="29154"/>
                  <a:pt x="96754" y="27443"/>
                  <a:pt x="96340" y="26381"/>
                </a:cubicBezTo>
                <a:cubicBezTo>
                  <a:pt x="95926" y="25319"/>
                  <a:pt x="95533" y="24609"/>
                  <a:pt x="95160" y="24250"/>
                </a:cubicBezTo>
                <a:cubicBezTo>
                  <a:pt x="94788" y="23891"/>
                  <a:pt x="94367" y="23712"/>
                  <a:pt x="93898" y="23712"/>
                </a:cubicBezTo>
                <a:cubicBezTo>
                  <a:pt x="93347" y="23712"/>
                  <a:pt x="92864" y="23857"/>
                  <a:pt x="92450" y="24147"/>
                </a:cubicBezTo>
                <a:cubicBezTo>
                  <a:pt x="92036" y="24436"/>
                  <a:pt x="91602" y="24905"/>
                  <a:pt x="91146" y="25554"/>
                </a:cubicBezTo>
                <a:cubicBezTo>
                  <a:pt x="90691" y="26202"/>
                  <a:pt x="90201" y="27064"/>
                  <a:pt x="89677" y="28140"/>
                </a:cubicBezTo>
                <a:lnTo>
                  <a:pt x="85911" y="26402"/>
                </a:lnTo>
                <a:cubicBezTo>
                  <a:pt x="87512" y="23478"/>
                  <a:pt x="89312" y="21298"/>
                  <a:pt x="91312" y="19864"/>
                </a:cubicBezTo>
                <a:cubicBezTo>
                  <a:pt x="93312" y="18429"/>
                  <a:pt x="95595" y="17712"/>
                  <a:pt x="98161" y="17712"/>
                </a:cubicBezTo>
                <a:cubicBezTo>
                  <a:pt x="100368" y="17712"/>
                  <a:pt x="102051" y="18043"/>
                  <a:pt x="103209" y="18705"/>
                </a:cubicBezTo>
                <a:cubicBezTo>
                  <a:pt x="104368" y="19367"/>
                  <a:pt x="105320" y="20519"/>
                  <a:pt x="106065" y="22160"/>
                </a:cubicBezTo>
                <a:cubicBezTo>
                  <a:pt x="106810" y="23802"/>
                  <a:pt x="107513" y="26430"/>
                  <a:pt x="108175" y="30044"/>
                </a:cubicBezTo>
                <a:lnTo>
                  <a:pt x="108589" y="30044"/>
                </a:lnTo>
                <a:cubicBezTo>
                  <a:pt x="110631" y="27174"/>
                  <a:pt x="112217" y="25016"/>
                  <a:pt x="113348" y="23567"/>
                </a:cubicBezTo>
                <a:cubicBezTo>
                  <a:pt x="114479" y="22119"/>
                  <a:pt x="115527" y="20960"/>
                  <a:pt x="116493" y="20091"/>
                </a:cubicBezTo>
                <a:cubicBezTo>
                  <a:pt x="117459" y="19222"/>
                  <a:pt x="118397" y="18608"/>
                  <a:pt x="119307" y="18250"/>
                </a:cubicBezTo>
                <a:cubicBezTo>
                  <a:pt x="120217" y="17891"/>
                  <a:pt x="121293" y="17712"/>
                  <a:pt x="122535" y="17712"/>
                </a:cubicBezTo>
                <a:cubicBezTo>
                  <a:pt x="123914" y="17712"/>
                  <a:pt x="125308" y="17960"/>
                  <a:pt x="126715" y="18457"/>
                </a:cubicBezTo>
                <a:lnTo>
                  <a:pt x="124770" y="27395"/>
                </a:lnTo>
                <a:lnTo>
                  <a:pt x="121045" y="27395"/>
                </a:lnTo>
                <a:cubicBezTo>
                  <a:pt x="120907" y="26236"/>
                  <a:pt x="120397" y="25657"/>
                  <a:pt x="119514" y="25657"/>
                </a:cubicBezTo>
                <a:cubicBezTo>
                  <a:pt x="119128" y="25657"/>
                  <a:pt x="118721" y="25754"/>
                  <a:pt x="118293" y="25947"/>
                </a:cubicBezTo>
                <a:cubicBezTo>
                  <a:pt x="117866" y="26140"/>
                  <a:pt x="117300" y="26574"/>
                  <a:pt x="116597" y="27250"/>
                </a:cubicBezTo>
                <a:cubicBezTo>
                  <a:pt x="115893" y="27926"/>
                  <a:pt x="115017" y="28906"/>
                  <a:pt x="113969" y="30188"/>
                </a:cubicBezTo>
                <a:cubicBezTo>
                  <a:pt x="112920" y="31471"/>
                  <a:pt x="111348" y="33423"/>
                  <a:pt x="109251" y="360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refinedcontextsfor">
            <a:extLst xmlns:a="http://schemas.openxmlformats.org/drawingml/2006/main">
              <a:ext uri="{FF2B5EF4-FFF2-40B4-BE49-F238E27FC236}">
                <a16:creationId xmlns:a16="http://schemas.microsoft.com/office/drawing/2014/main" id="{98547C17-59CE-4D93-A6C3-68B5C376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389" y="3456005"/>
            <a:ext cx="934113" cy="80664"/>
          </a:xfrm>
          <a:custGeom xmlns:a="http://schemas.openxmlformats.org/drawingml/2006/main">
            <a:pathLst>
              <a:path w="934113" h="80664">
                <a:moveTo>
                  <a:pt x="32458" y="31495"/>
                </a:moveTo>
                <a:cubicBezTo>
                  <a:pt x="32458" y="32855"/>
                  <a:pt x="32421" y="33969"/>
                  <a:pt x="32345" y="34838"/>
                </a:cubicBezTo>
                <a:cubicBezTo>
                  <a:pt x="32270" y="35706"/>
                  <a:pt x="32156" y="36386"/>
                  <a:pt x="32005" y="36877"/>
                </a:cubicBezTo>
                <a:cubicBezTo>
                  <a:pt x="31854" y="37368"/>
                  <a:pt x="31656" y="37708"/>
                  <a:pt x="31410" y="37896"/>
                </a:cubicBezTo>
                <a:cubicBezTo>
                  <a:pt x="31165" y="38085"/>
                  <a:pt x="30853" y="38180"/>
                  <a:pt x="30476" y="38180"/>
                </a:cubicBezTo>
                <a:cubicBezTo>
                  <a:pt x="30174" y="38180"/>
                  <a:pt x="29834" y="38114"/>
                  <a:pt x="29456" y="37981"/>
                </a:cubicBezTo>
                <a:cubicBezTo>
                  <a:pt x="29078" y="37849"/>
                  <a:pt x="28654" y="37708"/>
                  <a:pt x="28182" y="37557"/>
                </a:cubicBezTo>
                <a:cubicBezTo>
                  <a:pt x="27710" y="37405"/>
                  <a:pt x="27190" y="37264"/>
                  <a:pt x="26624" y="37132"/>
                </a:cubicBezTo>
                <a:cubicBezTo>
                  <a:pt x="26057" y="37000"/>
                  <a:pt x="25434" y="36933"/>
                  <a:pt x="24754" y="36933"/>
                </a:cubicBezTo>
                <a:cubicBezTo>
                  <a:pt x="23961" y="36933"/>
                  <a:pt x="23168" y="37095"/>
                  <a:pt x="22375" y="37418"/>
                </a:cubicBezTo>
                <a:cubicBezTo>
                  <a:pt x="21582" y="37741"/>
                  <a:pt x="20761" y="38244"/>
                  <a:pt x="19911" y="38928"/>
                </a:cubicBezTo>
                <a:cubicBezTo>
                  <a:pt x="19062" y="39613"/>
                  <a:pt x="18174" y="40525"/>
                  <a:pt x="17249" y="41665"/>
                </a:cubicBezTo>
                <a:cubicBezTo>
                  <a:pt x="16324" y="42805"/>
                  <a:pt x="15332" y="44211"/>
                  <a:pt x="14275" y="45884"/>
                </a:cubicBezTo>
                <a:lnTo>
                  <a:pt x="14275" y="77379"/>
                </a:lnTo>
                <a:cubicBezTo>
                  <a:pt x="14275" y="77757"/>
                  <a:pt x="14162" y="78087"/>
                  <a:pt x="13935" y="78370"/>
                </a:cubicBezTo>
                <a:cubicBezTo>
                  <a:pt x="13708" y="78653"/>
                  <a:pt x="13321" y="78890"/>
                  <a:pt x="12774" y="79078"/>
                </a:cubicBezTo>
                <a:cubicBezTo>
                  <a:pt x="12226" y="79267"/>
                  <a:pt x="11499" y="79409"/>
                  <a:pt x="10593" y="79503"/>
                </a:cubicBezTo>
                <a:cubicBezTo>
                  <a:pt x="9687" y="79598"/>
                  <a:pt x="8535" y="79645"/>
                  <a:pt x="7137" y="79645"/>
                </a:cubicBezTo>
                <a:cubicBezTo>
                  <a:pt x="5740" y="79645"/>
                  <a:pt x="4588" y="79598"/>
                  <a:pt x="3682" y="79503"/>
                </a:cubicBezTo>
                <a:cubicBezTo>
                  <a:pt x="2776" y="79409"/>
                  <a:pt x="2049" y="79267"/>
                  <a:pt x="1501" y="79078"/>
                </a:cubicBezTo>
                <a:cubicBezTo>
                  <a:pt x="954" y="78890"/>
                  <a:pt x="566" y="78653"/>
                  <a:pt x="340" y="78370"/>
                </a:cubicBezTo>
                <a:cubicBezTo>
                  <a:pt x="113" y="78087"/>
                  <a:pt x="0" y="77757"/>
                  <a:pt x="0" y="77379"/>
                </a:cubicBezTo>
                <a:lnTo>
                  <a:pt x="0" y="26850"/>
                </a:lnTo>
                <a:cubicBezTo>
                  <a:pt x="0" y="26473"/>
                  <a:pt x="94" y="26142"/>
                  <a:pt x="283" y="25859"/>
                </a:cubicBezTo>
                <a:cubicBezTo>
                  <a:pt x="472" y="25576"/>
                  <a:pt x="812" y="25340"/>
                  <a:pt x="1303" y="25151"/>
                </a:cubicBezTo>
                <a:cubicBezTo>
                  <a:pt x="1794" y="24962"/>
                  <a:pt x="2426" y="24821"/>
                  <a:pt x="3201" y="24726"/>
                </a:cubicBezTo>
                <a:cubicBezTo>
                  <a:pt x="3975" y="24632"/>
                  <a:pt x="4947" y="24585"/>
                  <a:pt x="6118" y="24585"/>
                </a:cubicBezTo>
                <a:cubicBezTo>
                  <a:pt x="7326" y="24585"/>
                  <a:pt x="8327" y="24632"/>
                  <a:pt x="9120" y="24726"/>
                </a:cubicBezTo>
                <a:cubicBezTo>
                  <a:pt x="9913" y="24821"/>
                  <a:pt x="10527" y="24962"/>
                  <a:pt x="10961" y="25151"/>
                </a:cubicBezTo>
                <a:cubicBezTo>
                  <a:pt x="11395" y="25340"/>
                  <a:pt x="11707" y="25576"/>
                  <a:pt x="11896" y="25859"/>
                </a:cubicBezTo>
                <a:cubicBezTo>
                  <a:pt x="12085" y="26142"/>
                  <a:pt x="12179" y="26473"/>
                  <a:pt x="12179" y="26850"/>
                </a:cubicBezTo>
                <a:lnTo>
                  <a:pt x="12179" y="33138"/>
                </a:lnTo>
                <a:cubicBezTo>
                  <a:pt x="13501" y="31238"/>
                  <a:pt x="14747" y="29671"/>
                  <a:pt x="15918" y="28436"/>
                </a:cubicBezTo>
                <a:cubicBezTo>
                  <a:pt x="17088" y="27202"/>
                  <a:pt x="18202" y="26224"/>
                  <a:pt x="19260" y="25503"/>
                </a:cubicBezTo>
                <a:cubicBezTo>
                  <a:pt x="20317" y="24781"/>
                  <a:pt x="21375" y="24278"/>
                  <a:pt x="22432" y="23993"/>
                </a:cubicBezTo>
                <a:cubicBezTo>
                  <a:pt x="23489" y="23708"/>
                  <a:pt x="24547" y="23565"/>
                  <a:pt x="25604" y="23565"/>
                </a:cubicBezTo>
                <a:cubicBezTo>
                  <a:pt x="26095" y="23565"/>
                  <a:pt x="26624" y="23593"/>
                  <a:pt x="27190" y="23650"/>
                </a:cubicBezTo>
                <a:cubicBezTo>
                  <a:pt x="27757" y="23707"/>
                  <a:pt x="28342" y="23801"/>
                  <a:pt x="28946" y="23933"/>
                </a:cubicBezTo>
                <a:cubicBezTo>
                  <a:pt x="29551" y="24065"/>
                  <a:pt x="30079" y="24216"/>
                  <a:pt x="30532" y="24386"/>
                </a:cubicBezTo>
                <a:cubicBezTo>
                  <a:pt x="30986" y="24556"/>
                  <a:pt x="31316" y="24736"/>
                  <a:pt x="31524" y="24924"/>
                </a:cubicBezTo>
                <a:cubicBezTo>
                  <a:pt x="31731" y="25113"/>
                  <a:pt x="31882" y="25321"/>
                  <a:pt x="31977" y="25548"/>
                </a:cubicBezTo>
                <a:cubicBezTo>
                  <a:pt x="32071" y="25774"/>
                  <a:pt x="32156" y="26086"/>
                  <a:pt x="32232" y="26482"/>
                </a:cubicBezTo>
                <a:cubicBezTo>
                  <a:pt x="32307" y="26879"/>
                  <a:pt x="32364" y="27473"/>
                  <a:pt x="32402" y="28267"/>
                </a:cubicBezTo>
                <a:cubicBezTo>
                  <a:pt x="32439" y="29060"/>
                  <a:pt x="32458" y="30136"/>
                  <a:pt x="32458" y="31495"/>
                </a:cubicBezTo>
                <a:close/>
                <a:moveTo>
                  <a:pt x="86271" y="50633"/>
                </a:moveTo>
                <a:cubicBezTo>
                  <a:pt x="86271" y="52374"/>
                  <a:pt x="85884" y="53660"/>
                  <a:pt x="85110" y="54492"/>
                </a:cubicBezTo>
                <a:cubicBezTo>
                  <a:pt x="84335" y="55324"/>
                  <a:pt x="83269" y="55740"/>
                  <a:pt x="81909" y="55740"/>
                </a:cubicBezTo>
                <a:lnTo>
                  <a:pt x="51150" y="55740"/>
                </a:lnTo>
                <a:cubicBezTo>
                  <a:pt x="51150" y="57901"/>
                  <a:pt x="51405" y="59863"/>
                  <a:pt x="51915" y="61626"/>
                </a:cubicBezTo>
                <a:cubicBezTo>
                  <a:pt x="52425" y="63389"/>
                  <a:pt x="53237" y="64887"/>
                  <a:pt x="54351" y="66120"/>
                </a:cubicBezTo>
                <a:cubicBezTo>
                  <a:pt x="55465" y="67353"/>
                  <a:pt x="56900" y="68291"/>
                  <a:pt x="58656" y="68935"/>
                </a:cubicBezTo>
                <a:cubicBezTo>
                  <a:pt x="60412" y="69579"/>
                  <a:pt x="62517" y="69902"/>
                  <a:pt x="64972" y="69902"/>
                </a:cubicBezTo>
                <a:cubicBezTo>
                  <a:pt x="67464" y="69902"/>
                  <a:pt x="69655" y="69719"/>
                  <a:pt x="71543" y="69355"/>
                </a:cubicBezTo>
                <a:cubicBezTo>
                  <a:pt x="73431" y="68990"/>
                  <a:pt x="75064" y="68587"/>
                  <a:pt x="76443" y="68146"/>
                </a:cubicBezTo>
                <a:cubicBezTo>
                  <a:pt x="77821" y="67704"/>
                  <a:pt x="78963" y="67301"/>
                  <a:pt x="79870" y="66937"/>
                </a:cubicBezTo>
                <a:cubicBezTo>
                  <a:pt x="80776" y="66572"/>
                  <a:pt x="81512" y="66390"/>
                  <a:pt x="82079" y="66390"/>
                </a:cubicBezTo>
                <a:cubicBezTo>
                  <a:pt x="82419" y="66390"/>
                  <a:pt x="82702" y="66456"/>
                  <a:pt x="82929" y="66590"/>
                </a:cubicBezTo>
                <a:cubicBezTo>
                  <a:pt x="83155" y="66722"/>
                  <a:pt x="83344" y="66959"/>
                  <a:pt x="83495" y="67301"/>
                </a:cubicBezTo>
                <a:cubicBezTo>
                  <a:pt x="83646" y="67642"/>
                  <a:pt x="83750" y="68126"/>
                  <a:pt x="83807" y="68753"/>
                </a:cubicBezTo>
                <a:cubicBezTo>
                  <a:pt x="83863" y="69379"/>
                  <a:pt x="83892" y="70167"/>
                  <a:pt x="83892" y="71116"/>
                </a:cubicBezTo>
                <a:cubicBezTo>
                  <a:pt x="83892" y="71952"/>
                  <a:pt x="83873" y="72664"/>
                  <a:pt x="83835" y="73253"/>
                </a:cubicBezTo>
                <a:cubicBezTo>
                  <a:pt x="83797" y="73840"/>
                  <a:pt x="83741" y="74343"/>
                  <a:pt x="83665" y="74761"/>
                </a:cubicBezTo>
                <a:cubicBezTo>
                  <a:pt x="83590" y="75179"/>
                  <a:pt x="83476" y="75530"/>
                  <a:pt x="83325" y="75816"/>
                </a:cubicBezTo>
                <a:cubicBezTo>
                  <a:pt x="83174" y="76100"/>
                  <a:pt x="82976" y="76375"/>
                  <a:pt x="82730" y="76641"/>
                </a:cubicBezTo>
                <a:cubicBezTo>
                  <a:pt x="82485" y="76906"/>
                  <a:pt x="81815" y="77266"/>
                  <a:pt x="80719" y="77719"/>
                </a:cubicBezTo>
                <a:cubicBezTo>
                  <a:pt x="79624" y="78172"/>
                  <a:pt x="78227" y="78616"/>
                  <a:pt x="76528" y="79050"/>
                </a:cubicBezTo>
                <a:cubicBezTo>
                  <a:pt x="74828" y="79484"/>
                  <a:pt x="72883" y="79862"/>
                  <a:pt x="70693" y="80183"/>
                </a:cubicBezTo>
                <a:cubicBezTo>
                  <a:pt x="68503" y="80504"/>
                  <a:pt x="66161" y="80664"/>
                  <a:pt x="63669" y="80664"/>
                </a:cubicBezTo>
                <a:cubicBezTo>
                  <a:pt x="59175" y="80664"/>
                  <a:pt x="55238" y="80097"/>
                  <a:pt x="51858" y="78961"/>
                </a:cubicBezTo>
                <a:cubicBezTo>
                  <a:pt x="48478" y="77826"/>
                  <a:pt x="45655" y="76104"/>
                  <a:pt x="43389" y="73796"/>
                </a:cubicBezTo>
                <a:cubicBezTo>
                  <a:pt x="41124" y="71488"/>
                  <a:pt x="39434" y="68575"/>
                  <a:pt x="38320" y="65057"/>
                </a:cubicBezTo>
                <a:cubicBezTo>
                  <a:pt x="37206" y="61537"/>
                  <a:pt x="36649" y="57413"/>
                  <a:pt x="36649" y="52683"/>
                </a:cubicBezTo>
                <a:cubicBezTo>
                  <a:pt x="36649" y="48180"/>
                  <a:pt x="37234" y="44121"/>
                  <a:pt x="38405" y="40507"/>
                </a:cubicBezTo>
                <a:cubicBezTo>
                  <a:pt x="39575" y="36894"/>
                  <a:pt x="41275" y="33829"/>
                  <a:pt x="43503" y="31313"/>
                </a:cubicBezTo>
                <a:cubicBezTo>
                  <a:pt x="45731" y="28796"/>
                  <a:pt x="48440" y="26875"/>
                  <a:pt x="51632" y="25551"/>
                </a:cubicBezTo>
                <a:cubicBezTo>
                  <a:pt x="54823" y="24227"/>
                  <a:pt x="58420" y="23565"/>
                  <a:pt x="62423" y="23565"/>
                </a:cubicBezTo>
                <a:cubicBezTo>
                  <a:pt x="66652" y="23565"/>
                  <a:pt x="70268" y="24189"/>
                  <a:pt x="73270" y="25438"/>
                </a:cubicBezTo>
                <a:cubicBezTo>
                  <a:pt x="76273" y="26686"/>
                  <a:pt x="78737" y="28417"/>
                  <a:pt x="80663" y="30630"/>
                </a:cubicBezTo>
                <a:cubicBezTo>
                  <a:pt x="82589" y="32842"/>
                  <a:pt x="84005" y="35462"/>
                  <a:pt x="84911" y="38489"/>
                </a:cubicBezTo>
                <a:cubicBezTo>
                  <a:pt x="85818" y="41515"/>
                  <a:pt x="86271" y="44807"/>
                  <a:pt x="86271" y="48364"/>
                </a:cubicBezTo>
                <a:lnTo>
                  <a:pt x="86271" y="50633"/>
                </a:lnTo>
                <a:moveTo>
                  <a:pt x="72449" y="46563"/>
                </a:moveTo>
                <a:cubicBezTo>
                  <a:pt x="72562" y="42543"/>
                  <a:pt x="71760" y="39385"/>
                  <a:pt x="70042" y="37091"/>
                </a:cubicBezTo>
                <a:cubicBezTo>
                  <a:pt x="68323" y="34796"/>
                  <a:pt x="65670" y="33648"/>
                  <a:pt x="62083" y="33648"/>
                </a:cubicBezTo>
                <a:cubicBezTo>
                  <a:pt x="60270" y="33648"/>
                  <a:pt x="58693" y="33990"/>
                  <a:pt x="57353" y="34673"/>
                </a:cubicBezTo>
                <a:cubicBezTo>
                  <a:pt x="56012" y="35355"/>
                  <a:pt x="54898" y="36275"/>
                  <a:pt x="54011" y="37433"/>
                </a:cubicBezTo>
                <a:cubicBezTo>
                  <a:pt x="53123" y="38589"/>
                  <a:pt x="52443" y="39955"/>
                  <a:pt x="51971" y="41529"/>
                </a:cubicBezTo>
                <a:cubicBezTo>
                  <a:pt x="51499" y="43102"/>
                  <a:pt x="51226" y="44780"/>
                  <a:pt x="51150" y="46563"/>
                </a:cubicBezTo>
                <a:lnTo>
                  <a:pt x="72449" y="46563"/>
                </a:lnTo>
                <a:close/>
                <a:moveTo>
                  <a:pt x="127728" y="7591"/>
                </a:moveTo>
                <a:cubicBezTo>
                  <a:pt x="127728" y="8686"/>
                  <a:pt x="127691" y="9564"/>
                  <a:pt x="127615" y="10225"/>
                </a:cubicBezTo>
                <a:cubicBezTo>
                  <a:pt x="127539" y="10886"/>
                  <a:pt x="127426" y="11395"/>
                  <a:pt x="127275" y="11754"/>
                </a:cubicBezTo>
                <a:cubicBezTo>
                  <a:pt x="127124" y="12113"/>
                  <a:pt x="126954" y="12358"/>
                  <a:pt x="126765" y="12491"/>
                </a:cubicBezTo>
                <a:cubicBezTo>
                  <a:pt x="126576" y="12623"/>
                  <a:pt x="126369" y="12689"/>
                  <a:pt x="126142" y="12689"/>
                </a:cubicBezTo>
                <a:cubicBezTo>
                  <a:pt x="125878" y="12689"/>
                  <a:pt x="125585" y="12623"/>
                  <a:pt x="125264" y="12491"/>
                </a:cubicBezTo>
                <a:cubicBezTo>
                  <a:pt x="124943" y="12358"/>
                  <a:pt x="124547" y="12217"/>
                  <a:pt x="124075" y="12066"/>
                </a:cubicBezTo>
                <a:cubicBezTo>
                  <a:pt x="123603" y="11915"/>
                  <a:pt x="123046" y="11773"/>
                  <a:pt x="122404" y="11641"/>
                </a:cubicBezTo>
                <a:cubicBezTo>
                  <a:pt x="121762" y="11509"/>
                  <a:pt x="121006" y="11443"/>
                  <a:pt x="120138" y="11443"/>
                </a:cubicBezTo>
                <a:cubicBezTo>
                  <a:pt x="119118" y="11443"/>
                  <a:pt x="118240" y="11603"/>
                  <a:pt x="117504" y="11924"/>
                </a:cubicBezTo>
                <a:cubicBezTo>
                  <a:pt x="116767" y="12245"/>
                  <a:pt x="116154" y="12755"/>
                  <a:pt x="115663" y="13454"/>
                </a:cubicBezTo>
                <a:cubicBezTo>
                  <a:pt x="115172" y="14152"/>
                  <a:pt x="114813" y="15058"/>
                  <a:pt x="114586" y="16173"/>
                </a:cubicBezTo>
                <a:cubicBezTo>
                  <a:pt x="114360" y="17287"/>
                  <a:pt x="114246" y="18656"/>
                  <a:pt x="114246" y="20279"/>
                </a:cubicBezTo>
                <a:lnTo>
                  <a:pt x="114246" y="24924"/>
                </a:lnTo>
                <a:lnTo>
                  <a:pt x="123480" y="24924"/>
                </a:lnTo>
                <a:cubicBezTo>
                  <a:pt x="123820" y="24924"/>
                  <a:pt x="124131" y="25019"/>
                  <a:pt x="124414" y="25208"/>
                </a:cubicBezTo>
                <a:cubicBezTo>
                  <a:pt x="124698" y="25396"/>
                  <a:pt x="124934" y="25708"/>
                  <a:pt x="125123" y="26142"/>
                </a:cubicBezTo>
                <a:cubicBezTo>
                  <a:pt x="125311" y="26577"/>
                  <a:pt x="125453" y="27171"/>
                  <a:pt x="125547" y="27927"/>
                </a:cubicBezTo>
                <a:cubicBezTo>
                  <a:pt x="125642" y="28682"/>
                  <a:pt x="125689" y="29607"/>
                  <a:pt x="125689" y="30702"/>
                </a:cubicBezTo>
                <a:cubicBezTo>
                  <a:pt x="125689" y="32779"/>
                  <a:pt x="125500" y="34262"/>
                  <a:pt x="125123" y="35149"/>
                </a:cubicBezTo>
                <a:cubicBezTo>
                  <a:pt x="124745" y="36037"/>
                  <a:pt x="124197" y="36480"/>
                  <a:pt x="123480" y="36480"/>
                </a:cubicBezTo>
                <a:lnTo>
                  <a:pt x="114246" y="36480"/>
                </a:lnTo>
                <a:lnTo>
                  <a:pt x="114246" y="77379"/>
                </a:lnTo>
                <a:cubicBezTo>
                  <a:pt x="114246" y="77757"/>
                  <a:pt x="114133" y="78087"/>
                  <a:pt x="113907" y="78370"/>
                </a:cubicBezTo>
                <a:cubicBezTo>
                  <a:pt x="113680" y="78653"/>
                  <a:pt x="113302" y="78890"/>
                  <a:pt x="112774" y="79078"/>
                </a:cubicBezTo>
                <a:cubicBezTo>
                  <a:pt x="112245" y="79267"/>
                  <a:pt x="111509" y="79409"/>
                  <a:pt x="110564" y="79503"/>
                </a:cubicBezTo>
                <a:cubicBezTo>
                  <a:pt x="109620" y="79598"/>
                  <a:pt x="108469" y="79645"/>
                  <a:pt x="107109" y="79645"/>
                </a:cubicBezTo>
                <a:cubicBezTo>
                  <a:pt x="105749" y="79645"/>
                  <a:pt x="104607" y="79598"/>
                  <a:pt x="103682" y="79503"/>
                </a:cubicBezTo>
                <a:cubicBezTo>
                  <a:pt x="102757" y="79409"/>
                  <a:pt x="102020" y="79267"/>
                  <a:pt x="101473" y="79078"/>
                </a:cubicBezTo>
                <a:cubicBezTo>
                  <a:pt x="100925" y="78890"/>
                  <a:pt x="100547" y="78653"/>
                  <a:pt x="100340" y="78370"/>
                </a:cubicBezTo>
                <a:cubicBezTo>
                  <a:pt x="100132" y="78087"/>
                  <a:pt x="100028" y="77757"/>
                  <a:pt x="100028" y="77379"/>
                </a:cubicBezTo>
                <a:lnTo>
                  <a:pt x="100028" y="36480"/>
                </a:lnTo>
                <a:lnTo>
                  <a:pt x="93684" y="36480"/>
                </a:lnTo>
                <a:cubicBezTo>
                  <a:pt x="92966" y="36480"/>
                  <a:pt x="92428" y="36037"/>
                  <a:pt x="92069" y="35149"/>
                </a:cubicBezTo>
                <a:cubicBezTo>
                  <a:pt x="91711" y="34262"/>
                  <a:pt x="91531" y="32779"/>
                  <a:pt x="91531" y="30702"/>
                </a:cubicBezTo>
                <a:cubicBezTo>
                  <a:pt x="91531" y="29607"/>
                  <a:pt x="91578" y="28682"/>
                  <a:pt x="91673" y="27927"/>
                </a:cubicBezTo>
                <a:cubicBezTo>
                  <a:pt x="91767" y="27171"/>
                  <a:pt x="91899" y="26577"/>
                  <a:pt x="92069" y="26142"/>
                </a:cubicBezTo>
                <a:cubicBezTo>
                  <a:pt x="92239" y="25708"/>
                  <a:pt x="92466" y="25396"/>
                  <a:pt x="92749" y="25208"/>
                </a:cubicBezTo>
                <a:cubicBezTo>
                  <a:pt x="93032" y="25019"/>
                  <a:pt x="93363" y="24924"/>
                  <a:pt x="93740" y="24924"/>
                </a:cubicBezTo>
                <a:lnTo>
                  <a:pt x="100028" y="24924"/>
                </a:lnTo>
                <a:lnTo>
                  <a:pt x="100028" y="20676"/>
                </a:lnTo>
                <a:cubicBezTo>
                  <a:pt x="100028" y="17239"/>
                  <a:pt x="100368" y="14228"/>
                  <a:pt x="101048" y="11641"/>
                </a:cubicBezTo>
                <a:cubicBezTo>
                  <a:pt x="101728" y="9054"/>
                  <a:pt x="102794" y="6901"/>
                  <a:pt x="104248" y="5183"/>
                </a:cubicBezTo>
                <a:cubicBezTo>
                  <a:pt x="105702" y="3465"/>
                  <a:pt x="107553" y="2171"/>
                  <a:pt x="109800" y="1303"/>
                </a:cubicBezTo>
                <a:cubicBezTo>
                  <a:pt x="112047" y="434"/>
                  <a:pt x="114700" y="0"/>
                  <a:pt x="117759" y="0"/>
                </a:cubicBezTo>
                <a:cubicBezTo>
                  <a:pt x="119231" y="0"/>
                  <a:pt x="120629" y="123"/>
                  <a:pt x="121950" y="368"/>
                </a:cubicBezTo>
                <a:cubicBezTo>
                  <a:pt x="123272" y="614"/>
                  <a:pt x="124311" y="878"/>
                  <a:pt x="125066" y="1161"/>
                </a:cubicBezTo>
                <a:cubicBezTo>
                  <a:pt x="125821" y="1444"/>
                  <a:pt x="126331" y="1709"/>
                  <a:pt x="126595" y="1954"/>
                </a:cubicBezTo>
                <a:cubicBezTo>
                  <a:pt x="126860" y="2200"/>
                  <a:pt x="127077" y="2559"/>
                  <a:pt x="127247" y="3031"/>
                </a:cubicBezTo>
                <a:cubicBezTo>
                  <a:pt x="127417" y="3503"/>
                  <a:pt x="127539" y="4107"/>
                  <a:pt x="127615" y="4843"/>
                </a:cubicBezTo>
                <a:cubicBezTo>
                  <a:pt x="127691" y="5580"/>
                  <a:pt x="127728" y="6495"/>
                  <a:pt x="127728" y="7591"/>
                </a:cubicBezTo>
                <a:close/>
                <a:moveTo>
                  <a:pt x="148303" y="77379"/>
                </a:moveTo>
                <a:cubicBezTo>
                  <a:pt x="148303" y="77757"/>
                  <a:pt x="148190" y="78087"/>
                  <a:pt x="147963" y="78370"/>
                </a:cubicBezTo>
                <a:cubicBezTo>
                  <a:pt x="147737" y="78653"/>
                  <a:pt x="147350" y="78890"/>
                  <a:pt x="146802" y="79078"/>
                </a:cubicBezTo>
                <a:cubicBezTo>
                  <a:pt x="146254" y="79267"/>
                  <a:pt x="145527" y="79409"/>
                  <a:pt x="144621" y="79503"/>
                </a:cubicBezTo>
                <a:cubicBezTo>
                  <a:pt x="143715" y="79598"/>
                  <a:pt x="142563" y="79645"/>
                  <a:pt x="141166" y="79645"/>
                </a:cubicBezTo>
                <a:cubicBezTo>
                  <a:pt x="139768" y="79645"/>
                  <a:pt x="138617" y="79598"/>
                  <a:pt x="137710" y="79503"/>
                </a:cubicBezTo>
                <a:cubicBezTo>
                  <a:pt x="136804" y="79409"/>
                  <a:pt x="136077" y="79267"/>
                  <a:pt x="135529" y="79078"/>
                </a:cubicBezTo>
                <a:cubicBezTo>
                  <a:pt x="134982" y="78890"/>
                  <a:pt x="134595" y="78653"/>
                  <a:pt x="134368" y="78370"/>
                </a:cubicBezTo>
                <a:cubicBezTo>
                  <a:pt x="134142" y="78087"/>
                  <a:pt x="134028" y="77757"/>
                  <a:pt x="134028" y="77379"/>
                </a:cubicBezTo>
                <a:lnTo>
                  <a:pt x="134028" y="26964"/>
                </a:lnTo>
                <a:cubicBezTo>
                  <a:pt x="134028" y="26586"/>
                  <a:pt x="134142" y="26256"/>
                  <a:pt x="134368" y="25972"/>
                </a:cubicBezTo>
                <a:cubicBezTo>
                  <a:pt x="134595" y="25689"/>
                  <a:pt x="134982" y="25444"/>
                  <a:pt x="135529" y="25236"/>
                </a:cubicBezTo>
                <a:cubicBezTo>
                  <a:pt x="136077" y="25028"/>
                  <a:pt x="136804" y="24868"/>
                  <a:pt x="137710" y="24754"/>
                </a:cubicBezTo>
                <a:cubicBezTo>
                  <a:pt x="138617" y="24641"/>
                  <a:pt x="139768" y="24585"/>
                  <a:pt x="141166" y="24585"/>
                </a:cubicBezTo>
                <a:cubicBezTo>
                  <a:pt x="142563" y="24585"/>
                  <a:pt x="143715" y="24641"/>
                  <a:pt x="144621" y="24754"/>
                </a:cubicBezTo>
                <a:cubicBezTo>
                  <a:pt x="145527" y="24868"/>
                  <a:pt x="146254" y="25028"/>
                  <a:pt x="146802" y="25236"/>
                </a:cubicBezTo>
                <a:cubicBezTo>
                  <a:pt x="147350" y="25444"/>
                  <a:pt x="147737" y="25689"/>
                  <a:pt x="147963" y="25972"/>
                </a:cubicBezTo>
                <a:cubicBezTo>
                  <a:pt x="148190" y="26256"/>
                  <a:pt x="148303" y="26586"/>
                  <a:pt x="148303" y="26964"/>
                </a:cubicBezTo>
                <a:lnTo>
                  <a:pt x="148303" y="77379"/>
                </a:lnTo>
                <a:moveTo>
                  <a:pt x="149379" y="9743"/>
                </a:moveTo>
                <a:cubicBezTo>
                  <a:pt x="149379" y="12613"/>
                  <a:pt x="148794" y="14596"/>
                  <a:pt x="147623" y="15691"/>
                </a:cubicBezTo>
                <a:cubicBezTo>
                  <a:pt x="146453" y="16786"/>
                  <a:pt x="144281" y="17334"/>
                  <a:pt x="141109" y="17334"/>
                </a:cubicBezTo>
                <a:cubicBezTo>
                  <a:pt x="137899" y="17334"/>
                  <a:pt x="135737" y="16805"/>
                  <a:pt x="134623" y="15748"/>
                </a:cubicBezTo>
                <a:cubicBezTo>
                  <a:pt x="133509" y="14690"/>
                  <a:pt x="132952" y="12783"/>
                  <a:pt x="132952" y="10026"/>
                </a:cubicBezTo>
                <a:cubicBezTo>
                  <a:pt x="132952" y="7156"/>
                  <a:pt x="133528" y="5164"/>
                  <a:pt x="134680" y="4050"/>
                </a:cubicBezTo>
                <a:cubicBezTo>
                  <a:pt x="135832" y="2936"/>
                  <a:pt x="138012" y="2379"/>
                  <a:pt x="141222" y="2379"/>
                </a:cubicBezTo>
                <a:cubicBezTo>
                  <a:pt x="144395" y="2379"/>
                  <a:pt x="146547" y="2917"/>
                  <a:pt x="147680" y="3994"/>
                </a:cubicBezTo>
                <a:cubicBezTo>
                  <a:pt x="148813" y="5070"/>
                  <a:pt x="149379" y="6986"/>
                  <a:pt x="149379" y="9743"/>
                </a:cubicBezTo>
                <a:close/>
                <a:moveTo>
                  <a:pt x="210771" y="77377"/>
                </a:moveTo>
                <a:cubicBezTo>
                  <a:pt x="210771" y="77755"/>
                  <a:pt x="210658" y="78086"/>
                  <a:pt x="210431" y="78370"/>
                </a:cubicBezTo>
                <a:cubicBezTo>
                  <a:pt x="210205" y="78653"/>
                  <a:pt x="209827" y="78890"/>
                  <a:pt x="209298" y="79078"/>
                </a:cubicBezTo>
                <a:cubicBezTo>
                  <a:pt x="208770" y="79267"/>
                  <a:pt x="208043" y="79409"/>
                  <a:pt x="207117" y="79503"/>
                </a:cubicBezTo>
                <a:cubicBezTo>
                  <a:pt x="206192" y="79598"/>
                  <a:pt x="205050" y="79645"/>
                  <a:pt x="203690" y="79645"/>
                </a:cubicBezTo>
                <a:cubicBezTo>
                  <a:pt x="202293" y="79645"/>
                  <a:pt x="201132" y="79598"/>
                  <a:pt x="200207" y="79503"/>
                </a:cubicBezTo>
                <a:cubicBezTo>
                  <a:pt x="199281" y="79409"/>
                  <a:pt x="198554" y="79267"/>
                  <a:pt x="198026" y="79078"/>
                </a:cubicBezTo>
                <a:cubicBezTo>
                  <a:pt x="197497" y="78890"/>
                  <a:pt x="197119" y="78653"/>
                  <a:pt x="196893" y="78370"/>
                </a:cubicBezTo>
                <a:cubicBezTo>
                  <a:pt x="196666" y="78087"/>
                  <a:pt x="196553" y="77757"/>
                  <a:pt x="196553" y="77379"/>
                </a:cubicBezTo>
                <a:lnTo>
                  <a:pt x="196553" y="48546"/>
                </a:lnTo>
                <a:cubicBezTo>
                  <a:pt x="196553" y="46091"/>
                  <a:pt x="196373" y="44165"/>
                  <a:pt x="196015" y="42768"/>
                </a:cubicBezTo>
                <a:cubicBezTo>
                  <a:pt x="195656" y="41371"/>
                  <a:pt x="195137" y="40172"/>
                  <a:pt x="194457" y="39171"/>
                </a:cubicBezTo>
                <a:cubicBezTo>
                  <a:pt x="193777" y="38170"/>
                  <a:pt x="192899" y="37396"/>
                  <a:pt x="191823" y="36848"/>
                </a:cubicBezTo>
                <a:cubicBezTo>
                  <a:pt x="190747" y="36301"/>
                  <a:pt x="189491" y="36027"/>
                  <a:pt x="188056" y="36027"/>
                </a:cubicBezTo>
                <a:cubicBezTo>
                  <a:pt x="186243" y="36027"/>
                  <a:pt x="184412" y="36688"/>
                  <a:pt x="182561" y="38010"/>
                </a:cubicBezTo>
                <a:cubicBezTo>
                  <a:pt x="180711" y="39331"/>
                  <a:pt x="178785" y="41257"/>
                  <a:pt x="176783" y="43788"/>
                </a:cubicBezTo>
                <a:lnTo>
                  <a:pt x="176783" y="77379"/>
                </a:lnTo>
                <a:cubicBezTo>
                  <a:pt x="176783" y="77757"/>
                  <a:pt x="176670" y="78087"/>
                  <a:pt x="176443" y="78370"/>
                </a:cubicBezTo>
                <a:cubicBezTo>
                  <a:pt x="176217" y="78653"/>
                  <a:pt x="175830" y="78890"/>
                  <a:pt x="175282" y="79078"/>
                </a:cubicBezTo>
                <a:cubicBezTo>
                  <a:pt x="174735" y="79267"/>
                  <a:pt x="174008" y="79409"/>
                  <a:pt x="173101" y="79503"/>
                </a:cubicBezTo>
                <a:cubicBezTo>
                  <a:pt x="172195" y="79598"/>
                  <a:pt x="171043" y="79645"/>
                  <a:pt x="169646" y="79645"/>
                </a:cubicBezTo>
                <a:cubicBezTo>
                  <a:pt x="168249" y="79645"/>
                  <a:pt x="167097" y="79598"/>
                  <a:pt x="166190" y="79503"/>
                </a:cubicBezTo>
                <a:cubicBezTo>
                  <a:pt x="165284" y="79409"/>
                  <a:pt x="164557" y="79267"/>
                  <a:pt x="164010" y="79078"/>
                </a:cubicBezTo>
                <a:cubicBezTo>
                  <a:pt x="163462" y="78890"/>
                  <a:pt x="163075" y="78653"/>
                  <a:pt x="162848" y="78370"/>
                </a:cubicBezTo>
                <a:cubicBezTo>
                  <a:pt x="162622" y="78087"/>
                  <a:pt x="162508" y="77757"/>
                  <a:pt x="162508" y="77379"/>
                </a:cubicBezTo>
                <a:lnTo>
                  <a:pt x="162508" y="26850"/>
                </a:lnTo>
                <a:cubicBezTo>
                  <a:pt x="162508" y="26473"/>
                  <a:pt x="162603" y="26142"/>
                  <a:pt x="162792" y="25859"/>
                </a:cubicBezTo>
                <a:cubicBezTo>
                  <a:pt x="162980" y="25576"/>
                  <a:pt x="163320" y="25340"/>
                  <a:pt x="163811" y="25151"/>
                </a:cubicBezTo>
                <a:cubicBezTo>
                  <a:pt x="164302" y="24962"/>
                  <a:pt x="164935" y="24821"/>
                  <a:pt x="165709" y="24726"/>
                </a:cubicBezTo>
                <a:cubicBezTo>
                  <a:pt x="166483" y="24632"/>
                  <a:pt x="167456" y="24585"/>
                  <a:pt x="168626" y="24585"/>
                </a:cubicBezTo>
                <a:cubicBezTo>
                  <a:pt x="169835" y="24585"/>
                  <a:pt x="170835" y="24632"/>
                  <a:pt x="171628" y="24726"/>
                </a:cubicBezTo>
                <a:cubicBezTo>
                  <a:pt x="172422" y="24821"/>
                  <a:pt x="173035" y="24962"/>
                  <a:pt x="173469" y="25151"/>
                </a:cubicBezTo>
                <a:cubicBezTo>
                  <a:pt x="173904" y="25340"/>
                  <a:pt x="174215" y="25576"/>
                  <a:pt x="174404" y="25859"/>
                </a:cubicBezTo>
                <a:cubicBezTo>
                  <a:pt x="174593" y="26142"/>
                  <a:pt x="174687" y="26473"/>
                  <a:pt x="174687" y="26850"/>
                </a:cubicBezTo>
                <a:lnTo>
                  <a:pt x="174687" y="32685"/>
                </a:lnTo>
                <a:cubicBezTo>
                  <a:pt x="177482" y="29645"/>
                  <a:pt x="180324" y="27365"/>
                  <a:pt x="183213" y="25845"/>
                </a:cubicBezTo>
                <a:cubicBezTo>
                  <a:pt x="186102" y="24325"/>
                  <a:pt x="189113" y="23565"/>
                  <a:pt x="192248" y="23565"/>
                </a:cubicBezTo>
                <a:cubicBezTo>
                  <a:pt x="195684" y="23565"/>
                  <a:pt x="198583" y="24132"/>
                  <a:pt x="200943" y="25266"/>
                </a:cubicBezTo>
                <a:cubicBezTo>
                  <a:pt x="203303" y="26400"/>
                  <a:pt x="205210" y="27941"/>
                  <a:pt x="206664" y="29888"/>
                </a:cubicBezTo>
                <a:cubicBezTo>
                  <a:pt x="208118" y="31834"/>
                  <a:pt x="209166" y="34112"/>
                  <a:pt x="209808" y="36721"/>
                </a:cubicBezTo>
                <a:cubicBezTo>
                  <a:pt x="210450" y="39329"/>
                  <a:pt x="210771" y="42466"/>
                  <a:pt x="210771" y="46133"/>
                </a:cubicBezTo>
                <a:lnTo>
                  <a:pt x="210771" y="77377"/>
                </a:lnTo>
                <a:close/>
                <a:moveTo>
                  <a:pt x="271704" y="50633"/>
                </a:moveTo>
                <a:cubicBezTo>
                  <a:pt x="271704" y="52374"/>
                  <a:pt x="271317" y="53660"/>
                  <a:pt x="270543" y="54492"/>
                </a:cubicBezTo>
                <a:cubicBezTo>
                  <a:pt x="269769" y="55324"/>
                  <a:pt x="268702" y="55740"/>
                  <a:pt x="267342" y="55740"/>
                </a:cubicBezTo>
                <a:lnTo>
                  <a:pt x="236583" y="55740"/>
                </a:lnTo>
                <a:cubicBezTo>
                  <a:pt x="236583" y="57901"/>
                  <a:pt x="236838" y="59863"/>
                  <a:pt x="237348" y="61626"/>
                </a:cubicBezTo>
                <a:cubicBezTo>
                  <a:pt x="237858" y="63389"/>
                  <a:pt x="238670" y="64887"/>
                  <a:pt x="239784" y="66120"/>
                </a:cubicBezTo>
                <a:cubicBezTo>
                  <a:pt x="240898" y="67353"/>
                  <a:pt x="242333" y="68291"/>
                  <a:pt x="244089" y="68935"/>
                </a:cubicBezTo>
                <a:cubicBezTo>
                  <a:pt x="245845" y="69579"/>
                  <a:pt x="247951" y="69902"/>
                  <a:pt x="250405" y="69902"/>
                </a:cubicBezTo>
                <a:cubicBezTo>
                  <a:pt x="252898" y="69902"/>
                  <a:pt x="255088" y="69719"/>
                  <a:pt x="256976" y="69355"/>
                </a:cubicBezTo>
                <a:cubicBezTo>
                  <a:pt x="258864" y="68990"/>
                  <a:pt x="260498" y="68587"/>
                  <a:pt x="261876" y="68146"/>
                </a:cubicBezTo>
                <a:cubicBezTo>
                  <a:pt x="263254" y="67704"/>
                  <a:pt x="264397" y="67301"/>
                  <a:pt x="265303" y="66937"/>
                </a:cubicBezTo>
                <a:cubicBezTo>
                  <a:pt x="266210" y="66572"/>
                  <a:pt x="266946" y="66390"/>
                  <a:pt x="267512" y="66390"/>
                </a:cubicBezTo>
                <a:cubicBezTo>
                  <a:pt x="267852" y="66390"/>
                  <a:pt x="268136" y="66456"/>
                  <a:pt x="268362" y="66590"/>
                </a:cubicBezTo>
                <a:cubicBezTo>
                  <a:pt x="268589" y="66722"/>
                  <a:pt x="268778" y="66959"/>
                  <a:pt x="268929" y="67301"/>
                </a:cubicBezTo>
                <a:cubicBezTo>
                  <a:pt x="269080" y="67642"/>
                  <a:pt x="269183" y="68126"/>
                  <a:pt x="269240" y="68753"/>
                </a:cubicBezTo>
                <a:cubicBezTo>
                  <a:pt x="269297" y="69379"/>
                  <a:pt x="269325" y="70167"/>
                  <a:pt x="269325" y="71116"/>
                </a:cubicBezTo>
                <a:cubicBezTo>
                  <a:pt x="269325" y="71952"/>
                  <a:pt x="269306" y="72664"/>
                  <a:pt x="269268" y="73253"/>
                </a:cubicBezTo>
                <a:cubicBezTo>
                  <a:pt x="269231" y="73840"/>
                  <a:pt x="269174" y="74343"/>
                  <a:pt x="269099" y="74761"/>
                </a:cubicBezTo>
                <a:cubicBezTo>
                  <a:pt x="269023" y="75179"/>
                  <a:pt x="268910" y="75530"/>
                  <a:pt x="268759" y="75816"/>
                </a:cubicBezTo>
                <a:cubicBezTo>
                  <a:pt x="268608" y="76100"/>
                  <a:pt x="268409" y="76375"/>
                  <a:pt x="268164" y="76641"/>
                </a:cubicBezTo>
                <a:cubicBezTo>
                  <a:pt x="267918" y="76906"/>
                  <a:pt x="267248" y="77266"/>
                  <a:pt x="266153" y="77719"/>
                </a:cubicBezTo>
                <a:cubicBezTo>
                  <a:pt x="265058" y="78172"/>
                  <a:pt x="263660" y="78616"/>
                  <a:pt x="261961" y="79050"/>
                </a:cubicBezTo>
                <a:cubicBezTo>
                  <a:pt x="260262" y="79484"/>
                  <a:pt x="258317" y="79862"/>
                  <a:pt x="256126" y="80183"/>
                </a:cubicBezTo>
                <a:cubicBezTo>
                  <a:pt x="253936" y="80504"/>
                  <a:pt x="251595" y="80664"/>
                  <a:pt x="249102" y="80664"/>
                </a:cubicBezTo>
                <a:cubicBezTo>
                  <a:pt x="244608" y="80664"/>
                  <a:pt x="240671" y="80097"/>
                  <a:pt x="237292" y="78961"/>
                </a:cubicBezTo>
                <a:cubicBezTo>
                  <a:pt x="233912" y="77826"/>
                  <a:pt x="231089" y="76104"/>
                  <a:pt x="228823" y="73796"/>
                </a:cubicBezTo>
                <a:cubicBezTo>
                  <a:pt x="226557" y="71488"/>
                  <a:pt x="224867" y="68575"/>
                  <a:pt x="223753" y="65057"/>
                </a:cubicBezTo>
                <a:cubicBezTo>
                  <a:pt x="222639" y="61537"/>
                  <a:pt x="222082" y="57413"/>
                  <a:pt x="222082" y="52683"/>
                </a:cubicBezTo>
                <a:cubicBezTo>
                  <a:pt x="222082" y="48180"/>
                  <a:pt x="222667" y="44121"/>
                  <a:pt x="223838" y="40507"/>
                </a:cubicBezTo>
                <a:cubicBezTo>
                  <a:pt x="225009" y="36894"/>
                  <a:pt x="226708" y="33829"/>
                  <a:pt x="228936" y="31313"/>
                </a:cubicBezTo>
                <a:cubicBezTo>
                  <a:pt x="231164" y="28796"/>
                  <a:pt x="233874" y="26875"/>
                  <a:pt x="237065" y="25551"/>
                </a:cubicBezTo>
                <a:cubicBezTo>
                  <a:pt x="240256" y="24227"/>
                  <a:pt x="243853" y="23565"/>
                  <a:pt x="247856" y="23565"/>
                </a:cubicBezTo>
                <a:cubicBezTo>
                  <a:pt x="252086" y="23565"/>
                  <a:pt x="255702" y="24189"/>
                  <a:pt x="258704" y="25438"/>
                </a:cubicBezTo>
                <a:cubicBezTo>
                  <a:pt x="261706" y="26686"/>
                  <a:pt x="264170" y="28417"/>
                  <a:pt x="266096" y="30630"/>
                </a:cubicBezTo>
                <a:cubicBezTo>
                  <a:pt x="268022" y="32842"/>
                  <a:pt x="269438" y="35462"/>
                  <a:pt x="270345" y="38489"/>
                </a:cubicBezTo>
                <a:cubicBezTo>
                  <a:pt x="271251" y="41515"/>
                  <a:pt x="271704" y="44807"/>
                  <a:pt x="271704" y="48364"/>
                </a:cubicBezTo>
                <a:lnTo>
                  <a:pt x="271704" y="50633"/>
                </a:lnTo>
                <a:moveTo>
                  <a:pt x="257883" y="46563"/>
                </a:moveTo>
                <a:cubicBezTo>
                  <a:pt x="257996" y="42543"/>
                  <a:pt x="257193" y="39385"/>
                  <a:pt x="255475" y="37091"/>
                </a:cubicBezTo>
                <a:cubicBezTo>
                  <a:pt x="253757" y="34796"/>
                  <a:pt x="251104" y="33648"/>
                  <a:pt x="247516" y="33648"/>
                </a:cubicBezTo>
                <a:cubicBezTo>
                  <a:pt x="245704" y="33648"/>
                  <a:pt x="244127" y="33990"/>
                  <a:pt x="242786" y="34673"/>
                </a:cubicBezTo>
                <a:cubicBezTo>
                  <a:pt x="241446" y="35355"/>
                  <a:pt x="240332" y="36275"/>
                  <a:pt x="239444" y="37433"/>
                </a:cubicBezTo>
                <a:cubicBezTo>
                  <a:pt x="238557" y="38589"/>
                  <a:pt x="237877" y="39955"/>
                  <a:pt x="237405" y="41529"/>
                </a:cubicBezTo>
                <a:cubicBezTo>
                  <a:pt x="236933" y="43102"/>
                  <a:pt x="236659" y="44780"/>
                  <a:pt x="236583" y="46563"/>
                </a:cubicBezTo>
                <a:lnTo>
                  <a:pt x="257883" y="46563"/>
                </a:lnTo>
                <a:close/>
                <a:moveTo>
                  <a:pt x="331304" y="77377"/>
                </a:moveTo>
                <a:cubicBezTo>
                  <a:pt x="331304" y="77793"/>
                  <a:pt x="331210" y="78142"/>
                  <a:pt x="331021" y="78427"/>
                </a:cubicBezTo>
                <a:cubicBezTo>
                  <a:pt x="330832" y="78710"/>
                  <a:pt x="330511" y="78946"/>
                  <a:pt x="330058" y="79135"/>
                </a:cubicBezTo>
                <a:cubicBezTo>
                  <a:pt x="329605" y="79324"/>
                  <a:pt x="328991" y="79456"/>
                  <a:pt x="328217" y="79531"/>
                </a:cubicBezTo>
                <a:cubicBezTo>
                  <a:pt x="327443" y="79607"/>
                  <a:pt x="326489" y="79645"/>
                  <a:pt x="325356" y="79645"/>
                </a:cubicBezTo>
                <a:cubicBezTo>
                  <a:pt x="324148" y="79645"/>
                  <a:pt x="323166" y="79607"/>
                  <a:pt x="322411" y="79531"/>
                </a:cubicBezTo>
                <a:cubicBezTo>
                  <a:pt x="321656" y="79457"/>
                  <a:pt x="321042" y="79326"/>
                  <a:pt x="320570" y="79139"/>
                </a:cubicBezTo>
                <a:cubicBezTo>
                  <a:pt x="320098" y="78950"/>
                  <a:pt x="319758" y="78715"/>
                  <a:pt x="319550" y="78434"/>
                </a:cubicBezTo>
                <a:cubicBezTo>
                  <a:pt x="319343" y="78152"/>
                  <a:pt x="319239" y="77804"/>
                  <a:pt x="319239" y="77390"/>
                </a:cubicBezTo>
                <a:lnTo>
                  <a:pt x="319239" y="71810"/>
                </a:lnTo>
                <a:cubicBezTo>
                  <a:pt x="316633" y="74610"/>
                  <a:pt x="313904" y="76787"/>
                  <a:pt x="311053" y="78338"/>
                </a:cubicBezTo>
                <a:cubicBezTo>
                  <a:pt x="308202" y="79889"/>
                  <a:pt x="305039" y="80664"/>
                  <a:pt x="301565" y="80664"/>
                </a:cubicBezTo>
                <a:cubicBezTo>
                  <a:pt x="297713" y="80664"/>
                  <a:pt x="294456" y="79917"/>
                  <a:pt x="291793" y="78423"/>
                </a:cubicBezTo>
                <a:cubicBezTo>
                  <a:pt x="289131" y="76928"/>
                  <a:pt x="286960" y="74913"/>
                  <a:pt x="285279" y="72378"/>
                </a:cubicBezTo>
                <a:cubicBezTo>
                  <a:pt x="283599" y="69842"/>
                  <a:pt x="282381" y="66881"/>
                  <a:pt x="281625" y="63495"/>
                </a:cubicBezTo>
                <a:cubicBezTo>
                  <a:pt x="280870" y="60108"/>
                  <a:pt x="280493" y="56542"/>
                  <a:pt x="280493" y="52796"/>
                </a:cubicBezTo>
                <a:cubicBezTo>
                  <a:pt x="280493" y="48293"/>
                  <a:pt x="280974" y="44244"/>
                  <a:pt x="281937" y="40649"/>
                </a:cubicBezTo>
                <a:cubicBezTo>
                  <a:pt x="282900" y="37054"/>
                  <a:pt x="284307" y="33990"/>
                  <a:pt x="286157" y="31455"/>
                </a:cubicBezTo>
                <a:cubicBezTo>
                  <a:pt x="288008" y="28920"/>
                  <a:pt x="290311" y="26971"/>
                  <a:pt x="293068" y="25609"/>
                </a:cubicBezTo>
                <a:cubicBezTo>
                  <a:pt x="295825" y="24246"/>
                  <a:pt x="298997" y="23565"/>
                  <a:pt x="302585" y="23565"/>
                </a:cubicBezTo>
                <a:cubicBezTo>
                  <a:pt x="305417" y="23565"/>
                  <a:pt x="307985" y="24142"/>
                  <a:pt x="310289" y="25296"/>
                </a:cubicBezTo>
                <a:cubicBezTo>
                  <a:pt x="312592" y="26450"/>
                  <a:pt x="314877" y="28144"/>
                  <a:pt x="317143" y="30377"/>
                </a:cubicBezTo>
                <a:lnTo>
                  <a:pt x="317143" y="3004"/>
                </a:lnTo>
                <a:cubicBezTo>
                  <a:pt x="317143" y="2625"/>
                  <a:pt x="317247" y="2285"/>
                  <a:pt x="317454" y="1983"/>
                </a:cubicBezTo>
                <a:cubicBezTo>
                  <a:pt x="317662" y="1681"/>
                  <a:pt x="318040" y="1426"/>
                  <a:pt x="318587" y="1218"/>
                </a:cubicBezTo>
                <a:cubicBezTo>
                  <a:pt x="319135" y="1010"/>
                  <a:pt x="319862" y="850"/>
                  <a:pt x="320768" y="736"/>
                </a:cubicBezTo>
                <a:cubicBezTo>
                  <a:pt x="321674" y="623"/>
                  <a:pt x="322826" y="566"/>
                  <a:pt x="324224" y="566"/>
                </a:cubicBezTo>
                <a:cubicBezTo>
                  <a:pt x="325621" y="566"/>
                  <a:pt x="326773" y="623"/>
                  <a:pt x="327679" y="736"/>
                </a:cubicBezTo>
                <a:cubicBezTo>
                  <a:pt x="328585" y="850"/>
                  <a:pt x="329303" y="1010"/>
                  <a:pt x="329832" y="1218"/>
                </a:cubicBezTo>
                <a:cubicBezTo>
                  <a:pt x="330360" y="1426"/>
                  <a:pt x="330738" y="1681"/>
                  <a:pt x="330964" y="1984"/>
                </a:cubicBezTo>
                <a:cubicBezTo>
                  <a:pt x="331191" y="2287"/>
                  <a:pt x="331304" y="2626"/>
                  <a:pt x="331304" y="3004"/>
                </a:cubicBezTo>
                <a:lnTo>
                  <a:pt x="331304" y="77377"/>
                </a:lnTo>
                <a:moveTo>
                  <a:pt x="317143" y="43600"/>
                </a:moveTo>
                <a:cubicBezTo>
                  <a:pt x="315103" y="41038"/>
                  <a:pt x="313149" y="39079"/>
                  <a:pt x="311280" y="37723"/>
                </a:cubicBezTo>
                <a:cubicBezTo>
                  <a:pt x="309411" y="36366"/>
                  <a:pt x="307456" y="35687"/>
                  <a:pt x="305417" y="35687"/>
                </a:cubicBezTo>
                <a:cubicBezTo>
                  <a:pt x="303566" y="35687"/>
                  <a:pt x="301971" y="36150"/>
                  <a:pt x="300630" y="37075"/>
                </a:cubicBezTo>
                <a:cubicBezTo>
                  <a:pt x="299290" y="38000"/>
                  <a:pt x="298213" y="39237"/>
                  <a:pt x="297401" y="40785"/>
                </a:cubicBezTo>
                <a:cubicBezTo>
                  <a:pt x="296590" y="42334"/>
                  <a:pt x="295985" y="44061"/>
                  <a:pt x="295589" y="45969"/>
                </a:cubicBezTo>
                <a:cubicBezTo>
                  <a:pt x="295192" y="47876"/>
                  <a:pt x="294994" y="49830"/>
                  <a:pt x="294994" y="51831"/>
                </a:cubicBezTo>
                <a:cubicBezTo>
                  <a:pt x="294994" y="53946"/>
                  <a:pt x="295164" y="56004"/>
                  <a:pt x="295504" y="58006"/>
                </a:cubicBezTo>
                <a:cubicBezTo>
                  <a:pt x="295844" y="60007"/>
                  <a:pt x="296401" y="61792"/>
                  <a:pt x="297175" y="63359"/>
                </a:cubicBezTo>
                <a:cubicBezTo>
                  <a:pt x="297949" y="64926"/>
                  <a:pt x="298978" y="66182"/>
                  <a:pt x="300262" y="67126"/>
                </a:cubicBezTo>
                <a:cubicBezTo>
                  <a:pt x="301546" y="68070"/>
                  <a:pt x="303170" y="68542"/>
                  <a:pt x="305134" y="68542"/>
                </a:cubicBezTo>
                <a:cubicBezTo>
                  <a:pt x="306116" y="68542"/>
                  <a:pt x="307069" y="68401"/>
                  <a:pt x="307994" y="68119"/>
                </a:cubicBezTo>
                <a:cubicBezTo>
                  <a:pt x="308920" y="67836"/>
                  <a:pt x="309864" y="67374"/>
                  <a:pt x="310827" y="66733"/>
                </a:cubicBezTo>
                <a:cubicBezTo>
                  <a:pt x="311790" y="66092"/>
                  <a:pt x="312781" y="65254"/>
                  <a:pt x="313801" y="64218"/>
                </a:cubicBezTo>
                <a:cubicBezTo>
                  <a:pt x="314820" y="63180"/>
                  <a:pt x="315934" y="61908"/>
                  <a:pt x="317143" y="60401"/>
                </a:cubicBezTo>
                <a:lnTo>
                  <a:pt x="317143" y="43600"/>
                </a:lnTo>
                <a:close/>
                <a:moveTo>
                  <a:pt x="409833" y="69335"/>
                </a:moveTo>
                <a:cubicBezTo>
                  <a:pt x="409833" y="70317"/>
                  <a:pt x="409805" y="71138"/>
                  <a:pt x="409748" y="71799"/>
                </a:cubicBezTo>
                <a:cubicBezTo>
                  <a:pt x="409691" y="72460"/>
                  <a:pt x="409616" y="73017"/>
                  <a:pt x="409521" y="73470"/>
                </a:cubicBezTo>
                <a:cubicBezTo>
                  <a:pt x="409427" y="73924"/>
                  <a:pt x="409314" y="74292"/>
                  <a:pt x="409181" y="74575"/>
                </a:cubicBezTo>
                <a:cubicBezTo>
                  <a:pt x="409049" y="74858"/>
                  <a:pt x="408757" y="75217"/>
                  <a:pt x="408303" y="75651"/>
                </a:cubicBezTo>
                <a:cubicBezTo>
                  <a:pt x="407850" y="76086"/>
                  <a:pt x="407076" y="76614"/>
                  <a:pt x="405981" y="77237"/>
                </a:cubicBezTo>
                <a:cubicBezTo>
                  <a:pt x="404886" y="77860"/>
                  <a:pt x="403639" y="78417"/>
                  <a:pt x="402242" y="78908"/>
                </a:cubicBezTo>
                <a:cubicBezTo>
                  <a:pt x="400845" y="79399"/>
                  <a:pt x="399325" y="79796"/>
                  <a:pt x="397682" y="80098"/>
                </a:cubicBezTo>
                <a:cubicBezTo>
                  <a:pt x="396039" y="80400"/>
                  <a:pt x="394349" y="80551"/>
                  <a:pt x="392612" y="80551"/>
                </a:cubicBezTo>
                <a:cubicBezTo>
                  <a:pt x="388723" y="80551"/>
                  <a:pt x="385277" y="79947"/>
                  <a:pt x="382274" y="78738"/>
                </a:cubicBezTo>
                <a:cubicBezTo>
                  <a:pt x="379272" y="77530"/>
                  <a:pt x="376751" y="75746"/>
                  <a:pt x="374712" y="73385"/>
                </a:cubicBezTo>
                <a:cubicBezTo>
                  <a:pt x="372673" y="71025"/>
                  <a:pt x="371134" y="68146"/>
                  <a:pt x="370095" y="64747"/>
                </a:cubicBezTo>
                <a:cubicBezTo>
                  <a:pt x="369057" y="61348"/>
                  <a:pt x="368538" y="57458"/>
                  <a:pt x="368538" y="53078"/>
                </a:cubicBezTo>
                <a:cubicBezTo>
                  <a:pt x="368538" y="48017"/>
                  <a:pt x="369170" y="43646"/>
                  <a:pt x="370435" y="39964"/>
                </a:cubicBezTo>
                <a:cubicBezTo>
                  <a:pt x="371700" y="36282"/>
                  <a:pt x="373466" y="33233"/>
                  <a:pt x="375732" y="30816"/>
                </a:cubicBezTo>
                <a:cubicBezTo>
                  <a:pt x="377998" y="28399"/>
                  <a:pt x="380679" y="26605"/>
                  <a:pt x="383775" y="25434"/>
                </a:cubicBezTo>
                <a:cubicBezTo>
                  <a:pt x="386872" y="24264"/>
                  <a:pt x="390271" y="23678"/>
                  <a:pt x="393972" y="23678"/>
                </a:cubicBezTo>
                <a:cubicBezTo>
                  <a:pt x="395482" y="23678"/>
                  <a:pt x="396965" y="23810"/>
                  <a:pt x="398419" y="24075"/>
                </a:cubicBezTo>
                <a:cubicBezTo>
                  <a:pt x="399873" y="24339"/>
                  <a:pt x="401232" y="24698"/>
                  <a:pt x="402497" y="25151"/>
                </a:cubicBezTo>
                <a:cubicBezTo>
                  <a:pt x="403762" y="25604"/>
                  <a:pt x="404895" y="26114"/>
                  <a:pt x="405896" y="26680"/>
                </a:cubicBezTo>
                <a:cubicBezTo>
                  <a:pt x="406897" y="27247"/>
                  <a:pt x="407605" y="27738"/>
                  <a:pt x="408020" y="28153"/>
                </a:cubicBezTo>
                <a:cubicBezTo>
                  <a:pt x="408436" y="28569"/>
                  <a:pt x="408728" y="28918"/>
                  <a:pt x="408898" y="29201"/>
                </a:cubicBezTo>
                <a:cubicBezTo>
                  <a:pt x="409068" y="29484"/>
                  <a:pt x="409200" y="29853"/>
                  <a:pt x="409295" y="30306"/>
                </a:cubicBezTo>
                <a:cubicBezTo>
                  <a:pt x="409389" y="30759"/>
                  <a:pt x="409465" y="31316"/>
                  <a:pt x="409521" y="31977"/>
                </a:cubicBezTo>
                <a:cubicBezTo>
                  <a:pt x="409578" y="32638"/>
                  <a:pt x="409606" y="33440"/>
                  <a:pt x="409606" y="34384"/>
                </a:cubicBezTo>
                <a:cubicBezTo>
                  <a:pt x="409606" y="36575"/>
                  <a:pt x="409417" y="38114"/>
                  <a:pt x="409040" y="39001"/>
                </a:cubicBezTo>
                <a:cubicBezTo>
                  <a:pt x="408662" y="39888"/>
                  <a:pt x="408171" y="40332"/>
                  <a:pt x="407567" y="40332"/>
                </a:cubicBezTo>
                <a:cubicBezTo>
                  <a:pt x="406925" y="40332"/>
                  <a:pt x="406245" y="40068"/>
                  <a:pt x="405528" y="39539"/>
                </a:cubicBezTo>
                <a:cubicBezTo>
                  <a:pt x="404810" y="39010"/>
                  <a:pt x="403960" y="38425"/>
                  <a:pt x="402979" y="37783"/>
                </a:cubicBezTo>
                <a:cubicBezTo>
                  <a:pt x="401997" y="37141"/>
                  <a:pt x="400826" y="36556"/>
                  <a:pt x="399467" y="36027"/>
                </a:cubicBezTo>
                <a:cubicBezTo>
                  <a:pt x="398107" y="35498"/>
                  <a:pt x="396483" y="35234"/>
                  <a:pt x="394595" y="35234"/>
                </a:cubicBezTo>
                <a:cubicBezTo>
                  <a:pt x="390894" y="35234"/>
                  <a:pt x="388062" y="36660"/>
                  <a:pt x="386098" y="39511"/>
                </a:cubicBezTo>
                <a:cubicBezTo>
                  <a:pt x="384134" y="42362"/>
                  <a:pt x="383152" y="46544"/>
                  <a:pt x="383152" y="52058"/>
                </a:cubicBezTo>
                <a:cubicBezTo>
                  <a:pt x="383152" y="54777"/>
                  <a:pt x="383398" y="57175"/>
                  <a:pt x="383889" y="59252"/>
                </a:cubicBezTo>
                <a:cubicBezTo>
                  <a:pt x="384380" y="61329"/>
                  <a:pt x="385107" y="63066"/>
                  <a:pt x="386070" y="64464"/>
                </a:cubicBezTo>
                <a:cubicBezTo>
                  <a:pt x="387033" y="65861"/>
                  <a:pt x="388241" y="66909"/>
                  <a:pt x="389695" y="67607"/>
                </a:cubicBezTo>
                <a:cubicBezTo>
                  <a:pt x="391149" y="68306"/>
                  <a:pt x="392839" y="68655"/>
                  <a:pt x="394765" y="68655"/>
                </a:cubicBezTo>
                <a:cubicBezTo>
                  <a:pt x="396729" y="68655"/>
                  <a:pt x="398419" y="68363"/>
                  <a:pt x="399835" y="67777"/>
                </a:cubicBezTo>
                <a:cubicBezTo>
                  <a:pt x="401251" y="67192"/>
                  <a:pt x="402488" y="66541"/>
                  <a:pt x="403545" y="65823"/>
                </a:cubicBezTo>
                <a:cubicBezTo>
                  <a:pt x="404602" y="65106"/>
                  <a:pt x="405490" y="64454"/>
                  <a:pt x="406207" y="63869"/>
                </a:cubicBezTo>
                <a:cubicBezTo>
                  <a:pt x="406925" y="63283"/>
                  <a:pt x="407529" y="62991"/>
                  <a:pt x="408020" y="62991"/>
                </a:cubicBezTo>
                <a:cubicBezTo>
                  <a:pt x="408360" y="62991"/>
                  <a:pt x="408643" y="63085"/>
                  <a:pt x="408870" y="63274"/>
                </a:cubicBezTo>
                <a:cubicBezTo>
                  <a:pt x="409096" y="63463"/>
                  <a:pt x="409276" y="63812"/>
                  <a:pt x="409408" y="64322"/>
                </a:cubicBezTo>
                <a:cubicBezTo>
                  <a:pt x="409540" y="64832"/>
                  <a:pt x="409644" y="65483"/>
                  <a:pt x="409720" y="66276"/>
                </a:cubicBezTo>
                <a:cubicBezTo>
                  <a:pt x="409795" y="67069"/>
                  <a:pt x="409833" y="68089"/>
                  <a:pt x="409833" y="69335"/>
                </a:cubicBezTo>
                <a:close/>
                <a:moveTo>
                  <a:pt x="470628" y="51603"/>
                </a:moveTo>
                <a:cubicBezTo>
                  <a:pt x="470628" y="55918"/>
                  <a:pt x="470062" y="59853"/>
                  <a:pt x="468929" y="63410"/>
                </a:cubicBezTo>
                <a:cubicBezTo>
                  <a:pt x="467796" y="66967"/>
                  <a:pt x="466078" y="70032"/>
                  <a:pt x="463774" y="72605"/>
                </a:cubicBezTo>
                <a:cubicBezTo>
                  <a:pt x="461470" y="75177"/>
                  <a:pt x="458581" y="77164"/>
                  <a:pt x="455107" y="78565"/>
                </a:cubicBezTo>
                <a:cubicBezTo>
                  <a:pt x="451633" y="79965"/>
                  <a:pt x="447573" y="80664"/>
                  <a:pt x="442928" y="80664"/>
                </a:cubicBezTo>
                <a:cubicBezTo>
                  <a:pt x="438434" y="80664"/>
                  <a:pt x="434525" y="80040"/>
                  <a:pt x="431202" y="78792"/>
                </a:cubicBezTo>
                <a:cubicBezTo>
                  <a:pt x="427879" y="77543"/>
                  <a:pt x="425122" y="75727"/>
                  <a:pt x="422932" y="73343"/>
                </a:cubicBezTo>
                <a:cubicBezTo>
                  <a:pt x="420742" y="70959"/>
                  <a:pt x="419118" y="68026"/>
                  <a:pt x="418060" y="64545"/>
                </a:cubicBezTo>
                <a:cubicBezTo>
                  <a:pt x="417003" y="61064"/>
                  <a:pt x="416474" y="57091"/>
                  <a:pt x="416474" y="52626"/>
                </a:cubicBezTo>
                <a:cubicBezTo>
                  <a:pt x="416474" y="48312"/>
                  <a:pt x="417050" y="44366"/>
                  <a:pt x="418202" y="40791"/>
                </a:cubicBezTo>
                <a:cubicBezTo>
                  <a:pt x="419354" y="37215"/>
                  <a:pt x="421081" y="34150"/>
                  <a:pt x="423385" y="31596"/>
                </a:cubicBezTo>
                <a:cubicBezTo>
                  <a:pt x="425689" y="29042"/>
                  <a:pt x="428568" y="27066"/>
                  <a:pt x="432024" y="25666"/>
                </a:cubicBezTo>
                <a:cubicBezTo>
                  <a:pt x="435479" y="24265"/>
                  <a:pt x="439529" y="23565"/>
                  <a:pt x="444174" y="23565"/>
                </a:cubicBezTo>
                <a:cubicBezTo>
                  <a:pt x="448706" y="23565"/>
                  <a:pt x="452633" y="24180"/>
                  <a:pt x="455957" y="25409"/>
                </a:cubicBezTo>
                <a:cubicBezTo>
                  <a:pt x="459280" y="26639"/>
                  <a:pt x="462027" y="28446"/>
                  <a:pt x="464199" y="30830"/>
                </a:cubicBezTo>
                <a:cubicBezTo>
                  <a:pt x="466370" y="33214"/>
                  <a:pt x="467985" y="36146"/>
                  <a:pt x="469042" y="39628"/>
                </a:cubicBezTo>
                <a:cubicBezTo>
                  <a:pt x="470099" y="43109"/>
                  <a:pt x="470628" y="47101"/>
                  <a:pt x="470628" y="51603"/>
                </a:cubicBezTo>
                <a:moveTo>
                  <a:pt x="455957" y="52171"/>
                </a:moveTo>
                <a:cubicBezTo>
                  <a:pt x="455957" y="49679"/>
                  <a:pt x="455758" y="47385"/>
                  <a:pt x="455362" y="45289"/>
                </a:cubicBezTo>
                <a:cubicBezTo>
                  <a:pt x="454965" y="43193"/>
                  <a:pt x="454295" y="41371"/>
                  <a:pt x="453351" y="39822"/>
                </a:cubicBezTo>
                <a:cubicBezTo>
                  <a:pt x="452407" y="38274"/>
                  <a:pt x="451151" y="37066"/>
                  <a:pt x="449584" y="36197"/>
                </a:cubicBezTo>
                <a:cubicBezTo>
                  <a:pt x="448017" y="35328"/>
                  <a:pt x="446044" y="34894"/>
                  <a:pt x="443664" y="34894"/>
                </a:cubicBezTo>
                <a:cubicBezTo>
                  <a:pt x="441550" y="34894"/>
                  <a:pt x="439699" y="35281"/>
                  <a:pt x="438113" y="36055"/>
                </a:cubicBezTo>
                <a:cubicBezTo>
                  <a:pt x="436527" y="36830"/>
                  <a:pt x="435224" y="37963"/>
                  <a:pt x="434204" y="39454"/>
                </a:cubicBezTo>
                <a:cubicBezTo>
                  <a:pt x="433185" y="40946"/>
                  <a:pt x="432420" y="42740"/>
                  <a:pt x="431910" y="44836"/>
                </a:cubicBezTo>
                <a:cubicBezTo>
                  <a:pt x="431401" y="46932"/>
                  <a:pt x="431146" y="49320"/>
                  <a:pt x="431146" y="52001"/>
                </a:cubicBezTo>
                <a:cubicBezTo>
                  <a:pt x="431146" y="54494"/>
                  <a:pt x="431353" y="56788"/>
                  <a:pt x="431769" y="58884"/>
                </a:cubicBezTo>
                <a:cubicBezTo>
                  <a:pt x="432184" y="60980"/>
                  <a:pt x="432854" y="62802"/>
                  <a:pt x="433780" y="64350"/>
                </a:cubicBezTo>
                <a:cubicBezTo>
                  <a:pt x="434705" y="65899"/>
                  <a:pt x="435961" y="67098"/>
                  <a:pt x="437547" y="67947"/>
                </a:cubicBezTo>
                <a:cubicBezTo>
                  <a:pt x="439133" y="68797"/>
                  <a:pt x="441096" y="69222"/>
                  <a:pt x="443438" y="69222"/>
                </a:cubicBezTo>
                <a:cubicBezTo>
                  <a:pt x="445590" y="69222"/>
                  <a:pt x="447460" y="68835"/>
                  <a:pt x="449046" y="68061"/>
                </a:cubicBezTo>
                <a:cubicBezTo>
                  <a:pt x="450632" y="67286"/>
                  <a:pt x="451935" y="66163"/>
                  <a:pt x="452954" y="64690"/>
                </a:cubicBezTo>
                <a:cubicBezTo>
                  <a:pt x="453974" y="63217"/>
                  <a:pt x="454729" y="61433"/>
                  <a:pt x="455220" y="59337"/>
                </a:cubicBezTo>
                <a:cubicBezTo>
                  <a:pt x="455711" y="57241"/>
                  <a:pt x="455957" y="54853"/>
                  <a:pt x="455957" y="52171"/>
                </a:cubicBezTo>
                <a:close/>
                <a:moveTo>
                  <a:pt x="530326" y="77377"/>
                </a:moveTo>
                <a:cubicBezTo>
                  <a:pt x="530326" y="77755"/>
                  <a:pt x="530213" y="78086"/>
                  <a:pt x="529986" y="78370"/>
                </a:cubicBezTo>
                <a:cubicBezTo>
                  <a:pt x="529760" y="78653"/>
                  <a:pt x="529382" y="78890"/>
                  <a:pt x="528853" y="79078"/>
                </a:cubicBezTo>
                <a:cubicBezTo>
                  <a:pt x="528325" y="79267"/>
                  <a:pt x="527598" y="79409"/>
                  <a:pt x="526672" y="79503"/>
                </a:cubicBezTo>
                <a:cubicBezTo>
                  <a:pt x="525747" y="79598"/>
                  <a:pt x="524605" y="79645"/>
                  <a:pt x="523245" y="79645"/>
                </a:cubicBezTo>
                <a:cubicBezTo>
                  <a:pt x="521848" y="79645"/>
                  <a:pt x="520687" y="79598"/>
                  <a:pt x="519762" y="79503"/>
                </a:cubicBezTo>
                <a:cubicBezTo>
                  <a:pt x="518836" y="79409"/>
                  <a:pt x="518109" y="79267"/>
                  <a:pt x="517581" y="79078"/>
                </a:cubicBezTo>
                <a:cubicBezTo>
                  <a:pt x="517052" y="78890"/>
                  <a:pt x="516674" y="78653"/>
                  <a:pt x="516448" y="78370"/>
                </a:cubicBezTo>
                <a:cubicBezTo>
                  <a:pt x="516221" y="78087"/>
                  <a:pt x="516108" y="77757"/>
                  <a:pt x="516108" y="77379"/>
                </a:cubicBezTo>
                <a:lnTo>
                  <a:pt x="516108" y="48546"/>
                </a:lnTo>
                <a:cubicBezTo>
                  <a:pt x="516108" y="46091"/>
                  <a:pt x="515929" y="44165"/>
                  <a:pt x="515570" y="42768"/>
                </a:cubicBezTo>
                <a:cubicBezTo>
                  <a:pt x="515211" y="41371"/>
                  <a:pt x="514692" y="40172"/>
                  <a:pt x="514012" y="39171"/>
                </a:cubicBezTo>
                <a:cubicBezTo>
                  <a:pt x="513332" y="38170"/>
                  <a:pt x="512454" y="37396"/>
                  <a:pt x="511378" y="36848"/>
                </a:cubicBezTo>
                <a:cubicBezTo>
                  <a:pt x="510302" y="36301"/>
                  <a:pt x="509046" y="36027"/>
                  <a:pt x="507611" y="36027"/>
                </a:cubicBezTo>
                <a:cubicBezTo>
                  <a:pt x="505798" y="36027"/>
                  <a:pt x="503967" y="36688"/>
                  <a:pt x="502116" y="38010"/>
                </a:cubicBezTo>
                <a:cubicBezTo>
                  <a:pt x="500266" y="39331"/>
                  <a:pt x="498340" y="41257"/>
                  <a:pt x="496338" y="43788"/>
                </a:cubicBezTo>
                <a:lnTo>
                  <a:pt x="496338" y="77379"/>
                </a:lnTo>
                <a:cubicBezTo>
                  <a:pt x="496338" y="77757"/>
                  <a:pt x="496225" y="78087"/>
                  <a:pt x="495998" y="78370"/>
                </a:cubicBezTo>
                <a:cubicBezTo>
                  <a:pt x="495772" y="78653"/>
                  <a:pt x="495385" y="78890"/>
                  <a:pt x="494837" y="79078"/>
                </a:cubicBezTo>
                <a:cubicBezTo>
                  <a:pt x="494290" y="79267"/>
                  <a:pt x="493563" y="79409"/>
                  <a:pt x="492656" y="79503"/>
                </a:cubicBezTo>
                <a:cubicBezTo>
                  <a:pt x="491750" y="79598"/>
                  <a:pt x="490598" y="79645"/>
                  <a:pt x="489201" y="79645"/>
                </a:cubicBezTo>
                <a:cubicBezTo>
                  <a:pt x="487804" y="79645"/>
                  <a:pt x="486652" y="79598"/>
                  <a:pt x="485745" y="79503"/>
                </a:cubicBezTo>
                <a:cubicBezTo>
                  <a:pt x="484839" y="79409"/>
                  <a:pt x="484112" y="79267"/>
                  <a:pt x="483565" y="79078"/>
                </a:cubicBezTo>
                <a:cubicBezTo>
                  <a:pt x="483017" y="78890"/>
                  <a:pt x="482630" y="78653"/>
                  <a:pt x="482403" y="78370"/>
                </a:cubicBezTo>
                <a:cubicBezTo>
                  <a:pt x="482177" y="78087"/>
                  <a:pt x="482063" y="77757"/>
                  <a:pt x="482063" y="77379"/>
                </a:cubicBezTo>
                <a:lnTo>
                  <a:pt x="482063" y="26850"/>
                </a:lnTo>
                <a:cubicBezTo>
                  <a:pt x="482063" y="26473"/>
                  <a:pt x="482158" y="26142"/>
                  <a:pt x="482347" y="25859"/>
                </a:cubicBezTo>
                <a:cubicBezTo>
                  <a:pt x="482536" y="25576"/>
                  <a:pt x="482875" y="25340"/>
                  <a:pt x="483366" y="25151"/>
                </a:cubicBezTo>
                <a:cubicBezTo>
                  <a:pt x="483857" y="24962"/>
                  <a:pt x="484490" y="24821"/>
                  <a:pt x="485264" y="24726"/>
                </a:cubicBezTo>
                <a:cubicBezTo>
                  <a:pt x="486038" y="24632"/>
                  <a:pt x="487011" y="24585"/>
                  <a:pt x="488181" y="24585"/>
                </a:cubicBezTo>
                <a:cubicBezTo>
                  <a:pt x="489390" y="24585"/>
                  <a:pt x="490390" y="24632"/>
                  <a:pt x="491184" y="24726"/>
                </a:cubicBezTo>
                <a:cubicBezTo>
                  <a:pt x="491977" y="24821"/>
                  <a:pt x="492590" y="24962"/>
                  <a:pt x="493025" y="25151"/>
                </a:cubicBezTo>
                <a:cubicBezTo>
                  <a:pt x="493459" y="25340"/>
                  <a:pt x="493770" y="25576"/>
                  <a:pt x="493959" y="25859"/>
                </a:cubicBezTo>
                <a:cubicBezTo>
                  <a:pt x="494148" y="26142"/>
                  <a:pt x="494242" y="26473"/>
                  <a:pt x="494242" y="26850"/>
                </a:cubicBezTo>
                <a:lnTo>
                  <a:pt x="494242" y="32685"/>
                </a:lnTo>
                <a:cubicBezTo>
                  <a:pt x="497037" y="29645"/>
                  <a:pt x="499879" y="27365"/>
                  <a:pt x="502768" y="25845"/>
                </a:cubicBezTo>
                <a:cubicBezTo>
                  <a:pt x="505657" y="24325"/>
                  <a:pt x="508668" y="23565"/>
                  <a:pt x="511803" y="23565"/>
                </a:cubicBezTo>
                <a:cubicBezTo>
                  <a:pt x="515239" y="23565"/>
                  <a:pt x="518138" y="24132"/>
                  <a:pt x="520498" y="25266"/>
                </a:cubicBezTo>
                <a:cubicBezTo>
                  <a:pt x="522858" y="26400"/>
                  <a:pt x="524765" y="27941"/>
                  <a:pt x="526219" y="29888"/>
                </a:cubicBezTo>
                <a:cubicBezTo>
                  <a:pt x="527673" y="31834"/>
                  <a:pt x="528721" y="34112"/>
                  <a:pt x="529363" y="36721"/>
                </a:cubicBezTo>
                <a:cubicBezTo>
                  <a:pt x="530005" y="39329"/>
                  <a:pt x="530326" y="42466"/>
                  <a:pt x="530326" y="46133"/>
                </a:cubicBezTo>
                <a:lnTo>
                  <a:pt x="530326" y="77377"/>
                </a:lnTo>
                <a:close/>
                <a:moveTo>
                  <a:pt x="573111" y="72355"/>
                </a:moveTo>
                <a:cubicBezTo>
                  <a:pt x="573111" y="74025"/>
                  <a:pt x="573007" y="75306"/>
                  <a:pt x="572799" y="76198"/>
                </a:cubicBezTo>
                <a:cubicBezTo>
                  <a:pt x="572591" y="77089"/>
                  <a:pt x="572318" y="77715"/>
                  <a:pt x="571978" y="78076"/>
                </a:cubicBezTo>
                <a:cubicBezTo>
                  <a:pt x="571638" y="78436"/>
                  <a:pt x="571138" y="78759"/>
                  <a:pt x="570477" y="79043"/>
                </a:cubicBezTo>
                <a:cubicBezTo>
                  <a:pt x="569816" y="79327"/>
                  <a:pt x="569042" y="79574"/>
                  <a:pt x="568154" y="79783"/>
                </a:cubicBezTo>
                <a:cubicBezTo>
                  <a:pt x="567267" y="79992"/>
                  <a:pt x="566304" y="80153"/>
                  <a:pt x="565265" y="80266"/>
                </a:cubicBezTo>
                <a:cubicBezTo>
                  <a:pt x="564227" y="80381"/>
                  <a:pt x="563179" y="80438"/>
                  <a:pt x="562121" y="80438"/>
                </a:cubicBezTo>
                <a:cubicBezTo>
                  <a:pt x="559289" y="80438"/>
                  <a:pt x="556834" y="80079"/>
                  <a:pt x="554757" y="79362"/>
                </a:cubicBezTo>
                <a:cubicBezTo>
                  <a:pt x="552680" y="78644"/>
                  <a:pt x="550962" y="77539"/>
                  <a:pt x="549602" y="76048"/>
                </a:cubicBezTo>
                <a:cubicBezTo>
                  <a:pt x="548243" y="74556"/>
                  <a:pt x="547242" y="72677"/>
                  <a:pt x="546600" y="70411"/>
                </a:cubicBezTo>
                <a:cubicBezTo>
                  <a:pt x="545958" y="68146"/>
                  <a:pt x="545637" y="65464"/>
                  <a:pt x="545637" y="62368"/>
                </a:cubicBezTo>
                <a:lnTo>
                  <a:pt x="545637" y="36480"/>
                </a:lnTo>
                <a:lnTo>
                  <a:pt x="539576" y="36480"/>
                </a:lnTo>
                <a:cubicBezTo>
                  <a:pt x="538859" y="36480"/>
                  <a:pt x="538311" y="36037"/>
                  <a:pt x="537933" y="35149"/>
                </a:cubicBezTo>
                <a:cubicBezTo>
                  <a:pt x="537556" y="34262"/>
                  <a:pt x="537367" y="32779"/>
                  <a:pt x="537367" y="30702"/>
                </a:cubicBezTo>
                <a:cubicBezTo>
                  <a:pt x="537367" y="29607"/>
                  <a:pt x="537414" y="28682"/>
                  <a:pt x="537508" y="27927"/>
                </a:cubicBezTo>
                <a:cubicBezTo>
                  <a:pt x="537603" y="27171"/>
                  <a:pt x="537744" y="26577"/>
                  <a:pt x="537933" y="26142"/>
                </a:cubicBezTo>
                <a:cubicBezTo>
                  <a:pt x="538122" y="25708"/>
                  <a:pt x="538358" y="25396"/>
                  <a:pt x="538641" y="25208"/>
                </a:cubicBezTo>
                <a:cubicBezTo>
                  <a:pt x="538925" y="25019"/>
                  <a:pt x="539255" y="24924"/>
                  <a:pt x="539633" y="24924"/>
                </a:cubicBezTo>
                <a:lnTo>
                  <a:pt x="545637" y="24924"/>
                </a:lnTo>
                <a:lnTo>
                  <a:pt x="545637" y="13606"/>
                </a:lnTo>
                <a:cubicBezTo>
                  <a:pt x="545637" y="13226"/>
                  <a:pt x="545741" y="12884"/>
                  <a:pt x="545949" y="12581"/>
                </a:cubicBezTo>
                <a:cubicBezTo>
                  <a:pt x="546156" y="12278"/>
                  <a:pt x="546534" y="12022"/>
                  <a:pt x="547082" y="11814"/>
                </a:cubicBezTo>
                <a:cubicBezTo>
                  <a:pt x="547629" y="11605"/>
                  <a:pt x="548366" y="11454"/>
                  <a:pt x="549291" y="11359"/>
                </a:cubicBezTo>
                <a:cubicBezTo>
                  <a:pt x="550216" y="11264"/>
                  <a:pt x="551358" y="11216"/>
                  <a:pt x="552718" y="11216"/>
                </a:cubicBezTo>
                <a:cubicBezTo>
                  <a:pt x="554115" y="11216"/>
                  <a:pt x="555277" y="11264"/>
                  <a:pt x="556202" y="11359"/>
                </a:cubicBezTo>
                <a:cubicBezTo>
                  <a:pt x="557127" y="11454"/>
                  <a:pt x="557854" y="11605"/>
                  <a:pt x="558383" y="11814"/>
                </a:cubicBezTo>
                <a:cubicBezTo>
                  <a:pt x="558911" y="12022"/>
                  <a:pt x="559289" y="12278"/>
                  <a:pt x="559516" y="12581"/>
                </a:cubicBezTo>
                <a:cubicBezTo>
                  <a:pt x="559742" y="12884"/>
                  <a:pt x="559855" y="13226"/>
                  <a:pt x="559855" y="13606"/>
                </a:cubicBezTo>
                <a:lnTo>
                  <a:pt x="559855" y="24924"/>
                </a:lnTo>
                <a:lnTo>
                  <a:pt x="570845" y="24924"/>
                </a:lnTo>
                <a:cubicBezTo>
                  <a:pt x="571222" y="24924"/>
                  <a:pt x="571553" y="25019"/>
                  <a:pt x="571836" y="25208"/>
                </a:cubicBezTo>
                <a:cubicBezTo>
                  <a:pt x="572119" y="25396"/>
                  <a:pt x="572355" y="25708"/>
                  <a:pt x="572544" y="26142"/>
                </a:cubicBezTo>
                <a:cubicBezTo>
                  <a:pt x="572733" y="26577"/>
                  <a:pt x="572875" y="27171"/>
                  <a:pt x="572969" y="27927"/>
                </a:cubicBezTo>
                <a:cubicBezTo>
                  <a:pt x="573063" y="28682"/>
                  <a:pt x="573111" y="29607"/>
                  <a:pt x="573111" y="30702"/>
                </a:cubicBezTo>
                <a:cubicBezTo>
                  <a:pt x="573111" y="32779"/>
                  <a:pt x="572922" y="34262"/>
                  <a:pt x="572544" y="35149"/>
                </a:cubicBezTo>
                <a:cubicBezTo>
                  <a:pt x="572167" y="36037"/>
                  <a:pt x="571619" y="36480"/>
                  <a:pt x="570901" y="36480"/>
                </a:cubicBezTo>
                <a:lnTo>
                  <a:pt x="559855" y="36480"/>
                </a:lnTo>
                <a:lnTo>
                  <a:pt x="559855" y="60173"/>
                </a:lnTo>
                <a:cubicBezTo>
                  <a:pt x="559855" y="62925"/>
                  <a:pt x="560290" y="64989"/>
                  <a:pt x="561158" y="66365"/>
                </a:cubicBezTo>
                <a:cubicBezTo>
                  <a:pt x="562027" y="67741"/>
                  <a:pt x="563575" y="68429"/>
                  <a:pt x="565803" y="68429"/>
                </a:cubicBezTo>
                <a:cubicBezTo>
                  <a:pt x="566559" y="68429"/>
                  <a:pt x="567238" y="68363"/>
                  <a:pt x="567843" y="68231"/>
                </a:cubicBezTo>
                <a:cubicBezTo>
                  <a:pt x="568447" y="68098"/>
                  <a:pt x="568985" y="67947"/>
                  <a:pt x="569457" y="67777"/>
                </a:cubicBezTo>
                <a:cubicBezTo>
                  <a:pt x="569929" y="67607"/>
                  <a:pt x="570326" y="67456"/>
                  <a:pt x="570647" y="67324"/>
                </a:cubicBezTo>
                <a:cubicBezTo>
                  <a:pt x="570968" y="67192"/>
                  <a:pt x="571260" y="67126"/>
                  <a:pt x="571525" y="67126"/>
                </a:cubicBezTo>
                <a:cubicBezTo>
                  <a:pt x="571751" y="67126"/>
                  <a:pt x="571968" y="67192"/>
                  <a:pt x="572176" y="67324"/>
                </a:cubicBezTo>
                <a:cubicBezTo>
                  <a:pt x="572384" y="67456"/>
                  <a:pt x="572544" y="67721"/>
                  <a:pt x="572658" y="68119"/>
                </a:cubicBezTo>
                <a:cubicBezTo>
                  <a:pt x="572771" y="68516"/>
                  <a:pt x="572875" y="69055"/>
                  <a:pt x="572969" y="69739"/>
                </a:cubicBezTo>
                <a:cubicBezTo>
                  <a:pt x="573063" y="70421"/>
                  <a:pt x="573111" y="71293"/>
                  <a:pt x="573111" y="72355"/>
                </a:cubicBezTo>
                <a:close/>
                <a:moveTo>
                  <a:pt x="628777" y="50633"/>
                </a:moveTo>
                <a:cubicBezTo>
                  <a:pt x="628777" y="52374"/>
                  <a:pt x="628390" y="53660"/>
                  <a:pt x="627615" y="54492"/>
                </a:cubicBezTo>
                <a:cubicBezTo>
                  <a:pt x="626841" y="55324"/>
                  <a:pt x="625774" y="55740"/>
                  <a:pt x="624415" y="55740"/>
                </a:cubicBezTo>
                <a:lnTo>
                  <a:pt x="593656" y="55740"/>
                </a:lnTo>
                <a:cubicBezTo>
                  <a:pt x="593656" y="57901"/>
                  <a:pt x="593911" y="59863"/>
                  <a:pt x="594421" y="61626"/>
                </a:cubicBezTo>
                <a:cubicBezTo>
                  <a:pt x="594930" y="63389"/>
                  <a:pt x="595742" y="64887"/>
                  <a:pt x="596856" y="66120"/>
                </a:cubicBezTo>
                <a:cubicBezTo>
                  <a:pt x="597970" y="67353"/>
                  <a:pt x="599405" y="68291"/>
                  <a:pt x="601161" y="68935"/>
                </a:cubicBezTo>
                <a:cubicBezTo>
                  <a:pt x="602918" y="69579"/>
                  <a:pt x="605023" y="69902"/>
                  <a:pt x="607478" y="69902"/>
                </a:cubicBezTo>
                <a:cubicBezTo>
                  <a:pt x="609970" y="69902"/>
                  <a:pt x="612160" y="69719"/>
                  <a:pt x="614049" y="69355"/>
                </a:cubicBezTo>
                <a:cubicBezTo>
                  <a:pt x="615937" y="68990"/>
                  <a:pt x="617570" y="68587"/>
                  <a:pt x="618948" y="68146"/>
                </a:cubicBezTo>
                <a:cubicBezTo>
                  <a:pt x="620327" y="67704"/>
                  <a:pt x="621469" y="67301"/>
                  <a:pt x="622376" y="66937"/>
                </a:cubicBezTo>
                <a:cubicBezTo>
                  <a:pt x="623282" y="66572"/>
                  <a:pt x="624018" y="66390"/>
                  <a:pt x="624585" y="66390"/>
                </a:cubicBezTo>
                <a:cubicBezTo>
                  <a:pt x="624925" y="66390"/>
                  <a:pt x="625208" y="66456"/>
                  <a:pt x="625434" y="66590"/>
                </a:cubicBezTo>
                <a:cubicBezTo>
                  <a:pt x="625661" y="66722"/>
                  <a:pt x="625850" y="66959"/>
                  <a:pt x="626001" y="67301"/>
                </a:cubicBezTo>
                <a:cubicBezTo>
                  <a:pt x="626152" y="67642"/>
                  <a:pt x="626256" y="68126"/>
                  <a:pt x="626312" y="68753"/>
                </a:cubicBezTo>
                <a:cubicBezTo>
                  <a:pt x="626369" y="69379"/>
                  <a:pt x="626397" y="70167"/>
                  <a:pt x="626397" y="71116"/>
                </a:cubicBezTo>
                <a:cubicBezTo>
                  <a:pt x="626397" y="71952"/>
                  <a:pt x="626379" y="72664"/>
                  <a:pt x="626341" y="73253"/>
                </a:cubicBezTo>
                <a:cubicBezTo>
                  <a:pt x="626303" y="73840"/>
                  <a:pt x="626246" y="74343"/>
                  <a:pt x="626171" y="74761"/>
                </a:cubicBezTo>
                <a:cubicBezTo>
                  <a:pt x="626095" y="75179"/>
                  <a:pt x="625982" y="75530"/>
                  <a:pt x="625831" y="75816"/>
                </a:cubicBezTo>
                <a:cubicBezTo>
                  <a:pt x="625680" y="76100"/>
                  <a:pt x="625482" y="76375"/>
                  <a:pt x="625236" y="76641"/>
                </a:cubicBezTo>
                <a:cubicBezTo>
                  <a:pt x="624991" y="76906"/>
                  <a:pt x="624320" y="77266"/>
                  <a:pt x="623225" y="77719"/>
                </a:cubicBezTo>
                <a:cubicBezTo>
                  <a:pt x="622130" y="78172"/>
                  <a:pt x="620733" y="78616"/>
                  <a:pt x="619033" y="79050"/>
                </a:cubicBezTo>
                <a:cubicBezTo>
                  <a:pt x="617334" y="79484"/>
                  <a:pt x="615389" y="79862"/>
                  <a:pt x="613199" y="80183"/>
                </a:cubicBezTo>
                <a:cubicBezTo>
                  <a:pt x="611009" y="80504"/>
                  <a:pt x="608667" y="80664"/>
                  <a:pt x="606175" y="80664"/>
                </a:cubicBezTo>
                <a:cubicBezTo>
                  <a:pt x="601681" y="80664"/>
                  <a:pt x="597744" y="80097"/>
                  <a:pt x="594364" y="78961"/>
                </a:cubicBezTo>
                <a:cubicBezTo>
                  <a:pt x="590984" y="77826"/>
                  <a:pt x="588161" y="76104"/>
                  <a:pt x="585895" y="73796"/>
                </a:cubicBezTo>
                <a:cubicBezTo>
                  <a:pt x="583629" y="71488"/>
                  <a:pt x="581939" y="68575"/>
                  <a:pt x="580825" y="65057"/>
                </a:cubicBezTo>
                <a:cubicBezTo>
                  <a:pt x="579711" y="61537"/>
                  <a:pt x="579154" y="57413"/>
                  <a:pt x="579154" y="52683"/>
                </a:cubicBezTo>
                <a:cubicBezTo>
                  <a:pt x="579154" y="48180"/>
                  <a:pt x="579740" y="44121"/>
                  <a:pt x="580910" y="40507"/>
                </a:cubicBezTo>
                <a:cubicBezTo>
                  <a:pt x="582081" y="36894"/>
                  <a:pt x="583780" y="33829"/>
                  <a:pt x="586009" y="31313"/>
                </a:cubicBezTo>
                <a:cubicBezTo>
                  <a:pt x="588237" y="28796"/>
                  <a:pt x="590946" y="26875"/>
                  <a:pt x="594137" y="25551"/>
                </a:cubicBezTo>
                <a:cubicBezTo>
                  <a:pt x="597328" y="24227"/>
                  <a:pt x="600925" y="23565"/>
                  <a:pt x="604928" y="23565"/>
                </a:cubicBezTo>
                <a:cubicBezTo>
                  <a:pt x="609158" y="23565"/>
                  <a:pt x="612774" y="24189"/>
                  <a:pt x="615776" y="25438"/>
                </a:cubicBezTo>
                <a:cubicBezTo>
                  <a:pt x="618779" y="26686"/>
                  <a:pt x="621243" y="28417"/>
                  <a:pt x="623169" y="30630"/>
                </a:cubicBezTo>
                <a:cubicBezTo>
                  <a:pt x="625095" y="32842"/>
                  <a:pt x="626511" y="35462"/>
                  <a:pt x="627417" y="38489"/>
                </a:cubicBezTo>
                <a:cubicBezTo>
                  <a:pt x="628323" y="41515"/>
                  <a:pt x="628777" y="44807"/>
                  <a:pt x="628777" y="48364"/>
                </a:cubicBezTo>
                <a:lnTo>
                  <a:pt x="628777" y="50633"/>
                </a:lnTo>
                <a:moveTo>
                  <a:pt x="614955" y="46563"/>
                </a:moveTo>
                <a:cubicBezTo>
                  <a:pt x="615068" y="42543"/>
                  <a:pt x="614266" y="39385"/>
                  <a:pt x="612547" y="37091"/>
                </a:cubicBezTo>
                <a:cubicBezTo>
                  <a:pt x="610829" y="34796"/>
                  <a:pt x="608176" y="33648"/>
                  <a:pt x="604589" y="33648"/>
                </a:cubicBezTo>
                <a:cubicBezTo>
                  <a:pt x="602776" y="33648"/>
                  <a:pt x="601199" y="33990"/>
                  <a:pt x="599859" y="34673"/>
                </a:cubicBezTo>
                <a:cubicBezTo>
                  <a:pt x="598518" y="35355"/>
                  <a:pt x="597404" y="36275"/>
                  <a:pt x="596516" y="37433"/>
                </a:cubicBezTo>
                <a:cubicBezTo>
                  <a:pt x="595629" y="38589"/>
                  <a:pt x="594949" y="39955"/>
                  <a:pt x="594477" y="41529"/>
                </a:cubicBezTo>
                <a:cubicBezTo>
                  <a:pt x="594005" y="43102"/>
                  <a:pt x="593731" y="44780"/>
                  <a:pt x="593656" y="46563"/>
                </a:cubicBezTo>
                <a:lnTo>
                  <a:pt x="614955" y="46563"/>
                </a:lnTo>
                <a:close/>
                <a:moveTo>
                  <a:pt x="682267" y="76359"/>
                </a:moveTo>
                <a:cubicBezTo>
                  <a:pt x="682569" y="77001"/>
                  <a:pt x="682711" y="77530"/>
                  <a:pt x="682692" y="77945"/>
                </a:cubicBezTo>
                <a:cubicBezTo>
                  <a:pt x="682673" y="78361"/>
                  <a:pt x="682399" y="78701"/>
                  <a:pt x="681871" y="78965"/>
                </a:cubicBezTo>
                <a:cubicBezTo>
                  <a:pt x="681342" y="79229"/>
                  <a:pt x="680530" y="79409"/>
                  <a:pt x="679435" y="79503"/>
                </a:cubicBezTo>
                <a:cubicBezTo>
                  <a:pt x="678340" y="79598"/>
                  <a:pt x="676886" y="79645"/>
                  <a:pt x="675073" y="79645"/>
                </a:cubicBezTo>
                <a:cubicBezTo>
                  <a:pt x="673374" y="79645"/>
                  <a:pt x="672005" y="79616"/>
                  <a:pt x="670966" y="79560"/>
                </a:cubicBezTo>
                <a:cubicBezTo>
                  <a:pt x="669928" y="79503"/>
                  <a:pt x="669116" y="79390"/>
                  <a:pt x="668530" y="79220"/>
                </a:cubicBezTo>
                <a:cubicBezTo>
                  <a:pt x="667945" y="79050"/>
                  <a:pt x="667511" y="78842"/>
                  <a:pt x="667227" y="78597"/>
                </a:cubicBezTo>
                <a:cubicBezTo>
                  <a:pt x="666944" y="78351"/>
                  <a:pt x="666727" y="78040"/>
                  <a:pt x="666576" y="77662"/>
                </a:cubicBezTo>
                <a:lnTo>
                  <a:pt x="657229" y="59705"/>
                </a:lnTo>
                <a:lnTo>
                  <a:pt x="647883" y="77662"/>
                </a:lnTo>
                <a:cubicBezTo>
                  <a:pt x="647732" y="78040"/>
                  <a:pt x="647524" y="78351"/>
                  <a:pt x="647260" y="78597"/>
                </a:cubicBezTo>
                <a:cubicBezTo>
                  <a:pt x="646995" y="78842"/>
                  <a:pt x="646589" y="79050"/>
                  <a:pt x="646042" y="79220"/>
                </a:cubicBezTo>
                <a:cubicBezTo>
                  <a:pt x="645494" y="79390"/>
                  <a:pt x="644729" y="79503"/>
                  <a:pt x="643748" y="79560"/>
                </a:cubicBezTo>
                <a:cubicBezTo>
                  <a:pt x="642766" y="79616"/>
                  <a:pt x="641482" y="79645"/>
                  <a:pt x="639896" y="79645"/>
                </a:cubicBezTo>
                <a:cubicBezTo>
                  <a:pt x="638234" y="79645"/>
                  <a:pt x="636912" y="79598"/>
                  <a:pt x="635930" y="79503"/>
                </a:cubicBezTo>
                <a:cubicBezTo>
                  <a:pt x="634948" y="79409"/>
                  <a:pt x="634231" y="79229"/>
                  <a:pt x="633778" y="78965"/>
                </a:cubicBezTo>
                <a:cubicBezTo>
                  <a:pt x="633325" y="78701"/>
                  <a:pt x="633089" y="78361"/>
                  <a:pt x="633070" y="77945"/>
                </a:cubicBezTo>
                <a:cubicBezTo>
                  <a:pt x="633051" y="77530"/>
                  <a:pt x="633211" y="77001"/>
                  <a:pt x="633551" y="76359"/>
                </a:cubicBezTo>
                <a:lnTo>
                  <a:pt x="647543" y="51492"/>
                </a:lnTo>
                <a:lnTo>
                  <a:pt x="634627" y="28153"/>
                </a:lnTo>
                <a:cubicBezTo>
                  <a:pt x="634288" y="27473"/>
                  <a:pt x="634108" y="26898"/>
                  <a:pt x="634089" y="26426"/>
                </a:cubicBezTo>
                <a:cubicBezTo>
                  <a:pt x="634070" y="25953"/>
                  <a:pt x="634307" y="25585"/>
                  <a:pt x="634797" y="25321"/>
                </a:cubicBezTo>
                <a:cubicBezTo>
                  <a:pt x="635288" y="25057"/>
                  <a:pt x="636072" y="24868"/>
                  <a:pt x="637148" y="24754"/>
                </a:cubicBezTo>
                <a:cubicBezTo>
                  <a:pt x="638225" y="24641"/>
                  <a:pt x="639688" y="24585"/>
                  <a:pt x="641538" y="24585"/>
                </a:cubicBezTo>
                <a:cubicBezTo>
                  <a:pt x="643200" y="24585"/>
                  <a:pt x="644531" y="24613"/>
                  <a:pt x="645532" y="24669"/>
                </a:cubicBezTo>
                <a:cubicBezTo>
                  <a:pt x="646533" y="24726"/>
                  <a:pt x="647316" y="24811"/>
                  <a:pt x="647883" y="24924"/>
                </a:cubicBezTo>
                <a:cubicBezTo>
                  <a:pt x="648449" y="25038"/>
                  <a:pt x="648865" y="25217"/>
                  <a:pt x="649129" y="25463"/>
                </a:cubicBezTo>
                <a:cubicBezTo>
                  <a:pt x="649393" y="25708"/>
                  <a:pt x="649620" y="26020"/>
                  <a:pt x="649809" y="26397"/>
                </a:cubicBezTo>
                <a:lnTo>
                  <a:pt x="658815" y="43278"/>
                </a:lnTo>
                <a:lnTo>
                  <a:pt x="667766" y="26397"/>
                </a:lnTo>
                <a:cubicBezTo>
                  <a:pt x="667879" y="26095"/>
                  <a:pt x="668049" y="25831"/>
                  <a:pt x="668275" y="25604"/>
                </a:cubicBezTo>
                <a:cubicBezTo>
                  <a:pt x="668502" y="25378"/>
                  <a:pt x="668861" y="25189"/>
                  <a:pt x="669352" y="25038"/>
                </a:cubicBezTo>
                <a:cubicBezTo>
                  <a:pt x="669843" y="24887"/>
                  <a:pt x="670513" y="24773"/>
                  <a:pt x="671363" y="24698"/>
                </a:cubicBezTo>
                <a:cubicBezTo>
                  <a:pt x="672212" y="24622"/>
                  <a:pt x="673374" y="24585"/>
                  <a:pt x="674846" y="24585"/>
                </a:cubicBezTo>
                <a:cubicBezTo>
                  <a:pt x="676508" y="24585"/>
                  <a:pt x="677839" y="24622"/>
                  <a:pt x="678840" y="24698"/>
                </a:cubicBezTo>
                <a:cubicBezTo>
                  <a:pt x="679841" y="24773"/>
                  <a:pt x="680558" y="24943"/>
                  <a:pt x="680993" y="25208"/>
                </a:cubicBezTo>
                <a:cubicBezTo>
                  <a:pt x="681427" y="25472"/>
                  <a:pt x="681635" y="25840"/>
                  <a:pt x="681616" y="26312"/>
                </a:cubicBezTo>
                <a:cubicBezTo>
                  <a:pt x="681597" y="26784"/>
                  <a:pt x="681380" y="27398"/>
                  <a:pt x="680964" y="28153"/>
                </a:cubicBezTo>
                <a:lnTo>
                  <a:pt x="668389" y="51095"/>
                </a:lnTo>
                <a:lnTo>
                  <a:pt x="682267" y="76359"/>
                </a:lnTo>
                <a:close/>
                <a:moveTo>
                  <a:pt x="721768" y="72355"/>
                </a:moveTo>
                <a:cubicBezTo>
                  <a:pt x="721768" y="74025"/>
                  <a:pt x="721664" y="75306"/>
                  <a:pt x="721457" y="76198"/>
                </a:cubicBezTo>
                <a:cubicBezTo>
                  <a:pt x="721249" y="77089"/>
                  <a:pt x="720975" y="77715"/>
                  <a:pt x="720635" y="78076"/>
                </a:cubicBezTo>
                <a:cubicBezTo>
                  <a:pt x="720295" y="78436"/>
                  <a:pt x="719795" y="78759"/>
                  <a:pt x="719134" y="79043"/>
                </a:cubicBezTo>
                <a:cubicBezTo>
                  <a:pt x="718473" y="79327"/>
                  <a:pt x="717699" y="79574"/>
                  <a:pt x="716812" y="79783"/>
                </a:cubicBezTo>
                <a:cubicBezTo>
                  <a:pt x="715924" y="79992"/>
                  <a:pt x="714961" y="80153"/>
                  <a:pt x="713923" y="80266"/>
                </a:cubicBezTo>
                <a:cubicBezTo>
                  <a:pt x="712884" y="80381"/>
                  <a:pt x="711836" y="80438"/>
                  <a:pt x="710779" y="80438"/>
                </a:cubicBezTo>
                <a:cubicBezTo>
                  <a:pt x="707946" y="80438"/>
                  <a:pt x="705492" y="80079"/>
                  <a:pt x="703415" y="79362"/>
                </a:cubicBezTo>
                <a:cubicBezTo>
                  <a:pt x="701338" y="78644"/>
                  <a:pt x="699619" y="77539"/>
                  <a:pt x="698260" y="76048"/>
                </a:cubicBezTo>
                <a:cubicBezTo>
                  <a:pt x="696900" y="74556"/>
                  <a:pt x="695900" y="72677"/>
                  <a:pt x="695258" y="70411"/>
                </a:cubicBezTo>
                <a:cubicBezTo>
                  <a:pt x="694616" y="68146"/>
                  <a:pt x="694295" y="65464"/>
                  <a:pt x="694295" y="62368"/>
                </a:cubicBezTo>
                <a:lnTo>
                  <a:pt x="694295" y="36480"/>
                </a:lnTo>
                <a:lnTo>
                  <a:pt x="688233" y="36480"/>
                </a:lnTo>
                <a:cubicBezTo>
                  <a:pt x="687516" y="36480"/>
                  <a:pt x="686968" y="36037"/>
                  <a:pt x="686591" y="35149"/>
                </a:cubicBezTo>
                <a:cubicBezTo>
                  <a:pt x="686213" y="34262"/>
                  <a:pt x="686024" y="32779"/>
                  <a:pt x="686024" y="30702"/>
                </a:cubicBezTo>
                <a:cubicBezTo>
                  <a:pt x="686024" y="29607"/>
                  <a:pt x="686071" y="28682"/>
                  <a:pt x="686166" y="27927"/>
                </a:cubicBezTo>
                <a:cubicBezTo>
                  <a:pt x="686260" y="27171"/>
                  <a:pt x="686402" y="26577"/>
                  <a:pt x="686591" y="26142"/>
                </a:cubicBezTo>
                <a:cubicBezTo>
                  <a:pt x="686780" y="25708"/>
                  <a:pt x="687016" y="25396"/>
                  <a:pt x="687299" y="25208"/>
                </a:cubicBezTo>
                <a:cubicBezTo>
                  <a:pt x="687582" y="25019"/>
                  <a:pt x="687912" y="24924"/>
                  <a:pt x="688290" y="24924"/>
                </a:cubicBezTo>
                <a:lnTo>
                  <a:pt x="694295" y="24924"/>
                </a:lnTo>
                <a:lnTo>
                  <a:pt x="694295" y="13606"/>
                </a:lnTo>
                <a:cubicBezTo>
                  <a:pt x="694295" y="13226"/>
                  <a:pt x="694398" y="12884"/>
                  <a:pt x="694606" y="12581"/>
                </a:cubicBezTo>
                <a:cubicBezTo>
                  <a:pt x="694814" y="12278"/>
                  <a:pt x="695192" y="12022"/>
                  <a:pt x="695739" y="11814"/>
                </a:cubicBezTo>
                <a:cubicBezTo>
                  <a:pt x="696287" y="11605"/>
                  <a:pt x="697023" y="11454"/>
                  <a:pt x="697948" y="11359"/>
                </a:cubicBezTo>
                <a:cubicBezTo>
                  <a:pt x="698874" y="11264"/>
                  <a:pt x="700016" y="11216"/>
                  <a:pt x="701375" y="11216"/>
                </a:cubicBezTo>
                <a:cubicBezTo>
                  <a:pt x="702773" y="11216"/>
                  <a:pt x="703934" y="11264"/>
                  <a:pt x="704859" y="11359"/>
                </a:cubicBezTo>
                <a:cubicBezTo>
                  <a:pt x="705784" y="11454"/>
                  <a:pt x="706511" y="11605"/>
                  <a:pt x="707040" y="11814"/>
                </a:cubicBezTo>
                <a:cubicBezTo>
                  <a:pt x="707569" y="12022"/>
                  <a:pt x="707946" y="12278"/>
                  <a:pt x="708173" y="12581"/>
                </a:cubicBezTo>
                <a:cubicBezTo>
                  <a:pt x="708400" y="12884"/>
                  <a:pt x="708513" y="13226"/>
                  <a:pt x="708513" y="13606"/>
                </a:cubicBezTo>
                <a:lnTo>
                  <a:pt x="708513" y="24924"/>
                </a:lnTo>
                <a:lnTo>
                  <a:pt x="719502" y="24924"/>
                </a:lnTo>
                <a:cubicBezTo>
                  <a:pt x="719880" y="24924"/>
                  <a:pt x="720210" y="25019"/>
                  <a:pt x="720494" y="25208"/>
                </a:cubicBezTo>
                <a:cubicBezTo>
                  <a:pt x="720777" y="25396"/>
                  <a:pt x="721013" y="25708"/>
                  <a:pt x="721202" y="26142"/>
                </a:cubicBezTo>
                <a:cubicBezTo>
                  <a:pt x="721390" y="26577"/>
                  <a:pt x="721532" y="27171"/>
                  <a:pt x="721627" y="27927"/>
                </a:cubicBezTo>
                <a:cubicBezTo>
                  <a:pt x="721721" y="28682"/>
                  <a:pt x="721768" y="29607"/>
                  <a:pt x="721768" y="30702"/>
                </a:cubicBezTo>
                <a:cubicBezTo>
                  <a:pt x="721768" y="32779"/>
                  <a:pt x="721579" y="34262"/>
                  <a:pt x="721202" y="35149"/>
                </a:cubicBezTo>
                <a:cubicBezTo>
                  <a:pt x="720824" y="36037"/>
                  <a:pt x="720276" y="36480"/>
                  <a:pt x="719559" y="36480"/>
                </a:cubicBezTo>
                <a:lnTo>
                  <a:pt x="708513" y="36480"/>
                </a:lnTo>
                <a:lnTo>
                  <a:pt x="708513" y="60173"/>
                </a:lnTo>
                <a:cubicBezTo>
                  <a:pt x="708513" y="62925"/>
                  <a:pt x="708947" y="64989"/>
                  <a:pt x="709816" y="66365"/>
                </a:cubicBezTo>
                <a:cubicBezTo>
                  <a:pt x="710684" y="67741"/>
                  <a:pt x="712233" y="68429"/>
                  <a:pt x="714461" y="68429"/>
                </a:cubicBezTo>
                <a:cubicBezTo>
                  <a:pt x="715216" y="68429"/>
                  <a:pt x="715896" y="68363"/>
                  <a:pt x="716500" y="68231"/>
                </a:cubicBezTo>
                <a:cubicBezTo>
                  <a:pt x="717104" y="68098"/>
                  <a:pt x="717642" y="67947"/>
                  <a:pt x="718114" y="67777"/>
                </a:cubicBezTo>
                <a:cubicBezTo>
                  <a:pt x="718586" y="67607"/>
                  <a:pt x="718983" y="67456"/>
                  <a:pt x="719304" y="67324"/>
                </a:cubicBezTo>
                <a:cubicBezTo>
                  <a:pt x="719625" y="67192"/>
                  <a:pt x="719918" y="67126"/>
                  <a:pt x="720182" y="67126"/>
                </a:cubicBezTo>
                <a:cubicBezTo>
                  <a:pt x="720409" y="67126"/>
                  <a:pt x="720626" y="67192"/>
                  <a:pt x="720833" y="67324"/>
                </a:cubicBezTo>
                <a:cubicBezTo>
                  <a:pt x="721041" y="67456"/>
                  <a:pt x="721202" y="67721"/>
                  <a:pt x="721315" y="68119"/>
                </a:cubicBezTo>
                <a:cubicBezTo>
                  <a:pt x="721428" y="68516"/>
                  <a:pt x="721532" y="69055"/>
                  <a:pt x="721627" y="69739"/>
                </a:cubicBezTo>
                <a:cubicBezTo>
                  <a:pt x="721721" y="70421"/>
                  <a:pt x="721768" y="71293"/>
                  <a:pt x="721768" y="72355"/>
                </a:cubicBezTo>
                <a:close/>
                <a:moveTo>
                  <a:pt x="767724" y="63125"/>
                </a:moveTo>
                <a:cubicBezTo>
                  <a:pt x="767724" y="66001"/>
                  <a:pt x="767186" y="68537"/>
                  <a:pt x="766109" y="70732"/>
                </a:cubicBezTo>
                <a:cubicBezTo>
                  <a:pt x="765033" y="72926"/>
                  <a:pt x="763513" y="74761"/>
                  <a:pt x="761549" y="76237"/>
                </a:cubicBezTo>
                <a:cubicBezTo>
                  <a:pt x="759586" y="77712"/>
                  <a:pt x="757263" y="78819"/>
                  <a:pt x="754582" y="79556"/>
                </a:cubicBezTo>
                <a:cubicBezTo>
                  <a:pt x="751901" y="80295"/>
                  <a:pt x="748993" y="80664"/>
                  <a:pt x="745858" y="80664"/>
                </a:cubicBezTo>
                <a:cubicBezTo>
                  <a:pt x="743970" y="80664"/>
                  <a:pt x="742167" y="80521"/>
                  <a:pt x="740449" y="80234"/>
                </a:cubicBezTo>
                <a:cubicBezTo>
                  <a:pt x="738730" y="79947"/>
                  <a:pt x="737191" y="79585"/>
                  <a:pt x="735832" y="79146"/>
                </a:cubicBezTo>
                <a:cubicBezTo>
                  <a:pt x="734472" y="78705"/>
                  <a:pt x="733339" y="78256"/>
                  <a:pt x="732433" y="77798"/>
                </a:cubicBezTo>
                <a:cubicBezTo>
                  <a:pt x="731527" y="77339"/>
                  <a:pt x="730866" y="76909"/>
                  <a:pt x="730450" y="76508"/>
                </a:cubicBezTo>
                <a:cubicBezTo>
                  <a:pt x="730035" y="76107"/>
                  <a:pt x="729714" y="75479"/>
                  <a:pt x="729487" y="74625"/>
                </a:cubicBezTo>
                <a:cubicBezTo>
                  <a:pt x="729261" y="73770"/>
                  <a:pt x="729148" y="72507"/>
                  <a:pt x="729148" y="70836"/>
                </a:cubicBezTo>
                <a:cubicBezTo>
                  <a:pt x="729148" y="69735"/>
                  <a:pt x="729185" y="68852"/>
                  <a:pt x="729261" y="68188"/>
                </a:cubicBezTo>
                <a:cubicBezTo>
                  <a:pt x="729336" y="67524"/>
                  <a:pt x="729450" y="66992"/>
                  <a:pt x="729601" y="66593"/>
                </a:cubicBezTo>
                <a:cubicBezTo>
                  <a:pt x="729752" y="66194"/>
                  <a:pt x="729941" y="65929"/>
                  <a:pt x="730167" y="65797"/>
                </a:cubicBezTo>
                <a:cubicBezTo>
                  <a:pt x="730394" y="65663"/>
                  <a:pt x="730677" y="65596"/>
                  <a:pt x="731017" y="65596"/>
                </a:cubicBezTo>
                <a:cubicBezTo>
                  <a:pt x="731432" y="65596"/>
                  <a:pt x="732046" y="65835"/>
                  <a:pt x="732858" y="66313"/>
                </a:cubicBezTo>
                <a:cubicBezTo>
                  <a:pt x="733670" y="66791"/>
                  <a:pt x="734680" y="67317"/>
                  <a:pt x="735889" y="67891"/>
                </a:cubicBezTo>
                <a:cubicBezTo>
                  <a:pt x="737097" y="68464"/>
                  <a:pt x="738504" y="68999"/>
                  <a:pt x="740109" y="69496"/>
                </a:cubicBezTo>
                <a:cubicBezTo>
                  <a:pt x="741714" y="69993"/>
                  <a:pt x="743536" y="70241"/>
                  <a:pt x="745575" y="70241"/>
                </a:cubicBezTo>
                <a:cubicBezTo>
                  <a:pt x="746859" y="70241"/>
                  <a:pt x="748001" y="70110"/>
                  <a:pt x="749002" y="69847"/>
                </a:cubicBezTo>
                <a:cubicBezTo>
                  <a:pt x="750003" y="69584"/>
                  <a:pt x="750872" y="69208"/>
                  <a:pt x="751608" y="68719"/>
                </a:cubicBezTo>
                <a:cubicBezTo>
                  <a:pt x="752344" y="68229"/>
                  <a:pt x="752901" y="67609"/>
                  <a:pt x="753279" y="66857"/>
                </a:cubicBezTo>
                <a:cubicBezTo>
                  <a:pt x="753657" y="66105"/>
                  <a:pt x="753845" y="65240"/>
                  <a:pt x="753845" y="64262"/>
                </a:cubicBezTo>
                <a:cubicBezTo>
                  <a:pt x="753845" y="63126"/>
                  <a:pt x="753496" y="62152"/>
                  <a:pt x="752797" y="61339"/>
                </a:cubicBezTo>
                <a:cubicBezTo>
                  <a:pt x="752099" y="60525"/>
                  <a:pt x="751174" y="59815"/>
                  <a:pt x="750022" y="59210"/>
                </a:cubicBezTo>
                <a:cubicBezTo>
                  <a:pt x="748870" y="58604"/>
                  <a:pt x="747567" y="58037"/>
                  <a:pt x="746113" y="57507"/>
                </a:cubicBezTo>
                <a:cubicBezTo>
                  <a:pt x="744659" y="56977"/>
                  <a:pt x="743168" y="56390"/>
                  <a:pt x="741638" y="55747"/>
                </a:cubicBezTo>
                <a:cubicBezTo>
                  <a:pt x="740109" y="55104"/>
                  <a:pt x="738617" y="54366"/>
                  <a:pt x="737163" y="53534"/>
                </a:cubicBezTo>
                <a:cubicBezTo>
                  <a:pt x="735709" y="52701"/>
                  <a:pt x="734406" y="51679"/>
                  <a:pt x="733254" y="50468"/>
                </a:cubicBezTo>
                <a:cubicBezTo>
                  <a:pt x="732103" y="49258"/>
                  <a:pt x="731177" y="47801"/>
                  <a:pt x="730479" y="46100"/>
                </a:cubicBezTo>
                <a:cubicBezTo>
                  <a:pt x="729780" y="44397"/>
                  <a:pt x="729431" y="42353"/>
                  <a:pt x="729431" y="39969"/>
                </a:cubicBezTo>
                <a:cubicBezTo>
                  <a:pt x="729431" y="37547"/>
                  <a:pt x="729903" y="35323"/>
                  <a:pt x="730847" y="33299"/>
                </a:cubicBezTo>
                <a:cubicBezTo>
                  <a:pt x="731791" y="31275"/>
                  <a:pt x="733151" y="29545"/>
                  <a:pt x="734926" y="28107"/>
                </a:cubicBezTo>
                <a:cubicBezTo>
                  <a:pt x="736700" y="26669"/>
                  <a:pt x="738862" y="25552"/>
                  <a:pt x="741412" y="24758"/>
                </a:cubicBezTo>
                <a:cubicBezTo>
                  <a:pt x="743961" y="23963"/>
                  <a:pt x="746821" y="23565"/>
                  <a:pt x="749993" y="23565"/>
                </a:cubicBezTo>
                <a:cubicBezTo>
                  <a:pt x="751580" y="23565"/>
                  <a:pt x="753118" y="23678"/>
                  <a:pt x="754610" y="23905"/>
                </a:cubicBezTo>
                <a:cubicBezTo>
                  <a:pt x="756102" y="24131"/>
                  <a:pt x="757452" y="24415"/>
                  <a:pt x="758660" y="24754"/>
                </a:cubicBezTo>
                <a:cubicBezTo>
                  <a:pt x="759869" y="25094"/>
                  <a:pt x="760888" y="25463"/>
                  <a:pt x="761719" y="25859"/>
                </a:cubicBezTo>
                <a:cubicBezTo>
                  <a:pt x="762550" y="26256"/>
                  <a:pt x="763145" y="26595"/>
                  <a:pt x="763504" y="26879"/>
                </a:cubicBezTo>
                <a:cubicBezTo>
                  <a:pt x="763862" y="27162"/>
                  <a:pt x="764117" y="27445"/>
                  <a:pt x="764268" y="27728"/>
                </a:cubicBezTo>
                <a:cubicBezTo>
                  <a:pt x="764419" y="28012"/>
                  <a:pt x="764533" y="28352"/>
                  <a:pt x="764608" y="28748"/>
                </a:cubicBezTo>
                <a:cubicBezTo>
                  <a:pt x="764684" y="29145"/>
                  <a:pt x="764750" y="29635"/>
                  <a:pt x="764807" y="30221"/>
                </a:cubicBezTo>
                <a:cubicBezTo>
                  <a:pt x="764863" y="30806"/>
                  <a:pt x="764891" y="31533"/>
                  <a:pt x="764891" y="32402"/>
                </a:cubicBezTo>
                <a:cubicBezTo>
                  <a:pt x="764891" y="33421"/>
                  <a:pt x="764863" y="34252"/>
                  <a:pt x="764807" y="34894"/>
                </a:cubicBezTo>
                <a:cubicBezTo>
                  <a:pt x="764750" y="35536"/>
                  <a:pt x="764655" y="36046"/>
                  <a:pt x="764523" y="36424"/>
                </a:cubicBezTo>
                <a:cubicBezTo>
                  <a:pt x="764391" y="36801"/>
                  <a:pt x="764212" y="37056"/>
                  <a:pt x="763985" y="37188"/>
                </a:cubicBezTo>
                <a:cubicBezTo>
                  <a:pt x="763759" y="37321"/>
                  <a:pt x="763494" y="37387"/>
                  <a:pt x="763192" y="37387"/>
                </a:cubicBezTo>
                <a:cubicBezTo>
                  <a:pt x="762852" y="37387"/>
                  <a:pt x="762324" y="37188"/>
                  <a:pt x="761606" y="36792"/>
                </a:cubicBezTo>
                <a:cubicBezTo>
                  <a:pt x="760888" y="36395"/>
                  <a:pt x="759992" y="35970"/>
                  <a:pt x="758915" y="35517"/>
                </a:cubicBezTo>
                <a:cubicBezTo>
                  <a:pt x="757839" y="35064"/>
                  <a:pt x="756593" y="34639"/>
                  <a:pt x="755177" y="34243"/>
                </a:cubicBezTo>
                <a:cubicBezTo>
                  <a:pt x="753760" y="33846"/>
                  <a:pt x="752146" y="33648"/>
                  <a:pt x="750333" y="33648"/>
                </a:cubicBezTo>
                <a:cubicBezTo>
                  <a:pt x="749049" y="33648"/>
                  <a:pt x="747935" y="33781"/>
                  <a:pt x="746991" y="34048"/>
                </a:cubicBezTo>
                <a:cubicBezTo>
                  <a:pt x="746047" y="34314"/>
                  <a:pt x="745273" y="34693"/>
                  <a:pt x="744669" y="35186"/>
                </a:cubicBezTo>
                <a:cubicBezTo>
                  <a:pt x="744064" y="35680"/>
                  <a:pt x="743611" y="36258"/>
                  <a:pt x="743309" y="36923"/>
                </a:cubicBezTo>
                <a:cubicBezTo>
                  <a:pt x="743007" y="37587"/>
                  <a:pt x="742856" y="38299"/>
                  <a:pt x="742856" y="39059"/>
                </a:cubicBezTo>
                <a:cubicBezTo>
                  <a:pt x="742856" y="40232"/>
                  <a:pt x="743215" y="41217"/>
                  <a:pt x="743932" y="42012"/>
                </a:cubicBezTo>
                <a:cubicBezTo>
                  <a:pt x="744650" y="42806"/>
                  <a:pt x="745594" y="43506"/>
                  <a:pt x="746765" y="44112"/>
                </a:cubicBezTo>
                <a:cubicBezTo>
                  <a:pt x="747935" y="44717"/>
                  <a:pt x="749267" y="45285"/>
                  <a:pt x="750758" y="45815"/>
                </a:cubicBezTo>
                <a:cubicBezTo>
                  <a:pt x="752250" y="46344"/>
                  <a:pt x="753760" y="46921"/>
                  <a:pt x="755290" y="47546"/>
                </a:cubicBezTo>
                <a:cubicBezTo>
                  <a:pt x="756819" y="48170"/>
                  <a:pt x="758330" y="48898"/>
                  <a:pt x="759822" y="49730"/>
                </a:cubicBezTo>
                <a:cubicBezTo>
                  <a:pt x="761313" y="50562"/>
                  <a:pt x="762645" y="51584"/>
                  <a:pt x="763815" y="52796"/>
                </a:cubicBezTo>
                <a:cubicBezTo>
                  <a:pt x="764986" y="54007"/>
                  <a:pt x="765930" y="55454"/>
                  <a:pt x="766648" y="57138"/>
                </a:cubicBezTo>
                <a:cubicBezTo>
                  <a:pt x="767365" y="58821"/>
                  <a:pt x="767724" y="60817"/>
                  <a:pt x="767724" y="63125"/>
                </a:cubicBezTo>
                <a:close/>
                <a:moveTo>
                  <a:pt x="834866" y="7591"/>
                </a:moveTo>
                <a:cubicBezTo>
                  <a:pt x="834866" y="8686"/>
                  <a:pt x="834828" y="9564"/>
                  <a:pt x="834753" y="10225"/>
                </a:cubicBezTo>
                <a:cubicBezTo>
                  <a:pt x="834677" y="10886"/>
                  <a:pt x="834564" y="11395"/>
                  <a:pt x="834413" y="11754"/>
                </a:cubicBezTo>
                <a:cubicBezTo>
                  <a:pt x="834262" y="12113"/>
                  <a:pt x="834092" y="12358"/>
                  <a:pt x="833903" y="12491"/>
                </a:cubicBezTo>
                <a:cubicBezTo>
                  <a:pt x="833714" y="12623"/>
                  <a:pt x="833507" y="12689"/>
                  <a:pt x="833280" y="12689"/>
                </a:cubicBezTo>
                <a:cubicBezTo>
                  <a:pt x="833016" y="12689"/>
                  <a:pt x="832723" y="12623"/>
                  <a:pt x="832402" y="12491"/>
                </a:cubicBezTo>
                <a:cubicBezTo>
                  <a:pt x="832081" y="12358"/>
                  <a:pt x="831684" y="12217"/>
                  <a:pt x="831212" y="12066"/>
                </a:cubicBezTo>
                <a:cubicBezTo>
                  <a:pt x="830740" y="11915"/>
                  <a:pt x="830183" y="11773"/>
                  <a:pt x="829541" y="11641"/>
                </a:cubicBezTo>
                <a:cubicBezTo>
                  <a:pt x="828899" y="11509"/>
                  <a:pt x="828144" y="11443"/>
                  <a:pt x="827275" y="11443"/>
                </a:cubicBezTo>
                <a:cubicBezTo>
                  <a:pt x="826256" y="11443"/>
                  <a:pt x="825378" y="11603"/>
                  <a:pt x="824641" y="11924"/>
                </a:cubicBezTo>
                <a:cubicBezTo>
                  <a:pt x="823905" y="12245"/>
                  <a:pt x="823291" y="12755"/>
                  <a:pt x="822800" y="13454"/>
                </a:cubicBezTo>
                <a:cubicBezTo>
                  <a:pt x="822309" y="14152"/>
                  <a:pt x="821951" y="15058"/>
                  <a:pt x="821724" y="16173"/>
                </a:cubicBezTo>
                <a:cubicBezTo>
                  <a:pt x="821498" y="17287"/>
                  <a:pt x="821384" y="18656"/>
                  <a:pt x="821384" y="20279"/>
                </a:cubicBezTo>
                <a:lnTo>
                  <a:pt x="821384" y="24924"/>
                </a:lnTo>
                <a:lnTo>
                  <a:pt x="830618" y="24924"/>
                </a:lnTo>
                <a:cubicBezTo>
                  <a:pt x="830957" y="24924"/>
                  <a:pt x="831269" y="25019"/>
                  <a:pt x="831552" y="25208"/>
                </a:cubicBezTo>
                <a:cubicBezTo>
                  <a:pt x="831835" y="25396"/>
                  <a:pt x="832072" y="25708"/>
                  <a:pt x="832260" y="26142"/>
                </a:cubicBezTo>
                <a:cubicBezTo>
                  <a:pt x="832449" y="26577"/>
                  <a:pt x="832591" y="27171"/>
                  <a:pt x="832685" y="27927"/>
                </a:cubicBezTo>
                <a:cubicBezTo>
                  <a:pt x="832780" y="28682"/>
                  <a:pt x="832827" y="29607"/>
                  <a:pt x="832827" y="30702"/>
                </a:cubicBezTo>
                <a:cubicBezTo>
                  <a:pt x="832827" y="32779"/>
                  <a:pt x="832638" y="34262"/>
                  <a:pt x="832260" y="35149"/>
                </a:cubicBezTo>
                <a:cubicBezTo>
                  <a:pt x="831883" y="36037"/>
                  <a:pt x="831335" y="36480"/>
                  <a:pt x="830618" y="36480"/>
                </a:cubicBezTo>
                <a:lnTo>
                  <a:pt x="821384" y="36480"/>
                </a:lnTo>
                <a:lnTo>
                  <a:pt x="821384" y="77379"/>
                </a:lnTo>
                <a:cubicBezTo>
                  <a:pt x="821384" y="77757"/>
                  <a:pt x="821271" y="78087"/>
                  <a:pt x="821044" y="78370"/>
                </a:cubicBezTo>
                <a:cubicBezTo>
                  <a:pt x="820818" y="78653"/>
                  <a:pt x="820440" y="78890"/>
                  <a:pt x="819911" y="79078"/>
                </a:cubicBezTo>
                <a:cubicBezTo>
                  <a:pt x="819383" y="79267"/>
                  <a:pt x="818646" y="79409"/>
                  <a:pt x="817702" y="79503"/>
                </a:cubicBezTo>
                <a:cubicBezTo>
                  <a:pt x="816758" y="79598"/>
                  <a:pt x="815606" y="79645"/>
                  <a:pt x="814247" y="79645"/>
                </a:cubicBezTo>
                <a:cubicBezTo>
                  <a:pt x="812887" y="79645"/>
                  <a:pt x="811745" y="79598"/>
                  <a:pt x="810820" y="79503"/>
                </a:cubicBezTo>
                <a:cubicBezTo>
                  <a:pt x="809894" y="79409"/>
                  <a:pt x="809158" y="79267"/>
                  <a:pt x="808610" y="79078"/>
                </a:cubicBezTo>
                <a:cubicBezTo>
                  <a:pt x="808063" y="78890"/>
                  <a:pt x="807685" y="78653"/>
                  <a:pt x="807478" y="78370"/>
                </a:cubicBezTo>
                <a:cubicBezTo>
                  <a:pt x="807270" y="78087"/>
                  <a:pt x="807166" y="77757"/>
                  <a:pt x="807166" y="77379"/>
                </a:cubicBezTo>
                <a:lnTo>
                  <a:pt x="807166" y="36480"/>
                </a:lnTo>
                <a:lnTo>
                  <a:pt x="800822" y="36480"/>
                </a:lnTo>
                <a:cubicBezTo>
                  <a:pt x="800104" y="36480"/>
                  <a:pt x="799566" y="36037"/>
                  <a:pt x="799207" y="35149"/>
                </a:cubicBezTo>
                <a:cubicBezTo>
                  <a:pt x="798848" y="34262"/>
                  <a:pt x="798669" y="32779"/>
                  <a:pt x="798669" y="30702"/>
                </a:cubicBezTo>
                <a:cubicBezTo>
                  <a:pt x="798669" y="29607"/>
                  <a:pt x="798716" y="28682"/>
                  <a:pt x="798811" y="27927"/>
                </a:cubicBezTo>
                <a:cubicBezTo>
                  <a:pt x="798905" y="27171"/>
                  <a:pt x="799037" y="26577"/>
                  <a:pt x="799207" y="26142"/>
                </a:cubicBezTo>
                <a:cubicBezTo>
                  <a:pt x="799377" y="25708"/>
                  <a:pt x="799604" y="25396"/>
                  <a:pt x="799887" y="25208"/>
                </a:cubicBezTo>
                <a:cubicBezTo>
                  <a:pt x="800170" y="25019"/>
                  <a:pt x="800501" y="24924"/>
                  <a:pt x="800878" y="24924"/>
                </a:cubicBezTo>
                <a:lnTo>
                  <a:pt x="807166" y="24924"/>
                </a:lnTo>
                <a:lnTo>
                  <a:pt x="807166" y="20676"/>
                </a:lnTo>
                <a:cubicBezTo>
                  <a:pt x="807166" y="17239"/>
                  <a:pt x="807506" y="14228"/>
                  <a:pt x="808186" y="11641"/>
                </a:cubicBezTo>
                <a:cubicBezTo>
                  <a:pt x="808865" y="9054"/>
                  <a:pt x="809932" y="6901"/>
                  <a:pt x="811386" y="5183"/>
                </a:cubicBezTo>
                <a:cubicBezTo>
                  <a:pt x="812840" y="3465"/>
                  <a:pt x="814691" y="2171"/>
                  <a:pt x="816938" y="1303"/>
                </a:cubicBezTo>
                <a:cubicBezTo>
                  <a:pt x="819184" y="434"/>
                  <a:pt x="821837" y="0"/>
                  <a:pt x="824896" y="0"/>
                </a:cubicBezTo>
                <a:cubicBezTo>
                  <a:pt x="826369" y="0"/>
                  <a:pt x="827766" y="123"/>
                  <a:pt x="829088" y="368"/>
                </a:cubicBezTo>
                <a:cubicBezTo>
                  <a:pt x="830410" y="614"/>
                  <a:pt x="831448" y="878"/>
                  <a:pt x="832204" y="1161"/>
                </a:cubicBezTo>
                <a:cubicBezTo>
                  <a:pt x="832959" y="1444"/>
                  <a:pt x="833469" y="1709"/>
                  <a:pt x="833733" y="1954"/>
                </a:cubicBezTo>
                <a:cubicBezTo>
                  <a:pt x="833998" y="2200"/>
                  <a:pt x="834215" y="2559"/>
                  <a:pt x="834385" y="3031"/>
                </a:cubicBezTo>
                <a:cubicBezTo>
                  <a:pt x="834555" y="3503"/>
                  <a:pt x="834677" y="4107"/>
                  <a:pt x="834753" y="4843"/>
                </a:cubicBezTo>
                <a:cubicBezTo>
                  <a:pt x="834828" y="5580"/>
                  <a:pt x="834866" y="6495"/>
                  <a:pt x="834866" y="7591"/>
                </a:cubicBezTo>
                <a:close/>
                <a:moveTo>
                  <a:pt x="890219" y="51603"/>
                </a:moveTo>
                <a:cubicBezTo>
                  <a:pt x="890219" y="55918"/>
                  <a:pt x="889652" y="59853"/>
                  <a:pt x="888519" y="63410"/>
                </a:cubicBezTo>
                <a:cubicBezTo>
                  <a:pt x="887386" y="66967"/>
                  <a:pt x="885668" y="70032"/>
                  <a:pt x="883364" y="72605"/>
                </a:cubicBezTo>
                <a:cubicBezTo>
                  <a:pt x="881061" y="75177"/>
                  <a:pt x="878172" y="77164"/>
                  <a:pt x="874697" y="78565"/>
                </a:cubicBezTo>
                <a:cubicBezTo>
                  <a:pt x="871223" y="79965"/>
                  <a:pt x="867163" y="80664"/>
                  <a:pt x="862518" y="80664"/>
                </a:cubicBezTo>
                <a:cubicBezTo>
                  <a:pt x="858025" y="80664"/>
                  <a:pt x="854116" y="80040"/>
                  <a:pt x="850793" y="78792"/>
                </a:cubicBezTo>
                <a:cubicBezTo>
                  <a:pt x="847469" y="77543"/>
                  <a:pt x="844713" y="75727"/>
                  <a:pt x="842522" y="73343"/>
                </a:cubicBezTo>
                <a:cubicBezTo>
                  <a:pt x="840332" y="70959"/>
                  <a:pt x="838708" y="68026"/>
                  <a:pt x="837651" y="64545"/>
                </a:cubicBezTo>
                <a:cubicBezTo>
                  <a:pt x="836593" y="61064"/>
                  <a:pt x="836065" y="57091"/>
                  <a:pt x="836065" y="52626"/>
                </a:cubicBezTo>
                <a:cubicBezTo>
                  <a:pt x="836065" y="48312"/>
                  <a:pt x="836641" y="44366"/>
                  <a:pt x="837792" y="40791"/>
                </a:cubicBezTo>
                <a:cubicBezTo>
                  <a:pt x="838944" y="37215"/>
                  <a:pt x="840672" y="34150"/>
                  <a:pt x="842975" y="31596"/>
                </a:cubicBezTo>
                <a:cubicBezTo>
                  <a:pt x="845279" y="29042"/>
                  <a:pt x="848159" y="27066"/>
                  <a:pt x="851614" y="25666"/>
                </a:cubicBezTo>
                <a:cubicBezTo>
                  <a:pt x="855069" y="24265"/>
                  <a:pt x="859120" y="23565"/>
                  <a:pt x="863765" y="23565"/>
                </a:cubicBezTo>
                <a:cubicBezTo>
                  <a:pt x="868296" y="23565"/>
                  <a:pt x="872224" y="24180"/>
                  <a:pt x="875547" y="25409"/>
                </a:cubicBezTo>
                <a:cubicBezTo>
                  <a:pt x="878870" y="26639"/>
                  <a:pt x="881618" y="28446"/>
                  <a:pt x="883789" y="30830"/>
                </a:cubicBezTo>
                <a:cubicBezTo>
                  <a:pt x="885961" y="33214"/>
                  <a:pt x="887575" y="36146"/>
                  <a:pt x="888632" y="39628"/>
                </a:cubicBezTo>
                <a:cubicBezTo>
                  <a:pt x="889690" y="43109"/>
                  <a:pt x="890219" y="47101"/>
                  <a:pt x="890219" y="51603"/>
                </a:cubicBezTo>
                <a:moveTo>
                  <a:pt x="875547" y="52171"/>
                </a:moveTo>
                <a:cubicBezTo>
                  <a:pt x="875547" y="49679"/>
                  <a:pt x="875349" y="47385"/>
                  <a:pt x="874952" y="45289"/>
                </a:cubicBezTo>
                <a:cubicBezTo>
                  <a:pt x="874556" y="43193"/>
                  <a:pt x="873886" y="41371"/>
                  <a:pt x="872941" y="39822"/>
                </a:cubicBezTo>
                <a:cubicBezTo>
                  <a:pt x="871997" y="38274"/>
                  <a:pt x="870742" y="37066"/>
                  <a:pt x="869174" y="36197"/>
                </a:cubicBezTo>
                <a:cubicBezTo>
                  <a:pt x="867607" y="35328"/>
                  <a:pt x="865634" y="34894"/>
                  <a:pt x="863255" y="34894"/>
                </a:cubicBezTo>
                <a:cubicBezTo>
                  <a:pt x="861140" y="34894"/>
                  <a:pt x="859290" y="35281"/>
                  <a:pt x="857704" y="36055"/>
                </a:cubicBezTo>
                <a:cubicBezTo>
                  <a:pt x="856117" y="36830"/>
                  <a:pt x="854815" y="37963"/>
                  <a:pt x="853795" y="39454"/>
                </a:cubicBezTo>
                <a:cubicBezTo>
                  <a:pt x="852775" y="40946"/>
                  <a:pt x="852011" y="42740"/>
                  <a:pt x="851501" y="44836"/>
                </a:cubicBezTo>
                <a:cubicBezTo>
                  <a:pt x="850991" y="46932"/>
                  <a:pt x="850736" y="49320"/>
                  <a:pt x="850736" y="52001"/>
                </a:cubicBezTo>
                <a:cubicBezTo>
                  <a:pt x="850736" y="54494"/>
                  <a:pt x="850944" y="56788"/>
                  <a:pt x="851359" y="58884"/>
                </a:cubicBezTo>
                <a:cubicBezTo>
                  <a:pt x="851775" y="60980"/>
                  <a:pt x="852445" y="62802"/>
                  <a:pt x="853370" y="64350"/>
                </a:cubicBezTo>
                <a:cubicBezTo>
                  <a:pt x="854295" y="65899"/>
                  <a:pt x="855551" y="67098"/>
                  <a:pt x="857137" y="67947"/>
                </a:cubicBezTo>
                <a:cubicBezTo>
                  <a:pt x="858723" y="68797"/>
                  <a:pt x="860687" y="69222"/>
                  <a:pt x="863028" y="69222"/>
                </a:cubicBezTo>
                <a:cubicBezTo>
                  <a:pt x="865181" y="69222"/>
                  <a:pt x="867050" y="68835"/>
                  <a:pt x="868636" y="68061"/>
                </a:cubicBezTo>
                <a:cubicBezTo>
                  <a:pt x="870222" y="67286"/>
                  <a:pt x="871525" y="66163"/>
                  <a:pt x="872545" y="64690"/>
                </a:cubicBezTo>
                <a:cubicBezTo>
                  <a:pt x="873565" y="63217"/>
                  <a:pt x="874320" y="61433"/>
                  <a:pt x="874811" y="59337"/>
                </a:cubicBezTo>
                <a:cubicBezTo>
                  <a:pt x="875302" y="57241"/>
                  <a:pt x="875547" y="54853"/>
                  <a:pt x="875547" y="52171"/>
                </a:cubicBezTo>
                <a:close/>
                <a:moveTo>
                  <a:pt x="934113" y="31495"/>
                </a:moveTo>
                <a:cubicBezTo>
                  <a:pt x="934113" y="32855"/>
                  <a:pt x="934075" y="33969"/>
                  <a:pt x="933999" y="34838"/>
                </a:cubicBezTo>
                <a:cubicBezTo>
                  <a:pt x="933924" y="35706"/>
                  <a:pt x="933810" y="36386"/>
                  <a:pt x="933659" y="36877"/>
                </a:cubicBezTo>
                <a:cubicBezTo>
                  <a:pt x="933508" y="37368"/>
                  <a:pt x="933310" y="37708"/>
                  <a:pt x="933065" y="37896"/>
                </a:cubicBezTo>
                <a:cubicBezTo>
                  <a:pt x="932819" y="38085"/>
                  <a:pt x="932508" y="38180"/>
                  <a:pt x="932130" y="38180"/>
                </a:cubicBezTo>
                <a:cubicBezTo>
                  <a:pt x="931828" y="38180"/>
                  <a:pt x="931488" y="38114"/>
                  <a:pt x="931110" y="37981"/>
                </a:cubicBezTo>
                <a:cubicBezTo>
                  <a:pt x="930733" y="37849"/>
                  <a:pt x="930308" y="37708"/>
                  <a:pt x="929836" y="37557"/>
                </a:cubicBezTo>
                <a:cubicBezTo>
                  <a:pt x="929364" y="37405"/>
                  <a:pt x="928844" y="37264"/>
                  <a:pt x="928278" y="37132"/>
                </a:cubicBezTo>
                <a:cubicBezTo>
                  <a:pt x="927712" y="37000"/>
                  <a:pt x="927088" y="36933"/>
                  <a:pt x="926409" y="36933"/>
                </a:cubicBezTo>
                <a:cubicBezTo>
                  <a:pt x="925616" y="36933"/>
                  <a:pt x="924823" y="37095"/>
                  <a:pt x="924030" y="37418"/>
                </a:cubicBezTo>
                <a:cubicBezTo>
                  <a:pt x="923236" y="37741"/>
                  <a:pt x="922415" y="38244"/>
                  <a:pt x="921565" y="38928"/>
                </a:cubicBezTo>
                <a:cubicBezTo>
                  <a:pt x="920716" y="39613"/>
                  <a:pt x="919828" y="40525"/>
                  <a:pt x="918903" y="41665"/>
                </a:cubicBezTo>
                <a:cubicBezTo>
                  <a:pt x="917978" y="42805"/>
                  <a:pt x="916986" y="44211"/>
                  <a:pt x="915929" y="45884"/>
                </a:cubicBezTo>
                <a:lnTo>
                  <a:pt x="915929" y="77379"/>
                </a:lnTo>
                <a:cubicBezTo>
                  <a:pt x="915929" y="77757"/>
                  <a:pt x="915816" y="78087"/>
                  <a:pt x="915589" y="78370"/>
                </a:cubicBezTo>
                <a:cubicBezTo>
                  <a:pt x="915363" y="78653"/>
                  <a:pt x="914976" y="78890"/>
                  <a:pt x="914428" y="79078"/>
                </a:cubicBezTo>
                <a:cubicBezTo>
                  <a:pt x="913880" y="79267"/>
                  <a:pt x="913153" y="79409"/>
                  <a:pt x="912247" y="79503"/>
                </a:cubicBezTo>
                <a:cubicBezTo>
                  <a:pt x="911341" y="79598"/>
                  <a:pt x="910189" y="79645"/>
                  <a:pt x="908792" y="79645"/>
                </a:cubicBezTo>
                <a:cubicBezTo>
                  <a:pt x="907394" y="79645"/>
                  <a:pt x="906243" y="79598"/>
                  <a:pt x="905336" y="79503"/>
                </a:cubicBezTo>
                <a:cubicBezTo>
                  <a:pt x="904430" y="79409"/>
                  <a:pt x="903703" y="79267"/>
                  <a:pt x="903155" y="79078"/>
                </a:cubicBezTo>
                <a:cubicBezTo>
                  <a:pt x="902608" y="78890"/>
                  <a:pt x="902221" y="78653"/>
                  <a:pt x="901994" y="78370"/>
                </a:cubicBezTo>
                <a:cubicBezTo>
                  <a:pt x="901767" y="78087"/>
                  <a:pt x="901654" y="77757"/>
                  <a:pt x="901654" y="77379"/>
                </a:cubicBezTo>
                <a:lnTo>
                  <a:pt x="901654" y="26850"/>
                </a:lnTo>
                <a:cubicBezTo>
                  <a:pt x="901654" y="26473"/>
                  <a:pt x="901749" y="26142"/>
                  <a:pt x="901937" y="25859"/>
                </a:cubicBezTo>
                <a:cubicBezTo>
                  <a:pt x="902126" y="25576"/>
                  <a:pt x="902466" y="25340"/>
                  <a:pt x="902957" y="25151"/>
                </a:cubicBezTo>
                <a:cubicBezTo>
                  <a:pt x="903448" y="24962"/>
                  <a:pt x="904081" y="24821"/>
                  <a:pt x="904855" y="24726"/>
                </a:cubicBezTo>
                <a:cubicBezTo>
                  <a:pt x="905629" y="24632"/>
                  <a:pt x="906601" y="24585"/>
                  <a:pt x="907772" y="24585"/>
                </a:cubicBezTo>
                <a:cubicBezTo>
                  <a:pt x="908980" y="24585"/>
                  <a:pt x="909981" y="24632"/>
                  <a:pt x="910774" y="24726"/>
                </a:cubicBezTo>
                <a:cubicBezTo>
                  <a:pt x="911567" y="24821"/>
                  <a:pt x="912181" y="24962"/>
                  <a:pt x="912615" y="25151"/>
                </a:cubicBezTo>
                <a:cubicBezTo>
                  <a:pt x="913050" y="25340"/>
                  <a:pt x="913361" y="25576"/>
                  <a:pt x="913550" y="25859"/>
                </a:cubicBezTo>
                <a:cubicBezTo>
                  <a:pt x="913739" y="26142"/>
                  <a:pt x="913833" y="26473"/>
                  <a:pt x="913833" y="26850"/>
                </a:cubicBezTo>
                <a:lnTo>
                  <a:pt x="913833" y="33138"/>
                </a:lnTo>
                <a:cubicBezTo>
                  <a:pt x="915155" y="31238"/>
                  <a:pt x="916401" y="29671"/>
                  <a:pt x="917572" y="28436"/>
                </a:cubicBezTo>
                <a:cubicBezTo>
                  <a:pt x="918743" y="27202"/>
                  <a:pt x="919857" y="26224"/>
                  <a:pt x="920914" y="25503"/>
                </a:cubicBezTo>
                <a:cubicBezTo>
                  <a:pt x="921971" y="24781"/>
                  <a:pt x="923029" y="24278"/>
                  <a:pt x="924086" y="23993"/>
                </a:cubicBezTo>
                <a:cubicBezTo>
                  <a:pt x="925144" y="23708"/>
                  <a:pt x="926201" y="23565"/>
                  <a:pt x="927258" y="23565"/>
                </a:cubicBezTo>
                <a:cubicBezTo>
                  <a:pt x="927749" y="23565"/>
                  <a:pt x="928278" y="23593"/>
                  <a:pt x="928844" y="23650"/>
                </a:cubicBezTo>
                <a:cubicBezTo>
                  <a:pt x="929411" y="23707"/>
                  <a:pt x="929996" y="23801"/>
                  <a:pt x="930600" y="23933"/>
                </a:cubicBezTo>
                <a:cubicBezTo>
                  <a:pt x="931205" y="24065"/>
                  <a:pt x="931733" y="24216"/>
                  <a:pt x="932187" y="24386"/>
                </a:cubicBezTo>
                <a:cubicBezTo>
                  <a:pt x="932640" y="24556"/>
                  <a:pt x="932970" y="24736"/>
                  <a:pt x="933178" y="24924"/>
                </a:cubicBezTo>
                <a:cubicBezTo>
                  <a:pt x="933386" y="25113"/>
                  <a:pt x="933537" y="25321"/>
                  <a:pt x="933631" y="25548"/>
                </a:cubicBezTo>
                <a:cubicBezTo>
                  <a:pt x="933725" y="25774"/>
                  <a:pt x="933810" y="26086"/>
                  <a:pt x="933886" y="26482"/>
                </a:cubicBezTo>
                <a:cubicBezTo>
                  <a:pt x="933962" y="26879"/>
                  <a:pt x="934018" y="27473"/>
                  <a:pt x="934056" y="28267"/>
                </a:cubicBezTo>
                <a:cubicBezTo>
                  <a:pt x="934094" y="29060"/>
                  <a:pt x="934113" y="30136"/>
                  <a:pt x="934113" y="314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c4c68aec64feb"/>
          <a:stretch xmlns:a="http://schemas.openxmlformats.org/drawingml/2006/main"/>
        </p:blipFill>
        <p:spPr>
          <a:xfrm xmlns:a="http://schemas.openxmlformats.org/drawingml/2006/main">
            <a:off x="4190126" y="1170971"/>
            <a:ext cx="1660982" cy="804148"/>
          </a:xfrm>
          <a:prstGeom xmlns:a="http://schemas.openxmlformats.org/drawingml/2006/main" prst="rect">
            <a:avLst/>
          </a:prstGeom>
        </p:spPr>
      </p:pic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9fbc814834c31"/>
          <a:stretch xmlns:a="http://schemas.openxmlformats.org/drawingml/2006/main"/>
        </p:blipFill>
        <p:spPr>
          <a:xfrm xmlns:a="http://schemas.openxmlformats.org/drawingml/2006/main">
            <a:off x="4197072" y="1188769"/>
            <a:ext cx="1431738" cy="793560"/>
          </a:xfrm>
          <a:prstGeom xmlns:a="http://schemas.openxmlformats.org/drawingml/2006/main" prst="rect">
            <a:avLst/>
          </a:prstGeom>
        </p:spPr>
      </p:pic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9F1831-9FCC-48E9-A636-605981F5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899" y="1189482"/>
            <a:ext cx="1599254" cy="742440"/>
          </a:xfrm>
          <a:custGeom xmlns:a="http://schemas.openxmlformats.org/drawingml/2006/main">
            <a:pathLst>
              <a:path w="1599254" h="742440">
                <a:moveTo>
                  <a:pt x="0" y="0"/>
                </a:moveTo>
                <a:lnTo>
                  <a:pt x="1599254" y="0"/>
                </a:lnTo>
                <a:lnTo>
                  <a:pt x="1599254" y="742440"/>
                </a:lnTo>
                <a:lnTo>
                  <a:pt x="0" y="742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B4099-8A77-4DE5-9400-C9CC4717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899" y="1189482"/>
            <a:ext cx="1599254" cy="742440"/>
          </a:xfrm>
          <a:custGeom xmlns:a="http://schemas.openxmlformats.org/drawingml/2006/main">
            <a:pathLst>
              <a:path w="1599254" h="742440" fill="none">
                <a:moveTo>
                  <a:pt x="0" y="0"/>
                </a:moveTo>
                <a:lnTo>
                  <a:pt x="1599254" y="0"/>
                </a:lnTo>
                <a:lnTo>
                  <a:pt x="1599254" y="742440"/>
                </a:lnTo>
                <a:lnTo>
                  <a:pt x="0" y="7424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FFD966"/>
            </a:solidFill>
            <a:miter/>
          </a:ln>
        </p:spPr>
      </p:sp>
      <p:sp>
        <p:nvSpPr>
          <p:cNvPr id="60" name="Text Thecodestatementsthatleadtothebugare:">
            <a:extLst xmlns:a="http://schemas.openxmlformats.org/drawingml/2006/main">
              <a:ext uri="{FF2B5EF4-FFF2-40B4-BE49-F238E27FC236}">
                <a16:creationId xmlns:a16="http://schemas.microsoft.com/office/drawing/2014/main" id="{DCC5F1F8-3E89-455E-855A-6F554D2C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088" y="1238064"/>
            <a:ext cx="1293950" cy="59699"/>
          </a:xfrm>
          <a:custGeom xmlns:a="http://schemas.openxmlformats.org/drawingml/2006/main">
            <a:pathLst>
              <a:path w="1293950" h="59699">
                <a:moveTo>
                  <a:pt x="32835" y="5902"/>
                </a:moveTo>
                <a:cubicBezTo>
                  <a:pt x="32835" y="6332"/>
                  <a:pt x="32812" y="6705"/>
                  <a:pt x="32767" y="7021"/>
                </a:cubicBezTo>
                <a:cubicBezTo>
                  <a:pt x="32721" y="7338"/>
                  <a:pt x="32648" y="7592"/>
                  <a:pt x="32546" y="7785"/>
                </a:cubicBezTo>
                <a:cubicBezTo>
                  <a:pt x="32444" y="7977"/>
                  <a:pt x="32320" y="8118"/>
                  <a:pt x="32173" y="8209"/>
                </a:cubicBezTo>
                <a:cubicBezTo>
                  <a:pt x="32026" y="8299"/>
                  <a:pt x="31862" y="8344"/>
                  <a:pt x="31681" y="8344"/>
                </a:cubicBezTo>
                <a:lnTo>
                  <a:pt x="19334" y="8344"/>
                </a:lnTo>
                <a:lnTo>
                  <a:pt x="19334" y="46403"/>
                </a:lnTo>
                <a:cubicBezTo>
                  <a:pt x="19334" y="46583"/>
                  <a:pt x="19289" y="46742"/>
                  <a:pt x="19199" y="46877"/>
                </a:cubicBezTo>
                <a:cubicBezTo>
                  <a:pt x="19108" y="47013"/>
                  <a:pt x="18950" y="47121"/>
                  <a:pt x="18724" y="47200"/>
                </a:cubicBezTo>
                <a:cubicBezTo>
                  <a:pt x="18498" y="47279"/>
                  <a:pt x="18198" y="47347"/>
                  <a:pt x="17825" y="47403"/>
                </a:cubicBezTo>
                <a:cubicBezTo>
                  <a:pt x="17452" y="47460"/>
                  <a:pt x="16983" y="47488"/>
                  <a:pt x="16417" y="47488"/>
                </a:cubicBezTo>
                <a:cubicBezTo>
                  <a:pt x="15875" y="47488"/>
                  <a:pt x="15411" y="47460"/>
                  <a:pt x="15027" y="47403"/>
                </a:cubicBezTo>
                <a:cubicBezTo>
                  <a:pt x="14642" y="47347"/>
                  <a:pt x="14337" y="47279"/>
                  <a:pt x="14111" y="47200"/>
                </a:cubicBezTo>
                <a:cubicBezTo>
                  <a:pt x="13885" y="47121"/>
                  <a:pt x="13726" y="47013"/>
                  <a:pt x="13636" y="46877"/>
                </a:cubicBezTo>
                <a:cubicBezTo>
                  <a:pt x="13545" y="46742"/>
                  <a:pt x="13500" y="46583"/>
                  <a:pt x="13500" y="46403"/>
                </a:cubicBezTo>
                <a:lnTo>
                  <a:pt x="13500" y="8344"/>
                </a:lnTo>
                <a:lnTo>
                  <a:pt x="1153" y="8344"/>
                </a:lnTo>
                <a:cubicBezTo>
                  <a:pt x="972" y="8344"/>
                  <a:pt x="808" y="8299"/>
                  <a:pt x="661" y="8209"/>
                </a:cubicBezTo>
                <a:cubicBezTo>
                  <a:pt x="514" y="8118"/>
                  <a:pt x="396" y="7977"/>
                  <a:pt x="305" y="7785"/>
                </a:cubicBezTo>
                <a:cubicBezTo>
                  <a:pt x="215" y="7592"/>
                  <a:pt x="141" y="7338"/>
                  <a:pt x="85" y="7021"/>
                </a:cubicBezTo>
                <a:cubicBezTo>
                  <a:pt x="28" y="6705"/>
                  <a:pt x="0" y="6332"/>
                  <a:pt x="0" y="5902"/>
                </a:cubicBezTo>
                <a:cubicBezTo>
                  <a:pt x="0" y="5472"/>
                  <a:pt x="28" y="5094"/>
                  <a:pt x="85" y="4766"/>
                </a:cubicBezTo>
                <a:cubicBezTo>
                  <a:pt x="141" y="4438"/>
                  <a:pt x="215" y="4172"/>
                  <a:pt x="305" y="3969"/>
                </a:cubicBezTo>
                <a:cubicBezTo>
                  <a:pt x="396" y="3765"/>
                  <a:pt x="514" y="3618"/>
                  <a:pt x="661" y="3528"/>
                </a:cubicBezTo>
                <a:cubicBezTo>
                  <a:pt x="808" y="3437"/>
                  <a:pt x="972" y="3392"/>
                  <a:pt x="1153" y="3392"/>
                </a:cubicBezTo>
                <a:lnTo>
                  <a:pt x="31681" y="3392"/>
                </a:lnTo>
                <a:cubicBezTo>
                  <a:pt x="31862" y="3392"/>
                  <a:pt x="32026" y="3437"/>
                  <a:pt x="32173" y="3528"/>
                </a:cubicBezTo>
                <a:cubicBezTo>
                  <a:pt x="32320" y="3618"/>
                  <a:pt x="32444" y="3765"/>
                  <a:pt x="32546" y="3969"/>
                </a:cubicBezTo>
                <a:cubicBezTo>
                  <a:pt x="32648" y="4172"/>
                  <a:pt x="32721" y="4438"/>
                  <a:pt x="32767" y="4766"/>
                </a:cubicBezTo>
                <a:cubicBezTo>
                  <a:pt x="32812" y="5094"/>
                  <a:pt x="32835" y="5472"/>
                  <a:pt x="32835" y="5902"/>
                </a:cubicBezTo>
                <a:close/>
                <a:moveTo>
                  <a:pt x="65008" y="46436"/>
                </a:moveTo>
                <a:cubicBezTo>
                  <a:pt x="65008" y="46617"/>
                  <a:pt x="64963" y="46770"/>
                  <a:pt x="64872" y="46894"/>
                </a:cubicBezTo>
                <a:cubicBezTo>
                  <a:pt x="64782" y="47019"/>
                  <a:pt x="64635" y="47126"/>
                  <a:pt x="64431" y="47217"/>
                </a:cubicBezTo>
                <a:cubicBezTo>
                  <a:pt x="64228" y="47307"/>
                  <a:pt x="63945" y="47375"/>
                  <a:pt x="63583" y="47420"/>
                </a:cubicBezTo>
                <a:cubicBezTo>
                  <a:pt x="63222" y="47465"/>
                  <a:pt x="62769" y="47488"/>
                  <a:pt x="62227" y="47488"/>
                </a:cubicBezTo>
                <a:cubicBezTo>
                  <a:pt x="61661" y="47488"/>
                  <a:pt x="61198" y="47465"/>
                  <a:pt x="60836" y="47420"/>
                </a:cubicBezTo>
                <a:cubicBezTo>
                  <a:pt x="60474" y="47375"/>
                  <a:pt x="60191" y="47307"/>
                  <a:pt x="59988" y="47217"/>
                </a:cubicBezTo>
                <a:cubicBezTo>
                  <a:pt x="59784" y="47126"/>
                  <a:pt x="59637" y="47019"/>
                  <a:pt x="59547" y="46894"/>
                </a:cubicBezTo>
                <a:cubicBezTo>
                  <a:pt x="59456" y="46770"/>
                  <a:pt x="59411" y="46617"/>
                  <a:pt x="59411" y="46436"/>
                </a:cubicBezTo>
                <a:lnTo>
                  <a:pt x="59411" y="28561"/>
                </a:lnTo>
                <a:cubicBezTo>
                  <a:pt x="59411" y="26819"/>
                  <a:pt x="59276" y="25417"/>
                  <a:pt x="59004" y="24355"/>
                </a:cubicBezTo>
                <a:cubicBezTo>
                  <a:pt x="58733" y="23292"/>
                  <a:pt x="58337" y="22376"/>
                  <a:pt x="57817" y="21607"/>
                </a:cubicBezTo>
                <a:cubicBezTo>
                  <a:pt x="57297" y="20838"/>
                  <a:pt x="56624" y="20250"/>
                  <a:pt x="55799" y="19843"/>
                </a:cubicBezTo>
                <a:cubicBezTo>
                  <a:pt x="54973" y="19436"/>
                  <a:pt x="54018" y="19233"/>
                  <a:pt x="52933" y="19233"/>
                </a:cubicBezTo>
                <a:cubicBezTo>
                  <a:pt x="51531" y="19233"/>
                  <a:pt x="50128" y="19730"/>
                  <a:pt x="48726" y="20725"/>
                </a:cubicBezTo>
                <a:cubicBezTo>
                  <a:pt x="47324" y="21720"/>
                  <a:pt x="45855" y="23179"/>
                  <a:pt x="44317" y="25101"/>
                </a:cubicBezTo>
                <a:lnTo>
                  <a:pt x="44317" y="46436"/>
                </a:lnTo>
                <a:cubicBezTo>
                  <a:pt x="44317" y="46617"/>
                  <a:pt x="44272" y="46770"/>
                  <a:pt x="44181" y="46894"/>
                </a:cubicBezTo>
                <a:cubicBezTo>
                  <a:pt x="44091" y="47019"/>
                  <a:pt x="43944" y="47126"/>
                  <a:pt x="43740" y="47217"/>
                </a:cubicBezTo>
                <a:cubicBezTo>
                  <a:pt x="43537" y="47307"/>
                  <a:pt x="43254" y="47375"/>
                  <a:pt x="42892" y="47420"/>
                </a:cubicBezTo>
                <a:cubicBezTo>
                  <a:pt x="42530" y="47465"/>
                  <a:pt x="42067" y="47488"/>
                  <a:pt x="41502" y="47488"/>
                </a:cubicBezTo>
                <a:cubicBezTo>
                  <a:pt x="40959" y="47488"/>
                  <a:pt x="40507" y="47465"/>
                  <a:pt x="40145" y="47420"/>
                </a:cubicBezTo>
                <a:cubicBezTo>
                  <a:pt x="39783" y="47375"/>
                  <a:pt x="39495" y="47307"/>
                  <a:pt x="39280" y="47217"/>
                </a:cubicBezTo>
                <a:cubicBezTo>
                  <a:pt x="39065" y="47126"/>
                  <a:pt x="38918" y="47019"/>
                  <a:pt x="38839" y="46894"/>
                </a:cubicBezTo>
                <a:cubicBezTo>
                  <a:pt x="38760" y="46769"/>
                  <a:pt x="38720" y="46616"/>
                  <a:pt x="38720" y="46435"/>
                </a:cubicBezTo>
                <a:lnTo>
                  <a:pt x="38720" y="1087"/>
                </a:lnTo>
                <a:cubicBezTo>
                  <a:pt x="38720" y="906"/>
                  <a:pt x="38760" y="747"/>
                  <a:pt x="38839" y="612"/>
                </a:cubicBezTo>
                <a:cubicBezTo>
                  <a:pt x="38918" y="475"/>
                  <a:pt x="39065" y="362"/>
                  <a:pt x="39280" y="271"/>
                </a:cubicBezTo>
                <a:cubicBezTo>
                  <a:pt x="39495" y="181"/>
                  <a:pt x="39783" y="113"/>
                  <a:pt x="40145" y="68"/>
                </a:cubicBezTo>
                <a:cubicBezTo>
                  <a:pt x="40507" y="23"/>
                  <a:pt x="40959" y="0"/>
                  <a:pt x="41502" y="0"/>
                </a:cubicBezTo>
                <a:cubicBezTo>
                  <a:pt x="42067" y="0"/>
                  <a:pt x="42530" y="23"/>
                  <a:pt x="42892" y="68"/>
                </a:cubicBezTo>
                <a:cubicBezTo>
                  <a:pt x="43254" y="113"/>
                  <a:pt x="43537" y="181"/>
                  <a:pt x="43740" y="272"/>
                </a:cubicBezTo>
                <a:cubicBezTo>
                  <a:pt x="43944" y="363"/>
                  <a:pt x="44091" y="476"/>
                  <a:pt x="44181" y="612"/>
                </a:cubicBezTo>
                <a:cubicBezTo>
                  <a:pt x="44272" y="747"/>
                  <a:pt x="44317" y="906"/>
                  <a:pt x="44317" y="1088"/>
                </a:cubicBezTo>
                <a:lnTo>
                  <a:pt x="44317" y="19402"/>
                </a:lnTo>
                <a:cubicBezTo>
                  <a:pt x="45922" y="17706"/>
                  <a:pt x="47539" y="16446"/>
                  <a:pt x="49167" y="15620"/>
                </a:cubicBezTo>
                <a:cubicBezTo>
                  <a:pt x="50796" y="14795"/>
                  <a:pt x="52435" y="14382"/>
                  <a:pt x="54086" y="14382"/>
                </a:cubicBezTo>
                <a:cubicBezTo>
                  <a:pt x="56121" y="14382"/>
                  <a:pt x="57834" y="14727"/>
                  <a:pt x="59225" y="15417"/>
                </a:cubicBezTo>
                <a:cubicBezTo>
                  <a:pt x="60615" y="16106"/>
                  <a:pt x="61740" y="17028"/>
                  <a:pt x="62600" y="18181"/>
                </a:cubicBezTo>
                <a:cubicBezTo>
                  <a:pt x="63459" y="19334"/>
                  <a:pt x="64075" y="20686"/>
                  <a:pt x="64448" y="22235"/>
                </a:cubicBezTo>
                <a:cubicBezTo>
                  <a:pt x="64821" y="23784"/>
                  <a:pt x="65008" y="25655"/>
                  <a:pt x="65008" y="27848"/>
                </a:cubicBezTo>
                <a:lnTo>
                  <a:pt x="65008" y="46436"/>
                </a:lnTo>
                <a:close/>
                <a:moveTo>
                  <a:pt x="101589" y="29850"/>
                </a:moveTo>
                <a:cubicBezTo>
                  <a:pt x="101589" y="30732"/>
                  <a:pt x="101369" y="31359"/>
                  <a:pt x="100928" y="31732"/>
                </a:cubicBezTo>
                <a:cubicBezTo>
                  <a:pt x="100487" y="32105"/>
                  <a:pt x="99984" y="32292"/>
                  <a:pt x="99418" y="32292"/>
                </a:cubicBezTo>
                <a:lnTo>
                  <a:pt x="79406" y="32292"/>
                </a:lnTo>
                <a:cubicBezTo>
                  <a:pt x="79406" y="33993"/>
                  <a:pt x="79575" y="35524"/>
                  <a:pt x="79914" y="36885"/>
                </a:cubicBezTo>
                <a:cubicBezTo>
                  <a:pt x="80254" y="38246"/>
                  <a:pt x="80819" y="39414"/>
                  <a:pt x="81610" y="40389"/>
                </a:cubicBezTo>
                <a:cubicBezTo>
                  <a:pt x="82402" y="41364"/>
                  <a:pt x="83431" y="42113"/>
                  <a:pt x="84697" y="42635"/>
                </a:cubicBezTo>
                <a:cubicBezTo>
                  <a:pt x="85963" y="43157"/>
                  <a:pt x="87512" y="43418"/>
                  <a:pt x="89344" y="43418"/>
                </a:cubicBezTo>
                <a:cubicBezTo>
                  <a:pt x="90791" y="43418"/>
                  <a:pt x="92080" y="43299"/>
                  <a:pt x="93211" y="43061"/>
                </a:cubicBezTo>
                <a:cubicBezTo>
                  <a:pt x="94342" y="42824"/>
                  <a:pt x="95320" y="42558"/>
                  <a:pt x="96145" y="42264"/>
                </a:cubicBezTo>
                <a:cubicBezTo>
                  <a:pt x="96970" y="41970"/>
                  <a:pt x="97649" y="41705"/>
                  <a:pt x="98180" y="41467"/>
                </a:cubicBezTo>
                <a:cubicBezTo>
                  <a:pt x="98712" y="41230"/>
                  <a:pt x="99113" y="41111"/>
                  <a:pt x="99384" y="41111"/>
                </a:cubicBezTo>
                <a:cubicBezTo>
                  <a:pt x="99543" y="41111"/>
                  <a:pt x="99684" y="41151"/>
                  <a:pt x="99808" y="41230"/>
                </a:cubicBezTo>
                <a:cubicBezTo>
                  <a:pt x="99933" y="41309"/>
                  <a:pt x="100029" y="41428"/>
                  <a:pt x="100097" y="41586"/>
                </a:cubicBezTo>
                <a:cubicBezTo>
                  <a:pt x="100165" y="41744"/>
                  <a:pt x="100215" y="41965"/>
                  <a:pt x="100249" y="42247"/>
                </a:cubicBezTo>
                <a:cubicBezTo>
                  <a:pt x="100283" y="42530"/>
                  <a:pt x="100300" y="42875"/>
                  <a:pt x="100300" y="43282"/>
                </a:cubicBezTo>
                <a:cubicBezTo>
                  <a:pt x="100300" y="43576"/>
                  <a:pt x="100289" y="43830"/>
                  <a:pt x="100266" y="44045"/>
                </a:cubicBezTo>
                <a:cubicBezTo>
                  <a:pt x="100244" y="44260"/>
                  <a:pt x="100215" y="44452"/>
                  <a:pt x="100182" y="44622"/>
                </a:cubicBezTo>
                <a:cubicBezTo>
                  <a:pt x="100148" y="44791"/>
                  <a:pt x="100091" y="44944"/>
                  <a:pt x="100012" y="45080"/>
                </a:cubicBezTo>
                <a:cubicBezTo>
                  <a:pt x="99933" y="45215"/>
                  <a:pt x="99831" y="45345"/>
                  <a:pt x="99707" y="45470"/>
                </a:cubicBezTo>
                <a:cubicBezTo>
                  <a:pt x="99582" y="45594"/>
                  <a:pt x="99215" y="45798"/>
                  <a:pt x="98604" y="46080"/>
                </a:cubicBezTo>
                <a:cubicBezTo>
                  <a:pt x="97994" y="46363"/>
                  <a:pt x="97202" y="46640"/>
                  <a:pt x="96230" y="46911"/>
                </a:cubicBezTo>
                <a:cubicBezTo>
                  <a:pt x="95257" y="47183"/>
                  <a:pt x="94132" y="47426"/>
                  <a:pt x="92855" y="47641"/>
                </a:cubicBezTo>
                <a:cubicBezTo>
                  <a:pt x="91577" y="47855"/>
                  <a:pt x="90215" y="47963"/>
                  <a:pt x="88767" y="47963"/>
                </a:cubicBezTo>
                <a:cubicBezTo>
                  <a:pt x="86257" y="47963"/>
                  <a:pt x="84058" y="47612"/>
                  <a:pt x="82170" y="46910"/>
                </a:cubicBezTo>
                <a:cubicBezTo>
                  <a:pt x="80282" y="46209"/>
                  <a:pt x="78693" y="45167"/>
                  <a:pt x="77404" y="43786"/>
                </a:cubicBezTo>
                <a:cubicBezTo>
                  <a:pt x="76115" y="42406"/>
                  <a:pt x="75143" y="40674"/>
                  <a:pt x="74487" y="38591"/>
                </a:cubicBezTo>
                <a:cubicBezTo>
                  <a:pt x="73831" y="36509"/>
                  <a:pt x="73503" y="34087"/>
                  <a:pt x="73503" y="31325"/>
                </a:cubicBezTo>
                <a:cubicBezTo>
                  <a:pt x="73503" y="28699"/>
                  <a:pt x="73843" y="26339"/>
                  <a:pt x="74521" y="24245"/>
                </a:cubicBezTo>
                <a:cubicBezTo>
                  <a:pt x="75199" y="22152"/>
                  <a:pt x="76177" y="20375"/>
                  <a:pt x="77455" y="18915"/>
                </a:cubicBezTo>
                <a:cubicBezTo>
                  <a:pt x="78733" y="17455"/>
                  <a:pt x="80276" y="16334"/>
                  <a:pt x="82085" y="15553"/>
                </a:cubicBezTo>
                <a:cubicBezTo>
                  <a:pt x="83894" y="14773"/>
                  <a:pt x="85918" y="14382"/>
                  <a:pt x="88157" y="14382"/>
                </a:cubicBezTo>
                <a:cubicBezTo>
                  <a:pt x="90554" y="14382"/>
                  <a:pt x="92595" y="14766"/>
                  <a:pt x="94279" y="15535"/>
                </a:cubicBezTo>
                <a:cubicBezTo>
                  <a:pt x="95964" y="16304"/>
                  <a:pt x="97349" y="17339"/>
                  <a:pt x="98435" y="18639"/>
                </a:cubicBezTo>
                <a:cubicBezTo>
                  <a:pt x="99520" y="19939"/>
                  <a:pt x="100317" y="21466"/>
                  <a:pt x="100826" y="23218"/>
                </a:cubicBezTo>
                <a:cubicBezTo>
                  <a:pt x="101335" y="24971"/>
                  <a:pt x="101589" y="26842"/>
                  <a:pt x="101589" y="28832"/>
                </a:cubicBezTo>
                <a:lnTo>
                  <a:pt x="101589" y="29850"/>
                </a:lnTo>
                <a:moveTo>
                  <a:pt x="95958" y="28188"/>
                </a:moveTo>
                <a:cubicBezTo>
                  <a:pt x="96026" y="25248"/>
                  <a:pt x="95376" y="22941"/>
                  <a:pt x="94008" y="21268"/>
                </a:cubicBezTo>
                <a:cubicBezTo>
                  <a:pt x="92640" y="19594"/>
                  <a:pt x="90610" y="18758"/>
                  <a:pt x="87919" y="18758"/>
                </a:cubicBezTo>
                <a:cubicBezTo>
                  <a:pt x="86540" y="18758"/>
                  <a:pt x="85330" y="19018"/>
                  <a:pt x="84290" y="19538"/>
                </a:cubicBezTo>
                <a:cubicBezTo>
                  <a:pt x="83250" y="20058"/>
                  <a:pt x="82379" y="20748"/>
                  <a:pt x="81678" y="21607"/>
                </a:cubicBezTo>
                <a:cubicBezTo>
                  <a:pt x="80977" y="22466"/>
                  <a:pt x="80434" y="23467"/>
                  <a:pt x="80050" y="24609"/>
                </a:cubicBezTo>
                <a:cubicBezTo>
                  <a:pt x="79666" y="25751"/>
                  <a:pt x="79451" y="26944"/>
                  <a:pt x="79406" y="28188"/>
                </a:cubicBezTo>
                <a:lnTo>
                  <a:pt x="95958" y="28188"/>
                </a:lnTo>
                <a:close/>
                <a:moveTo>
                  <a:pt x="147501" y="41823"/>
                </a:moveTo>
                <a:cubicBezTo>
                  <a:pt x="147501" y="42208"/>
                  <a:pt x="147490" y="42541"/>
                  <a:pt x="147468" y="42824"/>
                </a:cubicBezTo>
                <a:cubicBezTo>
                  <a:pt x="147445" y="43107"/>
                  <a:pt x="147405" y="43344"/>
                  <a:pt x="147349" y="43536"/>
                </a:cubicBezTo>
                <a:cubicBezTo>
                  <a:pt x="147292" y="43729"/>
                  <a:pt x="147224" y="43898"/>
                  <a:pt x="147145" y="44045"/>
                </a:cubicBezTo>
                <a:cubicBezTo>
                  <a:pt x="147066" y="44192"/>
                  <a:pt x="146885" y="44407"/>
                  <a:pt x="146603" y="44690"/>
                </a:cubicBezTo>
                <a:cubicBezTo>
                  <a:pt x="146320" y="44972"/>
                  <a:pt x="145839" y="45323"/>
                  <a:pt x="145161" y="45741"/>
                </a:cubicBezTo>
                <a:cubicBezTo>
                  <a:pt x="144483" y="46159"/>
                  <a:pt x="143719" y="46533"/>
                  <a:pt x="142871" y="46860"/>
                </a:cubicBezTo>
                <a:cubicBezTo>
                  <a:pt x="142023" y="47188"/>
                  <a:pt x="141102" y="47454"/>
                  <a:pt x="140107" y="47658"/>
                </a:cubicBezTo>
                <a:cubicBezTo>
                  <a:pt x="139112" y="47861"/>
                  <a:pt x="138083" y="47963"/>
                  <a:pt x="137020" y="47963"/>
                </a:cubicBezTo>
                <a:cubicBezTo>
                  <a:pt x="134827" y="47963"/>
                  <a:pt x="132882" y="47600"/>
                  <a:pt x="131186" y="46875"/>
                </a:cubicBezTo>
                <a:cubicBezTo>
                  <a:pt x="129490" y="46150"/>
                  <a:pt x="128071" y="45091"/>
                  <a:pt x="126929" y="43697"/>
                </a:cubicBezTo>
                <a:cubicBezTo>
                  <a:pt x="125787" y="42304"/>
                  <a:pt x="124916" y="40593"/>
                  <a:pt x="124317" y="38565"/>
                </a:cubicBezTo>
                <a:cubicBezTo>
                  <a:pt x="123718" y="36537"/>
                  <a:pt x="123418" y="34197"/>
                  <a:pt x="123418" y="31547"/>
                </a:cubicBezTo>
                <a:cubicBezTo>
                  <a:pt x="123418" y="28533"/>
                  <a:pt x="123786" y="25944"/>
                  <a:pt x="124521" y="23780"/>
                </a:cubicBezTo>
                <a:cubicBezTo>
                  <a:pt x="125256" y="21616"/>
                  <a:pt x="126262" y="19843"/>
                  <a:pt x="127540" y="18461"/>
                </a:cubicBezTo>
                <a:cubicBezTo>
                  <a:pt x="128817" y="17079"/>
                  <a:pt x="130321" y="16053"/>
                  <a:pt x="132051" y="15385"/>
                </a:cubicBezTo>
                <a:cubicBezTo>
                  <a:pt x="133781" y="14716"/>
                  <a:pt x="135652" y="14382"/>
                  <a:pt x="137665" y="14382"/>
                </a:cubicBezTo>
                <a:cubicBezTo>
                  <a:pt x="138637" y="14382"/>
                  <a:pt x="139581" y="14473"/>
                  <a:pt x="140497" y="14653"/>
                </a:cubicBezTo>
                <a:cubicBezTo>
                  <a:pt x="141413" y="14834"/>
                  <a:pt x="142255" y="15072"/>
                  <a:pt x="143024" y="15366"/>
                </a:cubicBezTo>
                <a:cubicBezTo>
                  <a:pt x="143793" y="15660"/>
                  <a:pt x="144477" y="15999"/>
                  <a:pt x="145076" y="16383"/>
                </a:cubicBezTo>
                <a:cubicBezTo>
                  <a:pt x="145675" y="16768"/>
                  <a:pt x="146111" y="17096"/>
                  <a:pt x="146382" y="17367"/>
                </a:cubicBezTo>
                <a:cubicBezTo>
                  <a:pt x="146653" y="17638"/>
                  <a:pt x="146840" y="17853"/>
                  <a:pt x="146942" y="18012"/>
                </a:cubicBezTo>
                <a:cubicBezTo>
                  <a:pt x="147044" y="18170"/>
                  <a:pt x="147128" y="18356"/>
                  <a:pt x="147196" y="18571"/>
                </a:cubicBezTo>
                <a:cubicBezTo>
                  <a:pt x="147264" y="18786"/>
                  <a:pt x="147309" y="19029"/>
                  <a:pt x="147332" y="19300"/>
                </a:cubicBezTo>
                <a:cubicBezTo>
                  <a:pt x="147354" y="19572"/>
                  <a:pt x="147366" y="19911"/>
                  <a:pt x="147366" y="20318"/>
                </a:cubicBezTo>
                <a:cubicBezTo>
                  <a:pt x="147366" y="21200"/>
                  <a:pt x="147264" y="21816"/>
                  <a:pt x="147060" y="22167"/>
                </a:cubicBezTo>
                <a:cubicBezTo>
                  <a:pt x="146857" y="22517"/>
                  <a:pt x="146608" y="22692"/>
                  <a:pt x="146314" y="22692"/>
                </a:cubicBezTo>
                <a:cubicBezTo>
                  <a:pt x="145975" y="22692"/>
                  <a:pt x="145585" y="22506"/>
                  <a:pt x="145144" y="22133"/>
                </a:cubicBezTo>
                <a:cubicBezTo>
                  <a:pt x="144703" y="21760"/>
                  <a:pt x="144143" y="21347"/>
                  <a:pt x="143465" y="20895"/>
                </a:cubicBezTo>
                <a:cubicBezTo>
                  <a:pt x="142787" y="20442"/>
                  <a:pt x="141967" y="20030"/>
                  <a:pt x="141006" y="19657"/>
                </a:cubicBezTo>
                <a:cubicBezTo>
                  <a:pt x="140045" y="19284"/>
                  <a:pt x="138908" y="19097"/>
                  <a:pt x="137597" y="19097"/>
                </a:cubicBezTo>
                <a:cubicBezTo>
                  <a:pt x="134906" y="19097"/>
                  <a:pt x="132842" y="20135"/>
                  <a:pt x="131406" y="22210"/>
                </a:cubicBezTo>
                <a:cubicBezTo>
                  <a:pt x="129970" y="24285"/>
                  <a:pt x="129252" y="27295"/>
                  <a:pt x="129252" y="31240"/>
                </a:cubicBezTo>
                <a:cubicBezTo>
                  <a:pt x="129252" y="33213"/>
                  <a:pt x="129439" y="34943"/>
                  <a:pt x="129812" y="36428"/>
                </a:cubicBezTo>
                <a:cubicBezTo>
                  <a:pt x="130185" y="37913"/>
                  <a:pt x="130734" y="39155"/>
                  <a:pt x="131457" y="40153"/>
                </a:cubicBezTo>
                <a:cubicBezTo>
                  <a:pt x="132181" y="41151"/>
                  <a:pt x="133068" y="41893"/>
                  <a:pt x="134120" y="42381"/>
                </a:cubicBezTo>
                <a:cubicBezTo>
                  <a:pt x="135172" y="42868"/>
                  <a:pt x="136376" y="43112"/>
                  <a:pt x="137732" y="43112"/>
                </a:cubicBezTo>
                <a:cubicBezTo>
                  <a:pt x="139021" y="43112"/>
                  <a:pt x="140152" y="42909"/>
                  <a:pt x="141124" y="42502"/>
                </a:cubicBezTo>
                <a:cubicBezTo>
                  <a:pt x="142097" y="42095"/>
                  <a:pt x="142939" y="41648"/>
                  <a:pt x="143652" y="41162"/>
                </a:cubicBezTo>
                <a:cubicBezTo>
                  <a:pt x="144364" y="40676"/>
                  <a:pt x="144963" y="40235"/>
                  <a:pt x="145449" y="39839"/>
                </a:cubicBezTo>
                <a:cubicBezTo>
                  <a:pt x="145935" y="39443"/>
                  <a:pt x="146314" y="39245"/>
                  <a:pt x="146586" y="39245"/>
                </a:cubicBezTo>
                <a:cubicBezTo>
                  <a:pt x="146744" y="39245"/>
                  <a:pt x="146880" y="39291"/>
                  <a:pt x="146993" y="39381"/>
                </a:cubicBezTo>
                <a:cubicBezTo>
                  <a:pt x="147106" y="39472"/>
                  <a:pt x="147202" y="39624"/>
                  <a:pt x="147281" y="39839"/>
                </a:cubicBezTo>
                <a:cubicBezTo>
                  <a:pt x="147360" y="40054"/>
                  <a:pt x="147417" y="40325"/>
                  <a:pt x="147451" y="40653"/>
                </a:cubicBezTo>
                <a:cubicBezTo>
                  <a:pt x="147484" y="40981"/>
                  <a:pt x="147501" y="41371"/>
                  <a:pt x="147501" y="41823"/>
                </a:cubicBezTo>
                <a:close/>
                <a:moveTo>
                  <a:pt x="182428" y="30850"/>
                </a:moveTo>
                <a:cubicBezTo>
                  <a:pt x="182428" y="33340"/>
                  <a:pt x="182100" y="35632"/>
                  <a:pt x="181444" y="37725"/>
                </a:cubicBezTo>
                <a:cubicBezTo>
                  <a:pt x="180789" y="39819"/>
                  <a:pt x="179811" y="41625"/>
                  <a:pt x="178510" y="43142"/>
                </a:cubicBezTo>
                <a:cubicBezTo>
                  <a:pt x="177210" y="44658"/>
                  <a:pt x="175582" y="45841"/>
                  <a:pt x="173626" y="46690"/>
                </a:cubicBezTo>
                <a:cubicBezTo>
                  <a:pt x="171670" y="47538"/>
                  <a:pt x="169403" y="47963"/>
                  <a:pt x="166825" y="47963"/>
                </a:cubicBezTo>
                <a:cubicBezTo>
                  <a:pt x="164315" y="47963"/>
                  <a:pt x="162127" y="47589"/>
                  <a:pt x="160261" y="46842"/>
                </a:cubicBezTo>
                <a:cubicBezTo>
                  <a:pt x="158396" y="46095"/>
                  <a:pt x="156841" y="45009"/>
                  <a:pt x="155597" y="43583"/>
                </a:cubicBezTo>
                <a:cubicBezTo>
                  <a:pt x="154354" y="42157"/>
                  <a:pt x="153426" y="40425"/>
                  <a:pt x="152816" y="38388"/>
                </a:cubicBezTo>
                <a:cubicBezTo>
                  <a:pt x="152205" y="36351"/>
                  <a:pt x="151900" y="34042"/>
                  <a:pt x="151900" y="31461"/>
                </a:cubicBezTo>
                <a:cubicBezTo>
                  <a:pt x="151900" y="28971"/>
                  <a:pt x="152222" y="26679"/>
                  <a:pt x="152867" y="24586"/>
                </a:cubicBezTo>
                <a:cubicBezTo>
                  <a:pt x="153511" y="22492"/>
                  <a:pt x="154484" y="20687"/>
                  <a:pt x="155784" y="19170"/>
                </a:cubicBezTo>
                <a:cubicBezTo>
                  <a:pt x="157084" y="17653"/>
                  <a:pt x="158707" y="16476"/>
                  <a:pt x="160651" y="15638"/>
                </a:cubicBezTo>
                <a:cubicBezTo>
                  <a:pt x="162596" y="14801"/>
                  <a:pt x="164869" y="14382"/>
                  <a:pt x="167469" y="14382"/>
                </a:cubicBezTo>
                <a:cubicBezTo>
                  <a:pt x="169979" y="14382"/>
                  <a:pt x="172167" y="14756"/>
                  <a:pt x="174033" y="15502"/>
                </a:cubicBezTo>
                <a:cubicBezTo>
                  <a:pt x="175898" y="16249"/>
                  <a:pt x="177453" y="17336"/>
                  <a:pt x="178697" y="18762"/>
                </a:cubicBezTo>
                <a:cubicBezTo>
                  <a:pt x="179941" y="20188"/>
                  <a:pt x="180873" y="21920"/>
                  <a:pt x="181495" y="23957"/>
                </a:cubicBezTo>
                <a:cubicBezTo>
                  <a:pt x="182117" y="25994"/>
                  <a:pt x="182428" y="28292"/>
                  <a:pt x="182428" y="30850"/>
                </a:cubicBezTo>
                <a:moveTo>
                  <a:pt x="176526" y="31223"/>
                </a:moveTo>
                <a:cubicBezTo>
                  <a:pt x="176526" y="29570"/>
                  <a:pt x="176373" y="28008"/>
                  <a:pt x="176068" y="26536"/>
                </a:cubicBezTo>
                <a:cubicBezTo>
                  <a:pt x="175763" y="25064"/>
                  <a:pt x="175260" y="23773"/>
                  <a:pt x="174559" y="22664"/>
                </a:cubicBezTo>
                <a:cubicBezTo>
                  <a:pt x="173858" y="21554"/>
                  <a:pt x="172908" y="20677"/>
                  <a:pt x="171709" y="20032"/>
                </a:cubicBezTo>
                <a:cubicBezTo>
                  <a:pt x="170511" y="19386"/>
                  <a:pt x="169018" y="19063"/>
                  <a:pt x="167232" y="19063"/>
                </a:cubicBezTo>
                <a:cubicBezTo>
                  <a:pt x="165581" y="19063"/>
                  <a:pt x="164162" y="19357"/>
                  <a:pt x="162975" y="19946"/>
                </a:cubicBezTo>
                <a:cubicBezTo>
                  <a:pt x="161788" y="20535"/>
                  <a:pt x="160810" y="21367"/>
                  <a:pt x="160041" y="22443"/>
                </a:cubicBezTo>
                <a:cubicBezTo>
                  <a:pt x="159272" y="23519"/>
                  <a:pt x="158701" y="24793"/>
                  <a:pt x="158328" y="26265"/>
                </a:cubicBezTo>
                <a:cubicBezTo>
                  <a:pt x="157955" y="27736"/>
                  <a:pt x="157768" y="29344"/>
                  <a:pt x="157768" y="31088"/>
                </a:cubicBezTo>
                <a:cubicBezTo>
                  <a:pt x="157768" y="32763"/>
                  <a:pt x="157921" y="34337"/>
                  <a:pt x="158226" y="35809"/>
                </a:cubicBezTo>
                <a:cubicBezTo>
                  <a:pt x="158531" y="37281"/>
                  <a:pt x="159040" y="38566"/>
                  <a:pt x="159753" y="39664"/>
                </a:cubicBezTo>
                <a:cubicBezTo>
                  <a:pt x="160465" y="40762"/>
                  <a:pt x="161420" y="41634"/>
                  <a:pt x="162619" y="42280"/>
                </a:cubicBezTo>
                <a:cubicBezTo>
                  <a:pt x="163817" y="42925"/>
                  <a:pt x="165310" y="43248"/>
                  <a:pt x="167096" y="43248"/>
                </a:cubicBezTo>
                <a:cubicBezTo>
                  <a:pt x="168724" y="43248"/>
                  <a:pt x="170138" y="42954"/>
                  <a:pt x="171336" y="42365"/>
                </a:cubicBezTo>
                <a:cubicBezTo>
                  <a:pt x="172535" y="41776"/>
                  <a:pt x="173518" y="40950"/>
                  <a:pt x="174287" y="39886"/>
                </a:cubicBezTo>
                <a:cubicBezTo>
                  <a:pt x="175056" y="38821"/>
                  <a:pt x="175621" y="37553"/>
                  <a:pt x="175983" y="36081"/>
                </a:cubicBezTo>
                <a:cubicBezTo>
                  <a:pt x="176345" y="34609"/>
                  <a:pt x="176526" y="32990"/>
                  <a:pt x="176526" y="31223"/>
                </a:cubicBezTo>
                <a:close/>
                <a:moveTo>
                  <a:pt x="217007" y="46435"/>
                </a:moveTo>
                <a:cubicBezTo>
                  <a:pt x="217007" y="46616"/>
                  <a:pt x="216968" y="46775"/>
                  <a:pt x="216889" y="46911"/>
                </a:cubicBezTo>
                <a:cubicBezTo>
                  <a:pt x="216810" y="47047"/>
                  <a:pt x="216674" y="47154"/>
                  <a:pt x="216482" y="47234"/>
                </a:cubicBezTo>
                <a:cubicBezTo>
                  <a:pt x="216289" y="47313"/>
                  <a:pt x="216035" y="47375"/>
                  <a:pt x="215718" y="47420"/>
                </a:cubicBezTo>
                <a:cubicBezTo>
                  <a:pt x="215402" y="47465"/>
                  <a:pt x="215017" y="47488"/>
                  <a:pt x="214565" y="47488"/>
                </a:cubicBezTo>
                <a:cubicBezTo>
                  <a:pt x="214090" y="47488"/>
                  <a:pt x="213695" y="47465"/>
                  <a:pt x="213378" y="47420"/>
                </a:cubicBezTo>
                <a:cubicBezTo>
                  <a:pt x="213061" y="47376"/>
                  <a:pt x="212801" y="47314"/>
                  <a:pt x="212598" y="47236"/>
                </a:cubicBezTo>
                <a:cubicBezTo>
                  <a:pt x="212394" y="47157"/>
                  <a:pt x="212247" y="47049"/>
                  <a:pt x="212157" y="46915"/>
                </a:cubicBezTo>
                <a:cubicBezTo>
                  <a:pt x="212066" y="46780"/>
                  <a:pt x="212021" y="46622"/>
                  <a:pt x="212021" y="46443"/>
                </a:cubicBezTo>
                <a:lnTo>
                  <a:pt x="212021" y="42429"/>
                </a:lnTo>
                <a:cubicBezTo>
                  <a:pt x="210416" y="44171"/>
                  <a:pt x="208748" y="45529"/>
                  <a:pt x="207018" y="46503"/>
                </a:cubicBezTo>
                <a:cubicBezTo>
                  <a:pt x="205288" y="47476"/>
                  <a:pt x="203394" y="47963"/>
                  <a:pt x="201336" y="47963"/>
                </a:cubicBezTo>
                <a:cubicBezTo>
                  <a:pt x="199098" y="47963"/>
                  <a:pt x="197187" y="47527"/>
                  <a:pt x="195604" y="46656"/>
                </a:cubicBezTo>
                <a:cubicBezTo>
                  <a:pt x="194021" y="45785"/>
                  <a:pt x="192738" y="44608"/>
                  <a:pt x="191754" y="43125"/>
                </a:cubicBezTo>
                <a:cubicBezTo>
                  <a:pt x="190770" y="41642"/>
                  <a:pt x="190052" y="39899"/>
                  <a:pt x="189600" y="37896"/>
                </a:cubicBezTo>
                <a:cubicBezTo>
                  <a:pt x="189148" y="35893"/>
                  <a:pt x="188922" y="33781"/>
                  <a:pt x="188922" y="31563"/>
                </a:cubicBezTo>
                <a:cubicBezTo>
                  <a:pt x="188922" y="28937"/>
                  <a:pt x="189204" y="26566"/>
                  <a:pt x="189770" y="24450"/>
                </a:cubicBezTo>
                <a:cubicBezTo>
                  <a:pt x="190335" y="22333"/>
                  <a:pt x="191172" y="20528"/>
                  <a:pt x="192280" y="19034"/>
                </a:cubicBezTo>
                <a:cubicBezTo>
                  <a:pt x="193388" y="17540"/>
                  <a:pt x="194762" y="16391"/>
                  <a:pt x="196401" y="15587"/>
                </a:cubicBezTo>
                <a:cubicBezTo>
                  <a:pt x="198040" y="14784"/>
                  <a:pt x="199934" y="14382"/>
                  <a:pt x="202083" y="14382"/>
                </a:cubicBezTo>
                <a:cubicBezTo>
                  <a:pt x="203869" y="14382"/>
                  <a:pt x="205503" y="14773"/>
                  <a:pt x="206984" y="15553"/>
                </a:cubicBezTo>
                <a:cubicBezTo>
                  <a:pt x="208465" y="16334"/>
                  <a:pt x="209929" y="17483"/>
                  <a:pt x="211377" y="18999"/>
                </a:cubicBezTo>
                <a:lnTo>
                  <a:pt x="211377" y="1223"/>
                </a:lnTo>
                <a:cubicBezTo>
                  <a:pt x="211377" y="1065"/>
                  <a:pt x="211416" y="912"/>
                  <a:pt x="211495" y="765"/>
                </a:cubicBezTo>
                <a:cubicBezTo>
                  <a:pt x="211575" y="618"/>
                  <a:pt x="211727" y="504"/>
                  <a:pt x="211953" y="425"/>
                </a:cubicBezTo>
                <a:cubicBezTo>
                  <a:pt x="212179" y="345"/>
                  <a:pt x="212468" y="277"/>
                  <a:pt x="212818" y="220"/>
                </a:cubicBezTo>
                <a:cubicBezTo>
                  <a:pt x="213169" y="164"/>
                  <a:pt x="213615" y="136"/>
                  <a:pt x="214158" y="136"/>
                </a:cubicBezTo>
                <a:cubicBezTo>
                  <a:pt x="214723" y="136"/>
                  <a:pt x="215187" y="164"/>
                  <a:pt x="215549" y="220"/>
                </a:cubicBezTo>
                <a:cubicBezTo>
                  <a:pt x="215911" y="277"/>
                  <a:pt x="216193" y="345"/>
                  <a:pt x="216397" y="424"/>
                </a:cubicBezTo>
                <a:cubicBezTo>
                  <a:pt x="216600" y="503"/>
                  <a:pt x="216753" y="617"/>
                  <a:pt x="216855" y="764"/>
                </a:cubicBezTo>
                <a:cubicBezTo>
                  <a:pt x="216957" y="911"/>
                  <a:pt x="217007" y="1064"/>
                  <a:pt x="217007" y="1222"/>
                </a:cubicBezTo>
                <a:lnTo>
                  <a:pt x="217007" y="46435"/>
                </a:lnTo>
                <a:moveTo>
                  <a:pt x="211377" y="24976"/>
                </a:moveTo>
                <a:cubicBezTo>
                  <a:pt x="209862" y="23095"/>
                  <a:pt x="208397" y="21663"/>
                  <a:pt x="206984" y="20677"/>
                </a:cubicBezTo>
                <a:cubicBezTo>
                  <a:pt x="205571" y="19692"/>
                  <a:pt x="204095" y="19199"/>
                  <a:pt x="202557" y="19199"/>
                </a:cubicBezTo>
                <a:cubicBezTo>
                  <a:pt x="201133" y="19199"/>
                  <a:pt x="199923" y="19539"/>
                  <a:pt x="198928" y="20218"/>
                </a:cubicBezTo>
                <a:cubicBezTo>
                  <a:pt x="197933" y="20898"/>
                  <a:pt x="197125" y="21792"/>
                  <a:pt x="196503" y="22901"/>
                </a:cubicBezTo>
                <a:cubicBezTo>
                  <a:pt x="195881" y="24011"/>
                  <a:pt x="195429" y="25268"/>
                  <a:pt x="195146" y="26672"/>
                </a:cubicBezTo>
                <a:cubicBezTo>
                  <a:pt x="194863" y="28076"/>
                  <a:pt x="194722" y="29503"/>
                  <a:pt x="194722" y="30952"/>
                </a:cubicBezTo>
                <a:cubicBezTo>
                  <a:pt x="194722" y="32492"/>
                  <a:pt x="194841" y="33998"/>
                  <a:pt x="195078" y="35470"/>
                </a:cubicBezTo>
                <a:cubicBezTo>
                  <a:pt x="195316" y="36942"/>
                  <a:pt x="195728" y="38249"/>
                  <a:pt x="196316" y="39393"/>
                </a:cubicBezTo>
                <a:cubicBezTo>
                  <a:pt x="196904" y="40536"/>
                  <a:pt x="197684" y="41453"/>
                  <a:pt x="198657" y="42145"/>
                </a:cubicBezTo>
                <a:cubicBezTo>
                  <a:pt x="199629" y="42835"/>
                  <a:pt x="200850" y="43180"/>
                  <a:pt x="202320" y="43180"/>
                </a:cubicBezTo>
                <a:cubicBezTo>
                  <a:pt x="203066" y="43180"/>
                  <a:pt x="203784" y="43078"/>
                  <a:pt x="204474" y="42875"/>
                </a:cubicBezTo>
                <a:cubicBezTo>
                  <a:pt x="205164" y="42671"/>
                  <a:pt x="205870" y="42331"/>
                  <a:pt x="206594" y="41855"/>
                </a:cubicBezTo>
                <a:cubicBezTo>
                  <a:pt x="207318" y="41380"/>
                  <a:pt x="208075" y="40762"/>
                  <a:pt x="208867" y="40003"/>
                </a:cubicBezTo>
                <a:cubicBezTo>
                  <a:pt x="209658" y="39244"/>
                  <a:pt x="210495" y="38310"/>
                  <a:pt x="211377" y="37200"/>
                </a:cubicBezTo>
                <a:lnTo>
                  <a:pt x="211377" y="24976"/>
                </a:lnTo>
                <a:close/>
                <a:moveTo>
                  <a:pt x="253723" y="29850"/>
                </a:moveTo>
                <a:cubicBezTo>
                  <a:pt x="253723" y="30732"/>
                  <a:pt x="253503" y="31359"/>
                  <a:pt x="253062" y="31732"/>
                </a:cubicBezTo>
                <a:cubicBezTo>
                  <a:pt x="252621" y="32105"/>
                  <a:pt x="252118" y="32292"/>
                  <a:pt x="251552" y="32292"/>
                </a:cubicBezTo>
                <a:lnTo>
                  <a:pt x="231540" y="32292"/>
                </a:lnTo>
                <a:cubicBezTo>
                  <a:pt x="231540" y="33993"/>
                  <a:pt x="231709" y="35524"/>
                  <a:pt x="232049" y="36885"/>
                </a:cubicBezTo>
                <a:cubicBezTo>
                  <a:pt x="232388" y="38246"/>
                  <a:pt x="232953" y="39414"/>
                  <a:pt x="233745" y="40389"/>
                </a:cubicBezTo>
                <a:cubicBezTo>
                  <a:pt x="234536" y="41364"/>
                  <a:pt x="235565" y="42113"/>
                  <a:pt x="236831" y="42635"/>
                </a:cubicBezTo>
                <a:cubicBezTo>
                  <a:pt x="238098" y="43157"/>
                  <a:pt x="239647" y="43418"/>
                  <a:pt x="241478" y="43418"/>
                </a:cubicBezTo>
                <a:cubicBezTo>
                  <a:pt x="242926" y="43418"/>
                  <a:pt x="244214" y="43299"/>
                  <a:pt x="245345" y="43061"/>
                </a:cubicBezTo>
                <a:cubicBezTo>
                  <a:pt x="246476" y="42824"/>
                  <a:pt x="247454" y="42558"/>
                  <a:pt x="248279" y="42264"/>
                </a:cubicBezTo>
                <a:cubicBezTo>
                  <a:pt x="249105" y="41970"/>
                  <a:pt x="249783" y="41705"/>
                  <a:pt x="250314" y="41467"/>
                </a:cubicBezTo>
                <a:cubicBezTo>
                  <a:pt x="250846" y="41230"/>
                  <a:pt x="251247" y="41111"/>
                  <a:pt x="251519" y="41111"/>
                </a:cubicBezTo>
                <a:cubicBezTo>
                  <a:pt x="251677" y="41111"/>
                  <a:pt x="251818" y="41151"/>
                  <a:pt x="251943" y="41230"/>
                </a:cubicBezTo>
                <a:cubicBezTo>
                  <a:pt x="252067" y="41309"/>
                  <a:pt x="252163" y="41428"/>
                  <a:pt x="252231" y="41586"/>
                </a:cubicBezTo>
                <a:cubicBezTo>
                  <a:pt x="252299" y="41744"/>
                  <a:pt x="252350" y="41965"/>
                  <a:pt x="252384" y="42247"/>
                </a:cubicBezTo>
                <a:cubicBezTo>
                  <a:pt x="252417" y="42530"/>
                  <a:pt x="252434" y="42875"/>
                  <a:pt x="252434" y="43282"/>
                </a:cubicBezTo>
                <a:cubicBezTo>
                  <a:pt x="252434" y="43576"/>
                  <a:pt x="252423" y="43830"/>
                  <a:pt x="252400" y="44045"/>
                </a:cubicBezTo>
                <a:cubicBezTo>
                  <a:pt x="252378" y="44260"/>
                  <a:pt x="252350" y="44452"/>
                  <a:pt x="252316" y="44622"/>
                </a:cubicBezTo>
                <a:cubicBezTo>
                  <a:pt x="252282" y="44791"/>
                  <a:pt x="252225" y="44944"/>
                  <a:pt x="252146" y="45080"/>
                </a:cubicBezTo>
                <a:cubicBezTo>
                  <a:pt x="252067" y="45215"/>
                  <a:pt x="251965" y="45345"/>
                  <a:pt x="251841" y="45470"/>
                </a:cubicBezTo>
                <a:cubicBezTo>
                  <a:pt x="251716" y="45594"/>
                  <a:pt x="251349" y="45798"/>
                  <a:pt x="250738" y="46080"/>
                </a:cubicBezTo>
                <a:cubicBezTo>
                  <a:pt x="250128" y="46363"/>
                  <a:pt x="249336" y="46640"/>
                  <a:pt x="248364" y="46911"/>
                </a:cubicBezTo>
                <a:cubicBezTo>
                  <a:pt x="247392" y="47183"/>
                  <a:pt x="246267" y="47426"/>
                  <a:pt x="244989" y="47641"/>
                </a:cubicBezTo>
                <a:cubicBezTo>
                  <a:pt x="243711" y="47855"/>
                  <a:pt x="242349" y="47963"/>
                  <a:pt x="240902" y="47963"/>
                </a:cubicBezTo>
                <a:cubicBezTo>
                  <a:pt x="238392" y="47963"/>
                  <a:pt x="236192" y="47612"/>
                  <a:pt x="234304" y="46910"/>
                </a:cubicBezTo>
                <a:cubicBezTo>
                  <a:pt x="232416" y="46209"/>
                  <a:pt x="230827" y="45167"/>
                  <a:pt x="229538" y="43786"/>
                </a:cubicBezTo>
                <a:cubicBezTo>
                  <a:pt x="228249" y="42406"/>
                  <a:pt x="227277" y="40674"/>
                  <a:pt x="226621" y="38591"/>
                </a:cubicBezTo>
                <a:cubicBezTo>
                  <a:pt x="225966" y="36509"/>
                  <a:pt x="225638" y="34087"/>
                  <a:pt x="225638" y="31325"/>
                </a:cubicBezTo>
                <a:cubicBezTo>
                  <a:pt x="225638" y="28699"/>
                  <a:pt x="225977" y="26339"/>
                  <a:pt x="226655" y="24245"/>
                </a:cubicBezTo>
                <a:cubicBezTo>
                  <a:pt x="227334" y="22152"/>
                  <a:pt x="228312" y="20375"/>
                  <a:pt x="229589" y="18915"/>
                </a:cubicBezTo>
                <a:cubicBezTo>
                  <a:pt x="230867" y="17455"/>
                  <a:pt x="232410" y="16334"/>
                  <a:pt x="234219" y="15553"/>
                </a:cubicBezTo>
                <a:cubicBezTo>
                  <a:pt x="236028" y="14773"/>
                  <a:pt x="238052" y="14382"/>
                  <a:pt x="240291" y="14382"/>
                </a:cubicBezTo>
                <a:cubicBezTo>
                  <a:pt x="242688" y="14382"/>
                  <a:pt x="244729" y="14766"/>
                  <a:pt x="246414" y="15535"/>
                </a:cubicBezTo>
                <a:cubicBezTo>
                  <a:pt x="248098" y="16304"/>
                  <a:pt x="249483" y="17339"/>
                  <a:pt x="250569" y="18639"/>
                </a:cubicBezTo>
                <a:cubicBezTo>
                  <a:pt x="251654" y="19939"/>
                  <a:pt x="252451" y="21466"/>
                  <a:pt x="252960" y="23218"/>
                </a:cubicBezTo>
                <a:cubicBezTo>
                  <a:pt x="253469" y="24971"/>
                  <a:pt x="253723" y="26842"/>
                  <a:pt x="253723" y="28832"/>
                </a:cubicBezTo>
                <a:lnTo>
                  <a:pt x="253723" y="29850"/>
                </a:lnTo>
                <a:moveTo>
                  <a:pt x="248093" y="28188"/>
                </a:moveTo>
                <a:cubicBezTo>
                  <a:pt x="248160" y="25248"/>
                  <a:pt x="247510" y="22941"/>
                  <a:pt x="246142" y="21268"/>
                </a:cubicBezTo>
                <a:cubicBezTo>
                  <a:pt x="244774" y="19594"/>
                  <a:pt x="242745" y="18758"/>
                  <a:pt x="240054" y="18758"/>
                </a:cubicBezTo>
                <a:cubicBezTo>
                  <a:pt x="238674" y="18758"/>
                  <a:pt x="237464" y="19018"/>
                  <a:pt x="236424" y="19538"/>
                </a:cubicBezTo>
                <a:cubicBezTo>
                  <a:pt x="235384" y="20058"/>
                  <a:pt x="234513" y="20748"/>
                  <a:pt x="233812" y="21607"/>
                </a:cubicBezTo>
                <a:cubicBezTo>
                  <a:pt x="233111" y="22466"/>
                  <a:pt x="232569" y="23467"/>
                  <a:pt x="232184" y="24609"/>
                </a:cubicBezTo>
                <a:cubicBezTo>
                  <a:pt x="231800" y="25751"/>
                  <a:pt x="231585" y="26944"/>
                  <a:pt x="231540" y="28188"/>
                </a:cubicBezTo>
                <a:lnTo>
                  <a:pt x="248093" y="28188"/>
                </a:lnTo>
                <a:close/>
                <a:moveTo>
                  <a:pt x="297549" y="38150"/>
                </a:moveTo>
                <a:cubicBezTo>
                  <a:pt x="297549" y="39712"/>
                  <a:pt x="297261" y="41104"/>
                  <a:pt x="296684" y="42327"/>
                </a:cubicBezTo>
                <a:cubicBezTo>
                  <a:pt x="296108" y="43549"/>
                  <a:pt x="295288" y="44579"/>
                  <a:pt x="294225" y="45417"/>
                </a:cubicBezTo>
                <a:cubicBezTo>
                  <a:pt x="293162" y="46254"/>
                  <a:pt x="291896" y="46888"/>
                  <a:pt x="290426" y="47317"/>
                </a:cubicBezTo>
                <a:cubicBezTo>
                  <a:pt x="288956" y="47748"/>
                  <a:pt x="287339" y="47963"/>
                  <a:pt x="285576" y="47963"/>
                </a:cubicBezTo>
                <a:cubicBezTo>
                  <a:pt x="284490" y="47963"/>
                  <a:pt x="283456" y="47878"/>
                  <a:pt x="282472" y="47708"/>
                </a:cubicBezTo>
                <a:cubicBezTo>
                  <a:pt x="281488" y="47539"/>
                  <a:pt x="280606" y="47324"/>
                  <a:pt x="279826" y="47064"/>
                </a:cubicBezTo>
                <a:cubicBezTo>
                  <a:pt x="279046" y="46804"/>
                  <a:pt x="278385" y="46533"/>
                  <a:pt x="277842" y="46250"/>
                </a:cubicBezTo>
                <a:cubicBezTo>
                  <a:pt x="277299" y="45967"/>
                  <a:pt x="276903" y="45713"/>
                  <a:pt x="276655" y="45487"/>
                </a:cubicBezTo>
                <a:cubicBezTo>
                  <a:pt x="276406" y="45261"/>
                  <a:pt x="276225" y="44944"/>
                  <a:pt x="276112" y="44537"/>
                </a:cubicBezTo>
                <a:cubicBezTo>
                  <a:pt x="275999" y="44130"/>
                  <a:pt x="275942" y="43576"/>
                  <a:pt x="275942" y="42875"/>
                </a:cubicBezTo>
                <a:cubicBezTo>
                  <a:pt x="275942" y="42445"/>
                  <a:pt x="275965" y="42083"/>
                  <a:pt x="276010" y="41789"/>
                </a:cubicBezTo>
                <a:cubicBezTo>
                  <a:pt x="276055" y="41495"/>
                  <a:pt x="276112" y="41258"/>
                  <a:pt x="276180" y="41077"/>
                </a:cubicBezTo>
                <a:cubicBezTo>
                  <a:pt x="276248" y="40896"/>
                  <a:pt x="276344" y="40766"/>
                  <a:pt x="276468" y="40687"/>
                </a:cubicBezTo>
                <a:cubicBezTo>
                  <a:pt x="276592" y="40608"/>
                  <a:pt x="276734" y="40568"/>
                  <a:pt x="276892" y="40568"/>
                </a:cubicBezTo>
                <a:cubicBezTo>
                  <a:pt x="277141" y="40568"/>
                  <a:pt x="277508" y="40721"/>
                  <a:pt x="277995" y="41026"/>
                </a:cubicBezTo>
                <a:cubicBezTo>
                  <a:pt x="278481" y="41331"/>
                  <a:pt x="279080" y="41665"/>
                  <a:pt x="279792" y="42027"/>
                </a:cubicBezTo>
                <a:cubicBezTo>
                  <a:pt x="280505" y="42389"/>
                  <a:pt x="281347" y="42722"/>
                  <a:pt x="282319" y="43027"/>
                </a:cubicBezTo>
                <a:cubicBezTo>
                  <a:pt x="283292" y="43333"/>
                  <a:pt x="284411" y="43485"/>
                  <a:pt x="285677" y="43485"/>
                </a:cubicBezTo>
                <a:cubicBezTo>
                  <a:pt x="286627" y="43485"/>
                  <a:pt x="287486" y="43384"/>
                  <a:pt x="288255" y="43180"/>
                </a:cubicBezTo>
                <a:cubicBezTo>
                  <a:pt x="289024" y="42976"/>
                  <a:pt x="289691" y="42676"/>
                  <a:pt x="290257" y="42279"/>
                </a:cubicBezTo>
                <a:cubicBezTo>
                  <a:pt x="290822" y="41883"/>
                  <a:pt x="291257" y="41378"/>
                  <a:pt x="291563" y="40767"/>
                </a:cubicBezTo>
                <a:cubicBezTo>
                  <a:pt x="291868" y="40155"/>
                  <a:pt x="292020" y="39430"/>
                  <a:pt x="292020" y="38591"/>
                </a:cubicBezTo>
                <a:cubicBezTo>
                  <a:pt x="292020" y="37731"/>
                  <a:pt x="291800" y="37007"/>
                  <a:pt x="291359" y="36418"/>
                </a:cubicBezTo>
                <a:cubicBezTo>
                  <a:pt x="290918" y="35830"/>
                  <a:pt x="290336" y="35309"/>
                  <a:pt x="289612" y="34857"/>
                </a:cubicBezTo>
                <a:cubicBezTo>
                  <a:pt x="288888" y="34404"/>
                  <a:pt x="288074" y="34002"/>
                  <a:pt x="287170" y="33652"/>
                </a:cubicBezTo>
                <a:cubicBezTo>
                  <a:pt x="286265" y="33301"/>
                  <a:pt x="285333" y="32933"/>
                  <a:pt x="284371" y="32548"/>
                </a:cubicBezTo>
                <a:cubicBezTo>
                  <a:pt x="283410" y="32163"/>
                  <a:pt x="282472" y="31727"/>
                  <a:pt x="281556" y="31240"/>
                </a:cubicBezTo>
                <a:cubicBezTo>
                  <a:pt x="280640" y="30753"/>
                  <a:pt x="279821" y="30159"/>
                  <a:pt x="279097" y="29457"/>
                </a:cubicBezTo>
                <a:cubicBezTo>
                  <a:pt x="278373" y="28756"/>
                  <a:pt x="277791" y="27918"/>
                  <a:pt x="277350" y="26945"/>
                </a:cubicBezTo>
                <a:cubicBezTo>
                  <a:pt x="276909" y="25972"/>
                  <a:pt x="276689" y="24806"/>
                  <a:pt x="276689" y="23448"/>
                </a:cubicBezTo>
                <a:cubicBezTo>
                  <a:pt x="276689" y="22248"/>
                  <a:pt x="276920" y="21100"/>
                  <a:pt x="277384" y="20002"/>
                </a:cubicBezTo>
                <a:cubicBezTo>
                  <a:pt x="277848" y="18904"/>
                  <a:pt x="278543" y="17942"/>
                  <a:pt x="279470" y="17116"/>
                </a:cubicBezTo>
                <a:cubicBezTo>
                  <a:pt x="280397" y="16289"/>
                  <a:pt x="281556" y="15627"/>
                  <a:pt x="282947" y="15129"/>
                </a:cubicBezTo>
                <a:cubicBezTo>
                  <a:pt x="284338" y="14631"/>
                  <a:pt x="285960" y="14382"/>
                  <a:pt x="287814" y="14382"/>
                </a:cubicBezTo>
                <a:cubicBezTo>
                  <a:pt x="288628" y="14382"/>
                  <a:pt x="289443" y="14451"/>
                  <a:pt x="290257" y="14589"/>
                </a:cubicBezTo>
                <a:cubicBezTo>
                  <a:pt x="291071" y="14727"/>
                  <a:pt x="291806" y="14899"/>
                  <a:pt x="292461" y="15105"/>
                </a:cubicBezTo>
                <a:cubicBezTo>
                  <a:pt x="293117" y="15311"/>
                  <a:pt x="293677" y="15535"/>
                  <a:pt x="294140" y="15776"/>
                </a:cubicBezTo>
                <a:cubicBezTo>
                  <a:pt x="294604" y="16017"/>
                  <a:pt x="294955" y="16229"/>
                  <a:pt x="295192" y="16413"/>
                </a:cubicBezTo>
                <a:cubicBezTo>
                  <a:pt x="295429" y="16597"/>
                  <a:pt x="295588" y="16756"/>
                  <a:pt x="295667" y="16892"/>
                </a:cubicBezTo>
                <a:cubicBezTo>
                  <a:pt x="295746" y="17028"/>
                  <a:pt x="295803" y="17180"/>
                  <a:pt x="295836" y="17350"/>
                </a:cubicBezTo>
                <a:cubicBezTo>
                  <a:pt x="295870" y="17520"/>
                  <a:pt x="295904" y="17729"/>
                  <a:pt x="295938" y="17978"/>
                </a:cubicBezTo>
                <a:cubicBezTo>
                  <a:pt x="295972" y="18226"/>
                  <a:pt x="295989" y="18532"/>
                  <a:pt x="295989" y="18893"/>
                </a:cubicBezTo>
                <a:cubicBezTo>
                  <a:pt x="295989" y="19278"/>
                  <a:pt x="295972" y="19611"/>
                  <a:pt x="295938" y="19894"/>
                </a:cubicBezTo>
                <a:cubicBezTo>
                  <a:pt x="295904" y="20177"/>
                  <a:pt x="295848" y="20409"/>
                  <a:pt x="295769" y="20589"/>
                </a:cubicBezTo>
                <a:cubicBezTo>
                  <a:pt x="295689" y="20770"/>
                  <a:pt x="295593" y="20900"/>
                  <a:pt x="295480" y="20980"/>
                </a:cubicBezTo>
                <a:cubicBezTo>
                  <a:pt x="295367" y="21059"/>
                  <a:pt x="295243" y="21098"/>
                  <a:pt x="295107" y="21098"/>
                </a:cubicBezTo>
                <a:cubicBezTo>
                  <a:pt x="294904" y="21098"/>
                  <a:pt x="294610" y="20972"/>
                  <a:pt x="294225" y="20720"/>
                </a:cubicBezTo>
                <a:cubicBezTo>
                  <a:pt x="293841" y="20468"/>
                  <a:pt x="293343" y="20198"/>
                  <a:pt x="292733" y="19911"/>
                </a:cubicBezTo>
                <a:cubicBezTo>
                  <a:pt x="292122" y="19624"/>
                  <a:pt x="291404" y="19355"/>
                  <a:pt x="290579" y="19102"/>
                </a:cubicBezTo>
                <a:cubicBezTo>
                  <a:pt x="289753" y="18850"/>
                  <a:pt x="288809" y="18724"/>
                  <a:pt x="287747" y="18724"/>
                </a:cubicBezTo>
                <a:cubicBezTo>
                  <a:pt x="286797" y="18724"/>
                  <a:pt x="285960" y="18832"/>
                  <a:pt x="285236" y="19047"/>
                </a:cubicBezTo>
                <a:cubicBezTo>
                  <a:pt x="284513" y="19262"/>
                  <a:pt x="283919" y="19568"/>
                  <a:pt x="283456" y="19964"/>
                </a:cubicBezTo>
                <a:cubicBezTo>
                  <a:pt x="282992" y="20360"/>
                  <a:pt x="282642" y="20831"/>
                  <a:pt x="282404" y="21375"/>
                </a:cubicBezTo>
                <a:cubicBezTo>
                  <a:pt x="282167" y="21918"/>
                  <a:pt x="282048" y="22507"/>
                  <a:pt x="282048" y="23142"/>
                </a:cubicBezTo>
                <a:cubicBezTo>
                  <a:pt x="282048" y="24025"/>
                  <a:pt x="282274" y="24766"/>
                  <a:pt x="282726" y="25366"/>
                </a:cubicBezTo>
                <a:cubicBezTo>
                  <a:pt x="283179" y="25966"/>
                  <a:pt x="283767" y="26492"/>
                  <a:pt x="284490" y="26945"/>
                </a:cubicBezTo>
                <a:cubicBezTo>
                  <a:pt x="285214" y="27397"/>
                  <a:pt x="286039" y="27805"/>
                  <a:pt x="286966" y="28167"/>
                </a:cubicBezTo>
                <a:cubicBezTo>
                  <a:pt x="287893" y="28529"/>
                  <a:pt x="288838" y="28903"/>
                  <a:pt x="289799" y="29288"/>
                </a:cubicBezTo>
                <a:cubicBezTo>
                  <a:pt x="290760" y="29672"/>
                  <a:pt x="291709" y="30102"/>
                  <a:pt x="292648" y="30578"/>
                </a:cubicBezTo>
                <a:cubicBezTo>
                  <a:pt x="293586" y="31053"/>
                  <a:pt x="294417" y="31631"/>
                  <a:pt x="295141" y="32310"/>
                </a:cubicBezTo>
                <a:cubicBezTo>
                  <a:pt x="295865" y="32989"/>
                  <a:pt x="296447" y="33804"/>
                  <a:pt x="296888" y="34755"/>
                </a:cubicBezTo>
                <a:cubicBezTo>
                  <a:pt x="297329" y="35706"/>
                  <a:pt x="297549" y="36837"/>
                  <a:pt x="297549" y="38150"/>
                </a:cubicBezTo>
                <a:close/>
                <a:moveTo>
                  <a:pt x="320650" y="44232"/>
                </a:moveTo>
                <a:cubicBezTo>
                  <a:pt x="320650" y="44887"/>
                  <a:pt x="320605" y="45408"/>
                  <a:pt x="320514" y="45792"/>
                </a:cubicBezTo>
                <a:cubicBezTo>
                  <a:pt x="320424" y="46176"/>
                  <a:pt x="320288" y="46459"/>
                  <a:pt x="320107" y="46640"/>
                </a:cubicBezTo>
                <a:cubicBezTo>
                  <a:pt x="319927" y="46821"/>
                  <a:pt x="319655" y="46990"/>
                  <a:pt x="319293" y="47149"/>
                </a:cubicBezTo>
                <a:cubicBezTo>
                  <a:pt x="318932" y="47307"/>
                  <a:pt x="318519" y="47437"/>
                  <a:pt x="318055" y="47539"/>
                </a:cubicBezTo>
                <a:cubicBezTo>
                  <a:pt x="317592" y="47641"/>
                  <a:pt x="317100" y="47725"/>
                  <a:pt x="316580" y="47793"/>
                </a:cubicBezTo>
                <a:cubicBezTo>
                  <a:pt x="316060" y="47861"/>
                  <a:pt x="315540" y="47895"/>
                  <a:pt x="315019" y="47895"/>
                </a:cubicBezTo>
                <a:cubicBezTo>
                  <a:pt x="313437" y="47895"/>
                  <a:pt x="312080" y="47685"/>
                  <a:pt x="310949" y="47266"/>
                </a:cubicBezTo>
                <a:cubicBezTo>
                  <a:pt x="309818" y="46847"/>
                  <a:pt x="308891" y="46212"/>
                  <a:pt x="308168" y="45362"/>
                </a:cubicBezTo>
                <a:cubicBezTo>
                  <a:pt x="307444" y="44511"/>
                  <a:pt x="306918" y="43435"/>
                  <a:pt x="306590" y="42132"/>
                </a:cubicBezTo>
                <a:cubicBezTo>
                  <a:pt x="306262" y="40829"/>
                  <a:pt x="306098" y="39293"/>
                  <a:pt x="306098" y="37525"/>
                </a:cubicBezTo>
                <a:lnTo>
                  <a:pt x="306098" y="19640"/>
                </a:lnTo>
                <a:lnTo>
                  <a:pt x="301825" y="19640"/>
                </a:lnTo>
                <a:cubicBezTo>
                  <a:pt x="301485" y="19640"/>
                  <a:pt x="301214" y="19459"/>
                  <a:pt x="301010" y="19097"/>
                </a:cubicBezTo>
                <a:cubicBezTo>
                  <a:pt x="300807" y="18735"/>
                  <a:pt x="300705" y="18147"/>
                  <a:pt x="300705" y="17333"/>
                </a:cubicBezTo>
                <a:cubicBezTo>
                  <a:pt x="300705" y="16903"/>
                  <a:pt x="300733" y="16542"/>
                  <a:pt x="300790" y="16248"/>
                </a:cubicBezTo>
                <a:cubicBezTo>
                  <a:pt x="300847" y="15954"/>
                  <a:pt x="300920" y="15711"/>
                  <a:pt x="301010" y="15518"/>
                </a:cubicBezTo>
                <a:cubicBezTo>
                  <a:pt x="301101" y="15326"/>
                  <a:pt x="301220" y="15190"/>
                  <a:pt x="301367" y="15111"/>
                </a:cubicBezTo>
                <a:cubicBezTo>
                  <a:pt x="301514" y="15032"/>
                  <a:pt x="301678" y="14993"/>
                  <a:pt x="301858" y="14993"/>
                </a:cubicBezTo>
                <a:lnTo>
                  <a:pt x="306098" y="14993"/>
                </a:lnTo>
                <a:lnTo>
                  <a:pt x="306098" y="7734"/>
                </a:lnTo>
                <a:cubicBezTo>
                  <a:pt x="306098" y="7575"/>
                  <a:pt x="306138" y="7428"/>
                  <a:pt x="306217" y="7293"/>
                </a:cubicBezTo>
                <a:cubicBezTo>
                  <a:pt x="306296" y="7157"/>
                  <a:pt x="306443" y="7038"/>
                  <a:pt x="306658" y="6937"/>
                </a:cubicBezTo>
                <a:cubicBezTo>
                  <a:pt x="306873" y="6835"/>
                  <a:pt x="307161" y="6761"/>
                  <a:pt x="307523" y="6716"/>
                </a:cubicBezTo>
                <a:cubicBezTo>
                  <a:pt x="307885" y="6671"/>
                  <a:pt x="308337" y="6648"/>
                  <a:pt x="308880" y="6648"/>
                </a:cubicBezTo>
                <a:cubicBezTo>
                  <a:pt x="309445" y="6648"/>
                  <a:pt x="309909" y="6671"/>
                  <a:pt x="310271" y="6716"/>
                </a:cubicBezTo>
                <a:cubicBezTo>
                  <a:pt x="310632" y="6761"/>
                  <a:pt x="310915" y="6835"/>
                  <a:pt x="311119" y="6937"/>
                </a:cubicBezTo>
                <a:cubicBezTo>
                  <a:pt x="311322" y="7038"/>
                  <a:pt x="311469" y="7157"/>
                  <a:pt x="311560" y="7293"/>
                </a:cubicBezTo>
                <a:cubicBezTo>
                  <a:pt x="311650" y="7428"/>
                  <a:pt x="311695" y="7575"/>
                  <a:pt x="311695" y="7734"/>
                </a:cubicBezTo>
                <a:lnTo>
                  <a:pt x="311695" y="14993"/>
                </a:lnTo>
                <a:lnTo>
                  <a:pt x="319531" y="14993"/>
                </a:lnTo>
                <a:cubicBezTo>
                  <a:pt x="319712" y="14993"/>
                  <a:pt x="319870" y="15032"/>
                  <a:pt x="320006" y="15111"/>
                </a:cubicBezTo>
                <a:cubicBezTo>
                  <a:pt x="320141" y="15190"/>
                  <a:pt x="320260" y="15326"/>
                  <a:pt x="320362" y="15518"/>
                </a:cubicBezTo>
                <a:cubicBezTo>
                  <a:pt x="320464" y="15711"/>
                  <a:pt x="320537" y="15954"/>
                  <a:pt x="320582" y="16248"/>
                </a:cubicBezTo>
                <a:cubicBezTo>
                  <a:pt x="320628" y="16542"/>
                  <a:pt x="320650" y="16903"/>
                  <a:pt x="320650" y="17333"/>
                </a:cubicBezTo>
                <a:cubicBezTo>
                  <a:pt x="320650" y="18147"/>
                  <a:pt x="320548" y="18735"/>
                  <a:pt x="320345" y="19097"/>
                </a:cubicBezTo>
                <a:cubicBezTo>
                  <a:pt x="320141" y="19459"/>
                  <a:pt x="319870" y="19640"/>
                  <a:pt x="319531" y="19640"/>
                </a:cubicBezTo>
                <a:lnTo>
                  <a:pt x="311695" y="19640"/>
                </a:lnTo>
                <a:lnTo>
                  <a:pt x="311695" y="36717"/>
                </a:lnTo>
                <a:cubicBezTo>
                  <a:pt x="311695" y="38826"/>
                  <a:pt x="312006" y="40419"/>
                  <a:pt x="312628" y="41497"/>
                </a:cubicBezTo>
                <a:cubicBezTo>
                  <a:pt x="313250" y="42574"/>
                  <a:pt x="314364" y="43112"/>
                  <a:pt x="315969" y="43112"/>
                </a:cubicBezTo>
                <a:cubicBezTo>
                  <a:pt x="316489" y="43112"/>
                  <a:pt x="316953" y="43061"/>
                  <a:pt x="317360" y="42960"/>
                </a:cubicBezTo>
                <a:cubicBezTo>
                  <a:pt x="317767" y="42858"/>
                  <a:pt x="318129" y="42750"/>
                  <a:pt x="318445" y="42637"/>
                </a:cubicBezTo>
                <a:cubicBezTo>
                  <a:pt x="318762" y="42524"/>
                  <a:pt x="319033" y="42417"/>
                  <a:pt x="319259" y="42315"/>
                </a:cubicBezTo>
                <a:cubicBezTo>
                  <a:pt x="319486" y="42213"/>
                  <a:pt x="319689" y="42163"/>
                  <a:pt x="319870" y="42163"/>
                </a:cubicBezTo>
                <a:cubicBezTo>
                  <a:pt x="319983" y="42163"/>
                  <a:pt x="320090" y="42191"/>
                  <a:pt x="320192" y="42247"/>
                </a:cubicBezTo>
                <a:cubicBezTo>
                  <a:pt x="320294" y="42304"/>
                  <a:pt x="320373" y="42411"/>
                  <a:pt x="320430" y="42570"/>
                </a:cubicBezTo>
                <a:cubicBezTo>
                  <a:pt x="320486" y="42728"/>
                  <a:pt x="320537" y="42943"/>
                  <a:pt x="320582" y="43214"/>
                </a:cubicBezTo>
                <a:cubicBezTo>
                  <a:pt x="320628" y="43485"/>
                  <a:pt x="320650" y="43825"/>
                  <a:pt x="320650" y="44232"/>
                </a:cubicBezTo>
                <a:close/>
                <a:moveTo>
                  <a:pt x="350698" y="46470"/>
                </a:moveTo>
                <a:cubicBezTo>
                  <a:pt x="350698" y="46742"/>
                  <a:pt x="350607" y="46945"/>
                  <a:pt x="350427" y="47081"/>
                </a:cubicBezTo>
                <a:cubicBezTo>
                  <a:pt x="350246" y="47217"/>
                  <a:pt x="349997" y="47318"/>
                  <a:pt x="349680" y="47386"/>
                </a:cubicBezTo>
                <a:cubicBezTo>
                  <a:pt x="349364" y="47454"/>
                  <a:pt x="348900" y="47488"/>
                  <a:pt x="348290" y="47488"/>
                </a:cubicBezTo>
                <a:cubicBezTo>
                  <a:pt x="347702" y="47488"/>
                  <a:pt x="347232" y="47454"/>
                  <a:pt x="346882" y="47386"/>
                </a:cubicBezTo>
                <a:cubicBezTo>
                  <a:pt x="346531" y="47318"/>
                  <a:pt x="346277" y="47217"/>
                  <a:pt x="346119" y="47081"/>
                </a:cubicBezTo>
                <a:cubicBezTo>
                  <a:pt x="345960" y="46945"/>
                  <a:pt x="345881" y="46742"/>
                  <a:pt x="345881" y="46470"/>
                </a:cubicBezTo>
                <a:lnTo>
                  <a:pt x="345881" y="43418"/>
                </a:lnTo>
                <a:cubicBezTo>
                  <a:pt x="344547" y="44842"/>
                  <a:pt x="343060" y="45956"/>
                  <a:pt x="341421" y="46759"/>
                </a:cubicBezTo>
                <a:cubicBezTo>
                  <a:pt x="339781" y="47561"/>
                  <a:pt x="338046" y="47963"/>
                  <a:pt x="336214" y="47963"/>
                </a:cubicBezTo>
                <a:cubicBezTo>
                  <a:pt x="334609" y="47963"/>
                  <a:pt x="333156" y="47753"/>
                  <a:pt x="331855" y="47333"/>
                </a:cubicBezTo>
                <a:cubicBezTo>
                  <a:pt x="330555" y="46913"/>
                  <a:pt x="329447" y="46306"/>
                  <a:pt x="328531" y="45512"/>
                </a:cubicBezTo>
                <a:cubicBezTo>
                  <a:pt x="327615" y="44718"/>
                  <a:pt x="326903" y="43742"/>
                  <a:pt x="326394" y="42585"/>
                </a:cubicBezTo>
                <a:cubicBezTo>
                  <a:pt x="325885" y="41428"/>
                  <a:pt x="325631" y="40111"/>
                  <a:pt x="325631" y="38636"/>
                </a:cubicBezTo>
                <a:cubicBezTo>
                  <a:pt x="325631" y="36912"/>
                  <a:pt x="325982" y="35414"/>
                  <a:pt x="326683" y="34144"/>
                </a:cubicBezTo>
                <a:cubicBezTo>
                  <a:pt x="327384" y="32872"/>
                  <a:pt x="328390" y="31817"/>
                  <a:pt x="329701" y="30977"/>
                </a:cubicBezTo>
                <a:cubicBezTo>
                  <a:pt x="331013" y="30138"/>
                  <a:pt x="332619" y="29508"/>
                  <a:pt x="334518" y="29089"/>
                </a:cubicBezTo>
                <a:cubicBezTo>
                  <a:pt x="336418" y="28669"/>
                  <a:pt x="338555" y="28459"/>
                  <a:pt x="340929" y="28459"/>
                </a:cubicBezTo>
                <a:lnTo>
                  <a:pt x="345135" y="28459"/>
                </a:lnTo>
                <a:lnTo>
                  <a:pt x="345135" y="26093"/>
                </a:lnTo>
                <a:cubicBezTo>
                  <a:pt x="345135" y="24921"/>
                  <a:pt x="345011" y="23885"/>
                  <a:pt x="344762" y="22984"/>
                </a:cubicBezTo>
                <a:cubicBezTo>
                  <a:pt x="344513" y="22082"/>
                  <a:pt x="344112" y="21333"/>
                  <a:pt x="343558" y="20736"/>
                </a:cubicBezTo>
                <a:cubicBezTo>
                  <a:pt x="343004" y="20139"/>
                  <a:pt x="342286" y="19688"/>
                  <a:pt x="341404" y="19384"/>
                </a:cubicBezTo>
                <a:cubicBezTo>
                  <a:pt x="340522" y="19080"/>
                  <a:pt x="339436" y="18927"/>
                  <a:pt x="338148" y="18927"/>
                </a:cubicBezTo>
                <a:cubicBezTo>
                  <a:pt x="336768" y="18927"/>
                  <a:pt x="335530" y="19090"/>
                  <a:pt x="334433" y="19414"/>
                </a:cubicBezTo>
                <a:cubicBezTo>
                  <a:pt x="333337" y="19738"/>
                  <a:pt x="332375" y="20096"/>
                  <a:pt x="331550" y="20488"/>
                </a:cubicBezTo>
                <a:cubicBezTo>
                  <a:pt x="330725" y="20879"/>
                  <a:pt x="330035" y="21237"/>
                  <a:pt x="329481" y="21561"/>
                </a:cubicBezTo>
                <a:cubicBezTo>
                  <a:pt x="328927" y="21886"/>
                  <a:pt x="328514" y="22048"/>
                  <a:pt x="328243" y="22048"/>
                </a:cubicBezTo>
                <a:cubicBezTo>
                  <a:pt x="328062" y="22048"/>
                  <a:pt x="327904" y="22003"/>
                  <a:pt x="327768" y="21912"/>
                </a:cubicBezTo>
                <a:cubicBezTo>
                  <a:pt x="327632" y="21822"/>
                  <a:pt x="327514" y="21686"/>
                  <a:pt x="327412" y="21505"/>
                </a:cubicBezTo>
                <a:cubicBezTo>
                  <a:pt x="327310" y="21324"/>
                  <a:pt x="327237" y="21093"/>
                  <a:pt x="327191" y="20810"/>
                </a:cubicBezTo>
                <a:cubicBezTo>
                  <a:pt x="327146" y="20527"/>
                  <a:pt x="327124" y="20216"/>
                  <a:pt x="327124" y="19877"/>
                </a:cubicBezTo>
                <a:cubicBezTo>
                  <a:pt x="327124" y="19312"/>
                  <a:pt x="327163" y="18865"/>
                  <a:pt x="327242" y="18537"/>
                </a:cubicBezTo>
                <a:cubicBezTo>
                  <a:pt x="327321" y="18209"/>
                  <a:pt x="327514" y="17898"/>
                  <a:pt x="327819" y="17604"/>
                </a:cubicBezTo>
                <a:cubicBezTo>
                  <a:pt x="328124" y="17310"/>
                  <a:pt x="328650" y="16968"/>
                  <a:pt x="329396" y="16577"/>
                </a:cubicBezTo>
                <a:cubicBezTo>
                  <a:pt x="330142" y="16186"/>
                  <a:pt x="331002" y="15828"/>
                  <a:pt x="331974" y="15505"/>
                </a:cubicBezTo>
                <a:cubicBezTo>
                  <a:pt x="332946" y="15181"/>
                  <a:pt x="334009" y="14913"/>
                  <a:pt x="335163" y="14701"/>
                </a:cubicBezTo>
                <a:cubicBezTo>
                  <a:pt x="336316" y="14488"/>
                  <a:pt x="337480" y="14382"/>
                  <a:pt x="338656" y="14382"/>
                </a:cubicBezTo>
                <a:cubicBezTo>
                  <a:pt x="340850" y="14382"/>
                  <a:pt x="342715" y="14631"/>
                  <a:pt x="344253" y="15128"/>
                </a:cubicBezTo>
                <a:cubicBezTo>
                  <a:pt x="345791" y="15626"/>
                  <a:pt x="347035" y="16355"/>
                  <a:pt x="347984" y="17316"/>
                </a:cubicBezTo>
                <a:cubicBezTo>
                  <a:pt x="348934" y="18277"/>
                  <a:pt x="349624" y="19470"/>
                  <a:pt x="350053" y="20895"/>
                </a:cubicBezTo>
                <a:cubicBezTo>
                  <a:pt x="350483" y="22319"/>
                  <a:pt x="350698" y="23981"/>
                  <a:pt x="350698" y="25881"/>
                </a:cubicBezTo>
                <a:lnTo>
                  <a:pt x="350698" y="46470"/>
                </a:lnTo>
                <a:moveTo>
                  <a:pt x="345135" y="32495"/>
                </a:moveTo>
                <a:lnTo>
                  <a:pt x="340352" y="32495"/>
                </a:lnTo>
                <a:cubicBezTo>
                  <a:pt x="338815" y="32495"/>
                  <a:pt x="337480" y="32626"/>
                  <a:pt x="336350" y="32889"/>
                </a:cubicBezTo>
                <a:cubicBezTo>
                  <a:pt x="335219" y="33150"/>
                  <a:pt x="334281" y="33537"/>
                  <a:pt x="333534" y="34048"/>
                </a:cubicBezTo>
                <a:cubicBezTo>
                  <a:pt x="332788" y="34560"/>
                  <a:pt x="332240" y="35174"/>
                  <a:pt x="331889" y="35892"/>
                </a:cubicBezTo>
                <a:cubicBezTo>
                  <a:pt x="331539" y="36608"/>
                  <a:pt x="331364" y="37433"/>
                  <a:pt x="331364" y="38366"/>
                </a:cubicBezTo>
                <a:cubicBezTo>
                  <a:pt x="331364" y="39958"/>
                  <a:pt x="331867" y="41227"/>
                  <a:pt x="332873" y="42171"/>
                </a:cubicBezTo>
                <a:cubicBezTo>
                  <a:pt x="333879" y="43115"/>
                  <a:pt x="335287" y="43587"/>
                  <a:pt x="337096" y="43587"/>
                </a:cubicBezTo>
                <a:cubicBezTo>
                  <a:pt x="338566" y="43587"/>
                  <a:pt x="339928" y="43212"/>
                  <a:pt x="341183" y="42461"/>
                </a:cubicBezTo>
                <a:cubicBezTo>
                  <a:pt x="342438" y="41710"/>
                  <a:pt x="343756" y="40561"/>
                  <a:pt x="345135" y="39014"/>
                </a:cubicBezTo>
                <a:lnTo>
                  <a:pt x="345135" y="32495"/>
                </a:lnTo>
                <a:close/>
                <a:moveTo>
                  <a:pt x="376224" y="44232"/>
                </a:moveTo>
                <a:cubicBezTo>
                  <a:pt x="376224" y="44887"/>
                  <a:pt x="376179" y="45408"/>
                  <a:pt x="376089" y="45792"/>
                </a:cubicBezTo>
                <a:cubicBezTo>
                  <a:pt x="375998" y="46176"/>
                  <a:pt x="375862" y="46459"/>
                  <a:pt x="375682" y="46640"/>
                </a:cubicBezTo>
                <a:cubicBezTo>
                  <a:pt x="375501" y="46821"/>
                  <a:pt x="375229" y="46990"/>
                  <a:pt x="374867" y="47149"/>
                </a:cubicBezTo>
                <a:cubicBezTo>
                  <a:pt x="374506" y="47307"/>
                  <a:pt x="374093" y="47437"/>
                  <a:pt x="373629" y="47539"/>
                </a:cubicBezTo>
                <a:cubicBezTo>
                  <a:pt x="373166" y="47641"/>
                  <a:pt x="372674" y="47725"/>
                  <a:pt x="372154" y="47793"/>
                </a:cubicBezTo>
                <a:cubicBezTo>
                  <a:pt x="371634" y="47861"/>
                  <a:pt x="371114" y="47895"/>
                  <a:pt x="370594" y="47895"/>
                </a:cubicBezTo>
                <a:cubicBezTo>
                  <a:pt x="369011" y="47895"/>
                  <a:pt x="367654" y="47685"/>
                  <a:pt x="366523" y="47266"/>
                </a:cubicBezTo>
                <a:cubicBezTo>
                  <a:pt x="365392" y="46847"/>
                  <a:pt x="364465" y="46212"/>
                  <a:pt x="363742" y="45362"/>
                </a:cubicBezTo>
                <a:cubicBezTo>
                  <a:pt x="363018" y="44511"/>
                  <a:pt x="362492" y="43435"/>
                  <a:pt x="362164" y="42132"/>
                </a:cubicBezTo>
                <a:cubicBezTo>
                  <a:pt x="361837" y="40829"/>
                  <a:pt x="361673" y="39293"/>
                  <a:pt x="361673" y="37525"/>
                </a:cubicBezTo>
                <a:lnTo>
                  <a:pt x="361673" y="19640"/>
                </a:lnTo>
                <a:lnTo>
                  <a:pt x="357399" y="19640"/>
                </a:lnTo>
                <a:cubicBezTo>
                  <a:pt x="357059" y="19640"/>
                  <a:pt x="356788" y="19459"/>
                  <a:pt x="356585" y="19097"/>
                </a:cubicBezTo>
                <a:cubicBezTo>
                  <a:pt x="356381" y="18735"/>
                  <a:pt x="356279" y="18147"/>
                  <a:pt x="356279" y="17333"/>
                </a:cubicBezTo>
                <a:cubicBezTo>
                  <a:pt x="356279" y="16903"/>
                  <a:pt x="356308" y="16542"/>
                  <a:pt x="356364" y="16248"/>
                </a:cubicBezTo>
                <a:cubicBezTo>
                  <a:pt x="356421" y="15954"/>
                  <a:pt x="356494" y="15711"/>
                  <a:pt x="356585" y="15518"/>
                </a:cubicBezTo>
                <a:cubicBezTo>
                  <a:pt x="356675" y="15326"/>
                  <a:pt x="356794" y="15190"/>
                  <a:pt x="356941" y="15111"/>
                </a:cubicBezTo>
                <a:cubicBezTo>
                  <a:pt x="357088" y="15032"/>
                  <a:pt x="357252" y="14993"/>
                  <a:pt x="357433" y="14993"/>
                </a:cubicBezTo>
                <a:lnTo>
                  <a:pt x="361673" y="14993"/>
                </a:lnTo>
                <a:lnTo>
                  <a:pt x="361673" y="7734"/>
                </a:lnTo>
                <a:cubicBezTo>
                  <a:pt x="361673" y="7575"/>
                  <a:pt x="361712" y="7428"/>
                  <a:pt x="361791" y="7293"/>
                </a:cubicBezTo>
                <a:cubicBezTo>
                  <a:pt x="361870" y="7157"/>
                  <a:pt x="362017" y="7038"/>
                  <a:pt x="362232" y="6937"/>
                </a:cubicBezTo>
                <a:cubicBezTo>
                  <a:pt x="362447" y="6835"/>
                  <a:pt x="362735" y="6761"/>
                  <a:pt x="363097" y="6716"/>
                </a:cubicBezTo>
                <a:cubicBezTo>
                  <a:pt x="363459" y="6671"/>
                  <a:pt x="363911" y="6648"/>
                  <a:pt x="364454" y="6648"/>
                </a:cubicBezTo>
                <a:cubicBezTo>
                  <a:pt x="365019" y="6648"/>
                  <a:pt x="365483" y="6671"/>
                  <a:pt x="365845" y="6716"/>
                </a:cubicBezTo>
                <a:cubicBezTo>
                  <a:pt x="366207" y="6761"/>
                  <a:pt x="366489" y="6835"/>
                  <a:pt x="366693" y="6937"/>
                </a:cubicBezTo>
                <a:cubicBezTo>
                  <a:pt x="366896" y="7038"/>
                  <a:pt x="367043" y="7157"/>
                  <a:pt x="367134" y="7293"/>
                </a:cubicBezTo>
                <a:cubicBezTo>
                  <a:pt x="367224" y="7428"/>
                  <a:pt x="367269" y="7575"/>
                  <a:pt x="367269" y="7734"/>
                </a:cubicBezTo>
                <a:lnTo>
                  <a:pt x="367269" y="14993"/>
                </a:lnTo>
                <a:lnTo>
                  <a:pt x="375105" y="14993"/>
                </a:lnTo>
                <a:cubicBezTo>
                  <a:pt x="375286" y="14993"/>
                  <a:pt x="375444" y="15032"/>
                  <a:pt x="375580" y="15111"/>
                </a:cubicBezTo>
                <a:cubicBezTo>
                  <a:pt x="375715" y="15190"/>
                  <a:pt x="375834" y="15326"/>
                  <a:pt x="375936" y="15518"/>
                </a:cubicBezTo>
                <a:cubicBezTo>
                  <a:pt x="376038" y="15711"/>
                  <a:pt x="376111" y="15954"/>
                  <a:pt x="376156" y="16248"/>
                </a:cubicBezTo>
                <a:cubicBezTo>
                  <a:pt x="376202" y="16542"/>
                  <a:pt x="376224" y="16903"/>
                  <a:pt x="376224" y="17333"/>
                </a:cubicBezTo>
                <a:cubicBezTo>
                  <a:pt x="376224" y="18147"/>
                  <a:pt x="376122" y="18735"/>
                  <a:pt x="375919" y="19097"/>
                </a:cubicBezTo>
                <a:cubicBezTo>
                  <a:pt x="375715" y="19459"/>
                  <a:pt x="375444" y="19640"/>
                  <a:pt x="375105" y="19640"/>
                </a:cubicBezTo>
                <a:lnTo>
                  <a:pt x="367269" y="19640"/>
                </a:lnTo>
                <a:lnTo>
                  <a:pt x="367269" y="36717"/>
                </a:lnTo>
                <a:cubicBezTo>
                  <a:pt x="367269" y="38826"/>
                  <a:pt x="367580" y="40419"/>
                  <a:pt x="368202" y="41497"/>
                </a:cubicBezTo>
                <a:cubicBezTo>
                  <a:pt x="368824" y="42574"/>
                  <a:pt x="369938" y="43112"/>
                  <a:pt x="371543" y="43112"/>
                </a:cubicBezTo>
                <a:cubicBezTo>
                  <a:pt x="372063" y="43112"/>
                  <a:pt x="372527" y="43061"/>
                  <a:pt x="372934" y="42960"/>
                </a:cubicBezTo>
                <a:cubicBezTo>
                  <a:pt x="373341" y="42858"/>
                  <a:pt x="373703" y="42750"/>
                  <a:pt x="374019" y="42637"/>
                </a:cubicBezTo>
                <a:cubicBezTo>
                  <a:pt x="374336" y="42524"/>
                  <a:pt x="374607" y="42417"/>
                  <a:pt x="374834" y="42315"/>
                </a:cubicBezTo>
                <a:cubicBezTo>
                  <a:pt x="375060" y="42213"/>
                  <a:pt x="375263" y="42163"/>
                  <a:pt x="375444" y="42163"/>
                </a:cubicBezTo>
                <a:cubicBezTo>
                  <a:pt x="375557" y="42163"/>
                  <a:pt x="375665" y="42191"/>
                  <a:pt x="375766" y="42247"/>
                </a:cubicBezTo>
                <a:cubicBezTo>
                  <a:pt x="375868" y="42304"/>
                  <a:pt x="375947" y="42411"/>
                  <a:pt x="376004" y="42570"/>
                </a:cubicBezTo>
                <a:cubicBezTo>
                  <a:pt x="376060" y="42728"/>
                  <a:pt x="376111" y="42943"/>
                  <a:pt x="376156" y="43214"/>
                </a:cubicBezTo>
                <a:cubicBezTo>
                  <a:pt x="376202" y="43485"/>
                  <a:pt x="376224" y="43825"/>
                  <a:pt x="376224" y="44232"/>
                </a:cubicBezTo>
                <a:close/>
                <a:moveTo>
                  <a:pt x="409325" y="29850"/>
                </a:moveTo>
                <a:cubicBezTo>
                  <a:pt x="409325" y="30732"/>
                  <a:pt x="409105" y="31359"/>
                  <a:pt x="408664" y="31732"/>
                </a:cubicBezTo>
                <a:cubicBezTo>
                  <a:pt x="408223" y="32105"/>
                  <a:pt x="407720" y="32292"/>
                  <a:pt x="407154" y="32292"/>
                </a:cubicBezTo>
                <a:lnTo>
                  <a:pt x="387141" y="32292"/>
                </a:lnTo>
                <a:cubicBezTo>
                  <a:pt x="387141" y="33993"/>
                  <a:pt x="387311" y="35524"/>
                  <a:pt x="387650" y="36885"/>
                </a:cubicBezTo>
                <a:cubicBezTo>
                  <a:pt x="387989" y="38246"/>
                  <a:pt x="388555" y="39414"/>
                  <a:pt x="389346" y="40389"/>
                </a:cubicBezTo>
                <a:cubicBezTo>
                  <a:pt x="390138" y="41364"/>
                  <a:pt x="391167" y="42113"/>
                  <a:pt x="392433" y="42635"/>
                </a:cubicBezTo>
                <a:cubicBezTo>
                  <a:pt x="393699" y="43157"/>
                  <a:pt x="395248" y="43418"/>
                  <a:pt x="397080" y="43418"/>
                </a:cubicBezTo>
                <a:cubicBezTo>
                  <a:pt x="398527" y="43418"/>
                  <a:pt x="399816" y="43299"/>
                  <a:pt x="400947" y="43061"/>
                </a:cubicBezTo>
                <a:cubicBezTo>
                  <a:pt x="402078" y="42824"/>
                  <a:pt x="403056" y="42558"/>
                  <a:pt x="403881" y="42264"/>
                </a:cubicBezTo>
                <a:cubicBezTo>
                  <a:pt x="404706" y="41970"/>
                  <a:pt x="405385" y="41705"/>
                  <a:pt x="405916" y="41467"/>
                </a:cubicBezTo>
                <a:cubicBezTo>
                  <a:pt x="406448" y="41230"/>
                  <a:pt x="406849" y="41111"/>
                  <a:pt x="407120" y="41111"/>
                </a:cubicBezTo>
                <a:cubicBezTo>
                  <a:pt x="407279" y="41111"/>
                  <a:pt x="407420" y="41151"/>
                  <a:pt x="407544" y="41230"/>
                </a:cubicBezTo>
                <a:cubicBezTo>
                  <a:pt x="407669" y="41309"/>
                  <a:pt x="407765" y="41428"/>
                  <a:pt x="407833" y="41586"/>
                </a:cubicBezTo>
                <a:cubicBezTo>
                  <a:pt x="407900" y="41744"/>
                  <a:pt x="407951" y="41965"/>
                  <a:pt x="407985" y="42247"/>
                </a:cubicBezTo>
                <a:cubicBezTo>
                  <a:pt x="408019" y="42530"/>
                  <a:pt x="408036" y="42875"/>
                  <a:pt x="408036" y="43282"/>
                </a:cubicBezTo>
                <a:cubicBezTo>
                  <a:pt x="408036" y="43576"/>
                  <a:pt x="408025" y="43830"/>
                  <a:pt x="408002" y="44045"/>
                </a:cubicBezTo>
                <a:cubicBezTo>
                  <a:pt x="407980" y="44260"/>
                  <a:pt x="407951" y="44452"/>
                  <a:pt x="407917" y="44622"/>
                </a:cubicBezTo>
                <a:cubicBezTo>
                  <a:pt x="407884" y="44791"/>
                  <a:pt x="407827" y="44944"/>
                  <a:pt x="407748" y="45080"/>
                </a:cubicBezTo>
                <a:cubicBezTo>
                  <a:pt x="407669" y="45215"/>
                  <a:pt x="407567" y="45345"/>
                  <a:pt x="407443" y="45470"/>
                </a:cubicBezTo>
                <a:cubicBezTo>
                  <a:pt x="407318" y="45594"/>
                  <a:pt x="406951" y="45798"/>
                  <a:pt x="406340" y="46080"/>
                </a:cubicBezTo>
                <a:cubicBezTo>
                  <a:pt x="405730" y="46363"/>
                  <a:pt x="404938" y="46640"/>
                  <a:pt x="403966" y="46911"/>
                </a:cubicBezTo>
                <a:cubicBezTo>
                  <a:pt x="402993" y="47183"/>
                  <a:pt x="401868" y="47426"/>
                  <a:pt x="400591" y="47641"/>
                </a:cubicBezTo>
                <a:cubicBezTo>
                  <a:pt x="399313" y="47855"/>
                  <a:pt x="397951" y="47963"/>
                  <a:pt x="396503" y="47963"/>
                </a:cubicBezTo>
                <a:cubicBezTo>
                  <a:pt x="393993" y="47963"/>
                  <a:pt x="391794" y="47612"/>
                  <a:pt x="389906" y="46910"/>
                </a:cubicBezTo>
                <a:cubicBezTo>
                  <a:pt x="388018" y="46209"/>
                  <a:pt x="386429" y="45167"/>
                  <a:pt x="385140" y="43786"/>
                </a:cubicBezTo>
                <a:cubicBezTo>
                  <a:pt x="383851" y="42406"/>
                  <a:pt x="382879" y="40674"/>
                  <a:pt x="382223" y="38591"/>
                </a:cubicBezTo>
                <a:cubicBezTo>
                  <a:pt x="381567" y="36509"/>
                  <a:pt x="381239" y="34087"/>
                  <a:pt x="381239" y="31325"/>
                </a:cubicBezTo>
                <a:cubicBezTo>
                  <a:pt x="381239" y="28699"/>
                  <a:pt x="381579" y="26339"/>
                  <a:pt x="382257" y="24245"/>
                </a:cubicBezTo>
                <a:cubicBezTo>
                  <a:pt x="382935" y="22152"/>
                  <a:pt x="383913" y="20375"/>
                  <a:pt x="385191" y="18915"/>
                </a:cubicBezTo>
                <a:cubicBezTo>
                  <a:pt x="386469" y="17455"/>
                  <a:pt x="388012" y="16334"/>
                  <a:pt x="389821" y="15553"/>
                </a:cubicBezTo>
                <a:cubicBezTo>
                  <a:pt x="391630" y="14773"/>
                  <a:pt x="393654" y="14382"/>
                  <a:pt x="395893" y="14382"/>
                </a:cubicBezTo>
                <a:cubicBezTo>
                  <a:pt x="398290" y="14382"/>
                  <a:pt x="400331" y="14766"/>
                  <a:pt x="402015" y="15535"/>
                </a:cubicBezTo>
                <a:cubicBezTo>
                  <a:pt x="403700" y="16304"/>
                  <a:pt x="405085" y="17339"/>
                  <a:pt x="406171" y="18639"/>
                </a:cubicBezTo>
                <a:cubicBezTo>
                  <a:pt x="407256" y="19939"/>
                  <a:pt x="408053" y="21466"/>
                  <a:pt x="408562" y="23218"/>
                </a:cubicBezTo>
                <a:cubicBezTo>
                  <a:pt x="409071" y="24971"/>
                  <a:pt x="409325" y="26842"/>
                  <a:pt x="409325" y="28832"/>
                </a:cubicBezTo>
                <a:lnTo>
                  <a:pt x="409325" y="29850"/>
                </a:lnTo>
                <a:moveTo>
                  <a:pt x="403694" y="28188"/>
                </a:moveTo>
                <a:cubicBezTo>
                  <a:pt x="403762" y="25248"/>
                  <a:pt x="403112" y="22941"/>
                  <a:pt x="401744" y="21268"/>
                </a:cubicBezTo>
                <a:cubicBezTo>
                  <a:pt x="400376" y="19594"/>
                  <a:pt x="398346" y="18758"/>
                  <a:pt x="395655" y="18758"/>
                </a:cubicBezTo>
                <a:cubicBezTo>
                  <a:pt x="394276" y="18758"/>
                  <a:pt x="393066" y="19018"/>
                  <a:pt x="392026" y="19538"/>
                </a:cubicBezTo>
                <a:cubicBezTo>
                  <a:pt x="390986" y="20058"/>
                  <a:pt x="390115" y="20748"/>
                  <a:pt x="389414" y="21607"/>
                </a:cubicBezTo>
                <a:cubicBezTo>
                  <a:pt x="388713" y="22466"/>
                  <a:pt x="388170" y="23467"/>
                  <a:pt x="387786" y="24609"/>
                </a:cubicBezTo>
                <a:cubicBezTo>
                  <a:pt x="387401" y="25751"/>
                  <a:pt x="387187" y="26944"/>
                  <a:pt x="387141" y="28188"/>
                </a:cubicBezTo>
                <a:lnTo>
                  <a:pt x="403694" y="28188"/>
                </a:lnTo>
                <a:close/>
                <a:moveTo>
                  <a:pt x="463292" y="46436"/>
                </a:moveTo>
                <a:cubicBezTo>
                  <a:pt x="463292" y="46617"/>
                  <a:pt x="463247" y="46770"/>
                  <a:pt x="463156" y="46894"/>
                </a:cubicBezTo>
                <a:cubicBezTo>
                  <a:pt x="463066" y="47019"/>
                  <a:pt x="462919" y="47126"/>
                  <a:pt x="462715" y="47217"/>
                </a:cubicBezTo>
                <a:cubicBezTo>
                  <a:pt x="462512" y="47307"/>
                  <a:pt x="462229" y="47375"/>
                  <a:pt x="461867" y="47420"/>
                </a:cubicBezTo>
                <a:cubicBezTo>
                  <a:pt x="461505" y="47465"/>
                  <a:pt x="461053" y="47488"/>
                  <a:pt x="460510" y="47488"/>
                </a:cubicBezTo>
                <a:cubicBezTo>
                  <a:pt x="459945" y="47488"/>
                  <a:pt x="459481" y="47465"/>
                  <a:pt x="459120" y="47420"/>
                </a:cubicBezTo>
                <a:cubicBezTo>
                  <a:pt x="458758" y="47375"/>
                  <a:pt x="458469" y="47307"/>
                  <a:pt x="458255" y="47217"/>
                </a:cubicBezTo>
                <a:cubicBezTo>
                  <a:pt x="458040" y="47126"/>
                  <a:pt x="457887" y="47019"/>
                  <a:pt x="457797" y="46894"/>
                </a:cubicBezTo>
                <a:cubicBezTo>
                  <a:pt x="457706" y="46770"/>
                  <a:pt x="457661" y="46617"/>
                  <a:pt x="457661" y="46436"/>
                </a:cubicBezTo>
                <a:lnTo>
                  <a:pt x="457661" y="27882"/>
                </a:lnTo>
                <a:cubicBezTo>
                  <a:pt x="457661" y="26593"/>
                  <a:pt x="457548" y="25417"/>
                  <a:pt x="457322" y="24355"/>
                </a:cubicBezTo>
                <a:cubicBezTo>
                  <a:pt x="457096" y="23292"/>
                  <a:pt x="456734" y="22376"/>
                  <a:pt x="456236" y="21607"/>
                </a:cubicBezTo>
                <a:cubicBezTo>
                  <a:pt x="455739" y="20838"/>
                  <a:pt x="455106" y="20250"/>
                  <a:pt x="454337" y="19843"/>
                </a:cubicBezTo>
                <a:cubicBezTo>
                  <a:pt x="453568" y="19436"/>
                  <a:pt x="452664" y="19233"/>
                  <a:pt x="451623" y="19233"/>
                </a:cubicBezTo>
                <a:cubicBezTo>
                  <a:pt x="450334" y="19233"/>
                  <a:pt x="449040" y="19730"/>
                  <a:pt x="447739" y="20725"/>
                </a:cubicBezTo>
                <a:cubicBezTo>
                  <a:pt x="446439" y="21720"/>
                  <a:pt x="445009" y="23179"/>
                  <a:pt x="443449" y="25101"/>
                </a:cubicBezTo>
                <a:lnTo>
                  <a:pt x="443449" y="46436"/>
                </a:lnTo>
                <a:cubicBezTo>
                  <a:pt x="443449" y="46617"/>
                  <a:pt x="443403" y="46770"/>
                  <a:pt x="443313" y="46894"/>
                </a:cubicBezTo>
                <a:cubicBezTo>
                  <a:pt x="443222" y="47019"/>
                  <a:pt x="443070" y="47126"/>
                  <a:pt x="442855" y="47217"/>
                </a:cubicBezTo>
                <a:cubicBezTo>
                  <a:pt x="442640" y="47307"/>
                  <a:pt x="442352" y="47375"/>
                  <a:pt x="441990" y="47420"/>
                </a:cubicBezTo>
                <a:cubicBezTo>
                  <a:pt x="441628" y="47465"/>
                  <a:pt x="441176" y="47488"/>
                  <a:pt x="440633" y="47488"/>
                </a:cubicBezTo>
                <a:cubicBezTo>
                  <a:pt x="440113" y="47488"/>
                  <a:pt x="439667" y="47465"/>
                  <a:pt x="439293" y="47420"/>
                </a:cubicBezTo>
                <a:cubicBezTo>
                  <a:pt x="438920" y="47375"/>
                  <a:pt x="438626" y="47307"/>
                  <a:pt x="438411" y="47217"/>
                </a:cubicBezTo>
                <a:cubicBezTo>
                  <a:pt x="438197" y="47126"/>
                  <a:pt x="438050" y="47019"/>
                  <a:pt x="437971" y="46894"/>
                </a:cubicBezTo>
                <a:cubicBezTo>
                  <a:pt x="437891" y="46770"/>
                  <a:pt x="437852" y="46617"/>
                  <a:pt x="437852" y="46436"/>
                </a:cubicBezTo>
                <a:lnTo>
                  <a:pt x="437852" y="27882"/>
                </a:lnTo>
                <a:cubicBezTo>
                  <a:pt x="437852" y="26593"/>
                  <a:pt x="437727" y="25417"/>
                  <a:pt x="437479" y="24355"/>
                </a:cubicBezTo>
                <a:cubicBezTo>
                  <a:pt x="437230" y="23292"/>
                  <a:pt x="436857" y="22376"/>
                  <a:pt x="436359" y="21607"/>
                </a:cubicBezTo>
                <a:cubicBezTo>
                  <a:pt x="435862" y="20838"/>
                  <a:pt x="435234" y="20250"/>
                  <a:pt x="434477" y="19843"/>
                </a:cubicBezTo>
                <a:cubicBezTo>
                  <a:pt x="433719" y="19436"/>
                  <a:pt x="432820" y="19233"/>
                  <a:pt x="431780" y="19233"/>
                </a:cubicBezTo>
                <a:cubicBezTo>
                  <a:pt x="430491" y="19233"/>
                  <a:pt x="429191" y="19730"/>
                  <a:pt x="427879" y="20725"/>
                </a:cubicBezTo>
                <a:cubicBezTo>
                  <a:pt x="426568" y="21720"/>
                  <a:pt x="425143" y="23179"/>
                  <a:pt x="423605" y="25101"/>
                </a:cubicBezTo>
                <a:lnTo>
                  <a:pt x="423605" y="46436"/>
                </a:lnTo>
                <a:cubicBezTo>
                  <a:pt x="423605" y="46617"/>
                  <a:pt x="423560" y="46770"/>
                  <a:pt x="423470" y="46894"/>
                </a:cubicBezTo>
                <a:cubicBezTo>
                  <a:pt x="423379" y="47019"/>
                  <a:pt x="423232" y="47126"/>
                  <a:pt x="423029" y="47217"/>
                </a:cubicBezTo>
                <a:cubicBezTo>
                  <a:pt x="422825" y="47307"/>
                  <a:pt x="422543" y="47375"/>
                  <a:pt x="422181" y="47420"/>
                </a:cubicBezTo>
                <a:cubicBezTo>
                  <a:pt x="421819" y="47465"/>
                  <a:pt x="421355" y="47488"/>
                  <a:pt x="420790" y="47488"/>
                </a:cubicBezTo>
                <a:cubicBezTo>
                  <a:pt x="420247" y="47488"/>
                  <a:pt x="419795" y="47465"/>
                  <a:pt x="419433" y="47420"/>
                </a:cubicBezTo>
                <a:cubicBezTo>
                  <a:pt x="419071" y="47375"/>
                  <a:pt x="418783" y="47307"/>
                  <a:pt x="418568" y="47217"/>
                </a:cubicBezTo>
                <a:cubicBezTo>
                  <a:pt x="418353" y="47126"/>
                  <a:pt x="418206" y="47019"/>
                  <a:pt x="418127" y="46894"/>
                </a:cubicBezTo>
                <a:cubicBezTo>
                  <a:pt x="418048" y="46770"/>
                  <a:pt x="418009" y="46617"/>
                  <a:pt x="418009" y="46436"/>
                </a:cubicBezTo>
                <a:lnTo>
                  <a:pt x="418009" y="15908"/>
                </a:lnTo>
                <a:cubicBezTo>
                  <a:pt x="418009" y="15728"/>
                  <a:pt x="418043" y="15575"/>
                  <a:pt x="418110" y="15451"/>
                </a:cubicBezTo>
                <a:cubicBezTo>
                  <a:pt x="418178" y="15326"/>
                  <a:pt x="418314" y="15213"/>
                  <a:pt x="418517" y="15111"/>
                </a:cubicBezTo>
                <a:cubicBezTo>
                  <a:pt x="418721" y="15010"/>
                  <a:pt x="418981" y="14942"/>
                  <a:pt x="419298" y="14908"/>
                </a:cubicBezTo>
                <a:cubicBezTo>
                  <a:pt x="419614" y="14874"/>
                  <a:pt x="420033" y="14857"/>
                  <a:pt x="420553" y="14857"/>
                </a:cubicBezTo>
                <a:cubicBezTo>
                  <a:pt x="421050" y="14857"/>
                  <a:pt x="421463" y="14874"/>
                  <a:pt x="421791" y="14908"/>
                </a:cubicBezTo>
                <a:cubicBezTo>
                  <a:pt x="422119" y="14942"/>
                  <a:pt x="422373" y="15010"/>
                  <a:pt x="422554" y="15111"/>
                </a:cubicBezTo>
                <a:cubicBezTo>
                  <a:pt x="422735" y="15213"/>
                  <a:pt x="422865" y="15326"/>
                  <a:pt x="422944" y="15451"/>
                </a:cubicBezTo>
                <a:cubicBezTo>
                  <a:pt x="423023" y="15575"/>
                  <a:pt x="423063" y="15728"/>
                  <a:pt x="423063" y="15908"/>
                </a:cubicBezTo>
                <a:lnTo>
                  <a:pt x="423063" y="19945"/>
                </a:lnTo>
                <a:cubicBezTo>
                  <a:pt x="424781" y="18023"/>
                  <a:pt x="426449" y="16615"/>
                  <a:pt x="428066" y="15722"/>
                </a:cubicBezTo>
                <a:cubicBezTo>
                  <a:pt x="429683" y="14829"/>
                  <a:pt x="431317" y="14382"/>
                  <a:pt x="432967" y="14382"/>
                </a:cubicBezTo>
                <a:cubicBezTo>
                  <a:pt x="434234" y="14382"/>
                  <a:pt x="435370" y="14529"/>
                  <a:pt x="436376" y="14823"/>
                </a:cubicBezTo>
                <a:cubicBezTo>
                  <a:pt x="437383" y="15117"/>
                  <a:pt x="438270" y="15530"/>
                  <a:pt x="439039" y="16061"/>
                </a:cubicBezTo>
                <a:cubicBezTo>
                  <a:pt x="439808" y="16593"/>
                  <a:pt x="440464" y="17226"/>
                  <a:pt x="441006" y="17961"/>
                </a:cubicBezTo>
                <a:cubicBezTo>
                  <a:pt x="441549" y="18696"/>
                  <a:pt x="442001" y="19515"/>
                  <a:pt x="442363" y="20420"/>
                </a:cubicBezTo>
                <a:cubicBezTo>
                  <a:pt x="443381" y="19312"/>
                  <a:pt x="444347" y="18373"/>
                  <a:pt x="445263" y="17604"/>
                </a:cubicBezTo>
                <a:cubicBezTo>
                  <a:pt x="446179" y="16836"/>
                  <a:pt x="447061" y="16214"/>
                  <a:pt x="447909" y="15739"/>
                </a:cubicBezTo>
                <a:cubicBezTo>
                  <a:pt x="448757" y="15264"/>
                  <a:pt x="449582" y="14919"/>
                  <a:pt x="450385" y="14704"/>
                </a:cubicBezTo>
                <a:cubicBezTo>
                  <a:pt x="451188" y="14489"/>
                  <a:pt x="451996" y="14382"/>
                  <a:pt x="452811" y="14382"/>
                </a:cubicBezTo>
                <a:cubicBezTo>
                  <a:pt x="454778" y="14382"/>
                  <a:pt x="456429" y="14727"/>
                  <a:pt x="457763" y="15417"/>
                </a:cubicBezTo>
                <a:cubicBezTo>
                  <a:pt x="459097" y="16106"/>
                  <a:pt x="460177" y="17028"/>
                  <a:pt x="461002" y="18181"/>
                </a:cubicBezTo>
                <a:cubicBezTo>
                  <a:pt x="461828" y="19334"/>
                  <a:pt x="462416" y="20686"/>
                  <a:pt x="462766" y="22235"/>
                </a:cubicBezTo>
                <a:cubicBezTo>
                  <a:pt x="463117" y="23784"/>
                  <a:pt x="463292" y="25417"/>
                  <a:pt x="463292" y="27136"/>
                </a:cubicBezTo>
                <a:lnTo>
                  <a:pt x="463292" y="46436"/>
                </a:lnTo>
                <a:close/>
                <a:moveTo>
                  <a:pt x="499634" y="29850"/>
                </a:moveTo>
                <a:cubicBezTo>
                  <a:pt x="499634" y="30732"/>
                  <a:pt x="499413" y="31359"/>
                  <a:pt x="498972" y="31732"/>
                </a:cubicBezTo>
                <a:cubicBezTo>
                  <a:pt x="498531" y="32105"/>
                  <a:pt x="498028" y="32292"/>
                  <a:pt x="497463" y="32292"/>
                </a:cubicBezTo>
                <a:lnTo>
                  <a:pt x="477450" y="32292"/>
                </a:lnTo>
                <a:cubicBezTo>
                  <a:pt x="477450" y="33993"/>
                  <a:pt x="477620" y="35524"/>
                  <a:pt x="477959" y="36885"/>
                </a:cubicBezTo>
                <a:cubicBezTo>
                  <a:pt x="478298" y="38246"/>
                  <a:pt x="478863" y="39414"/>
                  <a:pt x="479655" y="40389"/>
                </a:cubicBezTo>
                <a:cubicBezTo>
                  <a:pt x="480446" y="41364"/>
                  <a:pt x="481475" y="42113"/>
                  <a:pt x="482742" y="42635"/>
                </a:cubicBezTo>
                <a:cubicBezTo>
                  <a:pt x="484008" y="43157"/>
                  <a:pt x="485557" y="43418"/>
                  <a:pt x="487389" y="43418"/>
                </a:cubicBezTo>
                <a:cubicBezTo>
                  <a:pt x="488836" y="43418"/>
                  <a:pt x="490125" y="43299"/>
                  <a:pt x="491256" y="43061"/>
                </a:cubicBezTo>
                <a:cubicBezTo>
                  <a:pt x="492386" y="42824"/>
                  <a:pt x="493364" y="42558"/>
                  <a:pt x="494190" y="42264"/>
                </a:cubicBezTo>
                <a:cubicBezTo>
                  <a:pt x="495015" y="41970"/>
                  <a:pt x="495693" y="41705"/>
                  <a:pt x="496225" y="41467"/>
                </a:cubicBezTo>
                <a:cubicBezTo>
                  <a:pt x="496756" y="41230"/>
                  <a:pt x="497158" y="41111"/>
                  <a:pt x="497429" y="41111"/>
                </a:cubicBezTo>
                <a:cubicBezTo>
                  <a:pt x="497587" y="41111"/>
                  <a:pt x="497729" y="41151"/>
                  <a:pt x="497853" y="41230"/>
                </a:cubicBezTo>
                <a:cubicBezTo>
                  <a:pt x="497977" y="41309"/>
                  <a:pt x="498073" y="41428"/>
                  <a:pt x="498141" y="41586"/>
                </a:cubicBezTo>
                <a:cubicBezTo>
                  <a:pt x="498209" y="41744"/>
                  <a:pt x="498260" y="41965"/>
                  <a:pt x="498294" y="42247"/>
                </a:cubicBezTo>
                <a:cubicBezTo>
                  <a:pt x="498328" y="42530"/>
                  <a:pt x="498345" y="42875"/>
                  <a:pt x="498345" y="43282"/>
                </a:cubicBezTo>
                <a:cubicBezTo>
                  <a:pt x="498345" y="43576"/>
                  <a:pt x="498334" y="43830"/>
                  <a:pt x="498311" y="44045"/>
                </a:cubicBezTo>
                <a:cubicBezTo>
                  <a:pt x="498288" y="44260"/>
                  <a:pt x="498260" y="44452"/>
                  <a:pt x="498226" y="44622"/>
                </a:cubicBezTo>
                <a:cubicBezTo>
                  <a:pt x="498192" y="44791"/>
                  <a:pt x="498136" y="44944"/>
                  <a:pt x="498057" y="45080"/>
                </a:cubicBezTo>
                <a:cubicBezTo>
                  <a:pt x="497977" y="45215"/>
                  <a:pt x="497876" y="45345"/>
                  <a:pt x="497751" y="45470"/>
                </a:cubicBezTo>
                <a:cubicBezTo>
                  <a:pt x="497627" y="45594"/>
                  <a:pt x="497259" y="45798"/>
                  <a:pt x="496649" y="46080"/>
                </a:cubicBezTo>
                <a:cubicBezTo>
                  <a:pt x="496038" y="46363"/>
                  <a:pt x="495247" y="46640"/>
                  <a:pt x="494274" y="46911"/>
                </a:cubicBezTo>
                <a:cubicBezTo>
                  <a:pt x="493302" y="47183"/>
                  <a:pt x="492177" y="47426"/>
                  <a:pt x="490899" y="47641"/>
                </a:cubicBezTo>
                <a:cubicBezTo>
                  <a:pt x="489622" y="47855"/>
                  <a:pt x="488259" y="47963"/>
                  <a:pt x="486812" y="47963"/>
                </a:cubicBezTo>
                <a:cubicBezTo>
                  <a:pt x="484302" y="47963"/>
                  <a:pt x="482103" y="47612"/>
                  <a:pt x="480215" y="46910"/>
                </a:cubicBezTo>
                <a:cubicBezTo>
                  <a:pt x="478326" y="46209"/>
                  <a:pt x="476738" y="45167"/>
                  <a:pt x="475449" y="43786"/>
                </a:cubicBezTo>
                <a:cubicBezTo>
                  <a:pt x="474160" y="42406"/>
                  <a:pt x="473188" y="40674"/>
                  <a:pt x="472532" y="38591"/>
                </a:cubicBezTo>
                <a:cubicBezTo>
                  <a:pt x="471876" y="36509"/>
                  <a:pt x="471548" y="34087"/>
                  <a:pt x="471548" y="31325"/>
                </a:cubicBezTo>
                <a:cubicBezTo>
                  <a:pt x="471548" y="28699"/>
                  <a:pt x="471887" y="26339"/>
                  <a:pt x="472566" y="24245"/>
                </a:cubicBezTo>
                <a:cubicBezTo>
                  <a:pt x="473244" y="22152"/>
                  <a:pt x="474222" y="20375"/>
                  <a:pt x="475500" y="18915"/>
                </a:cubicBezTo>
                <a:cubicBezTo>
                  <a:pt x="476777" y="17455"/>
                  <a:pt x="478321" y="16334"/>
                  <a:pt x="480130" y="15553"/>
                </a:cubicBezTo>
                <a:cubicBezTo>
                  <a:pt x="481939" y="14773"/>
                  <a:pt x="483963" y="14382"/>
                  <a:pt x="486202" y="14382"/>
                </a:cubicBezTo>
                <a:cubicBezTo>
                  <a:pt x="488599" y="14382"/>
                  <a:pt x="490639" y="14766"/>
                  <a:pt x="492324" y="15535"/>
                </a:cubicBezTo>
                <a:cubicBezTo>
                  <a:pt x="494009" y="16304"/>
                  <a:pt x="495394" y="17339"/>
                  <a:pt x="496479" y="18639"/>
                </a:cubicBezTo>
                <a:cubicBezTo>
                  <a:pt x="497565" y="19939"/>
                  <a:pt x="498362" y="21466"/>
                  <a:pt x="498871" y="23218"/>
                </a:cubicBezTo>
                <a:cubicBezTo>
                  <a:pt x="499379" y="24971"/>
                  <a:pt x="499634" y="26842"/>
                  <a:pt x="499634" y="28832"/>
                </a:cubicBezTo>
                <a:lnTo>
                  <a:pt x="499634" y="29850"/>
                </a:lnTo>
                <a:moveTo>
                  <a:pt x="494003" y="28188"/>
                </a:moveTo>
                <a:cubicBezTo>
                  <a:pt x="494071" y="25248"/>
                  <a:pt x="493421" y="22941"/>
                  <a:pt x="492053" y="21268"/>
                </a:cubicBezTo>
                <a:cubicBezTo>
                  <a:pt x="490685" y="19594"/>
                  <a:pt x="488655" y="18758"/>
                  <a:pt x="485964" y="18758"/>
                </a:cubicBezTo>
                <a:cubicBezTo>
                  <a:pt x="484585" y="18758"/>
                  <a:pt x="483375" y="19018"/>
                  <a:pt x="482335" y="19538"/>
                </a:cubicBezTo>
                <a:cubicBezTo>
                  <a:pt x="481294" y="20058"/>
                  <a:pt x="480424" y="20748"/>
                  <a:pt x="479723" y="21607"/>
                </a:cubicBezTo>
                <a:cubicBezTo>
                  <a:pt x="479022" y="22466"/>
                  <a:pt x="478479" y="23467"/>
                  <a:pt x="478095" y="24609"/>
                </a:cubicBezTo>
                <a:cubicBezTo>
                  <a:pt x="477710" y="25751"/>
                  <a:pt x="477495" y="26944"/>
                  <a:pt x="477450" y="28188"/>
                </a:cubicBezTo>
                <a:lnTo>
                  <a:pt x="494003" y="28188"/>
                </a:lnTo>
                <a:close/>
                <a:moveTo>
                  <a:pt x="534606" y="46436"/>
                </a:moveTo>
                <a:cubicBezTo>
                  <a:pt x="534606" y="46617"/>
                  <a:pt x="534560" y="46770"/>
                  <a:pt x="534470" y="46894"/>
                </a:cubicBezTo>
                <a:cubicBezTo>
                  <a:pt x="534379" y="47019"/>
                  <a:pt x="534232" y="47126"/>
                  <a:pt x="534029" y="47217"/>
                </a:cubicBezTo>
                <a:cubicBezTo>
                  <a:pt x="533825" y="47307"/>
                  <a:pt x="533543" y="47375"/>
                  <a:pt x="533181" y="47420"/>
                </a:cubicBezTo>
                <a:cubicBezTo>
                  <a:pt x="532819" y="47465"/>
                  <a:pt x="532367" y="47488"/>
                  <a:pt x="531824" y="47488"/>
                </a:cubicBezTo>
                <a:cubicBezTo>
                  <a:pt x="531259" y="47488"/>
                  <a:pt x="530795" y="47465"/>
                  <a:pt x="530433" y="47420"/>
                </a:cubicBezTo>
                <a:cubicBezTo>
                  <a:pt x="530072" y="47375"/>
                  <a:pt x="529789" y="47307"/>
                  <a:pt x="529585" y="47217"/>
                </a:cubicBezTo>
                <a:cubicBezTo>
                  <a:pt x="529382" y="47126"/>
                  <a:pt x="529235" y="47019"/>
                  <a:pt x="529144" y="46894"/>
                </a:cubicBezTo>
                <a:cubicBezTo>
                  <a:pt x="529054" y="46770"/>
                  <a:pt x="529009" y="46617"/>
                  <a:pt x="529009" y="46436"/>
                </a:cubicBezTo>
                <a:lnTo>
                  <a:pt x="529009" y="28561"/>
                </a:lnTo>
                <a:cubicBezTo>
                  <a:pt x="529009" y="26819"/>
                  <a:pt x="528873" y="25417"/>
                  <a:pt x="528602" y="24355"/>
                </a:cubicBezTo>
                <a:cubicBezTo>
                  <a:pt x="528330" y="23292"/>
                  <a:pt x="527935" y="22376"/>
                  <a:pt x="527415" y="21607"/>
                </a:cubicBezTo>
                <a:cubicBezTo>
                  <a:pt x="526894" y="20838"/>
                  <a:pt x="526222" y="20250"/>
                  <a:pt x="525396" y="19843"/>
                </a:cubicBezTo>
                <a:cubicBezTo>
                  <a:pt x="524571" y="19436"/>
                  <a:pt x="523616" y="19233"/>
                  <a:pt x="522530" y="19233"/>
                </a:cubicBezTo>
                <a:cubicBezTo>
                  <a:pt x="521128" y="19233"/>
                  <a:pt x="519726" y="19730"/>
                  <a:pt x="518324" y="20725"/>
                </a:cubicBezTo>
                <a:cubicBezTo>
                  <a:pt x="516922" y="21720"/>
                  <a:pt x="515452" y="23179"/>
                  <a:pt x="513914" y="25101"/>
                </a:cubicBezTo>
                <a:lnTo>
                  <a:pt x="513914" y="46436"/>
                </a:lnTo>
                <a:cubicBezTo>
                  <a:pt x="513914" y="46617"/>
                  <a:pt x="513869" y="46770"/>
                  <a:pt x="513779" y="46894"/>
                </a:cubicBezTo>
                <a:cubicBezTo>
                  <a:pt x="513688" y="47019"/>
                  <a:pt x="513541" y="47126"/>
                  <a:pt x="513338" y="47217"/>
                </a:cubicBezTo>
                <a:cubicBezTo>
                  <a:pt x="513134" y="47307"/>
                  <a:pt x="512852" y="47375"/>
                  <a:pt x="512490" y="47420"/>
                </a:cubicBezTo>
                <a:cubicBezTo>
                  <a:pt x="512128" y="47465"/>
                  <a:pt x="511664" y="47488"/>
                  <a:pt x="511099" y="47488"/>
                </a:cubicBezTo>
                <a:cubicBezTo>
                  <a:pt x="510556" y="47488"/>
                  <a:pt x="510104" y="47465"/>
                  <a:pt x="509742" y="47420"/>
                </a:cubicBezTo>
                <a:cubicBezTo>
                  <a:pt x="509380" y="47375"/>
                  <a:pt x="509092" y="47307"/>
                  <a:pt x="508877" y="47217"/>
                </a:cubicBezTo>
                <a:cubicBezTo>
                  <a:pt x="508662" y="47126"/>
                  <a:pt x="508515" y="47019"/>
                  <a:pt x="508436" y="46894"/>
                </a:cubicBezTo>
                <a:cubicBezTo>
                  <a:pt x="508357" y="46770"/>
                  <a:pt x="508318" y="46617"/>
                  <a:pt x="508318" y="46436"/>
                </a:cubicBezTo>
                <a:lnTo>
                  <a:pt x="508318" y="15908"/>
                </a:lnTo>
                <a:cubicBezTo>
                  <a:pt x="508318" y="15728"/>
                  <a:pt x="508352" y="15575"/>
                  <a:pt x="508419" y="15451"/>
                </a:cubicBezTo>
                <a:cubicBezTo>
                  <a:pt x="508487" y="15326"/>
                  <a:pt x="508623" y="15213"/>
                  <a:pt x="508826" y="15111"/>
                </a:cubicBezTo>
                <a:cubicBezTo>
                  <a:pt x="509030" y="15010"/>
                  <a:pt x="509290" y="14942"/>
                  <a:pt x="509607" y="14908"/>
                </a:cubicBezTo>
                <a:cubicBezTo>
                  <a:pt x="509923" y="14874"/>
                  <a:pt x="510342" y="14857"/>
                  <a:pt x="510862" y="14857"/>
                </a:cubicBezTo>
                <a:cubicBezTo>
                  <a:pt x="511359" y="14857"/>
                  <a:pt x="511772" y="14874"/>
                  <a:pt x="512100" y="14908"/>
                </a:cubicBezTo>
                <a:cubicBezTo>
                  <a:pt x="512428" y="14942"/>
                  <a:pt x="512682" y="15010"/>
                  <a:pt x="512863" y="15111"/>
                </a:cubicBezTo>
                <a:cubicBezTo>
                  <a:pt x="513044" y="15213"/>
                  <a:pt x="513174" y="15326"/>
                  <a:pt x="513253" y="15451"/>
                </a:cubicBezTo>
                <a:cubicBezTo>
                  <a:pt x="513332" y="15575"/>
                  <a:pt x="513372" y="15728"/>
                  <a:pt x="513372" y="15908"/>
                </a:cubicBezTo>
                <a:lnTo>
                  <a:pt x="513372" y="19945"/>
                </a:lnTo>
                <a:cubicBezTo>
                  <a:pt x="515090" y="18023"/>
                  <a:pt x="516803" y="16615"/>
                  <a:pt x="518511" y="15722"/>
                </a:cubicBezTo>
                <a:cubicBezTo>
                  <a:pt x="520218" y="14829"/>
                  <a:pt x="521942" y="14382"/>
                  <a:pt x="523683" y="14382"/>
                </a:cubicBezTo>
                <a:cubicBezTo>
                  <a:pt x="525719" y="14382"/>
                  <a:pt x="527432" y="14727"/>
                  <a:pt x="528822" y="15417"/>
                </a:cubicBezTo>
                <a:cubicBezTo>
                  <a:pt x="530213" y="16106"/>
                  <a:pt x="531338" y="17028"/>
                  <a:pt x="532197" y="18181"/>
                </a:cubicBezTo>
                <a:cubicBezTo>
                  <a:pt x="533057" y="19334"/>
                  <a:pt x="533673" y="20686"/>
                  <a:pt x="534046" y="22235"/>
                </a:cubicBezTo>
                <a:cubicBezTo>
                  <a:pt x="534419" y="23784"/>
                  <a:pt x="534606" y="25644"/>
                  <a:pt x="534606" y="27814"/>
                </a:cubicBezTo>
                <a:lnTo>
                  <a:pt x="534606" y="46436"/>
                </a:lnTo>
                <a:close/>
                <a:moveTo>
                  <a:pt x="560316" y="44232"/>
                </a:moveTo>
                <a:cubicBezTo>
                  <a:pt x="560316" y="44887"/>
                  <a:pt x="560270" y="45408"/>
                  <a:pt x="560180" y="45792"/>
                </a:cubicBezTo>
                <a:cubicBezTo>
                  <a:pt x="560089" y="46176"/>
                  <a:pt x="559954" y="46459"/>
                  <a:pt x="559773" y="46640"/>
                </a:cubicBezTo>
                <a:cubicBezTo>
                  <a:pt x="559592" y="46821"/>
                  <a:pt x="559321" y="46990"/>
                  <a:pt x="558959" y="47149"/>
                </a:cubicBezTo>
                <a:cubicBezTo>
                  <a:pt x="558597" y="47307"/>
                  <a:pt x="558184" y="47437"/>
                  <a:pt x="557721" y="47539"/>
                </a:cubicBezTo>
                <a:cubicBezTo>
                  <a:pt x="557257" y="47641"/>
                  <a:pt x="556765" y="47725"/>
                  <a:pt x="556245" y="47793"/>
                </a:cubicBezTo>
                <a:cubicBezTo>
                  <a:pt x="555725" y="47861"/>
                  <a:pt x="555205" y="47895"/>
                  <a:pt x="554685" y="47895"/>
                </a:cubicBezTo>
                <a:cubicBezTo>
                  <a:pt x="553102" y="47895"/>
                  <a:pt x="551745" y="47685"/>
                  <a:pt x="550614" y="47266"/>
                </a:cubicBezTo>
                <a:cubicBezTo>
                  <a:pt x="549484" y="46847"/>
                  <a:pt x="548557" y="46212"/>
                  <a:pt x="547833" y="45362"/>
                </a:cubicBezTo>
                <a:cubicBezTo>
                  <a:pt x="547109" y="44511"/>
                  <a:pt x="546584" y="43435"/>
                  <a:pt x="546256" y="42132"/>
                </a:cubicBezTo>
                <a:cubicBezTo>
                  <a:pt x="545928" y="40829"/>
                  <a:pt x="545764" y="39293"/>
                  <a:pt x="545764" y="37525"/>
                </a:cubicBezTo>
                <a:lnTo>
                  <a:pt x="545764" y="19640"/>
                </a:lnTo>
                <a:lnTo>
                  <a:pt x="541490" y="19640"/>
                </a:lnTo>
                <a:cubicBezTo>
                  <a:pt x="541151" y="19640"/>
                  <a:pt x="540879" y="19459"/>
                  <a:pt x="540676" y="19097"/>
                </a:cubicBezTo>
                <a:cubicBezTo>
                  <a:pt x="540472" y="18735"/>
                  <a:pt x="540371" y="18147"/>
                  <a:pt x="540371" y="17333"/>
                </a:cubicBezTo>
                <a:cubicBezTo>
                  <a:pt x="540371" y="16903"/>
                  <a:pt x="540399" y="16542"/>
                  <a:pt x="540455" y="16248"/>
                </a:cubicBezTo>
                <a:cubicBezTo>
                  <a:pt x="540512" y="15954"/>
                  <a:pt x="540585" y="15711"/>
                  <a:pt x="540676" y="15518"/>
                </a:cubicBezTo>
                <a:cubicBezTo>
                  <a:pt x="540766" y="15326"/>
                  <a:pt x="540885" y="15190"/>
                  <a:pt x="541032" y="15111"/>
                </a:cubicBezTo>
                <a:cubicBezTo>
                  <a:pt x="541179" y="15032"/>
                  <a:pt x="541343" y="14993"/>
                  <a:pt x="541524" y="14993"/>
                </a:cubicBezTo>
                <a:lnTo>
                  <a:pt x="545764" y="14993"/>
                </a:lnTo>
                <a:lnTo>
                  <a:pt x="545764" y="7734"/>
                </a:lnTo>
                <a:cubicBezTo>
                  <a:pt x="545764" y="7575"/>
                  <a:pt x="545803" y="7428"/>
                  <a:pt x="545883" y="7293"/>
                </a:cubicBezTo>
                <a:cubicBezTo>
                  <a:pt x="545962" y="7157"/>
                  <a:pt x="546109" y="7038"/>
                  <a:pt x="546324" y="6937"/>
                </a:cubicBezTo>
                <a:cubicBezTo>
                  <a:pt x="546538" y="6835"/>
                  <a:pt x="546827" y="6761"/>
                  <a:pt x="547189" y="6716"/>
                </a:cubicBezTo>
                <a:cubicBezTo>
                  <a:pt x="547550" y="6671"/>
                  <a:pt x="548003" y="6648"/>
                  <a:pt x="548545" y="6648"/>
                </a:cubicBezTo>
                <a:cubicBezTo>
                  <a:pt x="549111" y="6648"/>
                  <a:pt x="549574" y="6671"/>
                  <a:pt x="549936" y="6716"/>
                </a:cubicBezTo>
                <a:cubicBezTo>
                  <a:pt x="550298" y="6761"/>
                  <a:pt x="550581" y="6835"/>
                  <a:pt x="550784" y="6937"/>
                </a:cubicBezTo>
                <a:cubicBezTo>
                  <a:pt x="550988" y="7038"/>
                  <a:pt x="551135" y="7157"/>
                  <a:pt x="551225" y="7293"/>
                </a:cubicBezTo>
                <a:cubicBezTo>
                  <a:pt x="551315" y="7428"/>
                  <a:pt x="551361" y="7575"/>
                  <a:pt x="551361" y="7734"/>
                </a:cubicBezTo>
                <a:lnTo>
                  <a:pt x="551361" y="14993"/>
                </a:lnTo>
                <a:lnTo>
                  <a:pt x="559196" y="14993"/>
                </a:lnTo>
                <a:cubicBezTo>
                  <a:pt x="559377" y="14993"/>
                  <a:pt x="559535" y="15032"/>
                  <a:pt x="559671" y="15111"/>
                </a:cubicBezTo>
                <a:cubicBezTo>
                  <a:pt x="559807" y="15190"/>
                  <a:pt x="559925" y="15326"/>
                  <a:pt x="560027" y="15518"/>
                </a:cubicBezTo>
                <a:cubicBezTo>
                  <a:pt x="560129" y="15711"/>
                  <a:pt x="560202" y="15954"/>
                  <a:pt x="560248" y="16248"/>
                </a:cubicBezTo>
                <a:cubicBezTo>
                  <a:pt x="560293" y="16542"/>
                  <a:pt x="560316" y="16903"/>
                  <a:pt x="560316" y="17333"/>
                </a:cubicBezTo>
                <a:cubicBezTo>
                  <a:pt x="560316" y="18147"/>
                  <a:pt x="560214" y="18735"/>
                  <a:pt x="560010" y="19097"/>
                </a:cubicBezTo>
                <a:cubicBezTo>
                  <a:pt x="559807" y="19459"/>
                  <a:pt x="559535" y="19640"/>
                  <a:pt x="559196" y="19640"/>
                </a:cubicBezTo>
                <a:lnTo>
                  <a:pt x="551361" y="19640"/>
                </a:lnTo>
                <a:lnTo>
                  <a:pt x="551361" y="36717"/>
                </a:lnTo>
                <a:cubicBezTo>
                  <a:pt x="551361" y="38826"/>
                  <a:pt x="551672" y="40419"/>
                  <a:pt x="552293" y="41497"/>
                </a:cubicBezTo>
                <a:cubicBezTo>
                  <a:pt x="552915" y="42574"/>
                  <a:pt x="554029" y="43112"/>
                  <a:pt x="555635" y="43112"/>
                </a:cubicBezTo>
                <a:cubicBezTo>
                  <a:pt x="556155" y="43112"/>
                  <a:pt x="556618" y="43061"/>
                  <a:pt x="557025" y="42960"/>
                </a:cubicBezTo>
                <a:cubicBezTo>
                  <a:pt x="557432" y="42858"/>
                  <a:pt x="557794" y="42750"/>
                  <a:pt x="558111" y="42637"/>
                </a:cubicBezTo>
                <a:cubicBezTo>
                  <a:pt x="558427" y="42524"/>
                  <a:pt x="558699" y="42417"/>
                  <a:pt x="558925" y="42315"/>
                </a:cubicBezTo>
                <a:cubicBezTo>
                  <a:pt x="559151" y="42213"/>
                  <a:pt x="559354" y="42163"/>
                  <a:pt x="559535" y="42163"/>
                </a:cubicBezTo>
                <a:cubicBezTo>
                  <a:pt x="559648" y="42163"/>
                  <a:pt x="559756" y="42191"/>
                  <a:pt x="559858" y="42247"/>
                </a:cubicBezTo>
                <a:cubicBezTo>
                  <a:pt x="559959" y="42304"/>
                  <a:pt x="560039" y="42411"/>
                  <a:pt x="560095" y="42570"/>
                </a:cubicBezTo>
                <a:cubicBezTo>
                  <a:pt x="560152" y="42728"/>
                  <a:pt x="560202" y="42943"/>
                  <a:pt x="560248" y="43214"/>
                </a:cubicBezTo>
                <a:cubicBezTo>
                  <a:pt x="560293" y="43485"/>
                  <a:pt x="560316" y="43825"/>
                  <a:pt x="560316" y="44232"/>
                </a:cubicBezTo>
                <a:close/>
                <a:moveTo>
                  <a:pt x="587225" y="38150"/>
                </a:moveTo>
                <a:cubicBezTo>
                  <a:pt x="587225" y="39712"/>
                  <a:pt x="586937" y="41104"/>
                  <a:pt x="586360" y="42327"/>
                </a:cubicBezTo>
                <a:cubicBezTo>
                  <a:pt x="585783" y="43549"/>
                  <a:pt x="584964" y="44579"/>
                  <a:pt x="583901" y="45417"/>
                </a:cubicBezTo>
                <a:cubicBezTo>
                  <a:pt x="582838" y="46254"/>
                  <a:pt x="581572" y="46888"/>
                  <a:pt x="580102" y="47317"/>
                </a:cubicBezTo>
                <a:cubicBezTo>
                  <a:pt x="578632" y="47748"/>
                  <a:pt x="577015" y="47963"/>
                  <a:pt x="575251" y="47963"/>
                </a:cubicBezTo>
                <a:cubicBezTo>
                  <a:pt x="574166" y="47963"/>
                  <a:pt x="573131" y="47878"/>
                  <a:pt x="572148" y="47708"/>
                </a:cubicBezTo>
                <a:cubicBezTo>
                  <a:pt x="571164" y="47539"/>
                  <a:pt x="570282" y="47324"/>
                  <a:pt x="569502" y="47064"/>
                </a:cubicBezTo>
                <a:cubicBezTo>
                  <a:pt x="568722" y="46804"/>
                  <a:pt x="568060" y="46533"/>
                  <a:pt x="567518" y="46250"/>
                </a:cubicBezTo>
                <a:cubicBezTo>
                  <a:pt x="566975" y="45967"/>
                  <a:pt x="566579" y="45713"/>
                  <a:pt x="566330" y="45487"/>
                </a:cubicBezTo>
                <a:cubicBezTo>
                  <a:pt x="566082" y="45261"/>
                  <a:pt x="565901" y="44944"/>
                  <a:pt x="565788" y="44537"/>
                </a:cubicBezTo>
                <a:cubicBezTo>
                  <a:pt x="565675" y="44130"/>
                  <a:pt x="565618" y="43576"/>
                  <a:pt x="565618" y="42875"/>
                </a:cubicBezTo>
                <a:cubicBezTo>
                  <a:pt x="565618" y="42445"/>
                  <a:pt x="565641" y="42083"/>
                  <a:pt x="565686" y="41789"/>
                </a:cubicBezTo>
                <a:cubicBezTo>
                  <a:pt x="565731" y="41495"/>
                  <a:pt x="565788" y="41258"/>
                  <a:pt x="565855" y="41077"/>
                </a:cubicBezTo>
                <a:cubicBezTo>
                  <a:pt x="565923" y="40896"/>
                  <a:pt x="566019" y="40766"/>
                  <a:pt x="566144" y="40687"/>
                </a:cubicBezTo>
                <a:cubicBezTo>
                  <a:pt x="566268" y="40608"/>
                  <a:pt x="566409" y="40568"/>
                  <a:pt x="566568" y="40568"/>
                </a:cubicBezTo>
                <a:cubicBezTo>
                  <a:pt x="566816" y="40568"/>
                  <a:pt x="567184" y="40721"/>
                  <a:pt x="567670" y="41026"/>
                </a:cubicBezTo>
                <a:cubicBezTo>
                  <a:pt x="568156" y="41331"/>
                  <a:pt x="568756" y="41665"/>
                  <a:pt x="569468" y="42027"/>
                </a:cubicBezTo>
                <a:cubicBezTo>
                  <a:pt x="570180" y="42389"/>
                  <a:pt x="571023" y="42722"/>
                  <a:pt x="571995" y="43027"/>
                </a:cubicBezTo>
                <a:cubicBezTo>
                  <a:pt x="572967" y="43333"/>
                  <a:pt x="574087" y="43485"/>
                  <a:pt x="575353" y="43485"/>
                </a:cubicBezTo>
                <a:cubicBezTo>
                  <a:pt x="576303" y="43485"/>
                  <a:pt x="577162" y="43384"/>
                  <a:pt x="577931" y="43180"/>
                </a:cubicBezTo>
                <a:cubicBezTo>
                  <a:pt x="578700" y="42976"/>
                  <a:pt x="579367" y="42676"/>
                  <a:pt x="579932" y="42279"/>
                </a:cubicBezTo>
                <a:cubicBezTo>
                  <a:pt x="580498" y="41883"/>
                  <a:pt x="580933" y="41378"/>
                  <a:pt x="581238" y="40767"/>
                </a:cubicBezTo>
                <a:cubicBezTo>
                  <a:pt x="581543" y="40155"/>
                  <a:pt x="581696" y="39430"/>
                  <a:pt x="581696" y="38591"/>
                </a:cubicBezTo>
                <a:cubicBezTo>
                  <a:pt x="581696" y="37731"/>
                  <a:pt x="581476" y="37007"/>
                  <a:pt x="581035" y="36418"/>
                </a:cubicBezTo>
                <a:cubicBezTo>
                  <a:pt x="580594" y="35830"/>
                  <a:pt x="580011" y="35309"/>
                  <a:pt x="579288" y="34857"/>
                </a:cubicBezTo>
                <a:cubicBezTo>
                  <a:pt x="578564" y="34404"/>
                  <a:pt x="577750" y="34002"/>
                  <a:pt x="576846" y="33652"/>
                </a:cubicBezTo>
                <a:cubicBezTo>
                  <a:pt x="575941" y="33301"/>
                  <a:pt x="575008" y="32933"/>
                  <a:pt x="574047" y="32548"/>
                </a:cubicBezTo>
                <a:cubicBezTo>
                  <a:pt x="573086" y="32163"/>
                  <a:pt x="572148" y="31727"/>
                  <a:pt x="571232" y="31240"/>
                </a:cubicBezTo>
                <a:cubicBezTo>
                  <a:pt x="570316" y="30753"/>
                  <a:pt x="569496" y="30159"/>
                  <a:pt x="568773" y="29457"/>
                </a:cubicBezTo>
                <a:cubicBezTo>
                  <a:pt x="568049" y="28756"/>
                  <a:pt x="567467" y="27918"/>
                  <a:pt x="567026" y="26945"/>
                </a:cubicBezTo>
                <a:cubicBezTo>
                  <a:pt x="566585" y="25972"/>
                  <a:pt x="566364" y="24806"/>
                  <a:pt x="566364" y="23448"/>
                </a:cubicBezTo>
                <a:cubicBezTo>
                  <a:pt x="566364" y="22248"/>
                  <a:pt x="566596" y="21100"/>
                  <a:pt x="567060" y="20002"/>
                </a:cubicBezTo>
                <a:cubicBezTo>
                  <a:pt x="567523" y="18904"/>
                  <a:pt x="568219" y="17942"/>
                  <a:pt x="569146" y="17116"/>
                </a:cubicBezTo>
                <a:cubicBezTo>
                  <a:pt x="570073" y="16289"/>
                  <a:pt x="571232" y="15627"/>
                  <a:pt x="572622" y="15129"/>
                </a:cubicBezTo>
                <a:cubicBezTo>
                  <a:pt x="574013" y="14631"/>
                  <a:pt x="575636" y="14382"/>
                  <a:pt x="577490" y="14382"/>
                </a:cubicBezTo>
                <a:cubicBezTo>
                  <a:pt x="578304" y="14382"/>
                  <a:pt x="579118" y="14451"/>
                  <a:pt x="579932" y="14589"/>
                </a:cubicBezTo>
                <a:cubicBezTo>
                  <a:pt x="580746" y="14727"/>
                  <a:pt x="581481" y="14899"/>
                  <a:pt x="582137" y="15105"/>
                </a:cubicBezTo>
                <a:cubicBezTo>
                  <a:pt x="582793" y="15311"/>
                  <a:pt x="583352" y="15535"/>
                  <a:pt x="583816" y="15776"/>
                </a:cubicBezTo>
                <a:cubicBezTo>
                  <a:pt x="584280" y="16017"/>
                  <a:pt x="584630" y="16229"/>
                  <a:pt x="584868" y="16413"/>
                </a:cubicBezTo>
                <a:cubicBezTo>
                  <a:pt x="585105" y="16597"/>
                  <a:pt x="585263" y="16756"/>
                  <a:pt x="585342" y="16892"/>
                </a:cubicBezTo>
                <a:cubicBezTo>
                  <a:pt x="585422" y="17028"/>
                  <a:pt x="585478" y="17180"/>
                  <a:pt x="585512" y="17350"/>
                </a:cubicBezTo>
                <a:cubicBezTo>
                  <a:pt x="585546" y="17520"/>
                  <a:pt x="585580" y="17729"/>
                  <a:pt x="585614" y="17978"/>
                </a:cubicBezTo>
                <a:cubicBezTo>
                  <a:pt x="585648" y="18226"/>
                  <a:pt x="585665" y="18532"/>
                  <a:pt x="585665" y="18893"/>
                </a:cubicBezTo>
                <a:cubicBezTo>
                  <a:pt x="585665" y="19278"/>
                  <a:pt x="585648" y="19611"/>
                  <a:pt x="585614" y="19894"/>
                </a:cubicBezTo>
                <a:cubicBezTo>
                  <a:pt x="585580" y="20177"/>
                  <a:pt x="585523" y="20409"/>
                  <a:pt x="585444" y="20589"/>
                </a:cubicBezTo>
                <a:cubicBezTo>
                  <a:pt x="585365" y="20770"/>
                  <a:pt x="585269" y="20900"/>
                  <a:pt x="585156" y="20980"/>
                </a:cubicBezTo>
                <a:cubicBezTo>
                  <a:pt x="585043" y="21059"/>
                  <a:pt x="584918" y="21098"/>
                  <a:pt x="584783" y="21098"/>
                </a:cubicBezTo>
                <a:cubicBezTo>
                  <a:pt x="584579" y="21098"/>
                  <a:pt x="584285" y="20972"/>
                  <a:pt x="583901" y="20720"/>
                </a:cubicBezTo>
                <a:cubicBezTo>
                  <a:pt x="583516" y="20468"/>
                  <a:pt x="583019" y="20198"/>
                  <a:pt x="582408" y="19911"/>
                </a:cubicBezTo>
                <a:cubicBezTo>
                  <a:pt x="581798" y="19624"/>
                  <a:pt x="581080" y="19355"/>
                  <a:pt x="580254" y="19102"/>
                </a:cubicBezTo>
                <a:cubicBezTo>
                  <a:pt x="579429" y="18850"/>
                  <a:pt x="578485" y="18724"/>
                  <a:pt x="577422" y="18724"/>
                </a:cubicBezTo>
                <a:cubicBezTo>
                  <a:pt x="576472" y="18724"/>
                  <a:pt x="575636" y="18832"/>
                  <a:pt x="574912" y="19047"/>
                </a:cubicBezTo>
                <a:cubicBezTo>
                  <a:pt x="574188" y="19262"/>
                  <a:pt x="573595" y="19568"/>
                  <a:pt x="573131" y="19964"/>
                </a:cubicBezTo>
                <a:cubicBezTo>
                  <a:pt x="572668" y="20360"/>
                  <a:pt x="572317" y="20831"/>
                  <a:pt x="572080" y="21375"/>
                </a:cubicBezTo>
                <a:cubicBezTo>
                  <a:pt x="571842" y="21918"/>
                  <a:pt x="571724" y="22507"/>
                  <a:pt x="571724" y="23142"/>
                </a:cubicBezTo>
                <a:cubicBezTo>
                  <a:pt x="571724" y="24025"/>
                  <a:pt x="571950" y="24766"/>
                  <a:pt x="572402" y="25366"/>
                </a:cubicBezTo>
                <a:cubicBezTo>
                  <a:pt x="572854" y="25966"/>
                  <a:pt x="573442" y="26492"/>
                  <a:pt x="574166" y="26945"/>
                </a:cubicBezTo>
                <a:cubicBezTo>
                  <a:pt x="574889" y="27397"/>
                  <a:pt x="575715" y="27805"/>
                  <a:pt x="576642" y="28167"/>
                </a:cubicBezTo>
                <a:cubicBezTo>
                  <a:pt x="577569" y="28529"/>
                  <a:pt x="578513" y="28903"/>
                  <a:pt x="579474" y="29288"/>
                </a:cubicBezTo>
                <a:cubicBezTo>
                  <a:pt x="580435" y="29672"/>
                  <a:pt x="581385" y="30102"/>
                  <a:pt x="582324" y="30578"/>
                </a:cubicBezTo>
                <a:cubicBezTo>
                  <a:pt x="583262" y="31053"/>
                  <a:pt x="584093" y="31631"/>
                  <a:pt x="584817" y="32310"/>
                </a:cubicBezTo>
                <a:cubicBezTo>
                  <a:pt x="585540" y="32989"/>
                  <a:pt x="586123" y="33804"/>
                  <a:pt x="586564" y="34755"/>
                </a:cubicBezTo>
                <a:cubicBezTo>
                  <a:pt x="587005" y="35706"/>
                  <a:pt x="587225" y="36837"/>
                  <a:pt x="587225" y="38150"/>
                </a:cubicBezTo>
                <a:close/>
                <a:moveTo>
                  <a:pt x="625615" y="44232"/>
                </a:moveTo>
                <a:cubicBezTo>
                  <a:pt x="625615" y="44887"/>
                  <a:pt x="625570" y="45408"/>
                  <a:pt x="625479" y="45792"/>
                </a:cubicBezTo>
                <a:cubicBezTo>
                  <a:pt x="625389" y="46176"/>
                  <a:pt x="625253" y="46459"/>
                  <a:pt x="625072" y="46640"/>
                </a:cubicBezTo>
                <a:cubicBezTo>
                  <a:pt x="624892" y="46821"/>
                  <a:pt x="624620" y="46990"/>
                  <a:pt x="624258" y="47149"/>
                </a:cubicBezTo>
                <a:cubicBezTo>
                  <a:pt x="623897" y="47307"/>
                  <a:pt x="623484" y="47437"/>
                  <a:pt x="623020" y="47539"/>
                </a:cubicBezTo>
                <a:cubicBezTo>
                  <a:pt x="622557" y="47641"/>
                  <a:pt x="622065" y="47725"/>
                  <a:pt x="621545" y="47793"/>
                </a:cubicBezTo>
                <a:cubicBezTo>
                  <a:pt x="621025" y="47861"/>
                  <a:pt x="620505" y="47895"/>
                  <a:pt x="619984" y="47895"/>
                </a:cubicBezTo>
                <a:cubicBezTo>
                  <a:pt x="618401" y="47895"/>
                  <a:pt x="617045" y="47685"/>
                  <a:pt x="615914" y="47266"/>
                </a:cubicBezTo>
                <a:cubicBezTo>
                  <a:pt x="614783" y="46847"/>
                  <a:pt x="613856" y="46212"/>
                  <a:pt x="613133" y="45362"/>
                </a:cubicBezTo>
                <a:cubicBezTo>
                  <a:pt x="612409" y="44511"/>
                  <a:pt x="611883" y="43435"/>
                  <a:pt x="611555" y="42132"/>
                </a:cubicBezTo>
                <a:cubicBezTo>
                  <a:pt x="611227" y="40829"/>
                  <a:pt x="611063" y="39293"/>
                  <a:pt x="611063" y="37525"/>
                </a:cubicBezTo>
                <a:lnTo>
                  <a:pt x="611063" y="19640"/>
                </a:lnTo>
                <a:lnTo>
                  <a:pt x="606790" y="19640"/>
                </a:lnTo>
                <a:cubicBezTo>
                  <a:pt x="606450" y="19640"/>
                  <a:pt x="606179" y="19459"/>
                  <a:pt x="605975" y="19097"/>
                </a:cubicBezTo>
                <a:cubicBezTo>
                  <a:pt x="605772" y="18735"/>
                  <a:pt x="605670" y="18147"/>
                  <a:pt x="605670" y="17333"/>
                </a:cubicBezTo>
                <a:cubicBezTo>
                  <a:pt x="605670" y="16903"/>
                  <a:pt x="605698" y="16542"/>
                  <a:pt x="605755" y="16248"/>
                </a:cubicBezTo>
                <a:cubicBezTo>
                  <a:pt x="605812" y="15954"/>
                  <a:pt x="605885" y="15711"/>
                  <a:pt x="605975" y="15518"/>
                </a:cubicBezTo>
                <a:cubicBezTo>
                  <a:pt x="606066" y="15326"/>
                  <a:pt x="606185" y="15190"/>
                  <a:pt x="606332" y="15111"/>
                </a:cubicBezTo>
                <a:cubicBezTo>
                  <a:pt x="606479" y="15032"/>
                  <a:pt x="606643" y="14993"/>
                  <a:pt x="606823" y="14993"/>
                </a:cubicBezTo>
                <a:lnTo>
                  <a:pt x="611063" y="14993"/>
                </a:lnTo>
                <a:lnTo>
                  <a:pt x="611063" y="7734"/>
                </a:lnTo>
                <a:cubicBezTo>
                  <a:pt x="611063" y="7575"/>
                  <a:pt x="611103" y="7428"/>
                  <a:pt x="611182" y="7293"/>
                </a:cubicBezTo>
                <a:cubicBezTo>
                  <a:pt x="611261" y="7157"/>
                  <a:pt x="611408" y="7038"/>
                  <a:pt x="611623" y="6937"/>
                </a:cubicBezTo>
                <a:cubicBezTo>
                  <a:pt x="611838" y="6835"/>
                  <a:pt x="612126" y="6761"/>
                  <a:pt x="612488" y="6716"/>
                </a:cubicBezTo>
                <a:cubicBezTo>
                  <a:pt x="612850" y="6671"/>
                  <a:pt x="613302" y="6648"/>
                  <a:pt x="613845" y="6648"/>
                </a:cubicBezTo>
                <a:cubicBezTo>
                  <a:pt x="614410" y="6648"/>
                  <a:pt x="614874" y="6671"/>
                  <a:pt x="615236" y="6716"/>
                </a:cubicBezTo>
                <a:cubicBezTo>
                  <a:pt x="615597" y="6761"/>
                  <a:pt x="615880" y="6835"/>
                  <a:pt x="616084" y="6937"/>
                </a:cubicBezTo>
                <a:cubicBezTo>
                  <a:pt x="616287" y="7038"/>
                  <a:pt x="616434" y="7157"/>
                  <a:pt x="616525" y="7293"/>
                </a:cubicBezTo>
                <a:cubicBezTo>
                  <a:pt x="616615" y="7428"/>
                  <a:pt x="616660" y="7575"/>
                  <a:pt x="616660" y="7734"/>
                </a:cubicBezTo>
                <a:lnTo>
                  <a:pt x="616660" y="14993"/>
                </a:lnTo>
                <a:lnTo>
                  <a:pt x="624496" y="14993"/>
                </a:lnTo>
                <a:cubicBezTo>
                  <a:pt x="624677" y="14993"/>
                  <a:pt x="624835" y="15032"/>
                  <a:pt x="624971" y="15111"/>
                </a:cubicBezTo>
                <a:cubicBezTo>
                  <a:pt x="625106" y="15190"/>
                  <a:pt x="625225" y="15326"/>
                  <a:pt x="625327" y="15518"/>
                </a:cubicBezTo>
                <a:cubicBezTo>
                  <a:pt x="625429" y="15711"/>
                  <a:pt x="625502" y="15954"/>
                  <a:pt x="625547" y="16248"/>
                </a:cubicBezTo>
                <a:cubicBezTo>
                  <a:pt x="625593" y="16542"/>
                  <a:pt x="625615" y="16903"/>
                  <a:pt x="625615" y="17333"/>
                </a:cubicBezTo>
                <a:cubicBezTo>
                  <a:pt x="625615" y="18147"/>
                  <a:pt x="625513" y="18735"/>
                  <a:pt x="625310" y="19097"/>
                </a:cubicBezTo>
                <a:cubicBezTo>
                  <a:pt x="625106" y="19459"/>
                  <a:pt x="624835" y="19640"/>
                  <a:pt x="624496" y="19640"/>
                </a:cubicBezTo>
                <a:lnTo>
                  <a:pt x="616660" y="19640"/>
                </a:lnTo>
                <a:lnTo>
                  <a:pt x="616660" y="36717"/>
                </a:lnTo>
                <a:cubicBezTo>
                  <a:pt x="616660" y="38826"/>
                  <a:pt x="616971" y="40419"/>
                  <a:pt x="617593" y="41497"/>
                </a:cubicBezTo>
                <a:cubicBezTo>
                  <a:pt x="618215" y="42574"/>
                  <a:pt x="619329" y="43112"/>
                  <a:pt x="620934" y="43112"/>
                </a:cubicBezTo>
                <a:cubicBezTo>
                  <a:pt x="621454" y="43112"/>
                  <a:pt x="621918" y="43061"/>
                  <a:pt x="622325" y="42960"/>
                </a:cubicBezTo>
                <a:cubicBezTo>
                  <a:pt x="622732" y="42858"/>
                  <a:pt x="623094" y="42750"/>
                  <a:pt x="623410" y="42637"/>
                </a:cubicBezTo>
                <a:cubicBezTo>
                  <a:pt x="623727" y="42524"/>
                  <a:pt x="623998" y="42417"/>
                  <a:pt x="624224" y="42315"/>
                </a:cubicBezTo>
                <a:cubicBezTo>
                  <a:pt x="624451" y="42213"/>
                  <a:pt x="624654" y="42163"/>
                  <a:pt x="624835" y="42163"/>
                </a:cubicBezTo>
                <a:cubicBezTo>
                  <a:pt x="624948" y="42163"/>
                  <a:pt x="625055" y="42191"/>
                  <a:pt x="625157" y="42247"/>
                </a:cubicBezTo>
                <a:cubicBezTo>
                  <a:pt x="625259" y="42304"/>
                  <a:pt x="625338" y="42411"/>
                  <a:pt x="625395" y="42570"/>
                </a:cubicBezTo>
                <a:cubicBezTo>
                  <a:pt x="625451" y="42728"/>
                  <a:pt x="625502" y="42943"/>
                  <a:pt x="625547" y="43214"/>
                </a:cubicBezTo>
                <a:cubicBezTo>
                  <a:pt x="625593" y="43485"/>
                  <a:pt x="625615" y="43825"/>
                  <a:pt x="625615" y="44232"/>
                </a:cubicBezTo>
                <a:close/>
                <a:moveTo>
                  <a:pt x="659648" y="46436"/>
                </a:moveTo>
                <a:cubicBezTo>
                  <a:pt x="659648" y="46617"/>
                  <a:pt x="659603" y="46770"/>
                  <a:pt x="659512" y="46894"/>
                </a:cubicBezTo>
                <a:cubicBezTo>
                  <a:pt x="659422" y="47019"/>
                  <a:pt x="659275" y="47126"/>
                  <a:pt x="659071" y="47217"/>
                </a:cubicBezTo>
                <a:cubicBezTo>
                  <a:pt x="658868" y="47307"/>
                  <a:pt x="658585" y="47375"/>
                  <a:pt x="658223" y="47420"/>
                </a:cubicBezTo>
                <a:cubicBezTo>
                  <a:pt x="657861" y="47465"/>
                  <a:pt x="657409" y="47488"/>
                  <a:pt x="656866" y="47488"/>
                </a:cubicBezTo>
                <a:cubicBezTo>
                  <a:pt x="656301" y="47488"/>
                  <a:pt x="655837" y="47465"/>
                  <a:pt x="655476" y="47420"/>
                </a:cubicBezTo>
                <a:cubicBezTo>
                  <a:pt x="655114" y="47375"/>
                  <a:pt x="654831" y="47307"/>
                  <a:pt x="654628" y="47217"/>
                </a:cubicBezTo>
                <a:cubicBezTo>
                  <a:pt x="654424" y="47126"/>
                  <a:pt x="654277" y="47019"/>
                  <a:pt x="654187" y="46894"/>
                </a:cubicBezTo>
                <a:cubicBezTo>
                  <a:pt x="654096" y="46770"/>
                  <a:pt x="654051" y="46617"/>
                  <a:pt x="654051" y="46436"/>
                </a:cubicBezTo>
                <a:lnTo>
                  <a:pt x="654051" y="28561"/>
                </a:lnTo>
                <a:cubicBezTo>
                  <a:pt x="654051" y="26819"/>
                  <a:pt x="653915" y="25417"/>
                  <a:pt x="653644" y="24355"/>
                </a:cubicBezTo>
                <a:cubicBezTo>
                  <a:pt x="653373" y="23292"/>
                  <a:pt x="652977" y="22376"/>
                  <a:pt x="652457" y="21607"/>
                </a:cubicBezTo>
                <a:cubicBezTo>
                  <a:pt x="651937" y="20838"/>
                  <a:pt x="651264" y="20250"/>
                  <a:pt x="650439" y="19843"/>
                </a:cubicBezTo>
                <a:cubicBezTo>
                  <a:pt x="649613" y="19436"/>
                  <a:pt x="648658" y="19233"/>
                  <a:pt x="647572" y="19233"/>
                </a:cubicBezTo>
                <a:cubicBezTo>
                  <a:pt x="646170" y="19233"/>
                  <a:pt x="644768" y="19730"/>
                  <a:pt x="643366" y="20725"/>
                </a:cubicBezTo>
                <a:cubicBezTo>
                  <a:pt x="641964" y="21720"/>
                  <a:pt x="640494" y="23179"/>
                  <a:pt x="638957" y="25101"/>
                </a:cubicBezTo>
                <a:lnTo>
                  <a:pt x="638957" y="46436"/>
                </a:lnTo>
                <a:cubicBezTo>
                  <a:pt x="638957" y="46617"/>
                  <a:pt x="638911" y="46770"/>
                  <a:pt x="638821" y="46894"/>
                </a:cubicBezTo>
                <a:cubicBezTo>
                  <a:pt x="638730" y="47019"/>
                  <a:pt x="638583" y="47126"/>
                  <a:pt x="638380" y="47217"/>
                </a:cubicBezTo>
                <a:cubicBezTo>
                  <a:pt x="638176" y="47307"/>
                  <a:pt x="637894" y="47375"/>
                  <a:pt x="637532" y="47420"/>
                </a:cubicBezTo>
                <a:cubicBezTo>
                  <a:pt x="637170" y="47465"/>
                  <a:pt x="636707" y="47488"/>
                  <a:pt x="636141" y="47488"/>
                </a:cubicBezTo>
                <a:cubicBezTo>
                  <a:pt x="635599" y="47488"/>
                  <a:pt x="635146" y="47465"/>
                  <a:pt x="634784" y="47420"/>
                </a:cubicBezTo>
                <a:cubicBezTo>
                  <a:pt x="634423" y="47375"/>
                  <a:pt x="634134" y="47307"/>
                  <a:pt x="633919" y="47217"/>
                </a:cubicBezTo>
                <a:cubicBezTo>
                  <a:pt x="633705" y="47126"/>
                  <a:pt x="633558" y="47019"/>
                  <a:pt x="633479" y="46894"/>
                </a:cubicBezTo>
                <a:cubicBezTo>
                  <a:pt x="633399" y="46769"/>
                  <a:pt x="633360" y="46616"/>
                  <a:pt x="633360" y="46435"/>
                </a:cubicBezTo>
                <a:lnTo>
                  <a:pt x="633360" y="1087"/>
                </a:lnTo>
                <a:cubicBezTo>
                  <a:pt x="633360" y="906"/>
                  <a:pt x="633399" y="747"/>
                  <a:pt x="633479" y="612"/>
                </a:cubicBezTo>
                <a:cubicBezTo>
                  <a:pt x="633558" y="475"/>
                  <a:pt x="633705" y="362"/>
                  <a:pt x="633919" y="271"/>
                </a:cubicBezTo>
                <a:cubicBezTo>
                  <a:pt x="634134" y="181"/>
                  <a:pt x="634423" y="113"/>
                  <a:pt x="634784" y="68"/>
                </a:cubicBezTo>
                <a:cubicBezTo>
                  <a:pt x="635146" y="23"/>
                  <a:pt x="635599" y="0"/>
                  <a:pt x="636141" y="0"/>
                </a:cubicBezTo>
                <a:cubicBezTo>
                  <a:pt x="636707" y="0"/>
                  <a:pt x="637170" y="23"/>
                  <a:pt x="637532" y="68"/>
                </a:cubicBezTo>
                <a:cubicBezTo>
                  <a:pt x="637894" y="113"/>
                  <a:pt x="638176" y="181"/>
                  <a:pt x="638380" y="272"/>
                </a:cubicBezTo>
                <a:cubicBezTo>
                  <a:pt x="638583" y="363"/>
                  <a:pt x="638730" y="476"/>
                  <a:pt x="638821" y="612"/>
                </a:cubicBezTo>
                <a:cubicBezTo>
                  <a:pt x="638911" y="747"/>
                  <a:pt x="638957" y="906"/>
                  <a:pt x="638957" y="1088"/>
                </a:cubicBezTo>
                <a:lnTo>
                  <a:pt x="638957" y="19402"/>
                </a:lnTo>
                <a:cubicBezTo>
                  <a:pt x="640562" y="17706"/>
                  <a:pt x="642179" y="16446"/>
                  <a:pt x="643807" y="15620"/>
                </a:cubicBezTo>
                <a:cubicBezTo>
                  <a:pt x="645435" y="14795"/>
                  <a:pt x="647075" y="14382"/>
                  <a:pt x="648726" y="14382"/>
                </a:cubicBezTo>
                <a:cubicBezTo>
                  <a:pt x="650761" y="14382"/>
                  <a:pt x="652474" y="14727"/>
                  <a:pt x="653864" y="15417"/>
                </a:cubicBezTo>
                <a:cubicBezTo>
                  <a:pt x="655255" y="16106"/>
                  <a:pt x="656380" y="17028"/>
                  <a:pt x="657239" y="18181"/>
                </a:cubicBezTo>
                <a:cubicBezTo>
                  <a:pt x="658099" y="19334"/>
                  <a:pt x="658715" y="20686"/>
                  <a:pt x="659088" y="22235"/>
                </a:cubicBezTo>
                <a:cubicBezTo>
                  <a:pt x="659461" y="23784"/>
                  <a:pt x="659648" y="25655"/>
                  <a:pt x="659648" y="27848"/>
                </a:cubicBezTo>
                <a:lnTo>
                  <a:pt x="659648" y="46436"/>
                </a:lnTo>
                <a:close/>
                <a:moveTo>
                  <a:pt x="693176" y="46470"/>
                </a:moveTo>
                <a:cubicBezTo>
                  <a:pt x="693176" y="46742"/>
                  <a:pt x="693085" y="46945"/>
                  <a:pt x="692904" y="47081"/>
                </a:cubicBezTo>
                <a:cubicBezTo>
                  <a:pt x="692723" y="47217"/>
                  <a:pt x="692475" y="47318"/>
                  <a:pt x="692158" y="47386"/>
                </a:cubicBezTo>
                <a:cubicBezTo>
                  <a:pt x="691841" y="47454"/>
                  <a:pt x="691378" y="47488"/>
                  <a:pt x="690767" y="47488"/>
                </a:cubicBezTo>
                <a:cubicBezTo>
                  <a:pt x="690179" y="47488"/>
                  <a:pt x="689710" y="47454"/>
                  <a:pt x="689360" y="47386"/>
                </a:cubicBezTo>
                <a:cubicBezTo>
                  <a:pt x="689009" y="47318"/>
                  <a:pt x="688755" y="47217"/>
                  <a:pt x="688596" y="47081"/>
                </a:cubicBezTo>
                <a:cubicBezTo>
                  <a:pt x="688438" y="46945"/>
                  <a:pt x="688359" y="46742"/>
                  <a:pt x="688359" y="46470"/>
                </a:cubicBezTo>
                <a:lnTo>
                  <a:pt x="688359" y="43418"/>
                </a:lnTo>
                <a:cubicBezTo>
                  <a:pt x="687025" y="44842"/>
                  <a:pt x="685538" y="45956"/>
                  <a:pt x="683898" y="46759"/>
                </a:cubicBezTo>
                <a:cubicBezTo>
                  <a:pt x="682259" y="47561"/>
                  <a:pt x="680523" y="47963"/>
                  <a:pt x="678692" y="47963"/>
                </a:cubicBezTo>
                <a:cubicBezTo>
                  <a:pt x="677086" y="47963"/>
                  <a:pt x="675633" y="47753"/>
                  <a:pt x="674333" y="47333"/>
                </a:cubicBezTo>
                <a:cubicBezTo>
                  <a:pt x="673033" y="46913"/>
                  <a:pt x="671925" y="46306"/>
                  <a:pt x="671009" y="45512"/>
                </a:cubicBezTo>
                <a:cubicBezTo>
                  <a:pt x="670093" y="44718"/>
                  <a:pt x="669381" y="43742"/>
                  <a:pt x="668872" y="42585"/>
                </a:cubicBezTo>
                <a:cubicBezTo>
                  <a:pt x="668363" y="41428"/>
                  <a:pt x="668109" y="40111"/>
                  <a:pt x="668109" y="38636"/>
                </a:cubicBezTo>
                <a:cubicBezTo>
                  <a:pt x="668109" y="36912"/>
                  <a:pt x="668459" y="35414"/>
                  <a:pt x="669160" y="34144"/>
                </a:cubicBezTo>
                <a:cubicBezTo>
                  <a:pt x="669861" y="32872"/>
                  <a:pt x="670868" y="31817"/>
                  <a:pt x="672179" y="30977"/>
                </a:cubicBezTo>
                <a:cubicBezTo>
                  <a:pt x="673491" y="30138"/>
                  <a:pt x="675096" y="29508"/>
                  <a:pt x="676996" y="29089"/>
                </a:cubicBezTo>
                <a:cubicBezTo>
                  <a:pt x="678895" y="28669"/>
                  <a:pt x="681032" y="28459"/>
                  <a:pt x="683407" y="28459"/>
                </a:cubicBezTo>
                <a:lnTo>
                  <a:pt x="687613" y="28459"/>
                </a:lnTo>
                <a:lnTo>
                  <a:pt x="687613" y="26093"/>
                </a:lnTo>
                <a:cubicBezTo>
                  <a:pt x="687613" y="24921"/>
                  <a:pt x="687488" y="23885"/>
                  <a:pt x="687240" y="22984"/>
                </a:cubicBezTo>
                <a:cubicBezTo>
                  <a:pt x="686991" y="22082"/>
                  <a:pt x="686589" y="21333"/>
                  <a:pt x="686035" y="20736"/>
                </a:cubicBezTo>
                <a:cubicBezTo>
                  <a:pt x="685481" y="20139"/>
                  <a:pt x="684763" y="19688"/>
                  <a:pt x="683882" y="19384"/>
                </a:cubicBezTo>
                <a:cubicBezTo>
                  <a:pt x="683000" y="19080"/>
                  <a:pt x="681914" y="18927"/>
                  <a:pt x="680625" y="18927"/>
                </a:cubicBezTo>
                <a:cubicBezTo>
                  <a:pt x="679246" y="18927"/>
                  <a:pt x="678008" y="19090"/>
                  <a:pt x="676911" y="19414"/>
                </a:cubicBezTo>
                <a:cubicBezTo>
                  <a:pt x="675814" y="19738"/>
                  <a:pt x="674853" y="20096"/>
                  <a:pt x="674028" y="20488"/>
                </a:cubicBezTo>
                <a:cubicBezTo>
                  <a:pt x="673202" y="20879"/>
                  <a:pt x="672513" y="21237"/>
                  <a:pt x="671959" y="21561"/>
                </a:cubicBezTo>
                <a:cubicBezTo>
                  <a:pt x="671405" y="21886"/>
                  <a:pt x="670992" y="22048"/>
                  <a:pt x="670721" y="22048"/>
                </a:cubicBezTo>
                <a:cubicBezTo>
                  <a:pt x="670540" y="22048"/>
                  <a:pt x="670381" y="22003"/>
                  <a:pt x="670246" y="21912"/>
                </a:cubicBezTo>
                <a:cubicBezTo>
                  <a:pt x="670110" y="21822"/>
                  <a:pt x="669991" y="21686"/>
                  <a:pt x="669890" y="21505"/>
                </a:cubicBezTo>
                <a:cubicBezTo>
                  <a:pt x="669788" y="21324"/>
                  <a:pt x="669714" y="21093"/>
                  <a:pt x="669669" y="20810"/>
                </a:cubicBezTo>
                <a:cubicBezTo>
                  <a:pt x="669624" y="20527"/>
                  <a:pt x="669601" y="20216"/>
                  <a:pt x="669601" y="19877"/>
                </a:cubicBezTo>
                <a:cubicBezTo>
                  <a:pt x="669601" y="19312"/>
                  <a:pt x="669641" y="18865"/>
                  <a:pt x="669720" y="18537"/>
                </a:cubicBezTo>
                <a:cubicBezTo>
                  <a:pt x="669799" y="18209"/>
                  <a:pt x="669991" y="17898"/>
                  <a:pt x="670297" y="17604"/>
                </a:cubicBezTo>
                <a:cubicBezTo>
                  <a:pt x="670602" y="17310"/>
                  <a:pt x="671128" y="16968"/>
                  <a:pt x="671874" y="16577"/>
                </a:cubicBezTo>
                <a:cubicBezTo>
                  <a:pt x="672620" y="16186"/>
                  <a:pt x="673479" y="15828"/>
                  <a:pt x="674452" y="15505"/>
                </a:cubicBezTo>
                <a:cubicBezTo>
                  <a:pt x="675424" y="15181"/>
                  <a:pt x="676487" y="14913"/>
                  <a:pt x="677640" y="14701"/>
                </a:cubicBezTo>
                <a:cubicBezTo>
                  <a:pt x="678794" y="14488"/>
                  <a:pt x="679958" y="14382"/>
                  <a:pt x="681134" y="14382"/>
                </a:cubicBezTo>
                <a:cubicBezTo>
                  <a:pt x="683327" y="14382"/>
                  <a:pt x="685193" y="14631"/>
                  <a:pt x="686731" y="15128"/>
                </a:cubicBezTo>
                <a:cubicBezTo>
                  <a:pt x="688269" y="15626"/>
                  <a:pt x="689512" y="16355"/>
                  <a:pt x="690462" y="17316"/>
                </a:cubicBezTo>
                <a:cubicBezTo>
                  <a:pt x="691412" y="18277"/>
                  <a:pt x="692101" y="19470"/>
                  <a:pt x="692531" y="20895"/>
                </a:cubicBezTo>
                <a:cubicBezTo>
                  <a:pt x="692961" y="22319"/>
                  <a:pt x="693176" y="23981"/>
                  <a:pt x="693176" y="25881"/>
                </a:cubicBezTo>
                <a:lnTo>
                  <a:pt x="693176" y="46470"/>
                </a:lnTo>
                <a:moveTo>
                  <a:pt x="687613" y="32495"/>
                </a:moveTo>
                <a:lnTo>
                  <a:pt x="682830" y="32495"/>
                </a:lnTo>
                <a:cubicBezTo>
                  <a:pt x="681292" y="32495"/>
                  <a:pt x="679958" y="32626"/>
                  <a:pt x="678827" y="32889"/>
                </a:cubicBezTo>
                <a:cubicBezTo>
                  <a:pt x="677697" y="33150"/>
                  <a:pt x="676758" y="33537"/>
                  <a:pt x="676012" y="34048"/>
                </a:cubicBezTo>
                <a:cubicBezTo>
                  <a:pt x="675266" y="34560"/>
                  <a:pt x="674717" y="35174"/>
                  <a:pt x="674367" y="35892"/>
                </a:cubicBezTo>
                <a:cubicBezTo>
                  <a:pt x="674016" y="36608"/>
                  <a:pt x="673841" y="37433"/>
                  <a:pt x="673841" y="38366"/>
                </a:cubicBezTo>
                <a:cubicBezTo>
                  <a:pt x="673841" y="39958"/>
                  <a:pt x="674344" y="41227"/>
                  <a:pt x="675351" y="42171"/>
                </a:cubicBezTo>
                <a:cubicBezTo>
                  <a:pt x="676357" y="43115"/>
                  <a:pt x="677765" y="43587"/>
                  <a:pt x="679574" y="43587"/>
                </a:cubicBezTo>
                <a:cubicBezTo>
                  <a:pt x="681044" y="43587"/>
                  <a:pt x="682406" y="43212"/>
                  <a:pt x="683661" y="42461"/>
                </a:cubicBezTo>
                <a:cubicBezTo>
                  <a:pt x="684916" y="41710"/>
                  <a:pt x="686233" y="40561"/>
                  <a:pt x="687613" y="39014"/>
                </a:cubicBezTo>
                <a:lnTo>
                  <a:pt x="687613" y="32495"/>
                </a:lnTo>
                <a:close/>
                <a:moveTo>
                  <a:pt x="718702" y="44232"/>
                </a:moveTo>
                <a:cubicBezTo>
                  <a:pt x="718702" y="44887"/>
                  <a:pt x="718657" y="45408"/>
                  <a:pt x="718567" y="45792"/>
                </a:cubicBezTo>
                <a:cubicBezTo>
                  <a:pt x="718476" y="46176"/>
                  <a:pt x="718340" y="46459"/>
                  <a:pt x="718159" y="46640"/>
                </a:cubicBezTo>
                <a:cubicBezTo>
                  <a:pt x="717979" y="46821"/>
                  <a:pt x="717707" y="46990"/>
                  <a:pt x="717345" y="47149"/>
                </a:cubicBezTo>
                <a:cubicBezTo>
                  <a:pt x="716984" y="47307"/>
                  <a:pt x="716571" y="47437"/>
                  <a:pt x="716107" y="47539"/>
                </a:cubicBezTo>
                <a:cubicBezTo>
                  <a:pt x="715644" y="47641"/>
                  <a:pt x="715152" y="47725"/>
                  <a:pt x="714632" y="47793"/>
                </a:cubicBezTo>
                <a:cubicBezTo>
                  <a:pt x="714112" y="47861"/>
                  <a:pt x="713592" y="47895"/>
                  <a:pt x="713071" y="47895"/>
                </a:cubicBezTo>
                <a:cubicBezTo>
                  <a:pt x="711489" y="47895"/>
                  <a:pt x="710132" y="47685"/>
                  <a:pt x="709001" y="47266"/>
                </a:cubicBezTo>
                <a:cubicBezTo>
                  <a:pt x="707870" y="46847"/>
                  <a:pt x="706943" y="46212"/>
                  <a:pt x="706220" y="45362"/>
                </a:cubicBezTo>
                <a:cubicBezTo>
                  <a:pt x="705496" y="44511"/>
                  <a:pt x="704970" y="43435"/>
                  <a:pt x="704642" y="42132"/>
                </a:cubicBezTo>
                <a:cubicBezTo>
                  <a:pt x="704314" y="40829"/>
                  <a:pt x="704151" y="39293"/>
                  <a:pt x="704151" y="37525"/>
                </a:cubicBezTo>
                <a:lnTo>
                  <a:pt x="704151" y="19640"/>
                </a:lnTo>
                <a:lnTo>
                  <a:pt x="699877" y="19640"/>
                </a:lnTo>
                <a:cubicBezTo>
                  <a:pt x="699537" y="19640"/>
                  <a:pt x="699266" y="19459"/>
                  <a:pt x="699063" y="19097"/>
                </a:cubicBezTo>
                <a:cubicBezTo>
                  <a:pt x="698859" y="18735"/>
                  <a:pt x="698757" y="18147"/>
                  <a:pt x="698757" y="17333"/>
                </a:cubicBezTo>
                <a:cubicBezTo>
                  <a:pt x="698757" y="16903"/>
                  <a:pt x="698786" y="16542"/>
                  <a:pt x="698842" y="16248"/>
                </a:cubicBezTo>
                <a:cubicBezTo>
                  <a:pt x="698899" y="15954"/>
                  <a:pt x="698972" y="15711"/>
                  <a:pt x="699063" y="15518"/>
                </a:cubicBezTo>
                <a:cubicBezTo>
                  <a:pt x="699153" y="15326"/>
                  <a:pt x="699272" y="15190"/>
                  <a:pt x="699419" y="15111"/>
                </a:cubicBezTo>
                <a:cubicBezTo>
                  <a:pt x="699566" y="15032"/>
                  <a:pt x="699730" y="14993"/>
                  <a:pt x="699911" y="14993"/>
                </a:cubicBezTo>
                <a:lnTo>
                  <a:pt x="704151" y="14993"/>
                </a:lnTo>
                <a:lnTo>
                  <a:pt x="704151" y="7734"/>
                </a:lnTo>
                <a:cubicBezTo>
                  <a:pt x="704151" y="7575"/>
                  <a:pt x="704190" y="7428"/>
                  <a:pt x="704269" y="7293"/>
                </a:cubicBezTo>
                <a:cubicBezTo>
                  <a:pt x="704348" y="7157"/>
                  <a:pt x="704495" y="7038"/>
                  <a:pt x="704710" y="6937"/>
                </a:cubicBezTo>
                <a:cubicBezTo>
                  <a:pt x="704925" y="6835"/>
                  <a:pt x="705213" y="6761"/>
                  <a:pt x="705575" y="6716"/>
                </a:cubicBezTo>
                <a:cubicBezTo>
                  <a:pt x="705937" y="6671"/>
                  <a:pt x="706389" y="6648"/>
                  <a:pt x="706932" y="6648"/>
                </a:cubicBezTo>
                <a:cubicBezTo>
                  <a:pt x="707497" y="6648"/>
                  <a:pt x="707961" y="6671"/>
                  <a:pt x="708323" y="6716"/>
                </a:cubicBezTo>
                <a:cubicBezTo>
                  <a:pt x="708684" y="6761"/>
                  <a:pt x="708967" y="6835"/>
                  <a:pt x="709171" y="6937"/>
                </a:cubicBezTo>
                <a:cubicBezTo>
                  <a:pt x="709374" y="7038"/>
                  <a:pt x="709521" y="7157"/>
                  <a:pt x="709612" y="7293"/>
                </a:cubicBezTo>
                <a:cubicBezTo>
                  <a:pt x="709702" y="7428"/>
                  <a:pt x="709747" y="7575"/>
                  <a:pt x="709747" y="7734"/>
                </a:cubicBezTo>
                <a:lnTo>
                  <a:pt x="709747" y="14993"/>
                </a:lnTo>
                <a:lnTo>
                  <a:pt x="717583" y="14993"/>
                </a:lnTo>
                <a:cubicBezTo>
                  <a:pt x="717764" y="14993"/>
                  <a:pt x="717922" y="15032"/>
                  <a:pt x="718058" y="15111"/>
                </a:cubicBezTo>
                <a:cubicBezTo>
                  <a:pt x="718193" y="15190"/>
                  <a:pt x="718312" y="15326"/>
                  <a:pt x="718414" y="15518"/>
                </a:cubicBezTo>
                <a:cubicBezTo>
                  <a:pt x="718516" y="15711"/>
                  <a:pt x="718589" y="15954"/>
                  <a:pt x="718634" y="16248"/>
                </a:cubicBezTo>
                <a:cubicBezTo>
                  <a:pt x="718680" y="16542"/>
                  <a:pt x="718702" y="16903"/>
                  <a:pt x="718702" y="17333"/>
                </a:cubicBezTo>
                <a:cubicBezTo>
                  <a:pt x="718702" y="18147"/>
                  <a:pt x="718600" y="18735"/>
                  <a:pt x="718397" y="19097"/>
                </a:cubicBezTo>
                <a:cubicBezTo>
                  <a:pt x="718193" y="19459"/>
                  <a:pt x="717922" y="19640"/>
                  <a:pt x="717583" y="19640"/>
                </a:cubicBezTo>
                <a:lnTo>
                  <a:pt x="709747" y="19640"/>
                </a:lnTo>
                <a:lnTo>
                  <a:pt x="709747" y="36717"/>
                </a:lnTo>
                <a:cubicBezTo>
                  <a:pt x="709747" y="38826"/>
                  <a:pt x="710058" y="40419"/>
                  <a:pt x="710680" y="41497"/>
                </a:cubicBezTo>
                <a:cubicBezTo>
                  <a:pt x="711302" y="42574"/>
                  <a:pt x="712416" y="43112"/>
                  <a:pt x="714021" y="43112"/>
                </a:cubicBezTo>
                <a:cubicBezTo>
                  <a:pt x="714541" y="43112"/>
                  <a:pt x="715005" y="43061"/>
                  <a:pt x="715412" y="42960"/>
                </a:cubicBezTo>
                <a:cubicBezTo>
                  <a:pt x="715819" y="42858"/>
                  <a:pt x="716181" y="42750"/>
                  <a:pt x="716497" y="42637"/>
                </a:cubicBezTo>
                <a:cubicBezTo>
                  <a:pt x="716814" y="42524"/>
                  <a:pt x="717085" y="42417"/>
                  <a:pt x="717311" y="42315"/>
                </a:cubicBezTo>
                <a:cubicBezTo>
                  <a:pt x="717538" y="42213"/>
                  <a:pt x="717741" y="42163"/>
                  <a:pt x="717922" y="42163"/>
                </a:cubicBezTo>
                <a:cubicBezTo>
                  <a:pt x="718035" y="42163"/>
                  <a:pt x="718143" y="42191"/>
                  <a:pt x="718244" y="42247"/>
                </a:cubicBezTo>
                <a:cubicBezTo>
                  <a:pt x="718346" y="42304"/>
                  <a:pt x="718425" y="42411"/>
                  <a:pt x="718482" y="42570"/>
                </a:cubicBezTo>
                <a:cubicBezTo>
                  <a:pt x="718538" y="42728"/>
                  <a:pt x="718589" y="42943"/>
                  <a:pt x="718634" y="43214"/>
                </a:cubicBezTo>
                <a:cubicBezTo>
                  <a:pt x="718680" y="43485"/>
                  <a:pt x="718702" y="43825"/>
                  <a:pt x="718702" y="44232"/>
                </a:cubicBezTo>
                <a:close/>
                <a:moveTo>
                  <a:pt x="748667" y="46131"/>
                </a:moveTo>
                <a:cubicBezTo>
                  <a:pt x="748667" y="46357"/>
                  <a:pt x="748599" y="46555"/>
                  <a:pt x="748463" y="46725"/>
                </a:cubicBezTo>
                <a:cubicBezTo>
                  <a:pt x="748328" y="46894"/>
                  <a:pt x="748096" y="47036"/>
                  <a:pt x="747768" y="47149"/>
                </a:cubicBezTo>
                <a:cubicBezTo>
                  <a:pt x="747440" y="47262"/>
                  <a:pt x="747005" y="47347"/>
                  <a:pt x="746462" y="47403"/>
                </a:cubicBezTo>
                <a:cubicBezTo>
                  <a:pt x="745919" y="47460"/>
                  <a:pt x="745230" y="47488"/>
                  <a:pt x="744393" y="47488"/>
                </a:cubicBezTo>
                <a:cubicBezTo>
                  <a:pt x="743556" y="47488"/>
                  <a:pt x="742867" y="47460"/>
                  <a:pt x="742324" y="47403"/>
                </a:cubicBezTo>
                <a:cubicBezTo>
                  <a:pt x="741781" y="47347"/>
                  <a:pt x="741346" y="47262"/>
                  <a:pt x="741018" y="47149"/>
                </a:cubicBezTo>
                <a:cubicBezTo>
                  <a:pt x="740690" y="47036"/>
                  <a:pt x="740458" y="46894"/>
                  <a:pt x="740323" y="46725"/>
                </a:cubicBezTo>
                <a:cubicBezTo>
                  <a:pt x="740187" y="46555"/>
                  <a:pt x="740119" y="46357"/>
                  <a:pt x="740119" y="46131"/>
                </a:cubicBezTo>
                <a:lnTo>
                  <a:pt x="740119" y="1526"/>
                </a:lnTo>
                <a:cubicBezTo>
                  <a:pt x="740119" y="1300"/>
                  <a:pt x="740187" y="1097"/>
                  <a:pt x="740323" y="916"/>
                </a:cubicBezTo>
                <a:cubicBezTo>
                  <a:pt x="740458" y="735"/>
                  <a:pt x="740690" y="582"/>
                  <a:pt x="741018" y="458"/>
                </a:cubicBezTo>
                <a:cubicBezTo>
                  <a:pt x="741346" y="334"/>
                  <a:pt x="741781" y="237"/>
                  <a:pt x="742324" y="170"/>
                </a:cubicBezTo>
                <a:cubicBezTo>
                  <a:pt x="742867" y="102"/>
                  <a:pt x="743556" y="68"/>
                  <a:pt x="744393" y="68"/>
                </a:cubicBezTo>
                <a:cubicBezTo>
                  <a:pt x="745230" y="68"/>
                  <a:pt x="745919" y="102"/>
                  <a:pt x="746462" y="170"/>
                </a:cubicBezTo>
                <a:cubicBezTo>
                  <a:pt x="747005" y="237"/>
                  <a:pt x="747440" y="334"/>
                  <a:pt x="747768" y="458"/>
                </a:cubicBezTo>
                <a:cubicBezTo>
                  <a:pt x="748096" y="582"/>
                  <a:pt x="748328" y="735"/>
                  <a:pt x="748463" y="916"/>
                </a:cubicBezTo>
                <a:cubicBezTo>
                  <a:pt x="748599" y="1097"/>
                  <a:pt x="748667" y="1300"/>
                  <a:pt x="748667" y="1526"/>
                </a:cubicBezTo>
                <a:lnTo>
                  <a:pt x="748667" y="46131"/>
                </a:lnTo>
                <a:close/>
                <a:moveTo>
                  <a:pt x="785436" y="30116"/>
                </a:moveTo>
                <a:cubicBezTo>
                  <a:pt x="785436" y="31158"/>
                  <a:pt x="785204" y="31928"/>
                  <a:pt x="784741" y="32426"/>
                </a:cubicBezTo>
                <a:cubicBezTo>
                  <a:pt x="784277" y="32925"/>
                  <a:pt x="783638" y="33174"/>
                  <a:pt x="782824" y="33174"/>
                </a:cubicBezTo>
                <a:lnTo>
                  <a:pt x="764406" y="33174"/>
                </a:lnTo>
                <a:cubicBezTo>
                  <a:pt x="764406" y="34468"/>
                  <a:pt x="764558" y="35642"/>
                  <a:pt x="764864" y="36698"/>
                </a:cubicBezTo>
                <a:cubicBezTo>
                  <a:pt x="765169" y="37754"/>
                  <a:pt x="765655" y="38651"/>
                  <a:pt x="766322" y="39390"/>
                </a:cubicBezTo>
                <a:cubicBezTo>
                  <a:pt x="766989" y="40127"/>
                  <a:pt x="767849" y="40689"/>
                  <a:pt x="768900" y="41075"/>
                </a:cubicBezTo>
                <a:cubicBezTo>
                  <a:pt x="769952" y="41461"/>
                  <a:pt x="771212" y="41654"/>
                  <a:pt x="772682" y="41654"/>
                </a:cubicBezTo>
                <a:cubicBezTo>
                  <a:pt x="774175" y="41654"/>
                  <a:pt x="775486" y="41545"/>
                  <a:pt x="776617" y="41326"/>
                </a:cubicBezTo>
                <a:cubicBezTo>
                  <a:pt x="777748" y="41108"/>
                  <a:pt x="778726" y="40867"/>
                  <a:pt x="779551" y="40602"/>
                </a:cubicBezTo>
                <a:cubicBezTo>
                  <a:pt x="780377" y="40338"/>
                  <a:pt x="781061" y="40097"/>
                  <a:pt x="781603" y="39878"/>
                </a:cubicBezTo>
                <a:cubicBezTo>
                  <a:pt x="782146" y="39660"/>
                  <a:pt x="782587" y="39551"/>
                  <a:pt x="782926" y="39551"/>
                </a:cubicBezTo>
                <a:cubicBezTo>
                  <a:pt x="783130" y="39551"/>
                  <a:pt x="783299" y="39591"/>
                  <a:pt x="783435" y="39670"/>
                </a:cubicBezTo>
                <a:cubicBezTo>
                  <a:pt x="783571" y="39750"/>
                  <a:pt x="783684" y="39892"/>
                  <a:pt x="783774" y="40097"/>
                </a:cubicBezTo>
                <a:cubicBezTo>
                  <a:pt x="783865" y="40301"/>
                  <a:pt x="783927" y="40591"/>
                  <a:pt x="783961" y="40966"/>
                </a:cubicBezTo>
                <a:cubicBezTo>
                  <a:pt x="783995" y="41341"/>
                  <a:pt x="784012" y="41813"/>
                  <a:pt x="784012" y="42381"/>
                </a:cubicBezTo>
                <a:cubicBezTo>
                  <a:pt x="784012" y="42881"/>
                  <a:pt x="784000" y="43308"/>
                  <a:pt x="783978" y="43660"/>
                </a:cubicBezTo>
                <a:cubicBezTo>
                  <a:pt x="783955" y="44012"/>
                  <a:pt x="783921" y="44313"/>
                  <a:pt x="783876" y="44563"/>
                </a:cubicBezTo>
                <a:cubicBezTo>
                  <a:pt x="783831" y="44814"/>
                  <a:pt x="783763" y="45024"/>
                  <a:pt x="783672" y="45195"/>
                </a:cubicBezTo>
                <a:cubicBezTo>
                  <a:pt x="783582" y="45365"/>
                  <a:pt x="783463" y="45530"/>
                  <a:pt x="783316" y="45689"/>
                </a:cubicBezTo>
                <a:cubicBezTo>
                  <a:pt x="783169" y="45848"/>
                  <a:pt x="782768" y="46063"/>
                  <a:pt x="782112" y="46335"/>
                </a:cubicBezTo>
                <a:cubicBezTo>
                  <a:pt x="781456" y="46606"/>
                  <a:pt x="780620" y="46872"/>
                  <a:pt x="779602" y="47132"/>
                </a:cubicBezTo>
                <a:cubicBezTo>
                  <a:pt x="778584" y="47392"/>
                  <a:pt x="777420" y="47618"/>
                  <a:pt x="776108" y="47810"/>
                </a:cubicBezTo>
                <a:cubicBezTo>
                  <a:pt x="774797" y="48002"/>
                  <a:pt x="773395" y="48099"/>
                  <a:pt x="771902" y="48099"/>
                </a:cubicBezTo>
                <a:cubicBezTo>
                  <a:pt x="769211" y="48099"/>
                  <a:pt x="766854" y="47759"/>
                  <a:pt x="764830" y="47079"/>
                </a:cubicBezTo>
                <a:cubicBezTo>
                  <a:pt x="762806" y="46399"/>
                  <a:pt x="761116" y="45368"/>
                  <a:pt x="759759" y="43986"/>
                </a:cubicBezTo>
                <a:cubicBezTo>
                  <a:pt x="758402" y="42603"/>
                  <a:pt x="757390" y="40859"/>
                  <a:pt x="756723" y="38753"/>
                </a:cubicBezTo>
                <a:cubicBezTo>
                  <a:pt x="756056" y="36645"/>
                  <a:pt x="755722" y="34175"/>
                  <a:pt x="755722" y="31343"/>
                </a:cubicBezTo>
                <a:cubicBezTo>
                  <a:pt x="755722" y="28646"/>
                  <a:pt x="756073" y="26216"/>
                  <a:pt x="756774" y="24052"/>
                </a:cubicBezTo>
                <a:cubicBezTo>
                  <a:pt x="757475" y="21889"/>
                  <a:pt x="758492" y="20053"/>
                  <a:pt x="759827" y="18547"/>
                </a:cubicBezTo>
                <a:cubicBezTo>
                  <a:pt x="761161" y="17039"/>
                  <a:pt x="762783" y="15889"/>
                  <a:pt x="764694" y="15097"/>
                </a:cubicBezTo>
                <a:cubicBezTo>
                  <a:pt x="766605" y="14304"/>
                  <a:pt x="768759" y="13907"/>
                  <a:pt x="771156" y="13907"/>
                </a:cubicBezTo>
                <a:cubicBezTo>
                  <a:pt x="773689" y="13907"/>
                  <a:pt x="775854" y="14281"/>
                  <a:pt x="777652" y="15029"/>
                </a:cubicBezTo>
                <a:cubicBezTo>
                  <a:pt x="779449" y="15776"/>
                  <a:pt x="780925" y="16813"/>
                  <a:pt x="782078" y="18138"/>
                </a:cubicBezTo>
                <a:cubicBezTo>
                  <a:pt x="783231" y="19463"/>
                  <a:pt x="784079" y="21031"/>
                  <a:pt x="784622" y="22844"/>
                </a:cubicBezTo>
                <a:cubicBezTo>
                  <a:pt x="785165" y="24656"/>
                  <a:pt x="785436" y="26627"/>
                  <a:pt x="785436" y="28757"/>
                </a:cubicBezTo>
                <a:lnTo>
                  <a:pt x="785436" y="30116"/>
                </a:lnTo>
                <a:moveTo>
                  <a:pt x="777160" y="27679"/>
                </a:moveTo>
                <a:cubicBezTo>
                  <a:pt x="777228" y="25271"/>
                  <a:pt x="776747" y="23380"/>
                  <a:pt x="775718" y="22007"/>
                </a:cubicBezTo>
                <a:cubicBezTo>
                  <a:pt x="774689" y="20632"/>
                  <a:pt x="773101" y="19945"/>
                  <a:pt x="770952" y="19945"/>
                </a:cubicBezTo>
                <a:cubicBezTo>
                  <a:pt x="769867" y="19945"/>
                  <a:pt x="768923" y="20150"/>
                  <a:pt x="768120" y="20559"/>
                </a:cubicBezTo>
                <a:cubicBezTo>
                  <a:pt x="767317" y="20967"/>
                  <a:pt x="766650" y="21518"/>
                  <a:pt x="766119" y="22211"/>
                </a:cubicBezTo>
                <a:cubicBezTo>
                  <a:pt x="765587" y="22904"/>
                  <a:pt x="765180" y="23721"/>
                  <a:pt x="764898" y="24664"/>
                </a:cubicBezTo>
                <a:cubicBezTo>
                  <a:pt x="764615" y="25606"/>
                  <a:pt x="764451" y="26611"/>
                  <a:pt x="764406" y="27679"/>
                </a:cubicBezTo>
                <a:lnTo>
                  <a:pt x="777160" y="27679"/>
                </a:lnTo>
                <a:close/>
                <a:moveTo>
                  <a:pt x="817993" y="46232"/>
                </a:moveTo>
                <a:cubicBezTo>
                  <a:pt x="817993" y="46548"/>
                  <a:pt x="817879" y="46798"/>
                  <a:pt x="817653" y="46979"/>
                </a:cubicBezTo>
                <a:cubicBezTo>
                  <a:pt x="817427" y="47160"/>
                  <a:pt x="817071" y="47290"/>
                  <a:pt x="816585" y="47369"/>
                </a:cubicBezTo>
                <a:cubicBezTo>
                  <a:pt x="816099" y="47448"/>
                  <a:pt x="815381" y="47488"/>
                  <a:pt x="814431" y="47488"/>
                </a:cubicBezTo>
                <a:cubicBezTo>
                  <a:pt x="813413" y="47488"/>
                  <a:pt x="812673" y="47448"/>
                  <a:pt x="812209" y="47369"/>
                </a:cubicBezTo>
                <a:cubicBezTo>
                  <a:pt x="811746" y="47290"/>
                  <a:pt x="811418" y="47160"/>
                  <a:pt x="811226" y="46979"/>
                </a:cubicBezTo>
                <a:cubicBezTo>
                  <a:pt x="811033" y="46798"/>
                  <a:pt x="810937" y="46550"/>
                  <a:pt x="810937" y="46233"/>
                </a:cubicBezTo>
                <a:lnTo>
                  <a:pt x="810937" y="43825"/>
                </a:lnTo>
                <a:cubicBezTo>
                  <a:pt x="809693" y="45159"/>
                  <a:pt x="808274" y="46205"/>
                  <a:pt x="806680" y="46962"/>
                </a:cubicBezTo>
                <a:cubicBezTo>
                  <a:pt x="805086" y="47720"/>
                  <a:pt x="803317" y="48099"/>
                  <a:pt x="801372" y="48099"/>
                </a:cubicBezTo>
                <a:cubicBezTo>
                  <a:pt x="799766" y="48099"/>
                  <a:pt x="798291" y="47889"/>
                  <a:pt x="796945" y="47469"/>
                </a:cubicBezTo>
                <a:cubicBezTo>
                  <a:pt x="795600" y="47049"/>
                  <a:pt x="794435" y="46425"/>
                  <a:pt x="793451" y="45597"/>
                </a:cubicBezTo>
                <a:cubicBezTo>
                  <a:pt x="792468" y="44769"/>
                  <a:pt x="791705" y="43742"/>
                  <a:pt x="791162" y="42518"/>
                </a:cubicBezTo>
                <a:cubicBezTo>
                  <a:pt x="790619" y="41292"/>
                  <a:pt x="790348" y="39863"/>
                  <a:pt x="790348" y="38229"/>
                </a:cubicBezTo>
                <a:cubicBezTo>
                  <a:pt x="790348" y="36459"/>
                  <a:pt x="790693" y="34921"/>
                  <a:pt x="791382" y="33617"/>
                </a:cubicBezTo>
                <a:cubicBezTo>
                  <a:pt x="792072" y="32312"/>
                  <a:pt x="793101" y="31235"/>
                  <a:pt x="794469" y="30384"/>
                </a:cubicBezTo>
                <a:cubicBezTo>
                  <a:pt x="795837" y="29533"/>
                  <a:pt x="797539" y="28903"/>
                  <a:pt x="799574" y="28495"/>
                </a:cubicBezTo>
                <a:cubicBezTo>
                  <a:pt x="801609" y="28086"/>
                  <a:pt x="803972" y="27882"/>
                  <a:pt x="806663" y="27882"/>
                </a:cubicBezTo>
                <a:lnTo>
                  <a:pt x="809614" y="27882"/>
                </a:lnTo>
                <a:lnTo>
                  <a:pt x="809614" y="26059"/>
                </a:lnTo>
                <a:cubicBezTo>
                  <a:pt x="809614" y="25114"/>
                  <a:pt x="809518" y="24286"/>
                  <a:pt x="809326" y="23578"/>
                </a:cubicBezTo>
                <a:cubicBezTo>
                  <a:pt x="809134" y="22868"/>
                  <a:pt x="808817" y="22277"/>
                  <a:pt x="808376" y="21804"/>
                </a:cubicBezTo>
                <a:cubicBezTo>
                  <a:pt x="807935" y="21331"/>
                  <a:pt x="807347" y="20983"/>
                  <a:pt x="806612" y="20758"/>
                </a:cubicBezTo>
                <a:cubicBezTo>
                  <a:pt x="805877" y="20533"/>
                  <a:pt x="804967" y="20420"/>
                  <a:pt x="803882" y="20420"/>
                </a:cubicBezTo>
                <a:cubicBezTo>
                  <a:pt x="802457" y="20420"/>
                  <a:pt x="801185" y="20578"/>
                  <a:pt x="800066" y="20895"/>
                </a:cubicBezTo>
                <a:cubicBezTo>
                  <a:pt x="798946" y="21211"/>
                  <a:pt x="797957" y="21562"/>
                  <a:pt x="797098" y="21946"/>
                </a:cubicBezTo>
                <a:cubicBezTo>
                  <a:pt x="796239" y="22331"/>
                  <a:pt x="795521" y="22681"/>
                  <a:pt x="794944" y="22998"/>
                </a:cubicBezTo>
                <a:cubicBezTo>
                  <a:pt x="794367" y="23314"/>
                  <a:pt x="793898" y="23473"/>
                  <a:pt x="793536" y="23473"/>
                </a:cubicBezTo>
                <a:cubicBezTo>
                  <a:pt x="793288" y="23473"/>
                  <a:pt x="793067" y="23393"/>
                  <a:pt x="792875" y="23234"/>
                </a:cubicBezTo>
                <a:cubicBezTo>
                  <a:pt x="792683" y="23075"/>
                  <a:pt x="792524" y="22848"/>
                  <a:pt x="792400" y="22553"/>
                </a:cubicBezTo>
                <a:cubicBezTo>
                  <a:pt x="792276" y="22257"/>
                  <a:pt x="792179" y="21894"/>
                  <a:pt x="792112" y="21462"/>
                </a:cubicBezTo>
                <a:cubicBezTo>
                  <a:pt x="792044" y="21029"/>
                  <a:pt x="792010" y="20552"/>
                  <a:pt x="792010" y="20030"/>
                </a:cubicBezTo>
                <a:cubicBezTo>
                  <a:pt x="792010" y="19325"/>
                  <a:pt x="792066" y="18768"/>
                  <a:pt x="792179" y="18359"/>
                </a:cubicBezTo>
                <a:cubicBezTo>
                  <a:pt x="792293" y="17950"/>
                  <a:pt x="792507" y="17581"/>
                  <a:pt x="792824" y="17251"/>
                </a:cubicBezTo>
                <a:cubicBezTo>
                  <a:pt x="793141" y="16921"/>
                  <a:pt x="793695" y="16559"/>
                  <a:pt x="794486" y="16163"/>
                </a:cubicBezTo>
                <a:cubicBezTo>
                  <a:pt x="795277" y="15767"/>
                  <a:pt x="796205" y="15400"/>
                  <a:pt x="797267" y="15060"/>
                </a:cubicBezTo>
                <a:cubicBezTo>
                  <a:pt x="798330" y="14721"/>
                  <a:pt x="799489" y="14444"/>
                  <a:pt x="800744" y="14229"/>
                </a:cubicBezTo>
                <a:cubicBezTo>
                  <a:pt x="801999" y="14015"/>
                  <a:pt x="803294" y="13907"/>
                  <a:pt x="804628" y="13907"/>
                </a:cubicBezTo>
                <a:cubicBezTo>
                  <a:pt x="807002" y="13907"/>
                  <a:pt x="809032" y="14139"/>
                  <a:pt x="810717" y="14604"/>
                </a:cubicBezTo>
                <a:cubicBezTo>
                  <a:pt x="812401" y="15067"/>
                  <a:pt x="813786" y="15780"/>
                  <a:pt x="814872" y="16743"/>
                </a:cubicBezTo>
                <a:cubicBezTo>
                  <a:pt x="815957" y="17704"/>
                  <a:pt x="816749" y="18944"/>
                  <a:pt x="817246" y="20460"/>
                </a:cubicBezTo>
                <a:cubicBezTo>
                  <a:pt x="817744" y="21977"/>
                  <a:pt x="817993" y="23776"/>
                  <a:pt x="817993" y="25859"/>
                </a:cubicBezTo>
                <a:lnTo>
                  <a:pt x="817993" y="46232"/>
                </a:lnTo>
                <a:moveTo>
                  <a:pt x="809614" y="33242"/>
                </a:moveTo>
                <a:lnTo>
                  <a:pt x="806358" y="33242"/>
                </a:lnTo>
                <a:cubicBezTo>
                  <a:pt x="804979" y="33242"/>
                  <a:pt x="803803" y="33344"/>
                  <a:pt x="802830" y="33549"/>
                </a:cubicBezTo>
                <a:cubicBezTo>
                  <a:pt x="801858" y="33754"/>
                  <a:pt x="801066" y="34062"/>
                  <a:pt x="800456" y="34472"/>
                </a:cubicBezTo>
                <a:cubicBezTo>
                  <a:pt x="799845" y="34882"/>
                  <a:pt x="799399" y="35378"/>
                  <a:pt x="799116" y="35959"/>
                </a:cubicBezTo>
                <a:cubicBezTo>
                  <a:pt x="798833" y="36540"/>
                  <a:pt x="798692" y="37207"/>
                  <a:pt x="798692" y="37959"/>
                </a:cubicBezTo>
                <a:cubicBezTo>
                  <a:pt x="798692" y="39235"/>
                  <a:pt x="799093" y="40238"/>
                  <a:pt x="799896" y="40967"/>
                </a:cubicBezTo>
                <a:cubicBezTo>
                  <a:pt x="800699" y="41696"/>
                  <a:pt x="801813" y="42061"/>
                  <a:pt x="803237" y="42061"/>
                </a:cubicBezTo>
                <a:cubicBezTo>
                  <a:pt x="804436" y="42061"/>
                  <a:pt x="805538" y="41753"/>
                  <a:pt x="806545" y="41139"/>
                </a:cubicBezTo>
                <a:cubicBezTo>
                  <a:pt x="807551" y="40523"/>
                  <a:pt x="808574" y="39623"/>
                  <a:pt x="809614" y="38438"/>
                </a:cubicBezTo>
                <a:lnTo>
                  <a:pt x="809614" y="33242"/>
                </a:lnTo>
                <a:close/>
                <a:moveTo>
                  <a:pt x="854949" y="46130"/>
                </a:moveTo>
                <a:cubicBezTo>
                  <a:pt x="854949" y="46379"/>
                  <a:pt x="854893" y="46588"/>
                  <a:pt x="854780" y="46759"/>
                </a:cubicBezTo>
                <a:cubicBezTo>
                  <a:pt x="854667" y="46928"/>
                  <a:pt x="854474" y="47070"/>
                  <a:pt x="854203" y="47183"/>
                </a:cubicBezTo>
                <a:cubicBezTo>
                  <a:pt x="853932" y="47296"/>
                  <a:pt x="853564" y="47375"/>
                  <a:pt x="853101" y="47420"/>
                </a:cubicBezTo>
                <a:cubicBezTo>
                  <a:pt x="852637" y="47465"/>
                  <a:pt x="852066" y="47488"/>
                  <a:pt x="851388" y="47488"/>
                </a:cubicBezTo>
                <a:cubicBezTo>
                  <a:pt x="850664" y="47488"/>
                  <a:pt x="850076" y="47465"/>
                  <a:pt x="849624" y="47420"/>
                </a:cubicBezTo>
                <a:cubicBezTo>
                  <a:pt x="849172" y="47376"/>
                  <a:pt x="848804" y="47297"/>
                  <a:pt x="848522" y="47185"/>
                </a:cubicBezTo>
                <a:cubicBezTo>
                  <a:pt x="848239" y="47072"/>
                  <a:pt x="848035" y="46931"/>
                  <a:pt x="847911" y="46763"/>
                </a:cubicBezTo>
                <a:cubicBezTo>
                  <a:pt x="847787" y="46594"/>
                  <a:pt x="847724" y="46386"/>
                  <a:pt x="847724" y="46138"/>
                </a:cubicBezTo>
                <a:lnTo>
                  <a:pt x="847724" y="42796"/>
                </a:lnTo>
                <a:cubicBezTo>
                  <a:pt x="846164" y="44473"/>
                  <a:pt x="844530" y="45776"/>
                  <a:pt x="842823" y="46706"/>
                </a:cubicBezTo>
                <a:cubicBezTo>
                  <a:pt x="841116" y="47634"/>
                  <a:pt x="839222" y="48099"/>
                  <a:pt x="837141" y="48099"/>
                </a:cubicBezTo>
                <a:cubicBezTo>
                  <a:pt x="834835" y="48099"/>
                  <a:pt x="832884" y="47651"/>
                  <a:pt x="831290" y="46757"/>
                </a:cubicBezTo>
                <a:cubicBezTo>
                  <a:pt x="829696" y="45861"/>
                  <a:pt x="828396" y="44655"/>
                  <a:pt x="827389" y="43137"/>
                </a:cubicBezTo>
                <a:cubicBezTo>
                  <a:pt x="826383" y="41618"/>
                  <a:pt x="825654" y="39845"/>
                  <a:pt x="825202" y="37818"/>
                </a:cubicBezTo>
                <a:cubicBezTo>
                  <a:pt x="824749" y="35789"/>
                  <a:pt x="824523" y="33654"/>
                  <a:pt x="824523" y="31411"/>
                </a:cubicBezTo>
                <a:cubicBezTo>
                  <a:pt x="824523" y="28714"/>
                  <a:pt x="824811" y="26290"/>
                  <a:pt x="825388" y="24137"/>
                </a:cubicBezTo>
                <a:cubicBezTo>
                  <a:pt x="825965" y="21985"/>
                  <a:pt x="826807" y="20150"/>
                  <a:pt x="827915" y="18632"/>
                </a:cubicBezTo>
                <a:cubicBezTo>
                  <a:pt x="829023" y="17114"/>
                  <a:pt x="830403" y="15947"/>
                  <a:pt x="832053" y="15131"/>
                </a:cubicBezTo>
                <a:cubicBezTo>
                  <a:pt x="833704" y="14315"/>
                  <a:pt x="835604" y="13907"/>
                  <a:pt x="837752" y="13907"/>
                </a:cubicBezTo>
                <a:cubicBezTo>
                  <a:pt x="839448" y="13907"/>
                  <a:pt x="840986" y="14253"/>
                  <a:pt x="842365" y="14944"/>
                </a:cubicBezTo>
                <a:cubicBezTo>
                  <a:pt x="843744" y="15635"/>
                  <a:pt x="845113" y="16649"/>
                  <a:pt x="846469" y="17986"/>
                </a:cubicBezTo>
                <a:lnTo>
                  <a:pt x="846469" y="1595"/>
                </a:lnTo>
                <a:cubicBezTo>
                  <a:pt x="846469" y="1368"/>
                  <a:pt x="846532" y="1165"/>
                  <a:pt x="846656" y="984"/>
                </a:cubicBezTo>
                <a:cubicBezTo>
                  <a:pt x="846780" y="803"/>
                  <a:pt x="847006" y="650"/>
                  <a:pt x="847334" y="526"/>
                </a:cubicBezTo>
                <a:cubicBezTo>
                  <a:pt x="847662" y="401"/>
                  <a:pt x="848098" y="305"/>
                  <a:pt x="848640" y="237"/>
                </a:cubicBezTo>
                <a:cubicBezTo>
                  <a:pt x="849183" y="170"/>
                  <a:pt x="849873" y="136"/>
                  <a:pt x="850709" y="136"/>
                </a:cubicBezTo>
                <a:cubicBezTo>
                  <a:pt x="851546" y="136"/>
                  <a:pt x="852236" y="170"/>
                  <a:pt x="852778" y="237"/>
                </a:cubicBezTo>
                <a:cubicBezTo>
                  <a:pt x="853321" y="305"/>
                  <a:pt x="853751" y="401"/>
                  <a:pt x="854067" y="526"/>
                </a:cubicBezTo>
                <a:cubicBezTo>
                  <a:pt x="854384" y="650"/>
                  <a:pt x="854610" y="803"/>
                  <a:pt x="854746" y="985"/>
                </a:cubicBezTo>
                <a:cubicBezTo>
                  <a:pt x="854882" y="1166"/>
                  <a:pt x="854949" y="1369"/>
                  <a:pt x="854949" y="1595"/>
                </a:cubicBezTo>
                <a:lnTo>
                  <a:pt x="854949" y="46130"/>
                </a:lnTo>
                <a:moveTo>
                  <a:pt x="846469" y="25904"/>
                </a:moveTo>
                <a:cubicBezTo>
                  <a:pt x="845248" y="24370"/>
                  <a:pt x="844078" y="23197"/>
                  <a:pt x="842959" y="22385"/>
                </a:cubicBezTo>
                <a:cubicBezTo>
                  <a:pt x="841839" y="21572"/>
                  <a:pt x="840669" y="21166"/>
                  <a:pt x="839448" y="21166"/>
                </a:cubicBezTo>
                <a:cubicBezTo>
                  <a:pt x="838340" y="21166"/>
                  <a:pt x="837384" y="21443"/>
                  <a:pt x="836582" y="21997"/>
                </a:cubicBezTo>
                <a:cubicBezTo>
                  <a:pt x="835779" y="22551"/>
                  <a:pt x="835134" y="23292"/>
                  <a:pt x="834648" y="24219"/>
                </a:cubicBezTo>
                <a:cubicBezTo>
                  <a:pt x="834162" y="25146"/>
                  <a:pt x="833800" y="26181"/>
                  <a:pt x="833563" y="27323"/>
                </a:cubicBezTo>
                <a:cubicBezTo>
                  <a:pt x="833325" y="28465"/>
                  <a:pt x="833207" y="29635"/>
                  <a:pt x="833207" y="30833"/>
                </a:cubicBezTo>
                <a:cubicBezTo>
                  <a:pt x="833207" y="32100"/>
                  <a:pt x="833308" y="33332"/>
                  <a:pt x="833512" y="34531"/>
                </a:cubicBezTo>
                <a:cubicBezTo>
                  <a:pt x="833715" y="35729"/>
                  <a:pt x="834049" y="36798"/>
                  <a:pt x="834513" y="37736"/>
                </a:cubicBezTo>
                <a:cubicBezTo>
                  <a:pt x="834976" y="38674"/>
                  <a:pt x="835592" y="39426"/>
                  <a:pt x="836361" y="39992"/>
                </a:cubicBezTo>
                <a:cubicBezTo>
                  <a:pt x="837130" y="40557"/>
                  <a:pt x="838102" y="40840"/>
                  <a:pt x="839278" y="40840"/>
                </a:cubicBezTo>
                <a:cubicBezTo>
                  <a:pt x="839866" y="40840"/>
                  <a:pt x="840437" y="40755"/>
                  <a:pt x="840991" y="40586"/>
                </a:cubicBezTo>
                <a:cubicBezTo>
                  <a:pt x="841545" y="40417"/>
                  <a:pt x="842111" y="40140"/>
                  <a:pt x="842687" y="39756"/>
                </a:cubicBezTo>
                <a:cubicBezTo>
                  <a:pt x="843264" y="39373"/>
                  <a:pt x="843858" y="38871"/>
                  <a:pt x="844468" y="38250"/>
                </a:cubicBezTo>
                <a:cubicBezTo>
                  <a:pt x="845079" y="37629"/>
                  <a:pt x="845746" y="36867"/>
                  <a:pt x="846469" y="35965"/>
                </a:cubicBezTo>
                <a:lnTo>
                  <a:pt x="846469" y="25904"/>
                </a:lnTo>
                <a:close/>
                <a:moveTo>
                  <a:pt x="897653" y="43123"/>
                </a:moveTo>
                <a:cubicBezTo>
                  <a:pt x="897653" y="44123"/>
                  <a:pt x="897591" y="44890"/>
                  <a:pt x="897466" y="45424"/>
                </a:cubicBezTo>
                <a:cubicBezTo>
                  <a:pt x="897342" y="45958"/>
                  <a:pt x="897178" y="46333"/>
                  <a:pt x="896975" y="46549"/>
                </a:cubicBezTo>
                <a:cubicBezTo>
                  <a:pt x="896771" y="46764"/>
                  <a:pt x="896471" y="46957"/>
                  <a:pt x="896076" y="47128"/>
                </a:cubicBezTo>
                <a:cubicBezTo>
                  <a:pt x="895680" y="47298"/>
                  <a:pt x="895216" y="47446"/>
                  <a:pt x="894685" y="47571"/>
                </a:cubicBezTo>
                <a:cubicBezTo>
                  <a:pt x="894154" y="47696"/>
                  <a:pt x="893577" y="47792"/>
                  <a:pt x="892955" y="47860"/>
                </a:cubicBezTo>
                <a:cubicBezTo>
                  <a:pt x="892333" y="47929"/>
                  <a:pt x="891706" y="47963"/>
                  <a:pt x="891072" y="47963"/>
                </a:cubicBezTo>
                <a:cubicBezTo>
                  <a:pt x="889376" y="47963"/>
                  <a:pt x="887907" y="47748"/>
                  <a:pt x="886663" y="47318"/>
                </a:cubicBezTo>
                <a:cubicBezTo>
                  <a:pt x="885419" y="46889"/>
                  <a:pt x="884390" y="46227"/>
                  <a:pt x="883576" y="45334"/>
                </a:cubicBezTo>
                <a:cubicBezTo>
                  <a:pt x="882762" y="44441"/>
                  <a:pt x="882163" y="43316"/>
                  <a:pt x="881778" y="41959"/>
                </a:cubicBezTo>
                <a:cubicBezTo>
                  <a:pt x="881394" y="40602"/>
                  <a:pt x="881202" y="38997"/>
                  <a:pt x="881202" y="37142"/>
                </a:cubicBezTo>
                <a:lnTo>
                  <a:pt x="881202" y="21641"/>
                </a:lnTo>
                <a:lnTo>
                  <a:pt x="877572" y="21641"/>
                </a:lnTo>
                <a:cubicBezTo>
                  <a:pt x="877143" y="21641"/>
                  <a:pt x="876815" y="21375"/>
                  <a:pt x="876589" y="20844"/>
                </a:cubicBezTo>
                <a:cubicBezTo>
                  <a:pt x="876362" y="20312"/>
                  <a:pt x="876249" y="19425"/>
                  <a:pt x="876249" y="18181"/>
                </a:cubicBezTo>
                <a:cubicBezTo>
                  <a:pt x="876249" y="17525"/>
                  <a:pt x="876278" y="16971"/>
                  <a:pt x="876334" y="16519"/>
                </a:cubicBezTo>
                <a:cubicBezTo>
                  <a:pt x="876391" y="16067"/>
                  <a:pt x="876476" y="15711"/>
                  <a:pt x="876589" y="15451"/>
                </a:cubicBezTo>
                <a:cubicBezTo>
                  <a:pt x="876702" y="15190"/>
                  <a:pt x="876843" y="15004"/>
                  <a:pt x="877013" y="14891"/>
                </a:cubicBezTo>
                <a:cubicBezTo>
                  <a:pt x="877182" y="14778"/>
                  <a:pt x="877380" y="14721"/>
                  <a:pt x="877606" y="14721"/>
                </a:cubicBezTo>
                <a:lnTo>
                  <a:pt x="881202" y="14721"/>
                </a:lnTo>
                <a:lnTo>
                  <a:pt x="881202" y="7944"/>
                </a:lnTo>
                <a:cubicBezTo>
                  <a:pt x="881202" y="7716"/>
                  <a:pt x="881264" y="7512"/>
                  <a:pt x="881388" y="7330"/>
                </a:cubicBezTo>
                <a:cubicBezTo>
                  <a:pt x="881513" y="7148"/>
                  <a:pt x="881739" y="6995"/>
                  <a:pt x="882067" y="6871"/>
                </a:cubicBezTo>
                <a:cubicBezTo>
                  <a:pt x="882395" y="6746"/>
                  <a:pt x="882836" y="6655"/>
                  <a:pt x="883390" y="6598"/>
                </a:cubicBezTo>
                <a:cubicBezTo>
                  <a:pt x="883944" y="6541"/>
                  <a:pt x="884628" y="6513"/>
                  <a:pt x="885442" y="6513"/>
                </a:cubicBezTo>
                <a:cubicBezTo>
                  <a:pt x="886278" y="6513"/>
                  <a:pt x="886974" y="6541"/>
                  <a:pt x="887528" y="6598"/>
                </a:cubicBezTo>
                <a:cubicBezTo>
                  <a:pt x="888082" y="6655"/>
                  <a:pt x="888517" y="6746"/>
                  <a:pt x="888834" y="6871"/>
                </a:cubicBezTo>
                <a:cubicBezTo>
                  <a:pt x="889150" y="6995"/>
                  <a:pt x="889376" y="7148"/>
                  <a:pt x="889512" y="7330"/>
                </a:cubicBezTo>
                <a:cubicBezTo>
                  <a:pt x="889648" y="7512"/>
                  <a:pt x="889716" y="7716"/>
                  <a:pt x="889716" y="7944"/>
                </a:cubicBezTo>
                <a:lnTo>
                  <a:pt x="889716" y="14721"/>
                </a:lnTo>
                <a:lnTo>
                  <a:pt x="896296" y="14721"/>
                </a:lnTo>
                <a:cubicBezTo>
                  <a:pt x="896522" y="14721"/>
                  <a:pt x="896720" y="14778"/>
                  <a:pt x="896890" y="14891"/>
                </a:cubicBezTo>
                <a:cubicBezTo>
                  <a:pt x="897059" y="15004"/>
                  <a:pt x="897201" y="15190"/>
                  <a:pt x="897314" y="15451"/>
                </a:cubicBezTo>
                <a:cubicBezTo>
                  <a:pt x="897427" y="15711"/>
                  <a:pt x="897512" y="16067"/>
                  <a:pt x="897568" y="16519"/>
                </a:cubicBezTo>
                <a:cubicBezTo>
                  <a:pt x="897625" y="16971"/>
                  <a:pt x="897653" y="17525"/>
                  <a:pt x="897653" y="18181"/>
                </a:cubicBezTo>
                <a:cubicBezTo>
                  <a:pt x="897653" y="19425"/>
                  <a:pt x="897540" y="20312"/>
                  <a:pt x="897314" y="20844"/>
                </a:cubicBezTo>
                <a:cubicBezTo>
                  <a:pt x="897088" y="21375"/>
                  <a:pt x="896760" y="21641"/>
                  <a:pt x="896330" y="21641"/>
                </a:cubicBezTo>
                <a:lnTo>
                  <a:pt x="889716" y="21641"/>
                </a:lnTo>
                <a:lnTo>
                  <a:pt x="889716" y="35828"/>
                </a:lnTo>
                <a:cubicBezTo>
                  <a:pt x="889716" y="37476"/>
                  <a:pt x="889976" y="38712"/>
                  <a:pt x="890496" y="39536"/>
                </a:cubicBezTo>
                <a:cubicBezTo>
                  <a:pt x="891016" y="40360"/>
                  <a:pt x="891943" y="40772"/>
                  <a:pt x="893277" y="40772"/>
                </a:cubicBezTo>
                <a:cubicBezTo>
                  <a:pt x="893730" y="40772"/>
                  <a:pt x="894137" y="40732"/>
                  <a:pt x="894498" y="40653"/>
                </a:cubicBezTo>
                <a:cubicBezTo>
                  <a:pt x="894860" y="40574"/>
                  <a:pt x="895182" y="40483"/>
                  <a:pt x="895465" y="40382"/>
                </a:cubicBezTo>
                <a:cubicBezTo>
                  <a:pt x="895748" y="40280"/>
                  <a:pt x="895985" y="40190"/>
                  <a:pt x="896177" y="40110"/>
                </a:cubicBezTo>
                <a:cubicBezTo>
                  <a:pt x="896370" y="40031"/>
                  <a:pt x="896545" y="39992"/>
                  <a:pt x="896703" y="39992"/>
                </a:cubicBezTo>
                <a:cubicBezTo>
                  <a:pt x="896839" y="39992"/>
                  <a:pt x="896969" y="40031"/>
                  <a:pt x="897093" y="40110"/>
                </a:cubicBezTo>
                <a:cubicBezTo>
                  <a:pt x="897218" y="40190"/>
                  <a:pt x="897314" y="40348"/>
                  <a:pt x="897382" y="40586"/>
                </a:cubicBezTo>
                <a:cubicBezTo>
                  <a:pt x="897449" y="40824"/>
                  <a:pt x="897512" y="41147"/>
                  <a:pt x="897568" y="41556"/>
                </a:cubicBezTo>
                <a:cubicBezTo>
                  <a:pt x="897625" y="41965"/>
                  <a:pt x="897653" y="42487"/>
                  <a:pt x="897653" y="43123"/>
                </a:cubicBezTo>
                <a:close/>
                <a:moveTo>
                  <a:pt x="933958" y="30697"/>
                </a:moveTo>
                <a:cubicBezTo>
                  <a:pt x="933958" y="33280"/>
                  <a:pt x="933619" y="35637"/>
                  <a:pt x="932941" y="37767"/>
                </a:cubicBezTo>
                <a:cubicBezTo>
                  <a:pt x="932262" y="39897"/>
                  <a:pt x="931233" y="41732"/>
                  <a:pt x="929854" y="43272"/>
                </a:cubicBezTo>
                <a:cubicBezTo>
                  <a:pt x="928474" y="44813"/>
                  <a:pt x="926745" y="46003"/>
                  <a:pt x="924664" y="46841"/>
                </a:cubicBezTo>
                <a:cubicBezTo>
                  <a:pt x="922584" y="47679"/>
                  <a:pt x="920153" y="48099"/>
                  <a:pt x="917371" y="48099"/>
                </a:cubicBezTo>
                <a:cubicBezTo>
                  <a:pt x="914680" y="48099"/>
                  <a:pt x="912340" y="47725"/>
                  <a:pt x="910350" y="46977"/>
                </a:cubicBezTo>
                <a:cubicBezTo>
                  <a:pt x="908360" y="46229"/>
                  <a:pt x="906709" y="45142"/>
                  <a:pt x="905398" y="43714"/>
                </a:cubicBezTo>
                <a:cubicBezTo>
                  <a:pt x="904086" y="42287"/>
                  <a:pt x="903114" y="40531"/>
                  <a:pt x="902480" y="38446"/>
                </a:cubicBezTo>
                <a:cubicBezTo>
                  <a:pt x="901847" y="36362"/>
                  <a:pt x="901531" y="33983"/>
                  <a:pt x="901531" y="31309"/>
                </a:cubicBezTo>
                <a:cubicBezTo>
                  <a:pt x="901531" y="28726"/>
                  <a:pt x="901876" y="26363"/>
                  <a:pt x="902565" y="24222"/>
                </a:cubicBezTo>
                <a:cubicBezTo>
                  <a:pt x="903255" y="22081"/>
                  <a:pt x="904290" y="20246"/>
                  <a:pt x="905669" y="18716"/>
                </a:cubicBezTo>
                <a:cubicBezTo>
                  <a:pt x="907048" y="17187"/>
                  <a:pt x="908773" y="16004"/>
                  <a:pt x="910842" y="15165"/>
                </a:cubicBezTo>
                <a:cubicBezTo>
                  <a:pt x="912911" y="14327"/>
                  <a:pt x="915336" y="13907"/>
                  <a:pt x="918118" y="13907"/>
                </a:cubicBezTo>
                <a:cubicBezTo>
                  <a:pt x="920831" y="13907"/>
                  <a:pt x="923183" y="14275"/>
                  <a:pt x="925173" y="15012"/>
                </a:cubicBezTo>
                <a:cubicBezTo>
                  <a:pt x="927163" y="15748"/>
                  <a:pt x="928808" y="16830"/>
                  <a:pt x="930108" y="18257"/>
                </a:cubicBezTo>
                <a:cubicBezTo>
                  <a:pt x="931409" y="19685"/>
                  <a:pt x="932375" y="21441"/>
                  <a:pt x="933008" y="23526"/>
                </a:cubicBezTo>
                <a:cubicBezTo>
                  <a:pt x="933642" y="25610"/>
                  <a:pt x="933958" y="28001"/>
                  <a:pt x="933958" y="30697"/>
                </a:cubicBezTo>
                <a:moveTo>
                  <a:pt x="925173" y="31037"/>
                </a:moveTo>
                <a:cubicBezTo>
                  <a:pt x="925173" y="29544"/>
                  <a:pt x="925054" y="28171"/>
                  <a:pt x="924817" y="26916"/>
                </a:cubicBezTo>
                <a:cubicBezTo>
                  <a:pt x="924579" y="25660"/>
                  <a:pt x="924178" y="24569"/>
                  <a:pt x="923613" y="23642"/>
                </a:cubicBezTo>
                <a:cubicBezTo>
                  <a:pt x="923047" y="22715"/>
                  <a:pt x="922295" y="21991"/>
                  <a:pt x="921357" y="21471"/>
                </a:cubicBezTo>
                <a:cubicBezTo>
                  <a:pt x="920419" y="20951"/>
                  <a:pt x="919237" y="20691"/>
                  <a:pt x="917812" y="20691"/>
                </a:cubicBezTo>
                <a:cubicBezTo>
                  <a:pt x="916546" y="20691"/>
                  <a:pt x="915438" y="20923"/>
                  <a:pt x="914488" y="21387"/>
                </a:cubicBezTo>
                <a:cubicBezTo>
                  <a:pt x="913538" y="21850"/>
                  <a:pt x="912758" y="22529"/>
                  <a:pt x="912148" y="23422"/>
                </a:cubicBezTo>
                <a:cubicBezTo>
                  <a:pt x="911537" y="24315"/>
                  <a:pt x="911079" y="25389"/>
                  <a:pt x="910774" y="26644"/>
                </a:cubicBezTo>
                <a:cubicBezTo>
                  <a:pt x="910469" y="27899"/>
                  <a:pt x="910316" y="29329"/>
                  <a:pt x="910316" y="30935"/>
                </a:cubicBezTo>
                <a:cubicBezTo>
                  <a:pt x="910316" y="32427"/>
                  <a:pt x="910440" y="33801"/>
                  <a:pt x="910689" y="35056"/>
                </a:cubicBezTo>
                <a:cubicBezTo>
                  <a:pt x="910938" y="36311"/>
                  <a:pt x="911339" y="37402"/>
                  <a:pt x="911893" y="38330"/>
                </a:cubicBezTo>
                <a:cubicBezTo>
                  <a:pt x="912447" y="39257"/>
                  <a:pt x="913199" y="39975"/>
                  <a:pt x="914149" y="40483"/>
                </a:cubicBezTo>
                <a:cubicBezTo>
                  <a:pt x="915099" y="40992"/>
                  <a:pt x="916275" y="41247"/>
                  <a:pt x="917677" y="41247"/>
                </a:cubicBezTo>
                <a:cubicBezTo>
                  <a:pt x="918966" y="41247"/>
                  <a:pt x="920085" y="41015"/>
                  <a:pt x="921035" y="40551"/>
                </a:cubicBezTo>
                <a:cubicBezTo>
                  <a:pt x="921984" y="40088"/>
                  <a:pt x="922765" y="39415"/>
                  <a:pt x="923375" y="38533"/>
                </a:cubicBezTo>
                <a:cubicBezTo>
                  <a:pt x="923986" y="37651"/>
                  <a:pt x="924438" y="36583"/>
                  <a:pt x="924732" y="35328"/>
                </a:cubicBezTo>
                <a:cubicBezTo>
                  <a:pt x="925026" y="34073"/>
                  <a:pt x="925173" y="32642"/>
                  <a:pt x="925173" y="31037"/>
                </a:cubicBezTo>
                <a:close/>
                <a:moveTo>
                  <a:pt x="974068" y="43123"/>
                </a:moveTo>
                <a:cubicBezTo>
                  <a:pt x="974068" y="44123"/>
                  <a:pt x="974006" y="44890"/>
                  <a:pt x="973881" y="45424"/>
                </a:cubicBezTo>
                <a:cubicBezTo>
                  <a:pt x="973757" y="45958"/>
                  <a:pt x="973593" y="46333"/>
                  <a:pt x="973389" y="46549"/>
                </a:cubicBezTo>
                <a:cubicBezTo>
                  <a:pt x="973186" y="46764"/>
                  <a:pt x="972886" y="46957"/>
                  <a:pt x="972491" y="47128"/>
                </a:cubicBezTo>
                <a:cubicBezTo>
                  <a:pt x="972095" y="47298"/>
                  <a:pt x="971631" y="47446"/>
                  <a:pt x="971100" y="47571"/>
                </a:cubicBezTo>
                <a:cubicBezTo>
                  <a:pt x="970568" y="47696"/>
                  <a:pt x="969992" y="47792"/>
                  <a:pt x="969370" y="47860"/>
                </a:cubicBezTo>
                <a:cubicBezTo>
                  <a:pt x="968748" y="47929"/>
                  <a:pt x="968121" y="47963"/>
                  <a:pt x="967487" y="47963"/>
                </a:cubicBezTo>
                <a:cubicBezTo>
                  <a:pt x="965791" y="47963"/>
                  <a:pt x="964322" y="47748"/>
                  <a:pt x="963078" y="47318"/>
                </a:cubicBezTo>
                <a:cubicBezTo>
                  <a:pt x="961834" y="46889"/>
                  <a:pt x="960805" y="46227"/>
                  <a:pt x="959991" y="45334"/>
                </a:cubicBezTo>
                <a:cubicBezTo>
                  <a:pt x="959177" y="44441"/>
                  <a:pt x="958578" y="43316"/>
                  <a:pt x="958193" y="41959"/>
                </a:cubicBezTo>
                <a:cubicBezTo>
                  <a:pt x="957809" y="40602"/>
                  <a:pt x="957617" y="38997"/>
                  <a:pt x="957617" y="37142"/>
                </a:cubicBezTo>
                <a:lnTo>
                  <a:pt x="957617" y="21641"/>
                </a:lnTo>
                <a:lnTo>
                  <a:pt x="953987" y="21641"/>
                </a:lnTo>
                <a:cubicBezTo>
                  <a:pt x="953558" y="21641"/>
                  <a:pt x="953230" y="21375"/>
                  <a:pt x="953004" y="20844"/>
                </a:cubicBezTo>
                <a:cubicBezTo>
                  <a:pt x="952777" y="20312"/>
                  <a:pt x="952664" y="19425"/>
                  <a:pt x="952664" y="18181"/>
                </a:cubicBezTo>
                <a:cubicBezTo>
                  <a:pt x="952664" y="17525"/>
                  <a:pt x="952693" y="16971"/>
                  <a:pt x="952749" y="16519"/>
                </a:cubicBezTo>
                <a:cubicBezTo>
                  <a:pt x="952806" y="16067"/>
                  <a:pt x="952891" y="15711"/>
                  <a:pt x="953004" y="15451"/>
                </a:cubicBezTo>
                <a:cubicBezTo>
                  <a:pt x="953117" y="15190"/>
                  <a:pt x="953258" y="15004"/>
                  <a:pt x="953428" y="14891"/>
                </a:cubicBezTo>
                <a:cubicBezTo>
                  <a:pt x="953597" y="14778"/>
                  <a:pt x="953795" y="14721"/>
                  <a:pt x="954021" y="14721"/>
                </a:cubicBezTo>
                <a:lnTo>
                  <a:pt x="957617" y="14721"/>
                </a:lnTo>
                <a:lnTo>
                  <a:pt x="957617" y="7944"/>
                </a:lnTo>
                <a:cubicBezTo>
                  <a:pt x="957617" y="7716"/>
                  <a:pt x="957679" y="7512"/>
                  <a:pt x="957803" y="7330"/>
                </a:cubicBezTo>
                <a:cubicBezTo>
                  <a:pt x="957928" y="7148"/>
                  <a:pt x="958154" y="6995"/>
                  <a:pt x="958482" y="6871"/>
                </a:cubicBezTo>
                <a:cubicBezTo>
                  <a:pt x="958810" y="6746"/>
                  <a:pt x="959251" y="6655"/>
                  <a:pt x="959805" y="6598"/>
                </a:cubicBezTo>
                <a:cubicBezTo>
                  <a:pt x="960359" y="6541"/>
                  <a:pt x="961043" y="6513"/>
                  <a:pt x="961857" y="6513"/>
                </a:cubicBezTo>
                <a:cubicBezTo>
                  <a:pt x="962693" y="6513"/>
                  <a:pt x="963389" y="6541"/>
                  <a:pt x="963943" y="6598"/>
                </a:cubicBezTo>
                <a:cubicBezTo>
                  <a:pt x="964497" y="6655"/>
                  <a:pt x="964932" y="6746"/>
                  <a:pt x="965249" y="6871"/>
                </a:cubicBezTo>
                <a:cubicBezTo>
                  <a:pt x="965565" y="6995"/>
                  <a:pt x="965791" y="7148"/>
                  <a:pt x="965927" y="7330"/>
                </a:cubicBezTo>
                <a:cubicBezTo>
                  <a:pt x="966063" y="7512"/>
                  <a:pt x="966131" y="7716"/>
                  <a:pt x="966131" y="7944"/>
                </a:cubicBezTo>
                <a:lnTo>
                  <a:pt x="966131" y="14721"/>
                </a:lnTo>
                <a:lnTo>
                  <a:pt x="972711" y="14721"/>
                </a:lnTo>
                <a:cubicBezTo>
                  <a:pt x="972937" y="14721"/>
                  <a:pt x="973135" y="14778"/>
                  <a:pt x="973305" y="14891"/>
                </a:cubicBezTo>
                <a:cubicBezTo>
                  <a:pt x="973474" y="15004"/>
                  <a:pt x="973616" y="15190"/>
                  <a:pt x="973729" y="15451"/>
                </a:cubicBezTo>
                <a:cubicBezTo>
                  <a:pt x="973842" y="15711"/>
                  <a:pt x="973927" y="16067"/>
                  <a:pt x="973983" y="16519"/>
                </a:cubicBezTo>
                <a:cubicBezTo>
                  <a:pt x="974040" y="16971"/>
                  <a:pt x="974068" y="17525"/>
                  <a:pt x="974068" y="18181"/>
                </a:cubicBezTo>
                <a:cubicBezTo>
                  <a:pt x="974068" y="19425"/>
                  <a:pt x="973955" y="20312"/>
                  <a:pt x="973729" y="20844"/>
                </a:cubicBezTo>
                <a:cubicBezTo>
                  <a:pt x="973503" y="21375"/>
                  <a:pt x="973175" y="21641"/>
                  <a:pt x="972745" y="21641"/>
                </a:cubicBezTo>
                <a:lnTo>
                  <a:pt x="966131" y="21641"/>
                </a:lnTo>
                <a:lnTo>
                  <a:pt x="966131" y="35828"/>
                </a:lnTo>
                <a:cubicBezTo>
                  <a:pt x="966131" y="37476"/>
                  <a:pt x="966391" y="38712"/>
                  <a:pt x="966911" y="39536"/>
                </a:cubicBezTo>
                <a:cubicBezTo>
                  <a:pt x="967431" y="40360"/>
                  <a:pt x="968358" y="40772"/>
                  <a:pt x="969692" y="40772"/>
                </a:cubicBezTo>
                <a:cubicBezTo>
                  <a:pt x="970144" y="40772"/>
                  <a:pt x="970552" y="40732"/>
                  <a:pt x="970913" y="40653"/>
                </a:cubicBezTo>
                <a:cubicBezTo>
                  <a:pt x="971275" y="40574"/>
                  <a:pt x="971597" y="40483"/>
                  <a:pt x="971880" y="40382"/>
                </a:cubicBezTo>
                <a:cubicBezTo>
                  <a:pt x="972163" y="40280"/>
                  <a:pt x="972400" y="40190"/>
                  <a:pt x="972592" y="40110"/>
                </a:cubicBezTo>
                <a:cubicBezTo>
                  <a:pt x="972785" y="40031"/>
                  <a:pt x="972960" y="39992"/>
                  <a:pt x="973118" y="39992"/>
                </a:cubicBezTo>
                <a:cubicBezTo>
                  <a:pt x="973254" y="39992"/>
                  <a:pt x="973384" y="40031"/>
                  <a:pt x="973508" y="40110"/>
                </a:cubicBezTo>
                <a:cubicBezTo>
                  <a:pt x="973633" y="40190"/>
                  <a:pt x="973729" y="40348"/>
                  <a:pt x="973797" y="40586"/>
                </a:cubicBezTo>
                <a:cubicBezTo>
                  <a:pt x="973864" y="40824"/>
                  <a:pt x="973927" y="41147"/>
                  <a:pt x="973983" y="41556"/>
                </a:cubicBezTo>
                <a:cubicBezTo>
                  <a:pt x="974040" y="41965"/>
                  <a:pt x="974068" y="42487"/>
                  <a:pt x="974068" y="43123"/>
                </a:cubicBezTo>
                <a:close/>
                <a:moveTo>
                  <a:pt x="1009372" y="46130"/>
                </a:moveTo>
                <a:cubicBezTo>
                  <a:pt x="1009372" y="46356"/>
                  <a:pt x="1009304" y="46554"/>
                  <a:pt x="1009168" y="46725"/>
                </a:cubicBezTo>
                <a:cubicBezTo>
                  <a:pt x="1009033" y="46894"/>
                  <a:pt x="1008807" y="47036"/>
                  <a:pt x="1008490" y="47149"/>
                </a:cubicBezTo>
                <a:cubicBezTo>
                  <a:pt x="1008173" y="47262"/>
                  <a:pt x="1007738" y="47347"/>
                  <a:pt x="1007184" y="47403"/>
                </a:cubicBezTo>
                <a:cubicBezTo>
                  <a:pt x="1006630" y="47460"/>
                  <a:pt x="1005946" y="47488"/>
                  <a:pt x="1005132" y="47488"/>
                </a:cubicBezTo>
                <a:cubicBezTo>
                  <a:pt x="1004295" y="47488"/>
                  <a:pt x="1003600" y="47460"/>
                  <a:pt x="1003046" y="47403"/>
                </a:cubicBezTo>
                <a:cubicBezTo>
                  <a:pt x="1002492" y="47347"/>
                  <a:pt x="1002056" y="47262"/>
                  <a:pt x="1001740" y="47149"/>
                </a:cubicBezTo>
                <a:cubicBezTo>
                  <a:pt x="1001423" y="47036"/>
                  <a:pt x="1001197" y="46894"/>
                  <a:pt x="1001061" y="46725"/>
                </a:cubicBezTo>
                <a:cubicBezTo>
                  <a:pt x="1000926" y="46555"/>
                  <a:pt x="1000858" y="46357"/>
                  <a:pt x="1000858" y="46131"/>
                </a:cubicBezTo>
                <a:lnTo>
                  <a:pt x="1000858" y="28866"/>
                </a:lnTo>
                <a:cubicBezTo>
                  <a:pt x="1000858" y="27396"/>
                  <a:pt x="1000751" y="26243"/>
                  <a:pt x="1000536" y="25406"/>
                </a:cubicBezTo>
                <a:cubicBezTo>
                  <a:pt x="1000321" y="24569"/>
                  <a:pt x="1000010" y="23851"/>
                  <a:pt x="999603" y="23252"/>
                </a:cubicBezTo>
                <a:cubicBezTo>
                  <a:pt x="999196" y="22653"/>
                  <a:pt x="998670" y="22189"/>
                  <a:pt x="998026" y="21861"/>
                </a:cubicBezTo>
                <a:cubicBezTo>
                  <a:pt x="997381" y="21534"/>
                  <a:pt x="996629" y="21370"/>
                  <a:pt x="995770" y="21370"/>
                </a:cubicBezTo>
                <a:cubicBezTo>
                  <a:pt x="994685" y="21370"/>
                  <a:pt x="993588" y="21765"/>
                  <a:pt x="992480" y="22557"/>
                </a:cubicBezTo>
                <a:cubicBezTo>
                  <a:pt x="991372" y="23348"/>
                  <a:pt x="990218" y="24502"/>
                  <a:pt x="989020" y="26017"/>
                </a:cubicBezTo>
                <a:lnTo>
                  <a:pt x="989020" y="46131"/>
                </a:lnTo>
                <a:cubicBezTo>
                  <a:pt x="989020" y="46357"/>
                  <a:pt x="988952" y="46555"/>
                  <a:pt x="988816" y="46725"/>
                </a:cubicBezTo>
                <a:cubicBezTo>
                  <a:pt x="988681" y="46894"/>
                  <a:pt x="988449" y="47036"/>
                  <a:pt x="988121" y="47149"/>
                </a:cubicBezTo>
                <a:cubicBezTo>
                  <a:pt x="987793" y="47262"/>
                  <a:pt x="987358" y="47347"/>
                  <a:pt x="986815" y="47403"/>
                </a:cubicBezTo>
                <a:cubicBezTo>
                  <a:pt x="986272" y="47460"/>
                  <a:pt x="985583" y="47488"/>
                  <a:pt x="984746" y="47488"/>
                </a:cubicBezTo>
                <a:cubicBezTo>
                  <a:pt x="983909" y="47488"/>
                  <a:pt x="983220" y="47460"/>
                  <a:pt x="982677" y="47403"/>
                </a:cubicBezTo>
                <a:cubicBezTo>
                  <a:pt x="982134" y="47347"/>
                  <a:pt x="981699" y="47262"/>
                  <a:pt x="981371" y="47149"/>
                </a:cubicBezTo>
                <a:cubicBezTo>
                  <a:pt x="981043" y="47036"/>
                  <a:pt x="980811" y="46894"/>
                  <a:pt x="980676" y="46725"/>
                </a:cubicBezTo>
                <a:cubicBezTo>
                  <a:pt x="980540" y="46555"/>
                  <a:pt x="980472" y="46357"/>
                  <a:pt x="980472" y="46131"/>
                </a:cubicBezTo>
                <a:lnTo>
                  <a:pt x="980472" y="1526"/>
                </a:lnTo>
                <a:cubicBezTo>
                  <a:pt x="980472" y="1300"/>
                  <a:pt x="980540" y="1097"/>
                  <a:pt x="980676" y="916"/>
                </a:cubicBezTo>
                <a:cubicBezTo>
                  <a:pt x="980811" y="735"/>
                  <a:pt x="981043" y="582"/>
                  <a:pt x="981371" y="458"/>
                </a:cubicBezTo>
                <a:cubicBezTo>
                  <a:pt x="981699" y="334"/>
                  <a:pt x="982134" y="237"/>
                  <a:pt x="982677" y="170"/>
                </a:cubicBezTo>
                <a:cubicBezTo>
                  <a:pt x="983220" y="102"/>
                  <a:pt x="983909" y="68"/>
                  <a:pt x="984746" y="68"/>
                </a:cubicBezTo>
                <a:cubicBezTo>
                  <a:pt x="985583" y="68"/>
                  <a:pt x="986272" y="102"/>
                  <a:pt x="986815" y="170"/>
                </a:cubicBezTo>
                <a:cubicBezTo>
                  <a:pt x="987358" y="237"/>
                  <a:pt x="987793" y="334"/>
                  <a:pt x="988121" y="458"/>
                </a:cubicBezTo>
                <a:cubicBezTo>
                  <a:pt x="988449" y="582"/>
                  <a:pt x="988681" y="734"/>
                  <a:pt x="988816" y="915"/>
                </a:cubicBezTo>
                <a:cubicBezTo>
                  <a:pt x="988952" y="1095"/>
                  <a:pt x="989020" y="1298"/>
                  <a:pt x="989020" y="1524"/>
                </a:cubicBezTo>
                <a:lnTo>
                  <a:pt x="989020" y="18219"/>
                </a:lnTo>
                <a:cubicBezTo>
                  <a:pt x="990490" y="16771"/>
                  <a:pt x="991988" y="15690"/>
                  <a:pt x="993514" y="14977"/>
                </a:cubicBezTo>
                <a:cubicBezTo>
                  <a:pt x="995041" y="14264"/>
                  <a:pt x="996629" y="13907"/>
                  <a:pt x="998280" y="13907"/>
                </a:cubicBezTo>
                <a:cubicBezTo>
                  <a:pt x="1000338" y="13907"/>
                  <a:pt x="1002073" y="14247"/>
                  <a:pt x="1003487" y="14926"/>
                </a:cubicBezTo>
                <a:cubicBezTo>
                  <a:pt x="1004900" y="15605"/>
                  <a:pt x="1006042" y="16533"/>
                  <a:pt x="1006913" y="17710"/>
                </a:cubicBezTo>
                <a:cubicBezTo>
                  <a:pt x="1007783" y="18887"/>
                  <a:pt x="1008411" y="20262"/>
                  <a:pt x="1008795" y="21836"/>
                </a:cubicBezTo>
                <a:cubicBezTo>
                  <a:pt x="1009180" y="23409"/>
                  <a:pt x="1009372" y="25316"/>
                  <a:pt x="1009372" y="27557"/>
                </a:cubicBezTo>
                <a:lnTo>
                  <a:pt x="1009372" y="46130"/>
                </a:lnTo>
                <a:close/>
                <a:moveTo>
                  <a:pt x="1045935" y="30116"/>
                </a:moveTo>
                <a:cubicBezTo>
                  <a:pt x="1045935" y="31158"/>
                  <a:pt x="1045703" y="31928"/>
                  <a:pt x="1045240" y="32426"/>
                </a:cubicBezTo>
                <a:cubicBezTo>
                  <a:pt x="1044776" y="32925"/>
                  <a:pt x="1044137" y="33174"/>
                  <a:pt x="1043323" y="33174"/>
                </a:cubicBezTo>
                <a:lnTo>
                  <a:pt x="1024905" y="33174"/>
                </a:lnTo>
                <a:cubicBezTo>
                  <a:pt x="1024905" y="34468"/>
                  <a:pt x="1025057" y="35642"/>
                  <a:pt x="1025363" y="36698"/>
                </a:cubicBezTo>
                <a:cubicBezTo>
                  <a:pt x="1025668" y="37754"/>
                  <a:pt x="1026154" y="38651"/>
                  <a:pt x="1026821" y="39390"/>
                </a:cubicBezTo>
                <a:cubicBezTo>
                  <a:pt x="1027488" y="40127"/>
                  <a:pt x="1028348" y="40689"/>
                  <a:pt x="1029399" y="41075"/>
                </a:cubicBezTo>
                <a:cubicBezTo>
                  <a:pt x="1030451" y="41461"/>
                  <a:pt x="1031711" y="41654"/>
                  <a:pt x="1033181" y="41654"/>
                </a:cubicBezTo>
                <a:cubicBezTo>
                  <a:pt x="1034674" y="41654"/>
                  <a:pt x="1035985" y="41545"/>
                  <a:pt x="1037116" y="41326"/>
                </a:cubicBezTo>
                <a:cubicBezTo>
                  <a:pt x="1038247" y="41108"/>
                  <a:pt x="1039225" y="40867"/>
                  <a:pt x="1040050" y="40602"/>
                </a:cubicBezTo>
                <a:cubicBezTo>
                  <a:pt x="1040875" y="40338"/>
                  <a:pt x="1041559" y="40097"/>
                  <a:pt x="1042102" y="39878"/>
                </a:cubicBezTo>
                <a:cubicBezTo>
                  <a:pt x="1042645" y="39660"/>
                  <a:pt x="1043086" y="39551"/>
                  <a:pt x="1043425" y="39551"/>
                </a:cubicBezTo>
                <a:cubicBezTo>
                  <a:pt x="1043629" y="39551"/>
                  <a:pt x="1043798" y="39591"/>
                  <a:pt x="1043934" y="39670"/>
                </a:cubicBezTo>
                <a:cubicBezTo>
                  <a:pt x="1044069" y="39750"/>
                  <a:pt x="1044183" y="39892"/>
                  <a:pt x="1044273" y="40097"/>
                </a:cubicBezTo>
                <a:cubicBezTo>
                  <a:pt x="1044363" y="40301"/>
                  <a:pt x="1044426" y="40591"/>
                  <a:pt x="1044460" y="40966"/>
                </a:cubicBezTo>
                <a:cubicBezTo>
                  <a:pt x="1044493" y="41341"/>
                  <a:pt x="1044510" y="41813"/>
                  <a:pt x="1044510" y="42381"/>
                </a:cubicBezTo>
                <a:cubicBezTo>
                  <a:pt x="1044510" y="42881"/>
                  <a:pt x="1044499" y="43308"/>
                  <a:pt x="1044477" y="43660"/>
                </a:cubicBezTo>
                <a:cubicBezTo>
                  <a:pt x="1044454" y="44012"/>
                  <a:pt x="1044420" y="44313"/>
                  <a:pt x="1044375" y="44563"/>
                </a:cubicBezTo>
                <a:cubicBezTo>
                  <a:pt x="1044330" y="44814"/>
                  <a:pt x="1044262" y="45024"/>
                  <a:pt x="1044171" y="45195"/>
                </a:cubicBezTo>
                <a:cubicBezTo>
                  <a:pt x="1044081" y="45365"/>
                  <a:pt x="1043962" y="45530"/>
                  <a:pt x="1043815" y="45689"/>
                </a:cubicBezTo>
                <a:cubicBezTo>
                  <a:pt x="1043668" y="45848"/>
                  <a:pt x="1043267" y="46063"/>
                  <a:pt x="1042611" y="46335"/>
                </a:cubicBezTo>
                <a:cubicBezTo>
                  <a:pt x="1041955" y="46606"/>
                  <a:pt x="1041118" y="46872"/>
                  <a:pt x="1040101" y="47132"/>
                </a:cubicBezTo>
                <a:cubicBezTo>
                  <a:pt x="1039083" y="47392"/>
                  <a:pt x="1037919" y="47618"/>
                  <a:pt x="1036607" y="47810"/>
                </a:cubicBezTo>
                <a:cubicBezTo>
                  <a:pt x="1035296" y="48002"/>
                  <a:pt x="1033893" y="48099"/>
                  <a:pt x="1032401" y="48099"/>
                </a:cubicBezTo>
                <a:cubicBezTo>
                  <a:pt x="1029710" y="48099"/>
                  <a:pt x="1027353" y="47759"/>
                  <a:pt x="1025329" y="47079"/>
                </a:cubicBezTo>
                <a:cubicBezTo>
                  <a:pt x="1023305" y="46399"/>
                  <a:pt x="1021614" y="45368"/>
                  <a:pt x="1020258" y="43986"/>
                </a:cubicBezTo>
                <a:cubicBezTo>
                  <a:pt x="1018901" y="42603"/>
                  <a:pt x="1017889" y="40859"/>
                  <a:pt x="1017222" y="38753"/>
                </a:cubicBezTo>
                <a:cubicBezTo>
                  <a:pt x="1016555" y="36645"/>
                  <a:pt x="1016221" y="34175"/>
                  <a:pt x="1016221" y="31343"/>
                </a:cubicBezTo>
                <a:cubicBezTo>
                  <a:pt x="1016221" y="28646"/>
                  <a:pt x="1016572" y="26216"/>
                  <a:pt x="1017273" y="24052"/>
                </a:cubicBezTo>
                <a:cubicBezTo>
                  <a:pt x="1017974" y="21889"/>
                  <a:pt x="1018991" y="20053"/>
                  <a:pt x="1020326" y="18547"/>
                </a:cubicBezTo>
                <a:cubicBezTo>
                  <a:pt x="1021660" y="17039"/>
                  <a:pt x="1023282" y="15889"/>
                  <a:pt x="1025193" y="15097"/>
                </a:cubicBezTo>
                <a:cubicBezTo>
                  <a:pt x="1027104" y="14304"/>
                  <a:pt x="1029258" y="13907"/>
                  <a:pt x="1031655" y="13907"/>
                </a:cubicBezTo>
                <a:cubicBezTo>
                  <a:pt x="1034187" y="13907"/>
                  <a:pt x="1036353" y="14281"/>
                  <a:pt x="1038150" y="15029"/>
                </a:cubicBezTo>
                <a:cubicBezTo>
                  <a:pt x="1039948" y="15776"/>
                  <a:pt x="1041424" y="16813"/>
                  <a:pt x="1042577" y="18138"/>
                </a:cubicBezTo>
                <a:cubicBezTo>
                  <a:pt x="1043730" y="19463"/>
                  <a:pt x="1044578" y="21031"/>
                  <a:pt x="1045121" y="22844"/>
                </a:cubicBezTo>
                <a:cubicBezTo>
                  <a:pt x="1045664" y="24656"/>
                  <a:pt x="1045935" y="26627"/>
                  <a:pt x="1045935" y="28757"/>
                </a:cubicBezTo>
                <a:lnTo>
                  <a:pt x="1045935" y="30116"/>
                </a:lnTo>
                <a:moveTo>
                  <a:pt x="1037659" y="27679"/>
                </a:moveTo>
                <a:cubicBezTo>
                  <a:pt x="1037726" y="25271"/>
                  <a:pt x="1037246" y="23380"/>
                  <a:pt x="1036217" y="22007"/>
                </a:cubicBezTo>
                <a:cubicBezTo>
                  <a:pt x="1035188" y="20632"/>
                  <a:pt x="1033600" y="19945"/>
                  <a:pt x="1031451" y="19945"/>
                </a:cubicBezTo>
                <a:cubicBezTo>
                  <a:pt x="1030366" y="19945"/>
                  <a:pt x="1029422" y="20150"/>
                  <a:pt x="1028619" y="20559"/>
                </a:cubicBezTo>
                <a:cubicBezTo>
                  <a:pt x="1027816" y="20967"/>
                  <a:pt x="1027149" y="21518"/>
                  <a:pt x="1026618" y="22211"/>
                </a:cubicBezTo>
                <a:cubicBezTo>
                  <a:pt x="1026086" y="22904"/>
                  <a:pt x="1025679" y="23721"/>
                  <a:pt x="1025397" y="24664"/>
                </a:cubicBezTo>
                <a:cubicBezTo>
                  <a:pt x="1025114" y="25606"/>
                  <a:pt x="1024950" y="26611"/>
                  <a:pt x="1024905" y="27679"/>
                </a:cubicBezTo>
                <a:lnTo>
                  <a:pt x="1037659" y="27679"/>
                </a:lnTo>
                <a:close/>
                <a:moveTo>
                  <a:pt x="1099157" y="30595"/>
                </a:moveTo>
                <a:cubicBezTo>
                  <a:pt x="1099157" y="33291"/>
                  <a:pt x="1098863" y="35716"/>
                  <a:pt x="1098275" y="37868"/>
                </a:cubicBezTo>
                <a:cubicBezTo>
                  <a:pt x="1097687" y="40021"/>
                  <a:pt x="1096839" y="41856"/>
                  <a:pt x="1095731" y="43374"/>
                </a:cubicBezTo>
                <a:cubicBezTo>
                  <a:pt x="1094623" y="44892"/>
                  <a:pt x="1093261" y="46059"/>
                  <a:pt x="1091644" y="46875"/>
                </a:cubicBezTo>
                <a:cubicBezTo>
                  <a:pt x="1090027" y="47691"/>
                  <a:pt x="1088189" y="48099"/>
                  <a:pt x="1086132" y="48099"/>
                </a:cubicBezTo>
                <a:cubicBezTo>
                  <a:pt x="1085114" y="48099"/>
                  <a:pt x="1084164" y="48002"/>
                  <a:pt x="1083282" y="47809"/>
                </a:cubicBezTo>
                <a:cubicBezTo>
                  <a:pt x="1082400" y="47617"/>
                  <a:pt x="1081558" y="47306"/>
                  <a:pt x="1080755" y="46875"/>
                </a:cubicBezTo>
                <a:cubicBezTo>
                  <a:pt x="1079953" y="46444"/>
                  <a:pt x="1079161" y="45900"/>
                  <a:pt x="1078381" y="45244"/>
                </a:cubicBezTo>
                <a:cubicBezTo>
                  <a:pt x="1077601" y="44587"/>
                  <a:pt x="1076804" y="43794"/>
                  <a:pt x="1075990" y="42864"/>
                </a:cubicBezTo>
                <a:lnTo>
                  <a:pt x="1075990" y="46138"/>
                </a:lnTo>
                <a:cubicBezTo>
                  <a:pt x="1075990" y="46386"/>
                  <a:pt x="1075927" y="46594"/>
                  <a:pt x="1075803" y="46763"/>
                </a:cubicBezTo>
                <a:cubicBezTo>
                  <a:pt x="1075679" y="46931"/>
                  <a:pt x="1075475" y="47072"/>
                  <a:pt x="1075192" y="47185"/>
                </a:cubicBezTo>
                <a:cubicBezTo>
                  <a:pt x="1074910" y="47297"/>
                  <a:pt x="1074531" y="47376"/>
                  <a:pt x="1074056" y="47420"/>
                </a:cubicBezTo>
                <a:cubicBezTo>
                  <a:pt x="1073581" y="47465"/>
                  <a:pt x="1073005" y="47488"/>
                  <a:pt x="1072326" y="47488"/>
                </a:cubicBezTo>
                <a:cubicBezTo>
                  <a:pt x="1071625" y="47488"/>
                  <a:pt x="1071043" y="47465"/>
                  <a:pt x="1070579" y="47420"/>
                </a:cubicBezTo>
                <a:cubicBezTo>
                  <a:pt x="1070116" y="47375"/>
                  <a:pt x="1069743" y="47296"/>
                  <a:pt x="1069460" y="47183"/>
                </a:cubicBezTo>
                <a:cubicBezTo>
                  <a:pt x="1069177" y="47070"/>
                  <a:pt x="1068979" y="46928"/>
                  <a:pt x="1068866" y="46759"/>
                </a:cubicBezTo>
                <a:cubicBezTo>
                  <a:pt x="1068753" y="46589"/>
                  <a:pt x="1068697" y="46380"/>
                  <a:pt x="1068697" y="46131"/>
                </a:cubicBezTo>
                <a:lnTo>
                  <a:pt x="1068697" y="1526"/>
                </a:lnTo>
                <a:cubicBezTo>
                  <a:pt x="1068697" y="1300"/>
                  <a:pt x="1068765" y="1097"/>
                  <a:pt x="1068900" y="916"/>
                </a:cubicBezTo>
                <a:cubicBezTo>
                  <a:pt x="1069036" y="735"/>
                  <a:pt x="1069268" y="582"/>
                  <a:pt x="1069596" y="458"/>
                </a:cubicBezTo>
                <a:cubicBezTo>
                  <a:pt x="1069924" y="334"/>
                  <a:pt x="1070359" y="237"/>
                  <a:pt x="1070902" y="170"/>
                </a:cubicBezTo>
                <a:cubicBezTo>
                  <a:pt x="1071444" y="102"/>
                  <a:pt x="1072134" y="68"/>
                  <a:pt x="1072971" y="68"/>
                </a:cubicBezTo>
                <a:cubicBezTo>
                  <a:pt x="1073807" y="68"/>
                  <a:pt x="1074497" y="102"/>
                  <a:pt x="1075040" y="170"/>
                </a:cubicBezTo>
                <a:cubicBezTo>
                  <a:pt x="1075583" y="237"/>
                  <a:pt x="1076018" y="334"/>
                  <a:pt x="1076346" y="458"/>
                </a:cubicBezTo>
                <a:cubicBezTo>
                  <a:pt x="1076674" y="582"/>
                  <a:pt x="1076905" y="734"/>
                  <a:pt x="1077041" y="915"/>
                </a:cubicBezTo>
                <a:cubicBezTo>
                  <a:pt x="1077177" y="1096"/>
                  <a:pt x="1077245" y="1299"/>
                  <a:pt x="1077245" y="1524"/>
                </a:cubicBezTo>
                <a:lnTo>
                  <a:pt x="1077245" y="18224"/>
                </a:lnTo>
                <a:cubicBezTo>
                  <a:pt x="1078013" y="17453"/>
                  <a:pt x="1078782" y="16796"/>
                  <a:pt x="1079551" y="16253"/>
                </a:cubicBezTo>
                <a:cubicBezTo>
                  <a:pt x="1080320" y="15709"/>
                  <a:pt x="1081089" y="15261"/>
                  <a:pt x="1081858" y="14910"/>
                </a:cubicBezTo>
                <a:cubicBezTo>
                  <a:pt x="1082627" y="14559"/>
                  <a:pt x="1083418" y="14304"/>
                  <a:pt x="1084232" y="14146"/>
                </a:cubicBezTo>
                <a:cubicBezTo>
                  <a:pt x="1085046" y="13987"/>
                  <a:pt x="1085906" y="13907"/>
                  <a:pt x="1086810" y="13907"/>
                </a:cubicBezTo>
                <a:cubicBezTo>
                  <a:pt x="1089049" y="13907"/>
                  <a:pt x="1090948" y="14355"/>
                  <a:pt x="1092509" y="15250"/>
                </a:cubicBezTo>
                <a:cubicBezTo>
                  <a:pt x="1094069" y="16145"/>
                  <a:pt x="1095341" y="17351"/>
                  <a:pt x="1096325" y="18870"/>
                </a:cubicBezTo>
                <a:cubicBezTo>
                  <a:pt x="1097308" y="20388"/>
                  <a:pt x="1098026" y="22161"/>
                  <a:pt x="1098479" y="24189"/>
                </a:cubicBezTo>
                <a:cubicBezTo>
                  <a:pt x="1098931" y="26217"/>
                  <a:pt x="1099157" y="28352"/>
                  <a:pt x="1099157" y="30595"/>
                </a:cubicBezTo>
                <a:moveTo>
                  <a:pt x="1090304" y="31223"/>
                </a:moveTo>
                <a:cubicBezTo>
                  <a:pt x="1090304" y="29932"/>
                  <a:pt x="1090208" y="28686"/>
                  <a:pt x="1090015" y="27486"/>
                </a:cubicBezTo>
                <a:cubicBezTo>
                  <a:pt x="1089823" y="26285"/>
                  <a:pt x="1089490" y="25221"/>
                  <a:pt x="1089015" y="24292"/>
                </a:cubicBezTo>
                <a:cubicBezTo>
                  <a:pt x="1088540" y="23363"/>
                  <a:pt x="1087924" y="22622"/>
                  <a:pt x="1087166" y="22067"/>
                </a:cubicBezTo>
                <a:cubicBezTo>
                  <a:pt x="1086409" y="21512"/>
                  <a:pt x="1085453" y="21234"/>
                  <a:pt x="1084300" y="21234"/>
                </a:cubicBezTo>
                <a:cubicBezTo>
                  <a:pt x="1083735" y="21234"/>
                  <a:pt x="1083181" y="21313"/>
                  <a:pt x="1082638" y="21471"/>
                </a:cubicBezTo>
                <a:cubicBezTo>
                  <a:pt x="1082095" y="21629"/>
                  <a:pt x="1081535" y="21900"/>
                  <a:pt x="1080959" y="22283"/>
                </a:cubicBezTo>
                <a:cubicBezTo>
                  <a:pt x="1080382" y="22667"/>
                  <a:pt x="1079789" y="23164"/>
                  <a:pt x="1079178" y="23774"/>
                </a:cubicBezTo>
                <a:cubicBezTo>
                  <a:pt x="1078568" y="24383"/>
                  <a:pt x="1077923" y="25139"/>
                  <a:pt x="1077245" y="26041"/>
                </a:cubicBezTo>
                <a:lnTo>
                  <a:pt x="1077245" y="36101"/>
                </a:lnTo>
                <a:cubicBezTo>
                  <a:pt x="1078443" y="37647"/>
                  <a:pt x="1079591" y="38823"/>
                  <a:pt x="1080688" y="39630"/>
                </a:cubicBezTo>
                <a:cubicBezTo>
                  <a:pt x="1081784" y="40436"/>
                  <a:pt x="1082932" y="40840"/>
                  <a:pt x="1084130" y="40840"/>
                </a:cubicBezTo>
                <a:cubicBezTo>
                  <a:pt x="1085238" y="40840"/>
                  <a:pt x="1086177" y="40557"/>
                  <a:pt x="1086946" y="39991"/>
                </a:cubicBezTo>
                <a:cubicBezTo>
                  <a:pt x="1087715" y="39424"/>
                  <a:pt x="1088353" y="38688"/>
                  <a:pt x="1088862" y="37782"/>
                </a:cubicBezTo>
                <a:cubicBezTo>
                  <a:pt x="1089371" y="36876"/>
                  <a:pt x="1089738" y="35845"/>
                  <a:pt x="1089965" y="34690"/>
                </a:cubicBezTo>
                <a:cubicBezTo>
                  <a:pt x="1090191" y="33534"/>
                  <a:pt x="1090304" y="32379"/>
                  <a:pt x="1090304" y="31223"/>
                </a:cubicBezTo>
                <a:close/>
                <a:moveTo>
                  <a:pt x="1134905" y="46131"/>
                </a:moveTo>
                <a:cubicBezTo>
                  <a:pt x="1134905" y="46357"/>
                  <a:pt x="1134849" y="46555"/>
                  <a:pt x="1134736" y="46725"/>
                </a:cubicBezTo>
                <a:cubicBezTo>
                  <a:pt x="1134623" y="46894"/>
                  <a:pt x="1134425" y="47036"/>
                  <a:pt x="1134142" y="47149"/>
                </a:cubicBezTo>
                <a:cubicBezTo>
                  <a:pt x="1133860" y="47262"/>
                  <a:pt x="1133487" y="47347"/>
                  <a:pt x="1133023" y="47403"/>
                </a:cubicBezTo>
                <a:cubicBezTo>
                  <a:pt x="1132559" y="47460"/>
                  <a:pt x="1131977" y="47488"/>
                  <a:pt x="1131276" y="47488"/>
                </a:cubicBezTo>
                <a:cubicBezTo>
                  <a:pt x="1130530" y="47488"/>
                  <a:pt x="1129925" y="47460"/>
                  <a:pt x="1129461" y="47403"/>
                </a:cubicBezTo>
                <a:cubicBezTo>
                  <a:pt x="1128998" y="47347"/>
                  <a:pt x="1128630" y="47262"/>
                  <a:pt x="1128359" y="47149"/>
                </a:cubicBezTo>
                <a:cubicBezTo>
                  <a:pt x="1128088" y="47036"/>
                  <a:pt x="1127895" y="46894"/>
                  <a:pt x="1127782" y="46725"/>
                </a:cubicBezTo>
                <a:cubicBezTo>
                  <a:pt x="1127669" y="46555"/>
                  <a:pt x="1127613" y="46357"/>
                  <a:pt x="1127613" y="46131"/>
                </a:cubicBezTo>
                <a:lnTo>
                  <a:pt x="1127613" y="42637"/>
                </a:lnTo>
                <a:cubicBezTo>
                  <a:pt x="1125939" y="44458"/>
                  <a:pt x="1124238" y="45823"/>
                  <a:pt x="1122508" y="46733"/>
                </a:cubicBezTo>
                <a:cubicBezTo>
                  <a:pt x="1120778" y="47643"/>
                  <a:pt x="1118986" y="48099"/>
                  <a:pt x="1117131" y="48099"/>
                </a:cubicBezTo>
                <a:cubicBezTo>
                  <a:pt x="1115051" y="48099"/>
                  <a:pt x="1113304" y="47759"/>
                  <a:pt x="1111891" y="47080"/>
                </a:cubicBezTo>
                <a:cubicBezTo>
                  <a:pt x="1110477" y="46401"/>
                  <a:pt x="1109335" y="45473"/>
                  <a:pt x="1108465" y="44296"/>
                </a:cubicBezTo>
                <a:cubicBezTo>
                  <a:pt x="1107594" y="43119"/>
                  <a:pt x="1106972" y="41755"/>
                  <a:pt x="1106599" y="40205"/>
                </a:cubicBezTo>
                <a:cubicBezTo>
                  <a:pt x="1106226" y="38654"/>
                  <a:pt x="1106040" y="36724"/>
                  <a:pt x="1106040" y="34415"/>
                </a:cubicBezTo>
                <a:lnTo>
                  <a:pt x="1106040" y="15876"/>
                </a:lnTo>
                <a:cubicBezTo>
                  <a:pt x="1106040" y="15649"/>
                  <a:pt x="1106102" y="15452"/>
                  <a:pt x="1106226" y="15282"/>
                </a:cubicBezTo>
                <a:cubicBezTo>
                  <a:pt x="1106351" y="15112"/>
                  <a:pt x="1106577" y="14970"/>
                  <a:pt x="1106905" y="14857"/>
                </a:cubicBezTo>
                <a:cubicBezTo>
                  <a:pt x="1107232" y="14744"/>
                  <a:pt x="1107673" y="14659"/>
                  <a:pt x="1108227" y="14603"/>
                </a:cubicBezTo>
                <a:cubicBezTo>
                  <a:pt x="1108781" y="14546"/>
                  <a:pt x="1109466" y="14518"/>
                  <a:pt x="1110280" y="14518"/>
                </a:cubicBezTo>
                <a:cubicBezTo>
                  <a:pt x="1111116" y="14518"/>
                  <a:pt x="1111806" y="14546"/>
                  <a:pt x="1112349" y="14603"/>
                </a:cubicBezTo>
                <a:cubicBezTo>
                  <a:pt x="1112891" y="14659"/>
                  <a:pt x="1113327" y="14744"/>
                  <a:pt x="1113655" y="14857"/>
                </a:cubicBezTo>
                <a:cubicBezTo>
                  <a:pt x="1113983" y="14970"/>
                  <a:pt x="1114214" y="15111"/>
                  <a:pt x="1114350" y="15281"/>
                </a:cubicBezTo>
                <a:cubicBezTo>
                  <a:pt x="1114486" y="15451"/>
                  <a:pt x="1114554" y="15648"/>
                  <a:pt x="1114554" y="15875"/>
                </a:cubicBezTo>
                <a:lnTo>
                  <a:pt x="1114554" y="32970"/>
                </a:lnTo>
                <a:cubicBezTo>
                  <a:pt x="1114554" y="34553"/>
                  <a:pt x="1114655" y="35763"/>
                  <a:pt x="1114859" y="36600"/>
                </a:cubicBezTo>
                <a:cubicBezTo>
                  <a:pt x="1115062" y="37436"/>
                  <a:pt x="1115373" y="38154"/>
                  <a:pt x="1115792" y="38754"/>
                </a:cubicBezTo>
                <a:cubicBezTo>
                  <a:pt x="1116210" y="39353"/>
                  <a:pt x="1116741" y="39816"/>
                  <a:pt x="1117386" y="40144"/>
                </a:cubicBezTo>
                <a:cubicBezTo>
                  <a:pt x="1118030" y="40472"/>
                  <a:pt x="1118782" y="40636"/>
                  <a:pt x="1119642" y="40636"/>
                </a:cubicBezTo>
                <a:cubicBezTo>
                  <a:pt x="1120727" y="40636"/>
                  <a:pt x="1121818" y="40240"/>
                  <a:pt x="1122915" y="39449"/>
                </a:cubicBezTo>
                <a:cubicBezTo>
                  <a:pt x="1124012" y="38657"/>
                  <a:pt x="1125182" y="37504"/>
                  <a:pt x="1126425" y="35989"/>
                </a:cubicBezTo>
                <a:lnTo>
                  <a:pt x="1126425" y="15875"/>
                </a:lnTo>
                <a:cubicBezTo>
                  <a:pt x="1126425" y="15648"/>
                  <a:pt x="1126488" y="15451"/>
                  <a:pt x="1126612" y="15281"/>
                </a:cubicBezTo>
                <a:cubicBezTo>
                  <a:pt x="1126736" y="15111"/>
                  <a:pt x="1126963" y="14970"/>
                  <a:pt x="1127290" y="14857"/>
                </a:cubicBezTo>
                <a:cubicBezTo>
                  <a:pt x="1127618" y="14744"/>
                  <a:pt x="1128054" y="14659"/>
                  <a:pt x="1128596" y="14603"/>
                </a:cubicBezTo>
                <a:cubicBezTo>
                  <a:pt x="1129139" y="14546"/>
                  <a:pt x="1129829" y="14518"/>
                  <a:pt x="1130665" y="14518"/>
                </a:cubicBezTo>
                <a:cubicBezTo>
                  <a:pt x="1131502" y="14518"/>
                  <a:pt x="1132192" y="14546"/>
                  <a:pt x="1132735" y="14603"/>
                </a:cubicBezTo>
                <a:cubicBezTo>
                  <a:pt x="1133277" y="14659"/>
                  <a:pt x="1133707" y="14744"/>
                  <a:pt x="1134024" y="14857"/>
                </a:cubicBezTo>
                <a:cubicBezTo>
                  <a:pt x="1134340" y="14970"/>
                  <a:pt x="1134566" y="15111"/>
                  <a:pt x="1134702" y="15281"/>
                </a:cubicBezTo>
                <a:cubicBezTo>
                  <a:pt x="1134838" y="15451"/>
                  <a:pt x="1134905" y="15648"/>
                  <a:pt x="1134905" y="15875"/>
                </a:cubicBezTo>
                <a:lnTo>
                  <a:pt x="1134905" y="46131"/>
                </a:lnTo>
                <a:close/>
                <a:moveTo>
                  <a:pt x="1170993" y="17978"/>
                </a:moveTo>
                <a:cubicBezTo>
                  <a:pt x="1170993" y="19063"/>
                  <a:pt x="1170869" y="19866"/>
                  <a:pt x="1170620" y="20386"/>
                </a:cubicBezTo>
                <a:cubicBezTo>
                  <a:pt x="1170371" y="20906"/>
                  <a:pt x="1170066" y="21166"/>
                  <a:pt x="1169704" y="21166"/>
                </a:cubicBezTo>
                <a:lnTo>
                  <a:pt x="1166143" y="21166"/>
                </a:lnTo>
                <a:cubicBezTo>
                  <a:pt x="1166640" y="21704"/>
                  <a:pt x="1166996" y="22315"/>
                  <a:pt x="1167211" y="22999"/>
                </a:cubicBezTo>
                <a:cubicBezTo>
                  <a:pt x="1167426" y="23683"/>
                  <a:pt x="1167533" y="24395"/>
                  <a:pt x="1167533" y="25135"/>
                </a:cubicBezTo>
                <a:cubicBezTo>
                  <a:pt x="1167533" y="26899"/>
                  <a:pt x="1167239" y="28465"/>
                  <a:pt x="1166651" y="29833"/>
                </a:cubicBezTo>
                <a:cubicBezTo>
                  <a:pt x="1166064" y="31201"/>
                  <a:pt x="1165221" y="32354"/>
                  <a:pt x="1164124" y="33292"/>
                </a:cubicBezTo>
                <a:cubicBezTo>
                  <a:pt x="1163028" y="34231"/>
                  <a:pt x="1161705" y="34943"/>
                  <a:pt x="1160156" y="35429"/>
                </a:cubicBezTo>
                <a:cubicBezTo>
                  <a:pt x="1158607" y="35916"/>
                  <a:pt x="1156883" y="36159"/>
                  <a:pt x="1154983" y="36159"/>
                </a:cubicBezTo>
                <a:cubicBezTo>
                  <a:pt x="1154011" y="36159"/>
                  <a:pt x="1153084" y="36040"/>
                  <a:pt x="1152202" y="35803"/>
                </a:cubicBezTo>
                <a:cubicBezTo>
                  <a:pt x="1151320" y="35565"/>
                  <a:pt x="1150641" y="35288"/>
                  <a:pt x="1150166" y="34971"/>
                </a:cubicBezTo>
                <a:cubicBezTo>
                  <a:pt x="1149895" y="35265"/>
                  <a:pt x="1149652" y="35616"/>
                  <a:pt x="1149437" y="36023"/>
                </a:cubicBezTo>
                <a:cubicBezTo>
                  <a:pt x="1149222" y="36430"/>
                  <a:pt x="1149115" y="36882"/>
                  <a:pt x="1149115" y="37380"/>
                </a:cubicBezTo>
                <a:cubicBezTo>
                  <a:pt x="1149115" y="38036"/>
                  <a:pt x="1149403" y="38573"/>
                  <a:pt x="1149980" y="38991"/>
                </a:cubicBezTo>
                <a:cubicBezTo>
                  <a:pt x="1150556" y="39409"/>
                  <a:pt x="1151365" y="39641"/>
                  <a:pt x="1152405" y="39686"/>
                </a:cubicBezTo>
                <a:lnTo>
                  <a:pt x="1159766" y="39959"/>
                </a:lnTo>
                <a:cubicBezTo>
                  <a:pt x="1161484" y="40027"/>
                  <a:pt x="1163016" y="40270"/>
                  <a:pt x="1164362" y="40690"/>
                </a:cubicBezTo>
                <a:cubicBezTo>
                  <a:pt x="1165707" y="41110"/>
                  <a:pt x="1166838" y="41700"/>
                  <a:pt x="1167754" y="42460"/>
                </a:cubicBezTo>
                <a:cubicBezTo>
                  <a:pt x="1168670" y="43221"/>
                  <a:pt x="1169371" y="44134"/>
                  <a:pt x="1169857" y="45200"/>
                </a:cubicBezTo>
                <a:cubicBezTo>
                  <a:pt x="1170343" y="46267"/>
                  <a:pt x="1170586" y="47481"/>
                  <a:pt x="1170586" y="48842"/>
                </a:cubicBezTo>
                <a:cubicBezTo>
                  <a:pt x="1170586" y="50339"/>
                  <a:pt x="1170258" y="51751"/>
                  <a:pt x="1169603" y="53078"/>
                </a:cubicBezTo>
                <a:cubicBezTo>
                  <a:pt x="1168947" y="54406"/>
                  <a:pt x="1167963" y="55558"/>
                  <a:pt x="1166651" y="56534"/>
                </a:cubicBezTo>
                <a:cubicBezTo>
                  <a:pt x="1165340" y="57510"/>
                  <a:pt x="1163695" y="58281"/>
                  <a:pt x="1161716" y="58848"/>
                </a:cubicBezTo>
                <a:cubicBezTo>
                  <a:pt x="1159737" y="59415"/>
                  <a:pt x="1157425" y="59699"/>
                  <a:pt x="1154780" y="59699"/>
                </a:cubicBezTo>
                <a:cubicBezTo>
                  <a:pt x="1152202" y="59699"/>
                  <a:pt x="1150002" y="59495"/>
                  <a:pt x="1148182" y="59088"/>
                </a:cubicBezTo>
                <a:cubicBezTo>
                  <a:pt x="1146362" y="58680"/>
                  <a:pt x="1144869" y="58113"/>
                  <a:pt x="1143705" y="57388"/>
                </a:cubicBezTo>
                <a:cubicBezTo>
                  <a:pt x="1142540" y="56664"/>
                  <a:pt x="1141692" y="55798"/>
                  <a:pt x="1141161" y="54790"/>
                </a:cubicBezTo>
                <a:cubicBezTo>
                  <a:pt x="1140629" y="53783"/>
                  <a:pt x="1140364" y="52679"/>
                  <a:pt x="1140364" y="51479"/>
                </a:cubicBezTo>
                <a:cubicBezTo>
                  <a:pt x="1140364" y="50731"/>
                  <a:pt x="1140460" y="50017"/>
                  <a:pt x="1140652" y="49338"/>
                </a:cubicBezTo>
                <a:cubicBezTo>
                  <a:pt x="1140844" y="48659"/>
                  <a:pt x="1141127" y="48007"/>
                  <a:pt x="1141500" y="47384"/>
                </a:cubicBezTo>
                <a:cubicBezTo>
                  <a:pt x="1141873" y="46762"/>
                  <a:pt x="1142331" y="46167"/>
                  <a:pt x="1142874" y="45601"/>
                </a:cubicBezTo>
                <a:cubicBezTo>
                  <a:pt x="1143416" y="45035"/>
                  <a:pt x="1144038" y="44492"/>
                  <a:pt x="1144739" y="43971"/>
                </a:cubicBezTo>
                <a:cubicBezTo>
                  <a:pt x="1143767" y="43449"/>
                  <a:pt x="1143015" y="42740"/>
                  <a:pt x="1142484" y="41843"/>
                </a:cubicBezTo>
                <a:cubicBezTo>
                  <a:pt x="1141952" y="40947"/>
                  <a:pt x="1141686" y="39965"/>
                  <a:pt x="1141686" y="38898"/>
                </a:cubicBezTo>
                <a:cubicBezTo>
                  <a:pt x="1141686" y="37559"/>
                  <a:pt x="1141992" y="36339"/>
                  <a:pt x="1142602" y="35238"/>
                </a:cubicBezTo>
                <a:cubicBezTo>
                  <a:pt x="1143213" y="34137"/>
                  <a:pt x="1144004" y="33143"/>
                  <a:pt x="1144977" y="32258"/>
                </a:cubicBezTo>
                <a:cubicBezTo>
                  <a:pt x="1144185" y="31466"/>
                  <a:pt x="1143552" y="30517"/>
                  <a:pt x="1143077" y="29409"/>
                </a:cubicBezTo>
                <a:cubicBezTo>
                  <a:pt x="1142602" y="28301"/>
                  <a:pt x="1142365" y="26921"/>
                  <a:pt x="1142365" y="25270"/>
                </a:cubicBezTo>
                <a:cubicBezTo>
                  <a:pt x="1142365" y="23507"/>
                  <a:pt x="1142676" y="21929"/>
                  <a:pt x="1143298" y="20539"/>
                </a:cubicBezTo>
                <a:cubicBezTo>
                  <a:pt x="1143919" y="19148"/>
                  <a:pt x="1144784" y="17972"/>
                  <a:pt x="1145892" y="17011"/>
                </a:cubicBezTo>
                <a:cubicBezTo>
                  <a:pt x="1147001" y="16050"/>
                  <a:pt x="1148323" y="15315"/>
                  <a:pt x="1149861" y="14806"/>
                </a:cubicBezTo>
                <a:cubicBezTo>
                  <a:pt x="1151399" y="14297"/>
                  <a:pt x="1153095" y="14043"/>
                  <a:pt x="1154949" y="14043"/>
                </a:cubicBezTo>
                <a:cubicBezTo>
                  <a:pt x="1155899" y="14043"/>
                  <a:pt x="1156809" y="14103"/>
                  <a:pt x="1157680" y="14222"/>
                </a:cubicBezTo>
                <a:cubicBezTo>
                  <a:pt x="1158550" y="14341"/>
                  <a:pt x="1159359" y="14507"/>
                  <a:pt x="1160105" y="14721"/>
                </a:cubicBezTo>
                <a:lnTo>
                  <a:pt x="1169704" y="14721"/>
                </a:lnTo>
                <a:cubicBezTo>
                  <a:pt x="1170089" y="14721"/>
                  <a:pt x="1170400" y="14970"/>
                  <a:pt x="1170637" y="15468"/>
                </a:cubicBezTo>
                <a:cubicBezTo>
                  <a:pt x="1170875" y="15965"/>
                  <a:pt x="1170993" y="16802"/>
                  <a:pt x="1170993" y="17978"/>
                </a:cubicBezTo>
                <a:moveTo>
                  <a:pt x="1160037" y="25084"/>
                </a:moveTo>
                <a:cubicBezTo>
                  <a:pt x="1160037" y="23461"/>
                  <a:pt x="1159585" y="22199"/>
                  <a:pt x="1158680" y="21298"/>
                </a:cubicBezTo>
                <a:cubicBezTo>
                  <a:pt x="1157776" y="20396"/>
                  <a:pt x="1156498" y="19945"/>
                  <a:pt x="1154847" y="19945"/>
                </a:cubicBezTo>
                <a:cubicBezTo>
                  <a:pt x="1154011" y="19945"/>
                  <a:pt x="1153276" y="20086"/>
                  <a:pt x="1152643" y="20368"/>
                </a:cubicBezTo>
                <a:cubicBezTo>
                  <a:pt x="1152009" y="20649"/>
                  <a:pt x="1151484" y="21032"/>
                  <a:pt x="1151065" y="21517"/>
                </a:cubicBezTo>
                <a:cubicBezTo>
                  <a:pt x="1150647" y="22002"/>
                  <a:pt x="1150336" y="22565"/>
                  <a:pt x="1150132" y="23208"/>
                </a:cubicBezTo>
                <a:cubicBezTo>
                  <a:pt x="1149929" y="23850"/>
                  <a:pt x="1149827" y="24521"/>
                  <a:pt x="1149827" y="25220"/>
                </a:cubicBezTo>
                <a:cubicBezTo>
                  <a:pt x="1149827" y="26752"/>
                  <a:pt x="1150279" y="27963"/>
                  <a:pt x="1151184" y="28853"/>
                </a:cubicBezTo>
                <a:cubicBezTo>
                  <a:pt x="1152089" y="29744"/>
                  <a:pt x="1153344" y="30189"/>
                  <a:pt x="1154949" y="30189"/>
                </a:cubicBezTo>
                <a:cubicBezTo>
                  <a:pt x="1155808" y="30189"/>
                  <a:pt x="1156555" y="30054"/>
                  <a:pt x="1157188" y="29784"/>
                </a:cubicBezTo>
                <a:cubicBezTo>
                  <a:pt x="1157821" y="29513"/>
                  <a:pt x="1158347" y="29141"/>
                  <a:pt x="1158765" y="28668"/>
                </a:cubicBezTo>
                <a:cubicBezTo>
                  <a:pt x="1159183" y="28194"/>
                  <a:pt x="1159500" y="27648"/>
                  <a:pt x="1159715" y="27028"/>
                </a:cubicBezTo>
                <a:cubicBezTo>
                  <a:pt x="1159930" y="26408"/>
                  <a:pt x="1160037" y="25760"/>
                  <a:pt x="1160037" y="25084"/>
                </a:cubicBezTo>
                <a:moveTo>
                  <a:pt x="1162038" y="49280"/>
                </a:moveTo>
                <a:cubicBezTo>
                  <a:pt x="1162038" y="48254"/>
                  <a:pt x="1161631" y="47468"/>
                  <a:pt x="1160817" y="46921"/>
                </a:cubicBezTo>
                <a:cubicBezTo>
                  <a:pt x="1160003" y="46373"/>
                  <a:pt x="1158884" y="46076"/>
                  <a:pt x="1157459" y="46030"/>
                </a:cubicBezTo>
                <a:lnTo>
                  <a:pt x="1151388" y="45860"/>
                </a:lnTo>
                <a:cubicBezTo>
                  <a:pt x="1150800" y="46293"/>
                  <a:pt x="1150330" y="46709"/>
                  <a:pt x="1149980" y="47108"/>
                </a:cubicBezTo>
                <a:cubicBezTo>
                  <a:pt x="1149629" y="47508"/>
                  <a:pt x="1149347" y="47890"/>
                  <a:pt x="1149132" y="48254"/>
                </a:cubicBezTo>
                <a:cubicBezTo>
                  <a:pt x="1148917" y="48620"/>
                  <a:pt x="1148776" y="48973"/>
                  <a:pt x="1148708" y="49315"/>
                </a:cubicBezTo>
                <a:cubicBezTo>
                  <a:pt x="1148640" y="49657"/>
                  <a:pt x="1148606" y="50011"/>
                  <a:pt x="1148606" y="50375"/>
                </a:cubicBezTo>
                <a:cubicBezTo>
                  <a:pt x="1148606" y="51516"/>
                  <a:pt x="1149177" y="52383"/>
                  <a:pt x="1150319" y="52976"/>
                </a:cubicBezTo>
                <a:cubicBezTo>
                  <a:pt x="1151461" y="53568"/>
                  <a:pt x="1153072" y="53865"/>
                  <a:pt x="1155153" y="53865"/>
                </a:cubicBezTo>
                <a:cubicBezTo>
                  <a:pt x="1156442" y="53865"/>
                  <a:pt x="1157527" y="53734"/>
                  <a:pt x="1158409" y="53472"/>
                </a:cubicBezTo>
                <a:cubicBezTo>
                  <a:pt x="1159291" y="53209"/>
                  <a:pt x="1160003" y="52861"/>
                  <a:pt x="1160546" y="52428"/>
                </a:cubicBezTo>
                <a:cubicBezTo>
                  <a:pt x="1161089" y="51994"/>
                  <a:pt x="1161473" y="51510"/>
                  <a:pt x="1161699" y="50973"/>
                </a:cubicBezTo>
                <a:cubicBezTo>
                  <a:pt x="1161925" y="50438"/>
                  <a:pt x="1162038" y="49873"/>
                  <a:pt x="1162038" y="49280"/>
                </a:cubicBezTo>
                <a:close/>
                <a:moveTo>
                  <a:pt x="1216973" y="46470"/>
                </a:moveTo>
                <a:cubicBezTo>
                  <a:pt x="1216973" y="46742"/>
                  <a:pt x="1216882" y="46945"/>
                  <a:pt x="1216701" y="47081"/>
                </a:cubicBezTo>
                <a:cubicBezTo>
                  <a:pt x="1216521" y="47217"/>
                  <a:pt x="1216272" y="47318"/>
                  <a:pt x="1215955" y="47386"/>
                </a:cubicBezTo>
                <a:cubicBezTo>
                  <a:pt x="1215639" y="47454"/>
                  <a:pt x="1215175" y="47488"/>
                  <a:pt x="1214564" y="47488"/>
                </a:cubicBezTo>
                <a:cubicBezTo>
                  <a:pt x="1213977" y="47488"/>
                  <a:pt x="1213507" y="47454"/>
                  <a:pt x="1213157" y="47386"/>
                </a:cubicBezTo>
                <a:cubicBezTo>
                  <a:pt x="1212806" y="47318"/>
                  <a:pt x="1212552" y="47217"/>
                  <a:pt x="1212394" y="47081"/>
                </a:cubicBezTo>
                <a:cubicBezTo>
                  <a:pt x="1212235" y="46945"/>
                  <a:pt x="1212156" y="46742"/>
                  <a:pt x="1212156" y="46470"/>
                </a:cubicBezTo>
                <a:lnTo>
                  <a:pt x="1212156" y="43418"/>
                </a:lnTo>
                <a:cubicBezTo>
                  <a:pt x="1210822" y="44842"/>
                  <a:pt x="1209335" y="45956"/>
                  <a:pt x="1207696" y="46759"/>
                </a:cubicBezTo>
                <a:cubicBezTo>
                  <a:pt x="1206056" y="47561"/>
                  <a:pt x="1204321" y="47963"/>
                  <a:pt x="1202489" y="47963"/>
                </a:cubicBezTo>
                <a:cubicBezTo>
                  <a:pt x="1200883" y="47963"/>
                  <a:pt x="1199430" y="47753"/>
                  <a:pt x="1198130" y="47333"/>
                </a:cubicBezTo>
                <a:cubicBezTo>
                  <a:pt x="1196830" y="46913"/>
                  <a:pt x="1195722" y="46306"/>
                  <a:pt x="1194806" y="45512"/>
                </a:cubicBezTo>
                <a:cubicBezTo>
                  <a:pt x="1193890" y="44718"/>
                  <a:pt x="1193178" y="43742"/>
                  <a:pt x="1192669" y="42585"/>
                </a:cubicBezTo>
                <a:cubicBezTo>
                  <a:pt x="1192160" y="41428"/>
                  <a:pt x="1191906" y="40111"/>
                  <a:pt x="1191906" y="38636"/>
                </a:cubicBezTo>
                <a:cubicBezTo>
                  <a:pt x="1191906" y="36912"/>
                  <a:pt x="1192256" y="35414"/>
                  <a:pt x="1192957" y="34144"/>
                </a:cubicBezTo>
                <a:cubicBezTo>
                  <a:pt x="1193658" y="32872"/>
                  <a:pt x="1194665" y="31817"/>
                  <a:pt x="1195976" y="30977"/>
                </a:cubicBezTo>
                <a:cubicBezTo>
                  <a:pt x="1197288" y="30138"/>
                  <a:pt x="1198893" y="29508"/>
                  <a:pt x="1200793" y="29089"/>
                </a:cubicBezTo>
                <a:cubicBezTo>
                  <a:pt x="1202692" y="28669"/>
                  <a:pt x="1204829" y="28459"/>
                  <a:pt x="1207204" y="28459"/>
                </a:cubicBezTo>
                <a:lnTo>
                  <a:pt x="1211410" y="28459"/>
                </a:lnTo>
                <a:lnTo>
                  <a:pt x="1211410" y="26093"/>
                </a:lnTo>
                <a:cubicBezTo>
                  <a:pt x="1211410" y="24921"/>
                  <a:pt x="1211286" y="23885"/>
                  <a:pt x="1211037" y="22984"/>
                </a:cubicBezTo>
                <a:cubicBezTo>
                  <a:pt x="1210788" y="22082"/>
                  <a:pt x="1210387" y="21333"/>
                  <a:pt x="1209833" y="20736"/>
                </a:cubicBezTo>
                <a:cubicBezTo>
                  <a:pt x="1209279" y="20139"/>
                  <a:pt x="1208561" y="19688"/>
                  <a:pt x="1207679" y="19384"/>
                </a:cubicBezTo>
                <a:cubicBezTo>
                  <a:pt x="1206797" y="19080"/>
                  <a:pt x="1205711" y="18927"/>
                  <a:pt x="1204422" y="18927"/>
                </a:cubicBezTo>
                <a:cubicBezTo>
                  <a:pt x="1203043" y="18927"/>
                  <a:pt x="1201805" y="19090"/>
                  <a:pt x="1200708" y="19414"/>
                </a:cubicBezTo>
                <a:cubicBezTo>
                  <a:pt x="1199611" y="19738"/>
                  <a:pt x="1198650" y="20096"/>
                  <a:pt x="1197825" y="20488"/>
                </a:cubicBezTo>
                <a:cubicBezTo>
                  <a:pt x="1197000" y="20879"/>
                  <a:pt x="1196310" y="21237"/>
                  <a:pt x="1195756" y="21561"/>
                </a:cubicBezTo>
                <a:cubicBezTo>
                  <a:pt x="1195202" y="21886"/>
                  <a:pt x="1194789" y="22048"/>
                  <a:pt x="1194518" y="22048"/>
                </a:cubicBezTo>
                <a:cubicBezTo>
                  <a:pt x="1194337" y="22048"/>
                  <a:pt x="1194179" y="22003"/>
                  <a:pt x="1194043" y="21912"/>
                </a:cubicBezTo>
                <a:cubicBezTo>
                  <a:pt x="1193907" y="21822"/>
                  <a:pt x="1193788" y="21686"/>
                  <a:pt x="1193687" y="21505"/>
                </a:cubicBezTo>
                <a:cubicBezTo>
                  <a:pt x="1193585" y="21324"/>
                  <a:pt x="1193511" y="21093"/>
                  <a:pt x="1193466" y="20810"/>
                </a:cubicBezTo>
                <a:cubicBezTo>
                  <a:pt x="1193421" y="20527"/>
                  <a:pt x="1193398" y="20216"/>
                  <a:pt x="1193398" y="19877"/>
                </a:cubicBezTo>
                <a:cubicBezTo>
                  <a:pt x="1193398" y="19312"/>
                  <a:pt x="1193438" y="18865"/>
                  <a:pt x="1193517" y="18537"/>
                </a:cubicBezTo>
                <a:cubicBezTo>
                  <a:pt x="1193596" y="18209"/>
                  <a:pt x="1193788" y="17898"/>
                  <a:pt x="1194094" y="17604"/>
                </a:cubicBezTo>
                <a:cubicBezTo>
                  <a:pt x="1194399" y="17310"/>
                  <a:pt x="1194925" y="16968"/>
                  <a:pt x="1195671" y="16577"/>
                </a:cubicBezTo>
                <a:cubicBezTo>
                  <a:pt x="1196417" y="16186"/>
                  <a:pt x="1197277" y="15828"/>
                  <a:pt x="1198249" y="15505"/>
                </a:cubicBezTo>
                <a:cubicBezTo>
                  <a:pt x="1199221" y="15181"/>
                  <a:pt x="1200284" y="14913"/>
                  <a:pt x="1201437" y="14701"/>
                </a:cubicBezTo>
                <a:cubicBezTo>
                  <a:pt x="1202591" y="14488"/>
                  <a:pt x="1203755" y="14382"/>
                  <a:pt x="1204931" y="14382"/>
                </a:cubicBezTo>
                <a:cubicBezTo>
                  <a:pt x="1207125" y="14382"/>
                  <a:pt x="1208990" y="14631"/>
                  <a:pt x="1210528" y="15128"/>
                </a:cubicBezTo>
                <a:cubicBezTo>
                  <a:pt x="1212066" y="15626"/>
                  <a:pt x="1213309" y="16355"/>
                  <a:pt x="1214259" y="17316"/>
                </a:cubicBezTo>
                <a:cubicBezTo>
                  <a:pt x="1215209" y="18277"/>
                  <a:pt x="1215899" y="19470"/>
                  <a:pt x="1216328" y="20895"/>
                </a:cubicBezTo>
                <a:cubicBezTo>
                  <a:pt x="1216758" y="22319"/>
                  <a:pt x="1216973" y="23981"/>
                  <a:pt x="1216973" y="25881"/>
                </a:cubicBezTo>
                <a:lnTo>
                  <a:pt x="1216973" y="46470"/>
                </a:lnTo>
                <a:moveTo>
                  <a:pt x="1211410" y="32495"/>
                </a:moveTo>
                <a:lnTo>
                  <a:pt x="1206627" y="32495"/>
                </a:lnTo>
                <a:cubicBezTo>
                  <a:pt x="1205089" y="32495"/>
                  <a:pt x="1203755" y="32626"/>
                  <a:pt x="1202625" y="32889"/>
                </a:cubicBezTo>
                <a:cubicBezTo>
                  <a:pt x="1201494" y="33150"/>
                  <a:pt x="1200556" y="33537"/>
                  <a:pt x="1199809" y="34048"/>
                </a:cubicBezTo>
                <a:cubicBezTo>
                  <a:pt x="1199063" y="34560"/>
                  <a:pt x="1198515" y="35174"/>
                  <a:pt x="1198164" y="35892"/>
                </a:cubicBezTo>
                <a:cubicBezTo>
                  <a:pt x="1197814" y="36608"/>
                  <a:pt x="1197638" y="37433"/>
                  <a:pt x="1197638" y="38366"/>
                </a:cubicBezTo>
                <a:cubicBezTo>
                  <a:pt x="1197638" y="39958"/>
                  <a:pt x="1198142" y="41227"/>
                  <a:pt x="1199148" y="42171"/>
                </a:cubicBezTo>
                <a:cubicBezTo>
                  <a:pt x="1200154" y="43115"/>
                  <a:pt x="1201562" y="43587"/>
                  <a:pt x="1203371" y="43587"/>
                </a:cubicBezTo>
                <a:cubicBezTo>
                  <a:pt x="1204841" y="43587"/>
                  <a:pt x="1206203" y="43212"/>
                  <a:pt x="1207458" y="42461"/>
                </a:cubicBezTo>
                <a:cubicBezTo>
                  <a:pt x="1208713" y="41710"/>
                  <a:pt x="1210030" y="40561"/>
                  <a:pt x="1211410" y="39014"/>
                </a:cubicBezTo>
                <a:lnTo>
                  <a:pt x="1211410" y="32495"/>
                </a:lnTo>
                <a:close/>
                <a:moveTo>
                  <a:pt x="1245161" y="17910"/>
                </a:moveTo>
                <a:cubicBezTo>
                  <a:pt x="1245161" y="18407"/>
                  <a:pt x="1245150" y="18826"/>
                  <a:pt x="1245127" y="19165"/>
                </a:cubicBezTo>
                <a:cubicBezTo>
                  <a:pt x="1245105" y="19504"/>
                  <a:pt x="1245060" y="19770"/>
                  <a:pt x="1244992" y="19962"/>
                </a:cubicBezTo>
                <a:cubicBezTo>
                  <a:pt x="1244924" y="20154"/>
                  <a:pt x="1244839" y="20301"/>
                  <a:pt x="1244737" y="20403"/>
                </a:cubicBezTo>
                <a:cubicBezTo>
                  <a:pt x="1244636" y="20505"/>
                  <a:pt x="1244494" y="20556"/>
                  <a:pt x="1244313" y="20556"/>
                </a:cubicBezTo>
                <a:cubicBezTo>
                  <a:pt x="1244132" y="20556"/>
                  <a:pt x="1243912" y="20505"/>
                  <a:pt x="1243652" y="20403"/>
                </a:cubicBezTo>
                <a:cubicBezTo>
                  <a:pt x="1243392" y="20301"/>
                  <a:pt x="1243098" y="20199"/>
                  <a:pt x="1242770" y="20098"/>
                </a:cubicBezTo>
                <a:cubicBezTo>
                  <a:pt x="1242442" y="19996"/>
                  <a:pt x="1242075" y="19900"/>
                  <a:pt x="1241668" y="19809"/>
                </a:cubicBezTo>
                <a:cubicBezTo>
                  <a:pt x="1241261" y="19719"/>
                  <a:pt x="1240820" y="19674"/>
                  <a:pt x="1240345" y="19674"/>
                </a:cubicBezTo>
                <a:cubicBezTo>
                  <a:pt x="1239779" y="19674"/>
                  <a:pt x="1239225" y="19787"/>
                  <a:pt x="1238683" y="20013"/>
                </a:cubicBezTo>
                <a:cubicBezTo>
                  <a:pt x="1238140" y="20239"/>
                  <a:pt x="1237569" y="20612"/>
                  <a:pt x="1236970" y="21132"/>
                </a:cubicBezTo>
                <a:cubicBezTo>
                  <a:pt x="1236370" y="21652"/>
                  <a:pt x="1235743" y="22342"/>
                  <a:pt x="1235087" y="23201"/>
                </a:cubicBezTo>
                <a:cubicBezTo>
                  <a:pt x="1234431" y="24061"/>
                  <a:pt x="1233708" y="25112"/>
                  <a:pt x="1232916" y="26356"/>
                </a:cubicBezTo>
                <a:lnTo>
                  <a:pt x="1232916" y="46436"/>
                </a:lnTo>
                <a:cubicBezTo>
                  <a:pt x="1232916" y="46617"/>
                  <a:pt x="1232871" y="46770"/>
                  <a:pt x="1232781" y="46894"/>
                </a:cubicBezTo>
                <a:cubicBezTo>
                  <a:pt x="1232690" y="47019"/>
                  <a:pt x="1232543" y="47126"/>
                  <a:pt x="1232340" y="47217"/>
                </a:cubicBezTo>
                <a:cubicBezTo>
                  <a:pt x="1232136" y="47307"/>
                  <a:pt x="1231853" y="47375"/>
                  <a:pt x="1231492" y="47420"/>
                </a:cubicBezTo>
                <a:cubicBezTo>
                  <a:pt x="1231130" y="47465"/>
                  <a:pt x="1230666" y="47488"/>
                  <a:pt x="1230101" y="47488"/>
                </a:cubicBezTo>
                <a:cubicBezTo>
                  <a:pt x="1229558" y="47488"/>
                  <a:pt x="1229106" y="47465"/>
                  <a:pt x="1228744" y="47420"/>
                </a:cubicBezTo>
                <a:cubicBezTo>
                  <a:pt x="1228382" y="47375"/>
                  <a:pt x="1228094" y="47307"/>
                  <a:pt x="1227879" y="47217"/>
                </a:cubicBezTo>
                <a:cubicBezTo>
                  <a:pt x="1227664" y="47126"/>
                  <a:pt x="1227517" y="47019"/>
                  <a:pt x="1227438" y="46894"/>
                </a:cubicBezTo>
                <a:cubicBezTo>
                  <a:pt x="1227359" y="46770"/>
                  <a:pt x="1227319" y="46617"/>
                  <a:pt x="1227319" y="46436"/>
                </a:cubicBezTo>
                <a:lnTo>
                  <a:pt x="1227319" y="15908"/>
                </a:lnTo>
                <a:cubicBezTo>
                  <a:pt x="1227319" y="15728"/>
                  <a:pt x="1227353" y="15575"/>
                  <a:pt x="1227421" y="15451"/>
                </a:cubicBezTo>
                <a:cubicBezTo>
                  <a:pt x="1227489" y="15326"/>
                  <a:pt x="1227625" y="15213"/>
                  <a:pt x="1227828" y="15111"/>
                </a:cubicBezTo>
                <a:cubicBezTo>
                  <a:pt x="1228032" y="15010"/>
                  <a:pt x="1228292" y="14942"/>
                  <a:pt x="1228608" y="14908"/>
                </a:cubicBezTo>
                <a:cubicBezTo>
                  <a:pt x="1228925" y="14874"/>
                  <a:pt x="1229343" y="14857"/>
                  <a:pt x="1229863" y="14857"/>
                </a:cubicBezTo>
                <a:cubicBezTo>
                  <a:pt x="1230361" y="14857"/>
                  <a:pt x="1230774" y="14874"/>
                  <a:pt x="1231102" y="14908"/>
                </a:cubicBezTo>
                <a:cubicBezTo>
                  <a:pt x="1231429" y="14942"/>
                  <a:pt x="1231684" y="15010"/>
                  <a:pt x="1231865" y="15111"/>
                </a:cubicBezTo>
                <a:cubicBezTo>
                  <a:pt x="1232046" y="15213"/>
                  <a:pt x="1232176" y="15326"/>
                  <a:pt x="1232255" y="15451"/>
                </a:cubicBezTo>
                <a:cubicBezTo>
                  <a:pt x="1232334" y="15575"/>
                  <a:pt x="1232374" y="15728"/>
                  <a:pt x="1232374" y="15908"/>
                </a:cubicBezTo>
                <a:lnTo>
                  <a:pt x="1232374" y="20352"/>
                </a:lnTo>
                <a:cubicBezTo>
                  <a:pt x="1233210" y="19131"/>
                  <a:pt x="1233996" y="18136"/>
                  <a:pt x="1234731" y="17367"/>
                </a:cubicBezTo>
                <a:cubicBezTo>
                  <a:pt x="1235466" y="16598"/>
                  <a:pt x="1236161" y="15993"/>
                  <a:pt x="1236817" y="15552"/>
                </a:cubicBezTo>
                <a:cubicBezTo>
                  <a:pt x="1237473" y="15111"/>
                  <a:pt x="1238123" y="14806"/>
                  <a:pt x="1238767" y="14636"/>
                </a:cubicBezTo>
                <a:cubicBezTo>
                  <a:pt x="1239412" y="14467"/>
                  <a:pt x="1240062" y="14382"/>
                  <a:pt x="1240718" y="14382"/>
                </a:cubicBezTo>
                <a:cubicBezTo>
                  <a:pt x="1241012" y="14382"/>
                  <a:pt x="1241345" y="14399"/>
                  <a:pt x="1241719" y="14433"/>
                </a:cubicBezTo>
                <a:cubicBezTo>
                  <a:pt x="1242092" y="14467"/>
                  <a:pt x="1242482" y="14529"/>
                  <a:pt x="1242889" y="14620"/>
                </a:cubicBezTo>
                <a:cubicBezTo>
                  <a:pt x="1243296" y="14710"/>
                  <a:pt x="1243663" y="14812"/>
                  <a:pt x="1243991" y="14925"/>
                </a:cubicBezTo>
                <a:cubicBezTo>
                  <a:pt x="1244319" y="15038"/>
                  <a:pt x="1244551" y="15151"/>
                  <a:pt x="1244687" y="15264"/>
                </a:cubicBezTo>
                <a:cubicBezTo>
                  <a:pt x="1244822" y="15377"/>
                  <a:pt x="1244913" y="15484"/>
                  <a:pt x="1244958" y="15586"/>
                </a:cubicBezTo>
                <a:cubicBezTo>
                  <a:pt x="1245003" y="15688"/>
                  <a:pt x="1245043" y="15818"/>
                  <a:pt x="1245077" y="15976"/>
                </a:cubicBezTo>
                <a:cubicBezTo>
                  <a:pt x="1245111" y="16135"/>
                  <a:pt x="1245133" y="16366"/>
                  <a:pt x="1245144" y="16672"/>
                </a:cubicBezTo>
                <a:cubicBezTo>
                  <a:pt x="1245156" y="16977"/>
                  <a:pt x="1245161" y="17390"/>
                  <a:pt x="1245161" y="17910"/>
                </a:cubicBezTo>
                <a:close/>
                <a:moveTo>
                  <a:pt x="1276990" y="29850"/>
                </a:moveTo>
                <a:cubicBezTo>
                  <a:pt x="1276990" y="30732"/>
                  <a:pt x="1276769" y="31359"/>
                  <a:pt x="1276328" y="31732"/>
                </a:cubicBezTo>
                <a:cubicBezTo>
                  <a:pt x="1275887" y="32105"/>
                  <a:pt x="1275384" y="32292"/>
                  <a:pt x="1274819" y="32292"/>
                </a:cubicBezTo>
                <a:lnTo>
                  <a:pt x="1254806" y="32292"/>
                </a:lnTo>
                <a:cubicBezTo>
                  <a:pt x="1254806" y="33993"/>
                  <a:pt x="1254976" y="35524"/>
                  <a:pt x="1255315" y="36885"/>
                </a:cubicBezTo>
                <a:cubicBezTo>
                  <a:pt x="1255654" y="38246"/>
                  <a:pt x="1256220" y="39414"/>
                  <a:pt x="1257011" y="40389"/>
                </a:cubicBezTo>
                <a:cubicBezTo>
                  <a:pt x="1257802" y="41364"/>
                  <a:pt x="1258831" y="42113"/>
                  <a:pt x="1260098" y="42635"/>
                </a:cubicBezTo>
                <a:cubicBezTo>
                  <a:pt x="1261364" y="43157"/>
                  <a:pt x="1262913" y="43418"/>
                  <a:pt x="1264745" y="43418"/>
                </a:cubicBezTo>
                <a:cubicBezTo>
                  <a:pt x="1266192" y="43418"/>
                  <a:pt x="1267481" y="43299"/>
                  <a:pt x="1268612" y="43061"/>
                </a:cubicBezTo>
                <a:cubicBezTo>
                  <a:pt x="1269742" y="42824"/>
                  <a:pt x="1270720" y="42558"/>
                  <a:pt x="1271546" y="42264"/>
                </a:cubicBezTo>
                <a:cubicBezTo>
                  <a:pt x="1272371" y="41970"/>
                  <a:pt x="1273049" y="41705"/>
                  <a:pt x="1273581" y="41467"/>
                </a:cubicBezTo>
                <a:cubicBezTo>
                  <a:pt x="1274112" y="41230"/>
                  <a:pt x="1274514" y="41111"/>
                  <a:pt x="1274785" y="41111"/>
                </a:cubicBezTo>
                <a:cubicBezTo>
                  <a:pt x="1274943" y="41111"/>
                  <a:pt x="1275085" y="41151"/>
                  <a:pt x="1275209" y="41230"/>
                </a:cubicBezTo>
                <a:cubicBezTo>
                  <a:pt x="1275333" y="41309"/>
                  <a:pt x="1275430" y="41428"/>
                  <a:pt x="1275497" y="41586"/>
                </a:cubicBezTo>
                <a:cubicBezTo>
                  <a:pt x="1275565" y="41744"/>
                  <a:pt x="1275616" y="41965"/>
                  <a:pt x="1275650" y="42247"/>
                </a:cubicBezTo>
                <a:cubicBezTo>
                  <a:pt x="1275684" y="42530"/>
                  <a:pt x="1275701" y="42875"/>
                  <a:pt x="1275701" y="43282"/>
                </a:cubicBezTo>
                <a:cubicBezTo>
                  <a:pt x="1275701" y="43576"/>
                  <a:pt x="1275690" y="43830"/>
                  <a:pt x="1275667" y="44045"/>
                </a:cubicBezTo>
                <a:cubicBezTo>
                  <a:pt x="1275644" y="44260"/>
                  <a:pt x="1275616" y="44452"/>
                  <a:pt x="1275582" y="44622"/>
                </a:cubicBezTo>
                <a:cubicBezTo>
                  <a:pt x="1275548" y="44791"/>
                  <a:pt x="1275492" y="44944"/>
                  <a:pt x="1275413" y="45080"/>
                </a:cubicBezTo>
                <a:cubicBezTo>
                  <a:pt x="1275333" y="45215"/>
                  <a:pt x="1275232" y="45345"/>
                  <a:pt x="1275107" y="45470"/>
                </a:cubicBezTo>
                <a:cubicBezTo>
                  <a:pt x="1274983" y="45594"/>
                  <a:pt x="1274615" y="45798"/>
                  <a:pt x="1274005" y="46080"/>
                </a:cubicBezTo>
                <a:cubicBezTo>
                  <a:pt x="1273394" y="46363"/>
                  <a:pt x="1272603" y="46640"/>
                  <a:pt x="1271630" y="46911"/>
                </a:cubicBezTo>
                <a:cubicBezTo>
                  <a:pt x="1270658" y="47183"/>
                  <a:pt x="1269533" y="47426"/>
                  <a:pt x="1268255" y="47641"/>
                </a:cubicBezTo>
                <a:cubicBezTo>
                  <a:pt x="1266978" y="47855"/>
                  <a:pt x="1265615" y="47963"/>
                  <a:pt x="1264168" y="47963"/>
                </a:cubicBezTo>
                <a:cubicBezTo>
                  <a:pt x="1261658" y="47963"/>
                  <a:pt x="1259459" y="47612"/>
                  <a:pt x="1257571" y="46910"/>
                </a:cubicBezTo>
                <a:cubicBezTo>
                  <a:pt x="1255682" y="46209"/>
                  <a:pt x="1254094" y="45167"/>
                  <a:pt x="1252805" y="43786"/>
                </a:cubicBezTo>
                <a:cubicBezTo>
                  <a:pt x="1251516" y="42406"/>
                  <a:pt x="1250544" y="40674"/>
                  <a:pt x="1249888" y="38591"/>
                </a:cubicBezTo>
                <a:cubicBezTo>
                  <a:pt x="1249232" y="36509"/>
                  <a:pt x="1248904" y="34087"/>
                  <a:pt x="1248904" y="31325"/>
                </a:cubicBezTo>
                <a:cubicBezTo>
                  <a:pt x="1248904" y="28699"/>
                  <a:pt x="1249243" y="26339"/>
                  <a:pt x="1249922" y="24245"/>
                </a:cubicBezTo>
                <a:cubicBezTo>
                  <a:pt x="1250600" y="22152"/>
                  <a:pt x="1251578" y="20375"/>
                  <a:pt x="1252856" y="18915"/>
                </a:cubicBezTo>
                <a:cubicBezTo>
                  <a:pt x="1254133" y="17455"/>
                  <a:pt x="1255677" y="16334"/>
                  <a:pt x="1257486" y="15553"/>
                </a:cubicBezTo>
                <a:cubicBezTo>
                  <a:pt x="1259295" y="14773"/>
                  <a:pt x="1261319" y="14382"/>
                  <a:pt x="1263558" y="14382"/>
                </a:cubicBezTo>
                <a:cubicBezTo>
                  <a:pt x="1265955" y="14382"/>
                  <a:pt x="1267995" y="14766"/>
                  <a:pt x="1269680" y="15535"/>
                </a:cubicBezTo>
                <a:cubicBezTo>
                  <a:pt x="1271365" y="16304"/>
                  <a:pt x="1272750" y="17339"/>
                  <a:pt x="1273835" y="18639"/>
                </a:cubicBezTo>
                <a:cubicBezTo>
                  <a:pt x="1274921" y="19939"/>
                  <a:pt x="1275718" y="21466"/>
                  <a:pt x="1276227" y="23218"/>
                </a:cubicBezTo>
                <a:cubicBezTo>
                  <a:pt x="1276735" y="24971"/>
                  <a:pt x="1276990" y="26842"/>
                  <a:pt x="1276990" y="28832"/>
                </a:cubicBezTo>
                <a:lnTo>
                  <a:pt x="1276990" y="29850"/>
                </a:lnTo>
                <a:moveTo>
                  <a:pt x="1271359" y="28188"/>
                </a:moveTo>
                <a:cubicBezTo>
                  <a:pt x="1271427" y="25248"/>
                  <a:pt x="1270777" y="22941"/>
                  <a:pt x="1269409" y="21268"/>
                </a:cubicBezTo>
                <a:cubicBezTo>
                  <a:pt x="1268041" y="19594"/>
                  <a:pt x="1266011" y="18758"/>
                  <a:pt x="1263320" y="18758"/>
                </a:cubicBezTo>
                <a:cubicBezTo>
                  <a:pt x="1261941" y="18758"/>
                  <a:pt x="1260731" y="19018"/>
                  <a:pt x="1259691" y="19538"/>
                </a:cubicBezTo>
                <a:cubicBezTo>
                  <a:pt x="1258650" y="20058"/>
                  <a:pt x="1257780" y="20748"/>
                  <a:pt x="1257079" y="21607"/>
                </a:cubicBezTo>
                <a:cubicBezTo>
                  <a:pt x="1256378" y="22466"/>
                  <a:pt x="1255835" y="23467"/>
                  <a:pt x="1255451" y="24609"/>
                </a:cubicBezTo>
                <a:cubicBezTo>
                  <a:pt x="1255066" y="25751"/>
                  <a:pt x="1254851" y="26944"/>
                  <a:pt x="1254806" y="28188"/>
                </a:cubicBezTo>
                <a:lnTo>
                  <a:pt x="1271359" y="28188"/>
                </a:lnTo>
                <a:close/>
                <a:moveTo>
                  <a:pt x="1293950" y="20132"/>
                </a:moveTo>
                <a:cubicBezTo>
                  <a:pt x="1293950" y="20859"/>
                  <a:pt x="1293899" y="21472"/>
                  <a:pt x="1293797" y="21972"/>
                </a:cubicBezTo>
                <a:cubicBezTo>
                  <a:pt x="1293695" y="22471"/>
                  <a:pt x="1293503" y="22874"/>
                  <a:pt x="1293220" y="23181"/>
                </a:cubicBezTo>
                <a:cubicBezTo>
                  <a:pt x="1292938" y="23487"/>
                  <a:pt x="1292570" y="23703"/>
                  <a:pt x="1292118" y="23828"/>
                </a:cubicBezTo>
                <a:cubicBezTo>
                  <a:pt x="1291666" y="23953"/>
                  <a:pt x="1291089" y="24015"/>
                  <a:pt x="1290388" y="24015"/>
                </a:cubicBezTo>
                <a:cubicBezTo>
                  <a:pt x="1289664" y="24015"/>
                  <a:pt x="1289076" y="23953"/>
                  <a:pt x="1288624" y="23828"/>
                </a:cubicBezTo>
                <a:cubicBezTo>
                  <a:pt x="1288172" y="23703"/>
                  <a:pt x="1287810" y="23487"/>
                  <a:pt x="1287539" y="23181"/>
                </a:cubicBezTo>
                <a:cubicBezTo>
                  <a:pt x="1287267" y="22874"/>
                  <a:pt x="1287081" y="22471"/>
                  <a:pt x="1286979" y="21972"/>
                </a:cubicBezTo>
                <a:cubicBezTo>
                  <a:pt x="1286877" y="21472"/>
                  <a:pt x="1286826" y="20859"/>
                  <a:pt x="1286826" y="20132"/>
                </a:cubicBezTo>
                <a:cubicBezTo>
                  <a:pt x="1286826" y="19359"/>
                  <a:pt x="1286877" y="18717"/>
                  <a:pt x="1286979" y="18207"/>
                </a:cubicBezTo>
                <a:cubicBezTo>
                  <a:pt x="1287081" y="17696"/>
                  <a:pt x="1287267" y="17287"/>
                  <a:pt x="1287539" y="16981"/>
                </a:cubicBezTo>
                <a:cubicBezTo>
                  <a:pt x="1287810" y="16674"/>
                  <a:pt x="1288172" y="16459"/>
                  <a:pt x="1288624" y="16334"/>
                </a:cubicBezTo>
                <a:cubicBezTo>
                  <a:pt x="1289076" y="16208"/>
                  <a:pt x="1289664" y="16146"/>
                  <a:pt x="1290388" y="16146"/>
                </a:cubicBezTo>
                <a:cubicBezTo>
                  <a:pt x="1291089" y="16146"/>
                  <a:pt x="1291666" y="16208"/>
                  <a:pt x="1292118" y="16334"/>
                </a:cubicBezTo>
                <a:cubicBezTo>
                  <a:pt x="1292570" y="16459"/>
                  <a:pt x="1292938" y="16674"/>
                  <a:pt x="1293220" y="16981"/>
                </a:cubicBezTo>
                <a:cubicBezTo>
                  <a:pt x="1293503" y="17287"/>
                  <a:pt x="1293695" y="17696"/>
                  <a:pt x="1293797" y="18207"/>
                </a:cubicBezTo>
                <a:cubicBezTo>
                  <a:pt x="1293899" y="18717"/>
                  <a:pt x="1293950" y="19359"/>
                  <a:pt x="1293950" y="20132"/>
                </a:cubicBezTo>
                <a:moveTo>
                  <a:pt x="1293950" y="43706"/>
                </a:moveTo>
                <a:cubicBezTo>
                  <a:pt x="1293950" y="44456"/>
                  <a:pt x="1293899" y="45080"/>
                  <a:pt x="1293797" y="45580"/>
                </a:cubicBezTo>
                <a:cubicBezTo>
                  <a:pt x="1293695" y="46080"/>
                  <a:pt x="1293503" y="46483"/>
                  <a:pt x="1293220" y="46789"/>
                </a:cubicBezTo>
                <a:cubicBezTo>
                  <a:pt x="1292938" y="47095"/>
                  <a:pt x="1292570" y="47311"/>
                  <a:pt x="1292118" y="47436"/>
                </a:cubicBezTo>
                <a:cubicBezTo>
                  <a:pt x="1291666" y="47561"/>
                  <a:pt x="1291089" y="47624"/>
                  <a:pt x="1290388" y="47624"/>
                </a:cubicBezTo>
                <a:cubicBezTo>
                  <a:pt x="1289664" y="47624"/>
                  <a:pt x="1289076" y="47561"/>
                  <a:pt x="1288624" y="47436"/>
                </a:cubicBezTo>
                <a:cubicBezTo>
                  <a:pt x="1288172" y="47311"/>
                  <a:pt x="1287810" y="47095"/>
                  <a:pt x="1287539" y="46789"/>
                </a:cubicBezTo>
                <a:cubicBezTo>
                  <a:pt x="1287267" y="46483"/>
                  <a:pt x="1287081" y="46080"/>
                  <a:pt x="1286979" y="45580"/>
                </a:cubicBezTo>
                <a:cubicBezTo>
                  <a:pt x="1286877" y="45080"/>
                  <a:pt x="1286826" y="44456"/>
                  <a:pt x="1286826" y="43706"/>
                </a:cubicBezTo>
                <a:cubicBezTo>
                  <a:pt x="1286826" y="42956"/>
                  <a:pt x="1286877" y="42326"/>
                  <a:pt x="1286979" y="41815"/>
                </a:cubicBezTo>
                <a:cubicBezTo>
                  <a:pt x="1287081" y="41304"/>
                  <a:pt x="1287267" y="40901"/>
                  <a:pt x="1287539" y="40606"/>
                </a:cubicBezTo>
                <a:cubicBezTo>
                  <a:pt x="1287810" y="40311"/>
                  <a:pt x="1288172" y="40095"/>
                  <a:pt x="1288624" y="39959"/>
                </a:cubicBezTo>
                <a:cubicBezTo>
                  <a:pt x="1289076" y="39822"/>
                  <a:pt x="1289664" y="39754"/>
                  <a:pt x="1290388" y="39754"/>
                </a:cubicBezTo>
                <a:cubicBezTo>
                  <a:pt x="1291089" y="39754"/>
                  <a:pt x="1291666" y="39822"/>
                  <a:pt x="1292118" y="39959"/>
                </a:cubicBezTo>
                <a:cubicBezTo>
                  <a:pt x="1292570" y="40095"/>
                  <a:pt x="1292938" y="40311"/>
                  <a:pt x="1293220" y="40606"/>
                </a:cubicBezTo>
                <a:cubicBezTo>
                  <a:pt x="1293503" y="40901"/>
                  <a:pt x="1293695" y="41304"/>
                  <a:pt x="1293797" y="41815"/>
                </a:cubicBezTo>
                <a:cubicBezTo>
                  <a:pt x="1293899" y="42326"/>
                  <a:pt x="1293950" y="42956"/>
                  <a:pt x="1293950" y="437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…">
            <a:extLst xmlns:a="http://schemas.openxmlformats.org/drawingml/2006/main">
              <a:ext uri="{FF2B5EF4-FFF2-40B4-BE49-F238E27FC236}">
                <a16:creationId xmlns:a16="http://schemas.microsoft.com/office/drawing/2014/main" id="{9E44591A-CD47-4568-8860-22FDB961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667" y="1377853"/>
            <a:ext cx="37787" cy="7869"/>
          </a:xfrm>
          <a:custGeom xmlns:a="http://schemas.openxmlformats.org/drawingml/2006/main">
            <a:pathLst>
              <a:path w="37787" h="7869">
                <a:moveTo>
                  <a:pt x="7157" y="3884"/>
                </a:moveTo>
                <a:cubicBezTo>
                  <a:pt x="7157" y="5473"/>
                  <a:pt x="6891" y="6535"/>
                  <a:pt x="6360" y="7069"/>
                </a:cubicBezTo>
                <a:cubicBezTo>
                  <a:pt x="5829" y="7603"/>
                  <a:pt x="4884" y="7869"/>
                  <a:pt x="3528" y="7869"/>
                </a:cubicBezTo>
                <a:cubicBezTo>
                  <a:pt x="2216" y="7869"/>
                  <a:pt x="1300" y="7608"/>
                  <a:pt x="780" y="7086"/>
                </a:cubicBezTo>
                <a:cubicBezTo>
                  <a:pt x="260" y="6564"/>
                  <a:pt x="0" y="5530"/>
                  <a:pt x="0" y="3986"/>
                </a:cubicBezTo>
                <a:cubicBezTo>
                  <a:pt x="0" y="2396"/>
                  <a:pt x="266" y="1335"/>
                  <a:pt x="797" y="801"/>
                </a:cubicBezTo>
                <a:cubicBezTo>
                  <a:pt x="1329" y="267"/>
                  <a:pt x="2273" y="0"/>
                  <a:pt x="3629" y="0"/>
                </a:cubicBezTo>
                <a:cubicBezTo>
                  <a:pt x="4941" y="0"/>
                  <a:pt x="5857" y="261"/>
                  <a:pt x="6377" y="783"/>
                </a:cubicBezTo>
                <a:cubicBezTo>
                  <a:pt x="6897" y="1306"/>
                  <a:pt x="7157" y="2339"/>
                  <a:pt x="7157" y="3884"/>
                </a:cubicBezTo>
                <a:moveTo>
                  <a:pt x="22455" y="3884"/>
                </a:moveTo>
                <a:cubicBezTo>
                  <a:pt x="22455" y="5473"/>
                  <a:pt x="22195" y="6535"/>
                  <a:pt x="21675" y="7069"/>
                </a:cubicBezTo>
                <a:cubicBezTo>
                  <a:pt x="21155" y="7603"/>
                  <a:pt x="20216" y="7869"/>
                  <a:pt x="18860" y="7869"/>
                </a:cubicBezTo>
                <a:cubicBezTo>
                  <a:pt x="17548" y="7869"/>
                  <a:pt x="16632" y="7608"/>
                  <a:pt x="16112" y="7086"/>
                </a:cubicBezTo>
                <a:cubicBezTo>
                  <a:pt x="15592" y="6564"/>
                  <a:pt x="15332" y="5530"/>
                  <a:pt x="15332" y="3986"/>
                </a:cubicBezTo>
                <a:cubicBezTo>
                  <a:pt x="15332" y="2396"/>
                  <a:pt x="15598" y="1335"/>
                  <a:pt x="16129" y="801"/>
                </a:cubicBezTo>
                <a:cubicBezTo>
                  <a:pt x="16660" y="267"/>
                  <a:pt x="17593" y="0"/>
                  <a:pt x="18927" y="0"/>
                </a:cubicBezTo>
                <a:cubicBezTo>
                  <a:pt x="20262" y="0"/>
                  <a:pt x="21183" y="261"/>
                  <a:pt x="21692" y="783"/>
                </a:cubicBezTo>
                <a:cubicBezTo>
                  <a:pt x="22201" y="1306"/>
                  <a:pt x="22455" y="2339"/>
                  <a:pt x="22455" y="3884"/>
                </a:cubicBezTo>
                <a:moveTo>
                  <a:pt x="37787" y="3884"/>
                </a:moveTo>
                <a:cubicBezTo>
                  <a:pt x="37787" y="5473"/>
                  <a:pt x="37521" y="6535"/>
                  <a:pt x="36990" y="7069"/>
                </a:cubicBezTo>
                <a:cubicBezTo>
                  <a:pt x="36458" y="7603"/>
                  <a:pt x="35514" y="7869"/>
                  <a:pt x="34157" y="7869"/>
                </a:cubicBezTo>
                <a:cubicBezTo>
                  <a:pt x="32846" y="7869"/>
                  <a:pt x="31930" y="7608"/>
                  <a:pt x="31410" y="7086"/>
                </a:cubicBezTo>
                <a:cubicBezTo>
                  <a:pt x="30890" y="6564"/>
                  <a:pt x="30630" y="5530"/>
                  <a:pt x="30630" y="3986"/>
                </a:cubicBezTo>
                <a:cubicBezTo>
                  <a:pt x="30630" y="2396"/>
                  <a:pt x="30895" y="1335"/>
                  <a:pt x="31427" y="801"/>
                </a:cubicBezTo>
                <a:cubicBezTo>
                  <a:pt x="31958" y="267"/>
                  <a:pt x="32902" y="0"/>
                  <a:pt x="34259" y="0"/>
                </a:cubicBezTo>
                <a:cubicBezTo>
                  <a:pt x="35571" y="0"/>
                  <a:pt x="36487" y="261"/>
                  <a:pt x="37007" y="783"/>
                </a:cubicBezTo>
                <a:cubicBezTo>
                  <a:pt x="37527" y="1306"/>
                  <a:pt x="37787" y="2339"/>
                  <a:pt x="37787" y="38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Reason:">
            <a:extLst xmlns:a="http://schemas.openxmlformats.org/drawingml/2006/main">
              <a:ext uri="{FF2B5EF4-FFF2-40B4-BE49-F238E27FC236}">
                <a16:creationId xmlns:a16="http://schemas.microsoft.com/office/drawing/2014/main" id="{E7449215-C0DE-4839-B1AF-5338D710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362" y="1441525"/>
            <a:ext cx="218477" cy="44707"/>
          </a:xfrm>
          <a:custGeom xmlns:a="http://schemas.openxmlformats.org/drawingml/2006/main">
            <a:pathLst>
              <a:path w="218477" h="44707">
                <a:moveTo>
                  <a:pt x="32563" y="42740"/>
                </a:moveTo>
                <a:cubicBezTo>
                  <a:pt x="32563" y="42989"/>
                  <a:pt x="32518" y="43198"/>
                  <a:pt x="32427" y="43368"/>
                </a:cubicBezTo>
                <a:cubicBezTo>
                  <a:pt x="32337" y="43537"/>
                  <a:pt x="32122" y="43678"/>
                  <a:pt x="31783" y="43791"/>
                </a:cubicBezTo>
                <a:cubicBezTo>
                  <a:pt x="31444" y="43904"/>
                  <a:pt x="30946" y="43983"/>
                  <a:pt x="30291" y="44028"/>
                </a:cubicBezTo>
                <a:cubicBezTo>
                  <a:pt x="29635" y="44073"/>
                  <a:pt x="28742" y="44096"/>
                  <a:pt x="27611" y="44096"/>
                </a:cubicBezTo>
                <a:cubicBezTo>
                  <a:pt x="26661" y="44096"/>
                  <a:pt x="25904" y="44073"/>
                  <a:pt x="25338" y="44028"/>
                </a:cubicBezTo>
                <a:cubicBezTo>
                  <a:pt x="24773" y="43983"/>
                  <a:pt x="24326" y="43898"/>
                  <a:pt x="23998" y="43775"/>
                </a:cubicBezTo>
                <a:cubicBezTo>
                  <a:pt x="23670" y="43650"/>
                  <a:pt x="23439" y="43492"/>
                  <a:pt x="23303" y="43301"/>
                </a:cubicBezTo>
                <a:cubicBezTo>
                  <a:pt x="23167" y="43109"/>
                  <a:pt x="23054" y="42877"/>
                  <a:pt x="22964" y="42607"/>
                </a:cubicBezTo>
                <a:lnTo>
                  <a:pt x="19029" y="32822"/>
                </a:lnTo>
                <a:cubicBezTo>
                  <a:pt x="18554" y="31716"/>
                  <a:pt x="18091" y="30734"/>
                  <a:pt x="17638" y="29876"/>
                </a:cubicBezTo>
                <a:cubicBezTo>
                  <a:pt x="17186" y="29018"/>
                  <a:pt x="16683" y="28302"/>
                  <a:pt x="16129" y="27726"/>
                </a:cubicBezTo>
                <a:cubicBezTo>
                  <a:pt x="15575" y="27150"/>
                  <a:pt x="14936" y="26716"/>
                  <a:pt x="14212" y="26423"/>
                </a:cubicBezTo>
                <a:cubicBezTo>
                  <a:pt x="13489" y="26129"/>
                  <a:pt x="12652" y="25983"/>
                  <a:pt x="11702" y="25983"/>
                </a:cubicBezTo>
                <a:lnTo>
                  <a:pt x="8921" y="25983"/>
                </a:lnTo>
                <a:lnTo>
                  <a:pt x="8921" y="42675"/>
                </a:lnTo>
                <a:cubicBezTo>
                  <a:pt x="8921" y="42900"/>
                  <a:pt x="8847" y="43103"/>
                  <a:pt x="8700" y="43284"/>
                </a:cubicBezTo>
                <a:cubicBezTo>
                  <a:pt x="8553" y="43464"/>
                  <a:pt x="8310" y="43611"/>
                  <a:pt x="7971" y="43724"/>
                </a:cubicBezTo>
                <a:cubicBezTo>
                  <a:pt x="7632" y="43836"/>
                  <a:pt x="7180" y="43926"/>
                  <a:pt x="6614" y="43994"/>
                </a:cubicBezTo>
                <a:cubicBezTo>
                  <a:pt x="6049" y="44062"/>
                  <a:pt x="5325" y="44096"/>
                  <a:pt x="4444" y="44096"/>
                </a:cubicBezTo>
                <a:cubicBezTo>
                  <a:pt x="3584" y="44096"/>
                  <a:pt x="2866" y="44062"/>
                  <a:pt x="2290" y="43994"/>
                </a:cubicBezTo>
                <a:cubicBezTo>
                  <a:pt x="1713" y="43926"/>
                  <a:pt x="1255" y="43836"/>
                  <a:pt x="916" y="43723"/>
                </a:cubicBezTo>
                <a:cubicBezTo>
                  <a:pt x="577" y="43610"/>
                  <a:pt x="339" y="43463"/>
                  <a:pt x="204" y="43282"/>
                </a:cubicBezTo>
                <a:cubicBezTo>
                  <a:pt x="68" y="43101"/>
                  <a:pt x="0" y="42897"/>
                  <a:pt x="0" y="42671"/>
                </a:cubicBezTo>
                <a:lnTo>
                  <a:pt x="0" y="2815"/>
                </a:lnTo>
                <a:cubicBezTo>
                  <a:pt x="0" y="1820"/>
                  <a:pt x="254" y="1102"/>
                  <a:pt x="763" y="661"/>
                </a:cubicBezTo>
                <a:cubicBezTo>
                  <a:pt x="1272" y="220"/>
                  <a:pt x="1900" y="0"/>
                  <a:pt x="2646" y="0"/>
                </a:cubicBezTo>
                <a:lnTo>
                  <a:pt x="14009" y="0"/>
                </a:lnTo>
                <a:cubicBezTo>
                  <a:pt x="15162" y="0"/>
                  <a:pt x="16112" y="23"/>
                  <a:pt x="16858" y="68"/>
                </a:cubicBezTo>
                <a:cubicBezTo>
                  <a:pt x="17604" y="113"/>
                  <a:pt x="18283" y="170"/>
                  <a:pt x="18893" y="237"/>
                </a:cubicBezTo>
                <a:cubicBezTo>
                  <a:pt x="20657" y="487"/>
                  <a:pt x="22246" y="917"/>
                  <a:pt x="23659" y="1529"/>
                </a:cubicBezTo>
                <a:cubicBezTo>
                  <a:pt x="25073" y="2139"/>
                  <a:pt x="26271" y="2937"/>
                  <a:pt x="27255" y="3922"/>
                </a:cubicBezTo>
                <a:cubicBezTo>
                  <a:pt x="28238" y="4906"/>
                  <a:pt x="28990" y="6072"/>
                  <a:pt x="29510" y="7419"/>
                </a:cubicBezTo>
                <a:cubicBezTo>
                  <a:pt x="30030" y="8765"/>
                  <a:pt x="30291" y="10310"/>
                  <a:pt x="30291" y="12052"/>
                </a:cubicBezTo>
                <a:cubicBezTo>
                  <a:pt x="30291" y="13523"/>
                  <a:pt x="30104" y="14865"/>
                  <a:pt x="29731" y="16076"/>
                </a:cubicBezTo>
                <a:cubicBezTo>
                  <a:pt x="29358" y="17286"/>
                  <a:pt x="28809" y="18367"/>
                  <a:pt x="28086" y="19318"/>
                </a:cubicBezTo>
                <a:cubicBezTo>
                  <a:pt x="27362" y="20269"/>
                  <a:pt x="26469" y="21095"/>
                  <a:pt x="25406" y="21797"/>
                </a:cubicBezTo>
                <a:cubicBezTo>
                  <a:pt x="24343" y="22498"/>
                  <a:pt x="23133" y="23063"/>
                  <a:pt x="21777" y="23494"/>
                </a:cubicBezTo>
                <a:cubicBezTo>
                  <a:pt x="22432" y="23810"/>
                  <a:pt x="23049" y="24194"/>
                  <a:pt x="23625" y="24646"/>
                </a:cubicBezTo>
                <a:cubicBezTo>
                  <a:pt x="24202" y="25098"/>
                  <a:pt x="24745" y="25645"/>
                  <a:pt x="25253" y="26289"/>
                </a:cubicBezTo>
                <a:cubicBezTo>
                  <a:pt x="25762" y="26933"/>
                  <a:pt x="26243" y="27667"/>
                  <a:pt x="26695" y="28492"/>
                </a:cubicBezTo>
                <a:cubicBezTo>
                  <a:pt x="27147" y="29316"/>
                  <a:pt x="27588" y="30248"/>
                  <a:pt x="28018" y="31287"/>
                </a:cubicBezTo>
                <a:lnTo>
                  <a:pt x="31715" y="39928"/>
                </a:lnTo>
                <a:cubicBezTo>
                  <a:pt x="32054" y="40787"/>
                  <a:pt x="32281" y="41414"/>
                  <a:pt x="32394" y="41810"/>
                </a:cubicBezTo>
                <a:cubicBezTo>
                  <a:pt x="32507" y="42205"/>
                  <a:pt x="32563" y="42515"/>
                  <a:pt x="32563" y="42740"/>
                </a:cubicBezTo>
                <a:moveTo>
                  <a:pt x="21064" y="12974"/>
                </a:moveTo>
                <a:cubicBezTo>
                  <a:pt x="21064" y="11531"/>
                  <a:pt x="20736" y="10314"/>
                  <a:pt x="20081" y="9322"/>
                </a:cubicBezTo>
                <a:cubicBezTo>
                  <a:pt x="19425" y="8329"/>
                  <a:pt x="18351" y="7630"/>
                  <a:pt x="16858" y="7224"/>
                </a:cubicBezTo>
                <a:cubicBezTo>
                  <a:pt x="16406" y="7111"/>
                  <a:pt x="15892" y="7021"/>
                  <a:pt x="15315" y="6954"/>
                </a:cubicBezTo>
                <a:cubicBezTo>
                  <a:pt x="14738" y="6886"/>
                  <a:pt x="13941" y="6852"/>
                  <a:pt x="12924" y="6852"/>
                </a:cubicBezTo>
                <a:lnTo>
                  <a:pt x="8921" y="6852"/>
                </a:lnTo>
                <a:lnTo>
                  <a:pt x="8921" y="19267"/>
                </a:lnTo>
                <a:lnTo>
                  <a:pt x="13466" y="19267"/>
                </a:lnTo>
                <a:cubicBezTo>
                  <a:pt x="14733" y="19267"/>
                  <a:pt x="15841" y="19114"/>
                  <a:pt x="16790" y="18810"/>
                </a:cubicBezTo>
                <a:cubicBezTo>
                  <a:pt x="17740" y="18505"/>
                  <a:pt x="18532" y="18077"/>
                  <a:pt x="19165" y="17525"/>
                </a:cubicBezTo>
                <a:cubicBezTo>
                  <a:pt x="19798" y="16972"/>
                  <a:pt x="20273" y="16313"/>
                  <a:pt x="20589" y="15546"/>
                </a:cubicBezTo>
                <a:cubicBezTo>
                  <a:pt x="20906" y="14779"/>
                  <a:pt x="21064" y="13922"/>
                  <a:pt x="21064" y="12974"/>
                </a:cubicBezTo>
                <a:close/>
                <a:moveTo>
                  <a:pt x="65648" y="26724"/>
                </a:moveTo>
                <a:cubicBezTo>
                  <a:pt x="65648" y="27766"/>
                  <a:pt x="65417" y="28536"/>
                  <a:pt x="64953" y="29034"/>
                </a:cubicBezTo>
                <a:cubicBezTo>
                  <a:pt x="64489" y="29533"/>
                  <a:pt x="63851" y="29782"/>
                  <a:pt x="63036" y="29782"/>
                </a:cubicBezTo>
                <a:lnTo>
                  <a:pt x="44618" y="29782"/>
                </a:lnTo>
                <a:cubicBezTo>
                  <a:pt x="44618" y="31076"/>
                  <a:pt x="44771" y="32250"/>
                  <a:pt x="45076" y="33306"/>
                </a:cubicBezTo>
                <a:cubicBezTo>
                  <a:pt x="45381" y="34362"/>
                  <a:pt x="45867" y="35259"/>
                  <a:pt x="46534" y="35998"/>
                </a:cubicBezTo>
                <a:cubicBezTo>
                  <a:pt x="47202" y="36735"/>
                  <a:pt x="48061" y="37297"/>
                  <a:pt x="49112" y="37683"/>
                </a:cubicBezTo>
                <a:cubicBezTo>
                  <a:pt x="50164" y="38069"/>
                  <a:pt x="51425" y="38262"/>
                  <a:pt x="52894" y="38262"/>
                </a:cubicBezTo>
                <a:cubicBezTo>
                  <a:pt x="54387" y="38262"/>
                  <a:pt x="55698" y="38153"/>
                  <a:pt x="56829" y="37934"/>
                </a:cubicBezTo>
                <a:cubicBezTo>
                  <a:pt x="57960" y="37716"/>
                  <a:pt x="58938" y="37475"/>
                  <a:pt x="59763" y="37210"/>
                </a:cubicBezTo>
                <a:cubicBezTo>
                  <a:pt x="60589" y="36946"/>
                  <a:pt x="61273" y="36705"/>
                  <a:pt x="61815" y="36486"/>
                </a:cubicBezTo>
                <a:cubicBezTo>
                  <a:pt x="62358" y="36268"/>
                  <a:pt x="62799" y="36159"/>
                  <a:pt x="63138" y="36159"/>
                </a:cubicBezTo>
                <a:cubicBezTo>
                  <a:pt x="63342" y="36159"/>
                  <a:pt x="63511" y="36199"/>
                  <a:pt x="63647" y="36278"/>
                </a:cubicBezTo>
                <a:cubicBezTo>
                  <a:pt x="63783" y="36358"/>
                  <a:pt x="63896" y="36500"/>
                  <a:pt x="63986" y="36705"/>
                </a:cubicBezTo>
                <a:cubicBezTo>
                  <a:pt x="64077" y="36909"/>
                  <a:pt x="64139" y="37199"/>
                  <a:pt x="64173" y="37574"/>
                </a:cubicBezTo>
                <a:cubicBezTo>
                  <a:pt x="64207" y="37949"/>
                  <a:pt x="64224" y="38421"/>
                  <a:pt x="64224" y="38989"/>
                </a:cubicBezTo>
                <a:cubicBezTo>
                  <a:pt x="64224" y="39489"/>
                  <a:pt x="64212" y="39916"/>
                  <a:pt x="64190" y="40268"/>
                </a:cubicBezTo>
                <a:cubicBezTo>
                  <a:pt x="64167" y="40620"/>
                  <a:pt x="64133" y="40921"/>
                  <a:pt x="64088" y="41171"/>
                </a:cubicBezTo>
                <a:cubicBezTo>
                  <a:pt x="64043" y="41422"/>
                  <a:pt x="63975" y="41632"/>
                  <a:pt x="63884" y="41803"/>
                </a:cubicBezTo>
                <a:cubicBezTo>
                  <a:pt x="63794" y="41973"/>
                  <a:pt x="63675" y="42138"/>
                  <a:pt x="63528" y="42297"/>
                </a:cubicBezTo>
                <a:cubicBezTo>
                  <a:pt x="63381" y="42456"/>
                  <a:pt x="62980" y="42671"/>
                  <a:pt x="62324" y="42943"/>
                </a:cubicBezTo>
                <a:cubicBezTo>
                  <a:pt x="61668" y="43214"/>
                  <a:pt x="60832" y="43480"/>
                  <a:pt x="59814" y="43740"/>
                </a:cubicBezTo>
                <a:cubicBezTo>
                  <a:pt x="58796" y="44000"/>
                  <a:pt x="57632" y="44226"/>
                  <a:pt x="56320" y="44418"/>
                </a:cubicBezTo>
                <a:cubicBezTo>
                  <a:pt x="55009" y="44610"/>
                  <a:pt x="53607" y="44707"/>
                  <a:pt x="52114" y="44707"/>
                </a:cubicBezTo>
                <a:cubicBezTo>
                  <a:pt x="49423" y="44707"/>
                  <a:pt x="47066" y="44367"/>
                  <a:pt x="45042" y="43687"/>
                </a:cubicBezTo>
                <a:cubicBezTo>
                  <a:pt x="43018" y="43007"/>
                  <a:pt x="41328" y="41976"/>
                  <a:pt x="39971" y="40594"/>
                </a:cubicBezTo>
                <a:cubicBezTo>
                  <a:pt x="38614" y="39211"/>
                  <a:pt x="37602" y="37467"/>
                  <a:pt x="36935" y="35361"/>
                </a:cubicBezTo>
                <a:cubicBezTo>
                  <a:pt x="36268" y="33253"/>
                  <a:pt x="35934" y="30783"/>
                  <a:pt x="35934" y="27951"/>
                </a:cubicBezTo>
                <a:cubicBezTo>
                  <a:pt x="35934" y="25254"/>
                  <a:pt x="36285" y="22824"/>
                  <a:pt x="36986" y="20660"/>
                </a:cubicBezTo>
                <a:cubicBezTo>
                  <a:pt x="37687" y="18497"/>
                  <a:pt x="38705" y="16661"/>
                  <a:pt x="40039" y="15155"/>
                </a:cubicBezTo>
                <a:cubicBezTo>
                  <a:pt x="41373" y="13647"/>
                  <a:pt x="42995" y="12497"/>
                  <a:pt x="44906" y="11705"/>
                </a:cubicBezTo>
                <a:cubicBezTo>
                  <a:pt x="46817" y="10912"/>
                  <a:pt x="48971" y="10515"/>
                  <a:pt x="51368" y="10515"/>
                </a:cubicBezTo>
                <a:cubicBezTo>
                  <a:pt x="53901" y="10515"/>
                  <a:pt x="56066" y="10889"/>
                  <a:pt x="57864" y="11637"/>
                </a:cubicBezTo>
                <a:cubicBezTo>
                  <a:pt x="59661" y="12384"/>
                  <a:pt x="61137" y="13421"/>
                  <a:pt x="62290" y="14746"/>
                </a:cubicBezTo>
                <a:cubicBezTo>
                  <a:pt x="63444" y="16071"/>
                  <a:pt x="64292" y="17639"/>
                  <a:pt x="64834" y="19452"/>
                </a:cubicBezTo>
                <a:cubicBezTo>
                  <a:pt x="65377" y="21264"/>
                  <a:pt x="65648" y="23235"/>
                  <a:pt x="65648" y="25365"/>
                </a:cubicBezTo>
                <a:lnTo>
                  <a:pt x="65648" y="26724"/>
                </a:lnTo>
                <a:moveTo>
                  <a:pt x="57372" y="24287"/>
                </a:moveTo>
                <a:cubicBezTo>
                  <a:pt x="57440" y="21879"/>
                  <a:pt x="56959" y="19988"/>
                  <a:pt x="55930" y="18615"/>
                </a:cubicBezTo>
                <a:cubicBezTo>
                  <a:pt x="54901" y="17240"/>
                  <a:pt x="53313" y="16553"/>
                  <a:pt x="51164" y="16553"/>
                </a:cubicBezTo>
                <a:cubicBezTo>
                  <a:pt x="50079" y="16553"/>
                  <a:pt x="49135" y="16758"/>
                  <a:pt x="48332" y="17167"/>
                </a:cubicBezTo>
                <a:cubicBezTo>
                  <a:pt x="47529" y="17575"/>
                  <a:pt x="46862" y="18126"/>
                  <a:pt x="46331" y="18819"/>
                </a:cubicBezTo>
                <a:cubicBezTo>
                  <a:pt x="45799" y="19512"/>
                  <a:pt x="45392" y="20329"/>
                  <a:pt x="45110" y="21272"/>
                </a:cubicBezTo>
                <a:cubicBezTo>
                  <a:pt x="44827" y="22214"/>
                  <a:pt x="44663" y="23219"/>
                  <a:pt x="44618" y="24287"/>
                </a:cubicBezTo>
                <a:lnTo>
                  <a:pt x="57372" y="24287"/>
                </a:lnTo>
                <a:close/>
                <a:moveTo>
                  <a:pt x="98211" y="42840"/>
                </a:moveTo>
                <a:cubicBezTo>
                  <a:pt x="98211" y="43156"/>
                  <a:pt x="98098" y="43406"/>
                  <a:pt x="97872" y="43587"/>
                </a:cubicBezTo>
                <a:cubicBezTo>
                  <a:pt x="97646" y="43768"/>
                  <a:pt x="97290" y="43898"/>
                  <a:pt x="96804" y="43977"/>
                </a:cubicBezTo>
                <a:cubicBezTo>
                  <a:pt x="96318" y="44056"/>
                  <a:pt x="95600" y="44096"/>
                  <a:pt x="94650" y="44096"/>
                </a:cubicBezTo>
                <a:cubicBezTo>
                  <a:pt x="93632" y="44096"/>
                  <a:pt x="92892" y="44056"/>
                  <a:pt x="92428" y="43977"/>
                </a:cubicBezTo>
                <a:cubicBezTo>
                  <a:pt x="91965" y="43898"/>
                  <a:pt x="91637" y="43768"/>
                  <a:pt x="91444" y="43587"/>
                </a:cubicBezTo>
                <a:cubicBezTo>
                  <a:pt x="91252" y="43406"/>
                  <a:pt x="91156" y="43158"/>
                  <a:pt x="91156" y="42841"/>
                </a:cubicBezTo>
                <a:lnTo>
                  <a:pt x="91156" y="40433"/>
                </a:lnTo>
                <a:cubicBezTo>
                  <a:pt x="89912" y="41767"/>
                  <a:pt x="88493" y="42813"/>
                  <a:pt x="86899" y="43570"/>
                </a:cubicBezTo>
                <a:cubicBezTo>
                  <a:pt x="85305" y="44328"/>
                  <a:pt x="83535" y="44707"/>
                  <a:pt x="81591" y="44707"/>
                </a:cubicBezTo>
                <a:cubicBezTo>
                  <a:pt x="79985" y="44707"/>
                  <a:pt x="78510" y="44497"/>
                  <a:pt x="77164" y="44077"/>
                </a:cubicBezTo>
                <a:cubicBezTo>
                  <a:pt x="75819" y="43657"/>
                  <a:pt x="74654" y="43033"/>
                  <a:pt x="73670" y="42205"/>
                </a:cubicBezTo>
                <a:cubicBezTo>
                  <a:pt x="72687" y="41377"/>
                  <a:pt x="71924" y="40350"/>
                  <a:pt x="71381" y="39126"/>
                </a:cubicBezTo>
                <a:cubicBezTo>
                  <a:pt x="70838" y="37900"/>
                  <a:pt x="70567" y="36471"/>
                  <a:pt x="70567" y="34837"/>
                </a:cubicBezTo>
                <a:cubicBezTo>
                  <a:pt x="70567" y="33067"/>
                  <a:pt x="70912" y="31529"/>
                  <a:pt x="71601" y="30225"/>
                </a:cubicBezTo>
                <a:cubicBezTo>
                  <a:pt x="72291" y="28920"/>
                  <a:pt x="73320" y="27843"/>
                  <a:pt x="74688" y="26992"/>
                </a:cubicBezTo>
                <a:cubicBezTo>
                  <a:pt x="76056" y="26141"/>
                  <a:pt x="77758" y="25511"/>
                  <a:pt x="79793" y="25103"/>
                </a:cubicBezTo>
                <a:cubicBezTo>
                  <a:pt x="81828" y="24694"/>
                  <a:pt x="84191" y="24490"/>
                  <a:pt x="86882" y="24490"/>
                </a:cubicBezTo>
                <a:lnTo>
                  <a:pt x="89833" y="24490"/>
                </a:lnTo>
                <a:lnTo>
                  <a:pt x="89833" y="22667"/>
                </a:lnTo>
                <a:cubicBezTo>
                  <a:pt x="89833" y="21722"/>
                  <a:pt x="89737" y="20894"/>
                  <a:pt x="89545" y="20186"/>
                </a:cubicBezTo>
                <a:cubicBezTo>
                  <a:pt x="89353" y="19476"/>
                  <a:pt x="89036" y="18885"/>
                  <a:pt x="88595" y="18412"/>
                </a:cubicBezTo>
                <a:cubicBezTo>
                  <a:pt x="88154" y="17939"/>
                  <a:pt x="87566" y="17591"/>
                  <a:pt x="86831" y="17366"/>
                </a:cubicBezTo>
                <a:cubicBezTo>
                  <a:pt x="86096" y="17141"/>
                  <a:pt x="85186" y="17028"/>
                  <a:pt x="84101" y="17028"/>
                </a:cubicBezTo>
                <a:cubicBezTo>
                  <a:pt x="82676" y="17028"/>
                  <a:pt x="81404" y="17186"/>
                  <a:pt x="80285" y="17503"/>
                </a:cubicBezTo>
                <a:cubicBezTo>
                  <a:pt x="79165" y="17819"/>
                  <a:pt x="78176" y="18170"/>
                  <a:pt x="77317" y="18554"/>
                </a:cubicBezTo>
                <a:cubicBezTo>
                  <a:pt x="76457" y="18939"/>
                  <a:pt x="75740" y="19289"/>
                  <a:pt x="75163" y="19606"/>
                </a:cubicBezTo>
                <a:cubicBezTo>
                  <a:pt x="74586" y="19922"/>
                  <a:pt x="74117" y="20081"/>
                  <a:pt x="73755" y="20081"/>
                </a:cubicBezTo>
                <a:cubicBezTo>
                  <a:pt x="73506" y="20081"/>
                  <a:pt x="73286" y="20001"/>
                  <a:pt x="73094" y="19842"/>
                </a:cubicBezTo>
                <a:cubicBezTo>
                  <a:pt x="72902" y="19683"/>
                  <a:pt x="72743" y="19456"/>
                  <a:pt x="72619" y="19161"/>
                </a:cubicBezTo>
                <a:cubicBezTo>
                  <a:pt x="72495" y="18865"/>
                  <a:pt x="72398" y="18502"/>
                  <a:pt x="72331" y="18070"/>
                </a:cubicBezTo>
                <a:cubicBezTo>
                  <a:pt x="72263" y="17637"/>
                  <a:pt x="72229" y="17160"/>
                  <a:pt x="72229" y="16638"/>
                </a:cubicBezTo>
                <a:cubicBezTo>
                  <a:pt x="72229" y="15933"/>
                  <a:pt x="72285" y="15376"/>
                  <a:pt x="72398" y="14967"/>
                </a:cubicBezTo>
                <a:cubicBezTo>
                  <a:pt x="72511" y="14558"/>
                  <a:pt x="72726" y="14189"/>
                  <a:pt x="73043" y="13859"/>
                </a:cubicBezTo>
                <a:cubicBezTo>
                  <a:pt x="73359" y="13529"/>
                  <a:pt x="73913" y="13167"/>
                  <a:pt x="74705" y="12771"/>
                </a:cubicBezTo>
                <a:cubicBezTo>
                  <a:pt x="75496" y="12375"/>
                  <a:pt x="76424" y="12008"/>
                  <a:pt x="77486" y="11668"/>
                </a:cubicBezTo>
                <a:cubicBezTo>
                  <a:pt x="78549" y="11329"/>
                  <a:pt x="79708" y="11052"/>
                  <a:pt x="80963" y="10837"/>
                </a:cubicBezTo>
                <a:cubicBezTo>
                  <a:pt x="82218" y="10623"/>
                  <a:pt x="83513" y="10515"/>
                  <a:pt x="84847" y="10515"/>
                </a:cubicBezTo>
                <a:cubicBezTo>
                  <a:pt x="87221" y="10515"/>
                  <a:pt x="89251" y="10747"/>
                  <a:pt x="90936" y="11212"/>
                </a:cubicBezTo>
                <a:cubicBezTo>
                  <a:pt x="92620" y="11675"/>
                  <a:pt x="94005" y="12388"/>
                  <a:pt x="95091" y="13351"/>
                </a:cubicBezTo>
                <a:cubicBezTo>
                  <a:pt x="96176" y="14312"/>
                  <a:pt x="96968" y="15552"/>
                  <a:pt x="97465" y="17068"/>
                </a:cubicBezTo>
                <a:cubicBezTo>
                  <a:pt x="97963" y="18585"/>
                  <a:pt x="98211" y="20384"/>
                  <a:pt x="98211" y="22467"/>
                </a:cubicBezTo>
                <a:lnTo>
                  <a:pt x="98211" y="42840"/>
                </a:lnTo>
                <a:moveTo>
                  <a:pt x="89833" y="29850"/>
                </a:moveTo>
                <a:lnTo>
                  <a:pt x="86577" y="29850"/>
                </a:lnTo>
                <a:cubicBezTo>
                  <a:pt x="85198" y="29850"/>
                  <a:pt x="84022" y="29952"/>
                  <a:pt x="83049" y="30157"/>
                </a:cubicBezTo>
                <a:cubicBezTo>
                  <a:pt x="82077" y="30362"/>
                  <a:pt x="81285" y="30670"/>
                  <a:pt x="80675" y="31080"/>
                </a:cubicBezTo>
                <a:cubicBezTo>
                  <a:pt x="80064" y="31490"/>
                  <a:pt x="79618" y="31986"/>
                  <a:pt x="79335" y="32567"/>
                </a:cubicBezTo>
                <a:cubicBezTo>
                  <a:pt x="79052" y="33148"/>
                  <a:pt x="78911" y="33815"/>
                  <a:pt x="78911" y="34567"/>
                </a:cubicBezTo>
                <a:cubicBezTo>
                  <a:pt x="78911" y="35843"/>
                  <a:pt x="79312" y="36846"/>
                  <a:pt x="80115" y="37575"/>
                </a:cubicBezTo>
                <a:cubicBezTo>
                  <a:pt x="80918" y="38304"/>
                  <a:pt x="82032" y="38669"/>
                  <a:pt x="83456" y="38669"/>
                </a:cubicBezTo>
                <a:cubicBezTo>
                  <a:pt x="84655" y="38669"/>
                  <a:pt x="85757" y="38361"/>
                  <a:pt x="86764" y="37747"/>
                </a:cubicBezTo>
                <a:cubicBezTo>
                  <a:pt x="87770" y="37131"/>
                  <a:pt x="88793" y="36231"/>
                  <a:pt x="89833" y="35046"/>
                </a:cubicBezTo>
                <a:lnTo>
                  <a:pt x="89833" y="29850"/>
                </a:lnTo>
                <a:close/>
                <a:moveTo>
                  <a:pt x="127773" y="34204"/>
                </a:moveTo>
                <a:cubicBezTo>
                  <a:pt x="127773" y="35926"/>
                  <a:pt x="127451" y="37444"/>
                  <a:pt x="126807" y="38759"/>
                </a:cubicBezTo>
                <a:cubicBezTo>
                  <a:pt x="126162" y="40073"/>
                  <a:pt x="125252" y="41171"/>
                  <a:pt x="124076" y="42055"/>
                </a:cubicBezTo>
                <a:cubicBezTo>
                  <a:pt x="122900" y="42939"/>
                  <a:pt x="121510" y="43601"/>
                  <a:pt x="119904" y="44043"/>
                </a:cubicBezTo>
                <a:cubicBezTo>
                  <a:pt x="118298" y="44485"/>
                  <a:pt x="116557" y="44707"/>
                  <a:pt x="114680" y="44707"/>
                </a:cubicBezTo>
                <a:cubicBezTo>
                  <a:pt x="113550" y="44707"/>
                  <a:pt x="112470" y="44621"/>
                  <a:pt x="111441" y="44449"/>
                </a:cubicBezTo>
                <a:cubicBezTo>
                  <a:pt x="110412" y="44277"/>
                  <a:pt x="109491" y="44060"/>
                  <a:pt x="108677" y="43797"/>
                </a:cubicBezTo>
                <a:cubicBezTo>
                  <a:pt x="107862" y="43533"/>
                  <a:pt x="107184" y="43265"/>
                  <a:pt x="106641" y="42990"/>
                </a:cubicBezTo>
                <a:cubicBezTo>
                  <a:pt x="106099" y="42715"/>
                  <a:pt x="105703" y="42458"/>
                  <a:pt x="105454" y="42218"/>
                </a:cubicBezTo>
                <a:cubicBezTo>
                  <a:pt x="105205" y="41977"/>
                  <a:pt x="105013" y="41601"/>
                  <a:pt x="104877" y="41090"/>
                </a:cubicBezTo>
                <a:cubicBezTo>
                  <a:pt x="104742" y="40578"/>
                  <a:pt x="104674" y="39822"/>
                  <a:pt x="104674" y="38821"/>
                </a:cubicBezTo>
                <a:cubicBezTo>
                  <a:pt x="104674" y="38162"/>
                  <a:pt x="104697" y="37634"/>
                  <a:pt x="104742" y="37236"/>
                </a:cubicBezTo>
                <a:cubicBezTo>
                  <a:pt x="104787" y="36838"/>
                  <a:pt x="104855" y="36519"/>
                  <a:pt x="104945" y="36281"/>
                </a:cubicBezTo>
                <a:cubicBezTo>
                  <a:pt x="105036" y="36042"/>
                  <a:pt x="105149" y="35883"/>
                  <a:pt x="105285" y="35804"/>
                </a:cubicBezTo>
                <a:cubicBezTo>
                  <a:pt x="105420" y="35724"/>
                  <a:pt x="105590" y="35684"/>
                  <a:pt x="105793" y="35684"/>
                </a:cubicBezTo>
                <a:cubicBezTo>
                  <a:pt x="106042" y="35684"/>
                  <a:pt x="106410" y="35827"/>
                  <a:pt x="106896" y="36113"/>
                </a:cubicBezTo>
                <a:cubicBezTo>
                  <a:pt x="107382" y="36399"/>
                  <a:pt x="107987" y="36714"/>
                  <a:pt x="108710" y="37058"/>
                </a:cubicBezTo>
                <a:cubicBezTo>
                  <a:pt x="109434" y="37401"/>
                  <a:pt x="110276" y="37721"/>
                  <a:pt x="111237" y="38019"/>
                </a:cubicBezTo>
                <a:cubicBezTo>
                  <a:pt x="112199" y="38317"/>
                  <a:pt x="113290" y="38465"/>
                  <a:pt x="114511" y="38465"/>
                </a:cubicBezTo>
                <a:cubicBezTo>
                  <a:pt x="115280" y="38465"/>
                  <a:pt x="115964" y="38386"/>
                  <a:pt x="116563" y="38229"/>
                </a:cubicBezTo>
                <a:cubicBezTo>
                  <a:pt x="117162" y="38071"/>
                  <a:pt x="117682" y="37846"/>
                  <a:pt x="118123" y="37554"/>
                </a:cubicBezTo>
                <a:cubicBezTo>
                  <a:pt x="118564" y="37260"/>
                  <a:pt x="118898" y="36889"/>
                  <a:pt x="119124" y="36439"/>
                </a:cubicBezTo>
                <a:cubicBezTo>
                  <a:pt x="119350" y="35988"/>
                  <a:pt x="119463" y="35470"/>
                  <a:pt x="119463" y="34885"/>
                </a:cubicBezTo>
                <a:cubicBezTo>
                  <a:pt x="119463" y="34205"/>
                  <a:pt x="119254" y="33621"/>
                  <a:pt x="118836" y="33135"/>
                </a:cubicBezTo>
                <a:cubicBezTo>
                  <a:pt x="118417" y="32647"/>
                  <a:pt x="117863" y="32222"/>
                  <a:pt x="117173" y="31859"/>
                </a:cubicBezTo>
                <a:cubicBezTo>
                  <a:pt x="116484" y="31497"/>
                  <a:pt x="115704" y="31157"/>
                  <a:pt x="114833" y="30840"/>
                </a:cubicBezTo>
                <a:cubicBezTo>
                  <a:pt x="113962" y="30522"/>
                  <a:pt x="113069" y="30171"/>
                  <a:pt x="112153" y="29786"/>
                </a:cubicBezTo>
                <a:cubicBezTo>
                  <a:pt x="111237" y="29401"/>
                  <a:pt x="110344" y="28959"/>
                  <a:pt x="109474" y="28461"/>
                </a:cubicBezTo>
                <a:cubicBezTo>
                  <a:pt x="108603" y="27962"/>
                  <a:pt x="107823" y="27350"/>
                  <a:pt x="107133" y="26625"/>
                </a:cubicBezTo>
                <a:cubicBezTo>
                  <a:pt x="106443" y="25900"/>
                  <a:pt x="105889" y="25028"/>
                  <a:pt x="105471" y="24009"/>
                </a:cubicBezTo>
                <a:cubicBezTo>
                  <a:pt x="105053" y="22989"/>
                  <a:pt x="104844" y="21766"/>
                  <a:pt x="104844" y="20338"/>
                </a:cubicBezTo>
                <a:cubicBezTo>
                  <a:pt x="104844" y="18887"/>
                  <a:pt x="105126" y="17556"/>
                  <a:pt x="105692" y="16344"/>
                </a:cubicBezTo>
                <a:cubicBezTo>
                  <a:pt x="106257" y="15132"/>
                  <a:pt x="107071" y="14096"/>
                  <a:pt x="108134" y="13235"/>
                </a:cubicBezTo>
                <a:cubicBezTo>
                  <a:pt x="109197" y="12374"/>
                  <a:pt x="110491" y="11705"/>
                  <a:pt x="112018" y="11230"/>
                </a:cubicBezTo>
                <a:cubicBezTo>
                  <a:pt x="113544" y="10753"/>
                  <a:pt x="115257" y="10515"/>
                  <a:pt x="117157" y="10515"/>
                </a:cubicBezTo>
                <a:cubicBezTo>
                  <a:pt x="118106" y="10515"/>
                  <a:pt x="119028" y="10583"/>
                  <a:pt x="119921" y="10719"/>
                </a:cubicBezTo>
                <a:cubicBezTo>
                  <a:pt x="120814" y="10854"/>
                  <a:pt x="121623" y="11024"/>
                  <a:pt x="122346" y="11228"/>
                </a:cubicBezTo>
                <a:cubicBezTo>
                  <a:pt x="123070" y="11431"/>
                  <a:pt x="123680" y="11652"/>
                  <a:pt x="124178" y="11889"/>
                </a:cubicBezTo>
                <a:cubicBezTo>
                  <a:pt x="124675" y="12126"/>
                  <a:pt x="125032" y="12330"/>
                  <a:pt x="125246" y="12500"/>
                </a:cubicBezTo>
                <a:cubicBezTo>
                  <a:pt x="125461" y="12669"/>
                  <a:pt x="125614" y="12839"/>
                  <a:pt x="125704" y="13008"/>
                </a:cubicBezTo>
                <a:cubicBezTo>
                  <a:pt x="125795" y="13178"/>
                  <a:pt x="125863" y="13381"/>
                  <a:pt x="125908" y="13619"/>
                </a:cubicBezTo>
                <a:cubicBezTo>
                  <a:pt x="125953" y="13856"/>
                  <a:pt x="125993" y="14150"/>
                  <a:pt x="126027" y="14501"/>
                </a:cubicBezTo>
                <a:cubicBezTo>
                  <a:pt x="126061" y="14851"/>
                  <a:pt x="126077" y="15287"/>
                  <a:pt x="126077" y="15807"/>
                </a:cubicBezTo>
                <a:cubicBezTo>
                  <a:pt x="126077" y="16417"/>
                  <a:pt x="126061" y="16915"/>
                  <a:pt x="126027" y="17299"/>
                </a:cubicBezTo>
                <a:cubicBezTo>
                  <a:pt x="125993" y="17684"/>
                  <a:pt x="125936" y="17989"/>
                  <a:pt x="125857" y="18215"/>
                </a:cubicBezTo>
                <a:cubicBezTo>
                  <a:pt x="125778" y="18441"/>
                  <a:pt x="125670" y="18594"/>
                  <a:pt x="125535" y="18673"/>
                </a:cubicBezTo>
                <a:cubicBezTo>
                  <a:pt x="125399" y="18752"/>
                  <a:pt x="125241" y="18792"/>
                  <a:pt x="125060" y="18792"/>
                </a:cubicBezTo>
                <a:cubicBezTo>
                  <a:pt x="124856" y="18792"/>
                  <a:pt x="124540" y="18673"/>
                  <a:pt x="124110" y="18436"/>
                </a:cubicBezTo>
                <a:cubicBezTo>
                  <a:pt x="123680" y="18198"/>
                  <a:pt x="123143" y="17944"/>
                  <a:pt x="122499" y="17672"/>
                </a:cubicBezTo>
                <a:cubicBezTo>
                  <a:pt x="121854" y="17401"/>
                  <a:pt x="121108" y="17147"/>
                  <a:pt x="120260" y="16909"/>
                </a:cubicBezTo>
                <a:cubicBezTo>
                  <a:pt x="119412" y="16672"/>
                  <a:pt x="118445" y="16553"/>
                  <a:pt x="117360" y="16553"/>
                </a:cubicBezTo>
                <a:cubicBezTo>
                  <a:pt x="116591" y="16553"/>
                  <a:pt x="115924" y="16633"/>
                  <a:pt x="115359" y="16793"/>
                </a:cubicBezTo>
                <a:cubicBezTo>
                  <a:pt x="114793" y="16952"/>
                  <a:pt x="114330" y="17179"/>
                  <a:pt x="113968" y="17474"/>
                </a:cubicBezTo>
                <a:cubicBezTo>
                  <a:pt x="113606" y="17769"/>
                  <a:pt x="113335" y="18116"/>
                  <a:pt x="113154" y="18514"/>
                </a:cubicBezTo>
                <a:cubicBezTo>
                  <a:pt x="112973" y="18912"/>
                  <a:pt x="112883" y="19338"/>
                  <a:pt x="112883" y="19793"/>
                </a:cubicBezTo>
                <a:cubicBezTo>
                  <a:pt x="112883" y="20496"/>
                  <a:pt x="113097" y="21085"/>
                  <a:pt x="113527" y="21561"/>
                </a:cubicBezTo>
                <a:cubicBezTo>
                  <a:pt x="113957" y="22037"/>
                  <a:pt x="114522" y="22456"/>
                  <a:pt x="115223" y="22819"/>
                </a:cubicBezTo>
                <a:cubicBezTo>
                  <a:pt x="115924" y="23181"/>
                  <a:pt x="116721" y="23521"/>
                  <a:pt x="117614" y="23838"/>
                </a:cubicBezTo>
                <a:cubicBezTo>
                  <a:pt x="118508" y="24156"/>
                  <a:pt x="119412" y="24501"/>
                  <a:pt x="120328" y="24875"/>
                </a:cubicBezTo>
                <a:cubicBezTo>
                  <a:pt x="121244" y="25249"/>
                  <a:pt x="122148" y="25685"/>
                  <a:pt x="123042" y="26183"/>
                </a:cubicBezTo>
                <a:cubicBezTo>
                  <a:pt x="123935" y="26681"/>
                  <a:pt x="124732" y="27293"/>
                  <a:pt x="125433" y="28019"/>
                </a:cubicBezTo>
                <a:cubicBezTo>
                  <a:pt x="126134" y="28744"/>
                  <a:pt x="126699" y="29611"/>
                  <a:pt x="127129" y="30619"/>
                </a:cubicBezTo>
                <a:cubicBezTo>
                  <a:pt x="127559" y="31627"/>
                  <a:pt x="127773" y="32822"/>
                  <a:pt x="127773" y="34204"/>
                </a:cubicBezTo>
                <a:close/>
                <a:moveTo>
                  <a:pt x="164855" y="27305"/>
                </a:moveTo>
                <a:cubicBezTo>
                  <a:pt x="164855" y="29888"/>
                  <a:pt x="164516" y="32245"/>
                  <a:pt x="163837" y="34375"/>
                </a:cubicBezTo>
                <a:cubicBezTo>
                  <a:pt x="163159" y="36505"/>
                  <a:pt x="162130" y="38340"/>
                  <a:pt x="160751" y="39880"/>
                </a:cubicBezTo>
                <a:cubicBezTo>
                  <a:pt x="159371" y="41421"/>
                  <a:pt x="157641" y="42611"/>
                  <a:pt x="155561" y="43449"/>
                </a:cubicBezTo>
                <a:cubicBezTo>
                  <a:pt x="153481" y="44287"/>
                  <a:pt x="151050" y="44707"/>
                  <a:pt x="148268" y="44707"/>
                </a:cubicBezTo>
                <a:cubicBezTo>
                  <a:pt x="145577" y="44707"/>
                  <a:pt x="143237" y="44333"/>
                  <a:pt x="141247" y="43585"/>
                </a:cubicBezTo>
                <a:cubicBezTo>
                  <a:pt x="139257" y="42837"/>
                  <a:pt x="137606" y="41750"/>
                  <a:pt x="136294" y="40322"/>
                </a:cubicBezTo>
                <a:cubicBezTo>
                  <a:pt x="134983" y="38895"/>
                  <a:pt x="134010" y="37139"/>
                  <a:pt x="133377" y="35054"/>
                </a:cubicBezTo>
                <a:cubicBezTo>
                  <a:pt x="132744" y="32970"/>
                  <a:pt x="132428" y="30591"/>
                  <a:pt x="132428" y="27917"/>
                </a:cubicBezTo>
                <a:cubicBezTo>
                  <a:pt x="132428" y="25334"/>
                  <a:pt x="132772" y="22971"/>
                  <a:pt x="133462" y="20830"/>
                </a:cubicBezTo>
                <a:cubicBezTo>
                  <a:pt x="134152" y="18689"/>
                  <a:pt x="135186" y="16854"/>
                  <a:pt x="136566" y="15324"/>
                </a:cubicBezTo>
                <a:cubicBezTo>
                  <a:pt x="137945" y="13795"/>
                  <a:pt x="139669" y="12612"/>
                  <a:pt x="141739" y="11773"/>
                </a:cubicBezTo>
                <a:cubicBezTo>
                  <a:pt x="143808" y="10935"/>
                  <a:pt x="146233" y="10515"/>
                  <a:pt x="149014" y="10515"/>
                </a:cubicBezTo>
                <a:cubicBezTo>
                  <a:pt x="151728" y="10515"/>
                  <a:pt x="154080" y="10883"/>
                  <a:pt x="156070" y="11620"/>
                </a:cubicBezTo>
                <a:cubicBezTo>
                  <a:pt x="158060" y="12356"/>
                  <a:pt x="159705" y="13438"/>
                  <a:pt x="161005" y="14865"/>
                </a:cubicBezTo>
                <a:cubicBezTo>
                  <a:pt x="162305" y="16293"/>
                  <a:pt x="163272" y="18049"/>
                  <a:pt x="163905" y="20134"/>
                </a:cubicBezTo>
                <a:cubicBezTo>
                  <a:pt x="164538" y="22218"/>
                  <a:pt x="164855" y="24609"/>
                  <a:pt x="164855" y="27305"/>
                </a:cubicBezTo>
                <a:moveTo>
                  <a:pt x="156070" y="27645"/>
                </a:moveTo>
                <a:cubicBezTo>
                  <a:pt x="156070" y="26152"/>
                  <a:pt x="155951" y="24779"/>
                  <a:pt x="155714" y="23524"/>
                </a:cubicBezTo>
                <a:cubicBezTo>
                  <a:pt x="155476" y="22268"/>
                  <a:pt x="155075" y="21177"/>
                  <a:pt x="154509" y="20250"/>
                </a:cubicBezTo>
                <a:cubicBezTo>
                  <a:pt x="153944" y="19323"/>
                  <a:pt x="153192" y="18599"/>
                  <a:pt x="152254" y="18079"/>
                </a:cubicBezTo>
                <a:cubicBezTo>
                  <a:pt x="151315" y="17559"/>
                  <a:pt x="150134" y="17299"/>
                  <a:pt x="148709" y="17299"/>
                </a:cubicBezTo>
                <a:cubicBezTo>
                  <a:pt x="147443" y="17299"/>
                  <a:pt x="146335" y="17531"/>
                  <a:pt x="145385" y="17995"/>
                </a:cubicBezTo>
                <a:cubicBezTo>
                  <a:pt x="144435" y="18458"/>
                  <a:pt x="143655" y="19137"/>
                  <a:pt x="143044" y="20030"/>
                </a:cubicBezTo>
                <a:cubicBezTo>
                  <a:pt x="142434" y="20923"/>
                  <a:pt x="141976" y="21997"/>
                  <a:pt x="141671" y="23252"/>
                </a:cubicBezTo>
                <a:cubicBezTo>
                  <a:pt x="141365" y="24507"/>
                  <a:pt x="141213" y="25937"/>
                  <a:pt x="141213" y="27543"/>
                </a:cubicBezTo>
                <a:cubicBezTo>
                  <a:pt x="141213" y="29036"/>
                  <a:pt x="141337" y="30409"/>
                  <a:pt x="141586" y="31664"/>
                </a:cubicBezTo>
                <a:cubicBezTo>
                  <a:pt x="141835" y="32919"/>
                  <a:pt x="142236" y="34010"/>
                  <a:pt x="142790" y="34938"/>
                </a:cubicBezTo>
                <a:cubicBezTo>
                  <a:pt x="143344" y="35865"/>
                  <a:pt x="144096" y="36583"/>
                  <a:pt x="145046" y="37091"/>
                </a:cubicBezTo>
                <a:cubicBezTo>
                  <a:pt x="145995" y="37600"/>
                  <a:pt x="147171" y="37855"/>
                  <a:pt x="148573" y="37855"/>
                </a:cubicBezTo>
                <a:cubicBezTo>
                  <a:pt x="149862" y="37855"/>
                  <a:pt x="150982" y="37623"/>
                  <a:pt x="151931" y="37159"/>
                </a:cubicBezTo>
                <a:cubicBezTo>
                  <a:pt x="152881" y="36696"/>
                  <a:pt x="153661" y="36023"/>
                  <a:pt x="154272" y="35141"/>
                </a:cubicBezTo>
                <a:cubicBezTo>
                  <a:pt x="154883" y="34259"/>
                  <a:pt x="155335" y="33191"/>
                  <a:pt x="155629" y="31936"/>
                </a:cubicBezTo>
                <a:cubicBezTo>
                  <a:pt x="155923" y="30681"/>
                  <a:pt x="156070" y="29250"/>
                  <a:pt x="156070" y="27645"/>
                </a:cubicBezTo>
                <a:close/>
                <a:moveTo>
                  <a:pt x="200672" y="42738"/>
                </a:moveTo>
                <a:cubicBezTo>
                  <a:pt x="200672" y="42964"/>
                  <a:pt x="200604" y="43162"/>
                  <a:pt x="200468" y="43333"/>
                </a:cubicBezTo>
                <a:cubicBezTo>
                  <a:pt x="200332" y="43502"/>
                  <a:pt x="200106" y="43644"/>
                  <a:pt x="199790" y="43757"/>
                </a:cubicBezTo>
                <a:cubicBezTo>
                  <a:pt x="199473" y="43870"/>
                  <a:pt x="199038" y="43955"/>
                  <a:pt x="198484" y="44011"/>
                </a:cubicBezTo>
                <a:cubicBezTo>
                  <a:pt x="197930" y="44068"/>
                  <a:pt x="197246" y="44096"/>
                  <a:pt x="196432" y="44096"/>
                </a:cubicBezTo>
                <a:cubicBezTo>
                  <a:pt x="195595" y="44096"/>
                  <a:pt x="194900" y="44068"/>
                  <a:pt x="194346" y="44011"/>
                </a:cubicBezTo>
                <a:cubicBezTo>
                  <a:pt x="193792" y="43955"/>
                  <a:pt x="193356" y="43870"/>
                  <a:pt x="193040" y="43757"/>
                </a:cubicBezTo>
                <a:cubicBezTo>
                  <a:pt x="192723" y="43644"/>
                  <a:pt x="192497" y="43502"/>
                  <a:pt x="192361" y="43333"/>
                </a:cubicBezTo>
                <a:cubicBezTo>
                  <a:pt x="192226" y="43163"/>
                  <a:pt x="192158" y="42965"/>
                  <a:pt x="192158" y="42739"/>
                </a:cubicBezTo>
                <a:lnTo>
                  <a:pt x="192158" y="25474"/>
                </a:lnTo>
                <a:cubicBezTo>
                  <a:pt x="192158" y="24004"/>
                  <a:pt x="192050" y="22851"/>
                  <a:pt x="191836" y="22014"/>
                </a:cubicBezTo>
                <a:cubicBezTo>
                  <a:pt x="191621" y="21177"/>
                  <a:pt x="191310" y="20459"/>
                  <a:pt x="190903" y="19860"/>
                </a:cubicBezTo>
                <a:cubicBezTo>
                  <a:pt x="190496" y="19261"/>
                  <a:pt x="189970" y="18797"/>
                  <a:pt x="189325" y="18469"/>
                </a:cubicBezTo>
                <a:cubicBezTo>
                  <a:pt x="188681" y="18142"/>
                  <a:pt x="187929" y="17978"/>
                  <a:pt x="187070" y="17978"/>
                </a:cubicBezTo>
                <a:cubicBezTo>
                  <a:pt x="185984" y="17978"/>
                  <a:pt x="184888" y="18373"/>
                  <a:pt x="183780" y="19165"/>
                </a:cubicBezTo>
                <a:cubicBezTo>
                  <a:pt x="182671" y="19956"/>
                  <a:pt x="181518" y="21110"/>
                  <a:pt x="180320" y="22625"/>
                </a:cubicBezTo>
                <a:lnTo>
                  <a:pt x="180320" y="42739"/>
                </a:lnTo>
                <a:cubicBezTo>
                  <a:pt x="180320" y="42965"/>
                  <a:pt x="180252" y="43163"/>
                  <a:pt x="180116" y="43333"/>
                </a:cubicBezTo>
                <a:cubicBezTo>
                  <a:pt x="179981" y="43502"/>
                  <a:pt x="179749" y="43644"/>
                  <a:pt x="179421" y="43757"/>
                </a:cubicBezTo>
                <a:cubicBezTo>
                  <a:pt x="179093" y="43870"/>
                  <a:pt x="178658" y="43955"/>
                  <a:pt x="178115" y="44011"/>
                </a:cubicBezTo>
                <a:cubicBezTo>
                  <a:pt x="177572" y="44068"/>
                  <a:pt x="176882" y="44096"/>
                  <a:pt x="176046" y="44096"/>
                </a:cubicBezTo>
                <a:cubicBezTo>
                  <a:pt x="175209" y="44096"/>
                  <a:pt x="174519" y="44068"/>
                  <a:pt x="173977" y="44011"/>
                </a:cubicBezTo>
                <a:cubicBezTo>
                  <a:pt x="173434" y="43955"/>
                  <a:pt x="172999" y="43870"/>
                  <a:pt x="172671" y="43757"/>
                </a:cubicBezTo>
                <a:cubicBezTo>
                  <a:pt x="172343" y="43644"/>
                  <a:pt x="172111" y="43502"/>
                  <a:pt x="171975" y="43333"/>
                </a:cubicBezTo>
                <a:cubicBezTo>
                  <a:pt x="171840" y="43163"/>
                  <a:pt x="171772" y="42965"/>
                  <a:pt x="171772" y="42739"/>
                </a:cubicBezTo>
                <a:lnTo>
                  <a:pt x="171772" y="12483"/>
                </a:lnTo>
                <a:cubicBezTo>
                  <a:pt x="171772" y="12256"/>
                  <a:pt x="171828" y="12059"/>
                  <a:pt x="171941" y="11889"/>
                </a:cubicBezTo>
                <a:cubicBezTo>
                  <a:pt x="172055" y="11719"/>
                  <a:pt x="172258" y="11578"/>
                  <a:pt x="172552" y="11465"/>
                </a:cubicBezTo>
                <a:cubicBezTo>
                  <a:pt x="172846" y="11352"/>
                  <a:pt x="173225" y="11267"/>
                  <a:pt x="173688" y="11211"/>
                </a:cubicBezTo>
                <a:cubicBezTo>
                  <a:pt x="174152" y="11154"/>
                  <a:pt x="174734" y="11126"/>
                  <a:pt x="175435" y="11126"/>
                </a:cubicBezTo>
                <a:cubicBezTo>
                  <a:pt x="176159" y="11126"/>
                  <a:pt x="176758" y="11154"/>
                  <a:pt x="177233" y="11211"/>
                </a:cubicBezTo>
                <a:cubicBezTo>
                  <a:pt x="177708" y="11267"/>
                  <a:pt x="178075" y="11352"/>
                  <a:pt x="178335" y="11465"/>
                </a:cubicBezTo>
                <a:cubicBezTo>
                  <a:pt x="178595" y="11578"/>
                  <a:pt x="178782" y="11719"/>
                  <a:pt x="178895" y="11889"/>
                </a:cubicBezTo>
                <a:cubicBezTo>
                  <a:pt x="179008" y="12059"/>
                  <a:pt x="179065" y="12256"/>
                  <a:pt x="179065" y="12483"/>
                </a:cubicBezTo>
                <a:lnTo>
                  <a:pt x="179065" y="15976"/>
                </a:lnTo>
                <a:cubicBezTo>
                  <a:pt x="180738" y="14156"/>
                  <a:pt x="182440" y="12791"/>
                  <a:pt x="184170" y="11880"/>
                </a:cubicBezTo>
                <a:cubicBezTo>
                  <a:pt x="185900" y="10970"/>
                  <a:pt x="187703" y="10515"/>
                  <a:pt x="189580" y="10515"/>
                </a:cubicBezTo>
                <a:cubicBezTo>
                  <a:pt x="191638" y="10515"/>
                  <a:pt x="193373" y="10855"/>
                  <a:pt x="194787" y="11534"/>
                </a:cubicBezTo>
                <a:cubicBezTo>
                  <a:pt x="196200" y="12213"/>
                  <a:pt x="197342" y="13136"/>
                  <a:pt x="198212" y="14302"/>
                </a:cubicBezTo>
                <a:cubicBezTo>
                  <a:pt x="199083" y="15467"/>
                  <a:pt x="199711" y="16831"/>
                  <a:pt x="200095" y="18393"/>
                </a:cubicBezTo>
                <a:cubicBezTo>
                  <a:pt x="200479" y="19955"/>
                  <a:pt x="200672" y="21834"/>
                  <a:pt x="200672" y="24029"/>
                </a:cubicBezTo>
                <a:lnTo>
                  <a:pt x="200672" y="42738"/>
                </a:lnTo>
                <a:close/>
                <a:moveTo>
                  <a:pt x="218477" y="16740"/>
                </a:moveTo>
                <a:cubicBezTo>
                  <a:pt x="218477" y="17467"/>
                  <a:pt x="218426" y="18080"/>
                  <a:pt x="218325" y="18580"/>
                </a:cubicBezTo>
                <a:cubicBezTo>
                  <a:pt x="218223" y="19079"/>
                  <a:pt x="218031" y="19482"/>
                  <a:pt x="217748" y="19789"/>
                </a:cubicBezTo>
                <a:cubicBezTo>
                  <a:pt x="217465" y="20095"/>
                  <a:pt x="217098" y="20311"/>
                  <a:pt x="216645" y="20436"/>
                </a:cubicBezTo>
                <a:cubicBezTo>
                  <a:pt x="216193" y="20561"/>
                  <a:pt x="215617" y="20623"/>
                  <a:pt x="214916" y="20623"/>
                </a:cubicBezTo>
                <a:cubicBezTo>
                  <a:pt x="214192" y="20623"/>
                  <a:pt x="213604" y="20561"/>
                  <a:pt x="213152" y="20436"/>
                </a:cubicBezTo>
                <a:cubicBezTo>
                  <a:pt x="212699" y="20311"/>
                  <a:pt x="212338" y="20095"/>
                  <a:pt x="212066" y="19789"/>
                </a:cubicBezTo>
                <a:cubicBezTo>
                  <a:pt x="211795" y="19482"/>
                  <a:pt x="211608" y="19079"/>
                  <a:pt x="211507" y="18580"/>
                </a:cubicBezTo>
                <a:cubicBezTo>
                  <a:pt x="211405" y="18080"/>
                  <a:pt x="211354" y="17467"/>
                  <a:pt x="211354" y="16740"/>
                </a:cubicBezTo>
                <a:cubicBezTo>
                  <a:pt x="211354" y="15967"/>
                  <a:pt x="211405" y="15325"/>
                  <a:pt x="211507" y="14815"/>
                </a:cubicBezTo>
                <a:cubicBezTo>
                  <a:pt x="211608" y="14304"/>
                  <a:pt x="211795" y="13895"/>
                  <a:pt x="212066" y="13589"/>
                </a:cubicBezTo>
                <a:cubicBezTo>
                  <a:pt x="212338" y="13282"/>
                  <a:pt x="212699" y="13067"/>
                  <a:pt x="213152" y="12942"/>
                </a:cubicBezTo>
                <a:cubicBezTo>
                  <a:pt x="213604" y="12816"/>
                  <a:pt x="214192" y="12754"/>
                  <a:pt x="214916" y="12754"/>
                </a:cubicBezTo>
                <a:cubicBezTo>
                  <a:pt x="215617" y="12754"/>
                  <a:pt x="216193" y="12816"/>
                  <a:pt x="216645" y="12942"/>
                </a:cubicBezTo>
                <a:cubicBezTo>
                  <a:pt x="217098" y="13067"/>
                  <a:pt x="217465" y="13282"/>
                  <a:pt x="217748" y="13589"/>
                </a:cubicBezTo>
                <a:cubicBezTo>
                  <a:pt x="218031" y="13895"/>
                  <a:pt x="218223" y="14304"/>
                  <a:pt x="218325" y="14815"/>
                </a:cubicBezTo>
                <a:cubicBezTo>
                  <a:pt x="218426" y="15325"/>
                  <a:pt x="218477" y="15967"/>
                  <a:pt x="218477" y="16740"/>
                </a:cubicBezTo>
                <a:moveTo>
                  <a:pt x="218477" y="40314"/>
                </a:moveTo>
                <a:cubicBezTo>
                  <a:pt x="218477" y="41064"/>
                  <a:pt x="218426" y="41688"/>
                  <a:pt x="218325" y="42188"/>
                </a:cubicBezTo>
                <a:cubicBezTo>
                  <a:pt x="218223" y="42688"/>
                  <a:pt x="218031" y="43091"/>
                  <a:pt x="217748" y="43397"/>
                </a:cubicBezTo>
                <a:cubicBezTo>
                  <a:pt x="217465" y="43703"/>
                  <a:pt x="217098" y="43919"/>
                  <a:pt x="216645" y="44044"/>
                </a:cubicBezTo>
                <a:cubicBezTo>
                  <a:pt x="216193" y="44169"/>
                  <a:pt x="215617" y="44232"/>
                  <a:pt x="214916" y="44232"/>
                </a:cubicBezTo>
                <a:cubicBezTo>
                  <a:pt x="214192" y="44232"/>
                  <a:pt x="213604" y="44169"/>
                  <a:pt x="213152" y="44044"/>
                </a:cubicBezTo>
                <a:cubicBezTo>
                  <a:pt x="212699" y="43919"/>
                  <a:pt x="212338" y="43703"/>
                  <a:pt x="212066" y="43397"/>
                </a:cubicBezTo>
                <a:cubicBezTo>
                  <a:pt x="211795" y="43091"/>
                  <a:pt x="211608" y="42688"/>
                  <a:pt x="211507" y="42188"/>
                </a:cubicBezTo>
                <a:cubicBezTo>
                  <a:pt x="211405" y="41688"/>
                  <a:pt x="211354" y="41064"/>
                  <a:pt x="211354" y="40314"/>
                </a:cubicBezTo>
                <a:cubicBezTo>
                  <a:pt x="211354" y="39564"/>
                  <a:pt x="211405" y="38934"/>
                  <a:pt x="211507" y="38423"/>
                </a:cubicBezTo>
                <a:cubicBezTo>
                  <a:pt x="211608" y="37912"/>
                  <a:pt x="211795" y="37509"/>
                  <a:pt x="212066" y="37214"/>
                </a:cubicBezTo>
                <a:cubicBezTo>
                  <a:pt x="212338" y="36919"/>
                  <a:pt x="212699" y="36703"/>
                  <a:pt x="213152" y="36567"/>
                </a:cubicBezTo>
                <a:cubicBezTo>
                  <a:pt x="213604" y="36430"/>
                  <a:pt x="214192" y="36362"/>
                  <a:pt x="214916" y="36362"/>
                </a:cubicBezTo>
                <a:cubicBezTo>
                  <a:pt x="215617" y="36362"/>
                  <a:pt x="216193" y="36430"/>
                  <a:pt x="216645" y="36567"/>
                </a:cubicBezTo>
                <a:cubicBezTo>
                  <a:pt x="217098" y="36703"/>
                  <a:pt x="217465" y="36919"/>
                  <a:pt x="217748" y="37214"/>
                </a:cubicBezTo>
                <a:cubicBezTo>
                  <a:pt x="218031" y="37509"/>
                  <a:pt x="218223" y="37912"/>
                  <a:pt x="218325" y="38423"/>
                </a:cubicBezTo>
                <a:cubicBezTo>
                  <a:pt x="218426" y="38934"/>
                  <a:pt x="218477" y="39564"/>
                  <a:pt x="218477" y="403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…">
            <a:extLst xmlns:a="http://schemas.openxmlformats.org/drawingml/2006/main">
              <a:ext uri="{FF2B5EF4-FFF2-40B4-BE49-F238E27FC236}">
                <a16:creationId xmlns:a16="http://schemas.microsoft.com/office/drawing/2014/main" id="{0CB3C5F7-CA43-442C-91F9-00C51AA3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667" y="1577921"/>
            <a:ext cx="37787" cy="7869"/>
          </a:xfrm>
          <a:custGeom xmlns:a="http://schemas.openxmlformats.org/drawingml/2006/main">
            <a:pathLst>
              <a:path w="37787" h="7869">
                <a:moveTo>
                  <a:pt x="7157" y="3884"/>
                </a:moveTo>
                <a:cubicBezTo>
                  <a:pt x="7157" y="5473"/>
                  <a:pt x="6891" y="6535"/>
                  <a:pt x="6360" y="7069"/>
                </a:cubicBezTo>
                <a:cubicBezTo>
                  <a:pt x="5829" y="7603"/>
                  <a:pt x="4884" y="7869"/>
                  <a:pt x="3528" y="7869"/>
                </a:cubicBezTo>
                <a:cubicBezTo>
                  <a:pt x="2216" y="7869"/>
                  <a:pt x="1300" y="7608"/>
                  <a:pt x="780" y="7086"/>
                </a:cubicBezTo>
                <a:cubicBezTo>
                  <a:pt x="260" y="6564"/>
                  <a:pt x="0" y="5530"/>
                  <a:pt x="0" y="3986"/>
                </a:cubicBezTo>
                <a:cubicBezTo>
                  <a:pt x="0" y="2396"/>
                  <a:pt x="266" y="1335"/>
                  <a:pt x="797" y="801"/>
                </a:cubicBezTo>
                <a:cubicBezTo>
                  <a:pt x="1329" y="267"/>
                  <a:pt x="2273" y="0"/>
                  <a:pt x="3629" y="0"/>
                </a:cubicBezTo>
                <a:cubicBezTo>
                  <a:pt x="4941" y="0"/>
                  <a:pt x="5857" y="261"/>
                  <a:pt x="6377" y="783"/>
                </a:cubicBezTo>
                <a:cubicBezTo>
                  <a:pt x="6897" y="1306"/>
                  <a:pt x="7157" y="2339"/>
                  <a:pt x="7157" y="3884"/>
                </a:cubicBezTo>
                <a:moveTo>
                  <a:pt x="22455" y="3884"/>
                </a:moveTo>
                <a:cubicBezTo>
                  <a:pt x="22455" y="5473"/>
                  <a:pt x="22195" y="6535"/>
                  <a:pt x="21675" y="7069"/>
                </a:cubicBezTo>
                <a:cubicBezTo>
                  <a:pt x="21155" y="7603"/>
                  <a:pt x="20216" y="7869"/>
                  <a:pt x="18860" y="7869"/>
                </a:cubicBezTo>
                <a:cubicBezTo>
                  <a:pt x="17548" y="7869"/>
                  <a:pt x="16632" y="7608"/>
                  <a:pt x="16112" y="7086"/>
                </a:cubicBezTo>
                <a:cubicBezTo>
                  <a:pt x="15592" y="6564"/>
                  <a:pt x="15332" y="5530"/>
                  <a:pt x="15332" y="3986"/>
                </a:cubicBezTo>
                <a:cubicBezTo>
                  <a:pt x="15332" y="2396"/>
                  <a:pt x="15598" y="1335"/>
                  <a:pt x="16129" y="801"/>
                </a:cubicBezTo>
                <a:cubicBezTo>
                  <a:pt x="16660" y="267"/>
                  <a:pt x="17593" y="0"/>
                  <a:pt x="18927" y="0"/>
                </a:cubicBezTo>
                <a:cubicBezTo>
                  <a:pt x="20262" y="0"/>
                  <a:pt x="21183" y="261"/>
                  <a:pt x="21692" y="783"/>
                </a:cubicBezTo>
                <a:cubicBezTo>
                  <a:pt x="22201" y="1306"/>
                  <a:pt x="22455" y="2339"/>
                  <a:pt x="22455" y="3884"/>
                </a:cubicBezTo>
                <a:moveTo>
                  <a:pt x="37787" y="3884"/>
                </a:moveTo>
                <a:cubicBezTo>
                  <a:pt x="37787" y="5473"/>
                  <a:pt x="37521" y="6535"/>
                  <a:pt x="36990" y="7069"/>
                </a:cubicBezTo>
                <a:cubicBezTo>
                  <a:pt x="36458" y="7603"/>
                  <a:pt x="35514" y="7869"/>
                  <a:pt x="34157" y="7869"/>
                </a:cubicBezTo>
                <a:cubicBezTo>
                  <a:pt x="32846" y="7869"/>
                  <a:pt x="31930" y="7608"/>
                  <a:pt x="31410" y="7086"/>
                </a:cubicBezTo>
                <a:cubicBezTo>
                  <a:pt x="30890" y="6564"/>
                  <a:pt x="30630" y="5530"/>
                  <a:pt x="30630" y="3986"/>
                </a:cubicBezTo>
                <a:cubicBezTo>
                  <a:pt x="30630" y="2396"/>
                  <a:pt x="30895" y="1335"/>
                  <a:pt x="31427" y="801"/>
                </a:cubicBezTo>
                <a:cubicBezTo>
                  <a:pt x="31958" y="267"/>
                  <a:pt x="32902" y="0"/>
                  <a:pt x="34259" y="0"/>
                </a:cubicBezTo>
                <a:cubicBezTo>
                  <a:pt x="35571" y="0"/>
                  <a:pt x="36487" y="261"/>
                  <a:pt x="37007" y="783"/>
                </a:cubicBezTo>
                <a:cubicBezTo>
                  <a:pt x="37527" y="1306"/>
                  <a:pt x="37787" y="2339"/>
                  <a:pt x="37787" y="38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Thecodestatementsthatfixthebugare:">
            <a:extLst xmlns:a="http://schemas.openxmlformats.org/drawingml/2006/main">
              <a:ext uri="{FF2B5EF4-FFF2-40B4-BE49-F238E27FC236}">
                <a16:creationId xmlns:a16="http://schemas.microsoft.com/office/drawing/2014/main" id="{2BA01621-DA1B-4E73-9707-D884E438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088" y="1637998"/>
            <a:ext cx="1164044" cy="59903"/>
          </a:xfrm>
          <a:custGeom xmlns:a="http://schemas.openxmlformats.org/drawingml/2006/main">
            <a:pathLst>
              <a:path w="1164044" h="59903">
                <a:moveTo>
                  <a:pt x="32835" y="6106"/>
                </a:moveTo>
                <a:cubicBezTo>
                  <a:pt x="32835" y="6535"/>
                  <a:pt x="32812" y="6908"/>
                  <a:pt x="32767" y="7225"/>
                </a:cubicBezTo>
                <a:cubicBezTo>
                  <a:pt x="32721" y="7542"/>
                  <a:pt x="32648" y="7796"/>
                  <a:pt x="32546" y="7988"/>
                </a:cubicBezTo>
                <a:cubicBezTo>
                  <a:pt x="32444" y="8180"/>
                  <a:pt x="32320" y="8322"/>
                  <a:pt x="32173" y="8412"/>
                </a:cubicBezTo>
                <a:cubicBezTo>
                  <a:pt x="32026" y="8503"/>
                  <a:pt x="31862" y="8548"/>
                  <a:pt x="31681" y="8548"/>
                </a:cubicBezTo>
                <a:lnTo>
                  <a:pt x="19334" y="8548"/>
                </a:lnTo>
                <a:lnTo>
                  <a:pt x="19334" y="46606"/>
                </a:lnTo>
                <a:cubicBezTo>
                  <a:pt x="19334" y="46787"/>
                  <a:pt x="19289" y="46945"/>
                  <a:pt x="19199" y="47081"/>
                </a:cubicBezTo>
                <a:cubicBezTo>
                  <a:pt x="19108" y="47217"/>
                  <a:pt x="18950" y="47324"/>
                  <a:pt x="18724" y="47403"/>
                </a:cubicBezTo>
                <a:cubicBezTo>
                  <a:pt x="18498" y="47482"/>
                  <a:pt x="18198" y="47550"/>
                  <a:pt x="17825" y="47607"/>
                </a:cubicBezTo>
                <a:cubicBezTo>
                  <a:pt x="17452" y="47663"/>
                  <a:pt x="16983" y="47691"/>
                  <a:pt x="16417" y="47691"/>
                </a:cubicBezTo>
                <a:cubicBezTo>
                  <a:pt x="15875" y="47691"/>
                  <a:pt x="15411" y="47663"/>
                  <a:pt x="15027" y="47607"/>
                </a:cubicBezTo>
                <a:cubicBezTo>
                  <a:pt x="14642" y="47550"/>
                  <a:pt x="14337" y="47482"/>
                  <a:pt x="14111" y="47403"/>
                </a:cubicBezTo>
                <a:cubicBezTo>
                  <a:pt x="13885" y="47324"/>
                  <a:pt x="13726" y="47217"/>
                  <a:pt x="13636" y="47081"/>
                </a:cubicBezTo>
                <a:cubicBezTo>
                  <a:pt x="13545" y="46945"/>
                  <a:pt x="13500" y="46787"/>
                  <a:pt x="13500" y="46606"/>
                </a:cubicBezTo>
                <a:lnTo>
                  <a:pt x="13500" y="8548"/>
                </a:lnTo>
                <a:lnTo>
                  <a:pt x="1153" y="8548"/>
                </a:lnTo>
                <a:cubicBezTo>
                  <a:pt x="972" y="8548"/>
                  <a:pt x="808" y="8503"/>
                  <a:pt x="661" y="8412"/>
                </a:cubicBezTo>
                <a:cubicBezTo>
                  <a:pt x="514" y="8322"/>
                  <a:pt x="396" y="8180"/>
                  <a:pt x="305" y="7988"/>
                </a:cubicBezTo>
                <a:cubicBezTo>
                  <a:pt x="215" y="7796"/>
                  <a:pt x="141" y="7542"/>
                  <a:pt x="85" y="7225"/>
                </a:cubicBezTo>
                <a:cubicBezTo>
                  <a:pt x="28" y="6908"/>
                  <a:pt x="0" y="6535"/>
                  <a:pt x="0" y="6106"/>
                </a:cubicBezTo>
                <a:cubicBezTo>
                  <a:pt x="0" y="5676"/>
                  <a:pt x="28" y="5297"/>
                  <a:pt x="85" y="4969"/>
                </a:cubicBezTo>
                <a:cubicBezTo>
                  <a:pt x="141" y="4641"/>
                  <a:pt x="215" y="4376"/>
                  <a:pt x="305" y="4172"/>
                </a:cubicBezTo>
                <a:cubicBezTo>
                  <a:pt x="396" y="3969"/>
                  <a:pt x="514" y="3822"/>
                  <a:pt x="661" y="3731"/>
                </a:cubicBezTo>
                <a:cubicBezTo>
                  <a:pt x="808" y="3641"/>
                  <a:pt x="972" y="3596"/>
                  <a:pt x="1153" y="3596"/>
                </a:cubicBezTo>
                <a:lnTo>
                  <a:pt x="31681" y="3596"/>
                </a:lnTo>
                <a:cubicBezTo>
                  <a:pt x="31862" y="3596"/>
                  <a:pt x="32026" y="3641"/>
                  <a:pt x="32173" y="3731"/>
                </a:cubicBezTo>
                <a:cubicBezTo>
                  <a:pt x="32320" y="3822"/>
                  <a:pt x="32444" y="3969"/>
                  <a:pt x="32546" y="4172"/>
                </a:cubicBezTo>
                <a:cubicBezTo>
                  <a:pt x="32648" y="4376"/>
                  <a:pt x="32721" y="4641"/>
                  <a:pt x="32767" y="4969"/>
                </a:cubicBezTo>
                <a:cubicBezTo>
                  <a:pt x="32812" y="5297"/>
                  <a:pt x="32835" y="5676"/>
                  <a:pt x="32835" y="6106"/>
                </a:cubicBezTo>
                <a:close/>
                <a:moveTo>
                  <a:pt x="65008" y="46640"/>
                </a:moveTo>
                <a:cubicBezTo>
                  <a:pt x="65008" y="46821"/>
                  <a:pt x="64963" y="46974"/>
                  <a:pt x="64872" y="47098"/>
                </a:cubicBezTo>
                <a:cubicBezTo>
                  <a:pt x="64782" y="47222"/>
                  <a:pt x="64635" y="47330"/>
                  <a:pt x="64431" y="47420"/>
                </a:cubicBezTo>
                <a:cubicBezTo>
                  <a:pt x="64228" y="47511"/>
                  <a:pt x="63945" y="47578"/>
                  <a:pt x="63583" y="47624"/>
                </a:cubicBezTo>
                <a:cubicBezTo>
                  <a:pt x="63222" y="47669"/>
                  <a:pt x="62769" y="47691"/>
                  <a:pt x="62227" y="47691"/>
                </a:cubicBezTo>
                <a:cubicBezTo>
                  <a:pt x="61661" y="47691"/>
                  <a:pt x="61198" y="47669"/>
                  <a:pt x="60836" y="47624"/>
                </a:cubicBezTo>
                <a:cubicBezTo>
                  <a:pt x="60474" y="47578"/>
                  <a:pt x="60191" y="47511"/>
                  <a:pt x="59988" y="47420"/>
                </a:cubicBezTo>
                <a:cubicBezTo>
                  <a:pt x="59784" y="47330"/>
                  <a:pt x="59637" y="47222"/>
                  <a:pt x="59547" y="47098"/>
                </a:cubicBezTo>
                <a:cubicBezTo>
                  <a:pt x="59456" y="46974"/>
                  <a:pt x="59411" y="46821"/>
                  <a:pt x="59411" y="46640"/>
                </a:cubicBezTo>
                <a:lnTo>
                  <a:pt x="59411" y="28764"/>
                </a:lnTo>
                <a:cubicBezTo>
                  <a:pt x="59411" y="27023"/>
                  <a:pt x="59276" y="25621"/>
                  <a:pt x="59004" y="24558"/>
                </a:cubicBezTo>
                <a:cubicBezTo>
                  <a:pt x="58733" y="23495"/>
                  <a:pt x="58337" y="22579"/>
                  <a:pt x="57817" y="21811"/>
                </a:cubicBezTo>
                <a:cubicBezTo>
                  <a:pt x="57297" y="21042"/>
                  <a:pt x="56624" y="20454"/>
                  <a:pt x="55799" y="20047"/>
                </a:cubicBezTo>
                <a:cubicBezTo>
                  <a:pt x="54973" y="19640"/>
                  <a:pt x="54018" y="19436"/>
                  <a:pt x="52933" y="19436"/>
                </a:cubicBezTo>
                <a:cubicBezTo>
                  <a:pt x="51531" y="19436"/>
                  <a:pt x="50128" y="19934"/>
                  <a:pt x="48726" y="20929"/>
                </a:cubicBezTo>
                <a:cubicBezTo>
                  <a:pt x="47324" y="21924"/>
                  <a:pt x="45855" y="23382"/>
                  <a:pt x="44317" y="25304"/>
                </a:cubicBezTo>
                <a:lnTo>
                  <a:pt x="44317" y="46640"/>
                </a:lnTo>
                <a:cubicBezTo>
                  <a:pt x="44317" y="46821"/>
                  <a:pt x="44272" y="46974"/>
                  <a:pt x="44181" y="47098"/>
                </a:cubicBezTo>
                <a:cubicBezTo>
                  <a:pt x="44091" y="47222"/>
                  <a:pt x="43944" y="47330"/>
                  <a:pt x="43740" y="47420"/>
                </a:cubicBezTo>
                <a:cubicBezTo>
                  <a:pt x="43537" y="47511"/>
                  <a:pt x="43254" y="47578"/>
                  <a:pt x="42892" y="47624"/>
                </a:cubicBezTo>
                <a:cubicBezTo>
                  <a:pt x="42530" y="47669"/>
                  <a:pt x="42067" y="47691"/>
                  <a:pt x="41502" y="47691"/>
                </a:cubicBezTo>
                <a:cubicBezTo>
                  <a:pt x="40959" y="47691"/>
                  <a:pt x="40507" y="47669"/>
                  <a:pt x="40145" y="47624"/>
                </a:cubicBezTo>
                <a:cubicBezTo>
                  <a:pt x="39783" y="47578"/>
                  <a:pt x="39495" y="47511"/>
                  <a:pt x="39280" y="47420"/>
                </a:cubicBezTo>
                <a:cubicBezTo>
                  <a:pt x="39065" y="47330"/>
                  <a:pt x="38918" y="47222"/>
                  <a:pt x="38839" y="47098"/>
                </a:cubicBezTo>
                <a:cubicBezTo>
                  <a:pt x="38760" y="46973"/>
                  <a:pt x="38720" y="46820"/>
                  <a:pt x="38720" y="46639"/>
                </a:cubicBezTo>
                <a:lnTo>
                  <a:pt x="38720" y="1290"/>
                </a:lnTo>
                <a:cubicBezTo>
                  <a:pt x="38720" y="1109"/>
                  <a:pt x="38760" y="951"/>
                  <a:pt x="38839" y="815"/>
                </a:cubicBezTo>
                <a:cubicBezTo>
                  <a:pt x="38918" y="679"/>
                  <a:pt x="39065" y="565"/>
                  <a:pt x="39280" y="475"/>
                </a:cubicBezTo>
                <a:cubicBezTo>
                  <a:pt x="39495" y="384"/>
                  <a:pt x="39783" y="317"/>
                  <a:pt x="40145" y="271"/>
                </a:cubicBezTo>
                <a:cubicBezTo>
                  <a:pt x="40507" y="226"/>
                  <a:pt x="40959" y="204"/>
                  <a:pt x="41502" y="204"/>
                </a:cubicBezTo>
                <a:cubicBezTo>
                  <a:pt x="42067" y="204"/>
                  <a:pt x="42530" y="226"/>
                  <a:pt x="42892" y="271"/>
                </a:cubicBezTo>
                <a:cubicBezTo>
                  <a:pt x="43254" y="317"/>
                  <a:pt x="43537" y="385"/>
                  <a:pt x="43740" y="476"/>
                </a:cubicBezTo>
                <a:cubicBezTo>
                  <a:pt x="43944" y="566"/>
                  <a:pt x="44091" y="679"/>
                  <a:pt x="44181" y="815"/>
                </a:cubicBezTo>
                <a:cubicBezTo>
                  <a:pt x="44272" y="951"/>
                  <a:pt x="44317" y="1109"/>
                  <a:pt x="44317" y="1291"/>
                </a:cubicBezTo>
                <a:lnTo>
                  <a:pt x="44317" y="19606"/>
                </a:lnTo>
                <a:cubicBezTo>
                  <a:pt x="45922" y="17910"/>
                  <a:pt x="47539" y="16649"/>
                  <a:pt x="49167" y="15824"/>
                </a:cubicBezTo>
                <a:cubicBezTo>
                  <a:pt x="50796" y="14998"/>
                  <a:pt x="52435" y="14586"/>
                  <a:pt x="54086" y="14586"/>
                </a:cubicBezTo>
                <a:cubicBezTo>
                  <a:pt x="56121" y="14586"/>
                  <a:pt x="57834" y="14930"/>
                  <a:pt x="59225" y="15620"/>
                </a:cubicBezTo>
                <a:cubicBezTo>
                  <a:pt x="60615" y="16310"/>
                  <a:pt x="61740" y="17231"/>
                  <a:pt x="62600" y="18385"/>
                </a:cubicBezTo>
                <a:cubicBezTo>
                  <a:pt x="63459" y="19538"/>
                  <a:pt x="64075" y="20889"/>
                  <a:pt x="64448" y="22438"/>
                </a:cubicBezTo>
                <a:cubicBezTo>
                  <a:pt x="64821" y="23987"/>
                  <a:pt x="65008" y="25858"/>
                  <a:pt x="65008" y="28052"/>
                </a:cubicBezTo>
                <a:lnTo>
                  <a:pt x="65008" y="46640"/>
                </a:lnTo>
                <a:close/>
                <a:moveTo>
                  <a:pt x="101589" y="30053"/>
                </a:moveTo>
                <a:cubicBezTo>
                  <a:pt x="101589" y="30935"/>
                  <a:pt x="101369" y="31563"/>
                  <a:pt x="100928" y="31936"/>
                </a:cubicBezTo>
                <a:cubicBezTo>
                  <a:pt x="100487" y="32309"/>
                  <a:pt x="99984" y="32495"/>
                  <a:pt x="99418" y="32495"/>
                </a:cubicBezTo>
                <a:lnTo>
                  <a:pt x="79406" y="32495"/>
                </a:lnTo>
                <a:cubicBezTo>
                  <a:pt x="79406" y="34196"/>
                  <a:pt x="79575" y="35727"/>
                  <a:pt x="79914" y="37088"/>
                </a:cubicBezTo>
                <a:cubicBezTo>
                  <a:pt x="80254" y="38449"/>
                  <a:pt x="80819" y="39617"/>
                  <a:pt x="81610" y="40593"/>
                </a:cubicBezTo>
                <a:cubicBezTo>
                  <a:pt x="82402" y="41568"/>
                  <a:pt x="83431" y="42317"/>
                  <a:pt x="84697" y="42839"/>
                </a:cubicBezTo>
                <a:cubicBezTo>
                  <a:pt x="85963" y="43360"/>
                  <a:pt x="87512" y="43621"/>
                  <a:pt x="89344" y="43621"/>
                </a:cubicBezTo>
                <a:cubicBezTo>
                  <a:pt x="90791" y="43621"/>
                  <a:pt x="92080" y="43502"/>
                  <a:pt x="93211" y="43265"/>
                </a:cubicBezTo>
                <a:cubicBezTo>
                  <a:pt x="94342" y="43027"/>
                  <a:pt x="95320" y="42762"/>
                  <a:pt x="96145" y="42468"/>
                </a:cubicBezTo>
                <a:cubicBezTo>
                  <a:pt x="96970" y="42174"/>
                  <a:pt x="97649" y="41908"/>
                  <a:pt x="98180" y="41671"/>
                </a:cubicBezTo>
                <a:cubicBezTo>
                  <a:pt x="98712" y="41433"/>
                  <a:pt x="99113" y="41315"/>
                  <a:pt x="99384" y="41315"/>
                </a:cubicBezTo>
                <a:cubicBezTo>
                  <a:pt x="99543" y="41315"/>
                  <a:pt x="99684" y="41354"/>
                  <a:pt x="99808" y="41433"/>
                </a:cubicBezTo>
                <a:cubicBezTo>
                  <a:pt x="99933" y="41512"/>
                  <a:pt x="100029" y="41631"/>
                  <a:pt x="100097" y="41789"/>
                </a:cubicBezTo>
                <a:cubicBezTo>
                  <a:pt x="100165" y="41948"/>
                  <a:pt x="100215" y="42168"/>
                  <a:pt x="100249" y="42451"/>
                </a:cubicBezTo>
                <a:cubicBezTo>
                  <a:pt x="100283" y="42734"/>
                  <a:pt x="100300" y="43078"/>
                  <a:pt x="100300" y="43485"/>
                </a:cubicBezTo>
                <a:cubicBezTo>
                  <a:pt x="100300" y="43779"/>
                  <a:pt x="100289" y="44034"/>
                  <a:pt x="100266" y="44249"/>
                </a:cubicBezTo>
                <a:cubicBezTo>
                  <a:pt x="100244" y="44463"/>
                  <a:pt x="100215" y="44656"/>
                  <a:pt x="100182" y="44825"/>
                </a:cubicBezTo>
                <a:cubicBezTo>
                  <a:pt x="100148" y="44995"/>
                  <a:pt x="100091" y="45147"/>
                  <a:pt x="100012" y="45283"/>
                </a:cubicBezTo>
                <a:cubicBezTo>
                  <a:pt x="99933" y="45419"/>
                  <a:pt x="99831" y="45549"/>
                  <a:pt x="99707" y="45673"/>
                </a:cubicBezTo>
                <a:cubicBezTo>
                  <a:pt x="99582" y="45798"/>
                  <a:pt x="99215" y="46001"/>
                  <a:pt x="98604" y="46284"/>
                </a:cubicBezTo>
                <a:cubicBezTo>
                  <a:pt x="97994" y="46566"/>
                  <a:pt x="97202" y="46843"/>
                  <a:pt x="96230" y="47115"/>
                </a:cubicBezTo>
                <a:cubicBezTo>
                  <a:pt x="95257" y="47386"/>
                  <a:pt x="94132" y="47629"/>
                  <a:pt x="92855" y="47844"/>
                </a:cubicBezTo>
                <a:cubicBezTo>
                  <a:pt x="91577" y="48059"/>
                  <a:pt x="90215" y="48166"/>
                  <a:pt x="88767" y="48166"/>
                </a:cubicBezTo>
                <a:cubicBezTo>
                  <a:pt x="86257" y="48166"/>
                  <a:pt x="84058" y="47816"/>
                  <a:pt x="82170" y="47114"/>
                </a:cubicBezTo>
                <a:cubicBezTo>
                  <a:pt x="80282" y="46412"/>
                  <a:pt x="78693" y="45371"/>
                  <a:pt x="77404" y="43990"/>
                </a:cubicBezTo>
                <a:cubicBezTo>
                  <a:pt x="76115" y="42609"/>
                  <a:pt x="75143" y="40877"/>
                  <a:pt x="74487" y="38795"/>
                </a:cubicBezTo>
                <a:cubicBezTo>
                  <a:pt x="73831" y="36712"/>
                  <a:pt x="73503" y="34290"/>
                  <a:pt x="73503" y="31529"/>
                </a:cubicBezTo>
                <a:cubicBezTo>
                  <a:pt x="73503" y="28903"/>
                  <a:pt x="73843" y="26543"/>
                  <a:pt x="74521" y="24449"/>
                </a:cubicBezTo>
                <a:cubicBezTo>
                  <a:pt x="75199" y="22355"/>
                  <a:pt x="76177" y="20578"/>
                  <a:pt x="77455" y="19118"/>
                </a:cubicBezTo>
                <a:cubicBezTo>
                  <a:pt x="78733" y="17658"/>
                  <a:pt x="80276" y="16538"/>
                  <a:pt x="82085" y="15757"/>
                </a:cubicBezTo>
                <a:cubicBezTo>
                  <a:pt x="83894" y="14976"/>
                  <a:pt x="85918" y="14586"/>
                  <a:pt x="88157" y="14586"/>
                </a:cubicBezTo>
                <a:cubicBezTo>
                  <a:pt x="90554" y="14586"/>
                  <a:pt x="92595" y="14970"/>
                  <a:pt x="94279" y="15739"/>
                </a:cubicBezTo>
                <a:cubicBezTo>
                  <a:pt x="95964" y="16508"/>
                  <a:pt x="97349" y="17542"/>
                  <a:pt x="98435" y="18843"/>
                </a:cubicBezTo>
                <a:cubicBezTo>
                  <a:pt x="99520" y="20143"/>
                  <a:pt x="100317" y="21669"/>
                  <a:pt x="100826" y="23422"/>
                </a:cubicBezTo>
                <a:cubicBezTo>
                  <a:pt x="101335" y="25174"/>
                  <a:pt x="101589" y="27046"/>
                  <a:pt x="101589" y="29036"/>
                </a:cubicBezTo>
                <a:lnTo>
                  <a:pt x="101589" y="30053"/>
                </a:lnTo>
                <a:moveTo>
                  <a:pt x="95958" y="28391"/>
                </a:moveTo>
                <a:cubicBezTo>
                  <a:pt x="96026" y="25451"/>
                  <a:pt x="95376" y="23145"/>
                  <a:pt x="94008" y="21471"/>
                </a:cubicBezTo>
                <a:cubicBezTo>
                  <a:pt x="92640" y="19798"/>
                  <a:pt x="90610" y="18961"/>
                  <a:pt x="87919" y="18961"/>
                </a:cubicBezTo>
                <a:cubicBezTo>
                  <a:pt x="86540" y="18961"/>
                  <a:pt x="85330" y="19221"/>
                  <a:pt x="84290" y="19741"/>
                </a:cubicBezTo>
                <a:cubicBezTo>
                  <a:pt x="83250" y="20262"/>
                  <a:pt x="82379" y="20951"/>
                  <a:pt x="81678" y="21811"/>
                </a:cubicBezTo>
                <a:cubicBezTo>
                  <a:pt x="80977" y="22670"/>
                  <a:pt x="80434" y="23670"/>
                  <a:pt x="80050" y="24812"/>
                </a:cubicBezTo>
                <a:cubicBezTo>
                  <a:pt x="79666" y="25954"/>
                  <a:pt x="79451" y="27147"/>
                  <a:pt x="79406" y="28391"/>
                </a:cubicBezTo>
                <a:lnTo>
                  <a:pt x="95958" y="28391"/>
                </a:lnTo>
                <a:close/>
                <a:moveTo>
                  <a:pt x="147501" y="42027"/>
                </a:moveTo>
                <a:cubicBezTo>
                  <a:pt x="147501" y="42411"/>
                  <a:pt x="147490" y="42745"/>
                  <a:pt x="147468" y="43027"/>
                </a:cubicBezTo>
                <a:cubicBezTo>
                  <a:pt x="147445" y="43310"/>
                  <a:pt x="147405" y="43548"/>
                  <a:pt x="147349" y="43740"/>
                </a:cubicBezTo>
                <a:cubicBezTo>
                  <a:pt x="147292" y="43932"/>
                  <a:pt x="147224" y="44102"/>
                  <a:pt x="147145" y="44249"/>
                </a:cubicBezTo>
                <a:cubicBezTo>
                  <a:pt x="147066" y="44396"/>
                  <a:pt x="146885" y="44610"/>
                  <a:pt x="146603" y="44893"/>
                </a:cubicBezTo>
                <a:cubicBezTo>
                  <a:pt x="146320" y="45176"/>
                  <a:pt x="145839" y="45526"/>
                  <a:pt x="145161" y="45945"/>
                </a:cubicBezTo>
                <a:cubicBezTo>
                  <a:pt x="144483" y="46363"/>
                  <a:pt x="143719" y="46736"/>
                  <a:pt x="142871" y="47064"/>
                </a:cubicBezTo>
                <a:cubicBezTo>
                  <a:pt x="142023" y="47392"/>
                  <a:pt x="141102" y="47658"/>
                  <a:pt x="140107" y="47861"/>
                </a:cubicBezTo>
                <a:cubicBezTo>
                  <a:pt x="139112" y="48065"/>
                  <a:pt x="138083" y="48166"/>
                  <a:pt x="137020" y="48166"/>
                </a:cubicBezTo>
                <a:cubicBezTo>
                  <a:pt x="134827" y="48166"/>
                  <a:pt x="132882" y="47804"/>
                  <a:pt x="131186" y="47079"/>
                </a:cubicBezTo>
                <a:cubicBezTo>
                  <a:pt x="129490" y="46354"/>
                  <a:pt x="128071" y="45294"/>
                  <a:pt x="126929" y="43901"/>
                </a:cubicBezTo>
                <a:cubicBezTo>
                  <a:pt x="125787" y="42507"/>
                  <a:pt x="124916" y="40797"/>
                  <a:pt x="124317" y="38768"/>
                </a:cubicBezTo>
                <a:cubicBezTo>
                  <a:pt x="123718" y="36740"/>
                  <a:pt x="123418" y="34401"/>
                  <a:pt x="123418" y="31750"/>
                </a:cubicBezTo>
                <a:cubicBezTo>
                  <a:pt x="123418" y="28736"/>
                  <a:pt x="123786" y="26147"/>
                  <a:pt x="124521" y="23984"/>
                </a:cubicBezTo>
                <a:cubicBezTo>
                  <a:pt x="125256" y="21820"/>
                  <a:pt x="126262" y="20047"/>
                  <a:pt x="127540" y="18664"/>
                </a:cubicBezTo>
                <a:cubicBezTo>
                  <a:pt x="128817" y="17282"/>
                  <a:pt x="130321" y="16257"/>
                  <a:pt x="132051" y="15588"/>
                </a:cubicBezTo>
                <a:cubicBezTo>
                  <a:pt x="133781" y="14920"/>
                  <a:pt x="135652" y="14586"/>
                  <a:pt x="137665" y="14586"/>
                </a:cubicBezTo>
                <a:cubicBezTo>
                  <a:pt x="138637" y="14586"/>
                  <a:pt x="139581" y="14676"/>
                  <a:pt x="140497" y="14857"/>
                </a:cubicBezTo>
                <a:cubicBezTo>
                  <a:pt x="141413" y="15038"/>
                  <a:pt x="142255" y="15275"/>
                  <a:pt x="143024" y="15569"/>
                </a:cubicBezTo>
                <a:cubicBezTo>
                  <a:pt x="143793" y="15863"/>
                  <a:pt x="144477" y="16202"/>
                  <a:pt x="145076" y="16587"/>
                </a:cubicBezTo>
                <a:cubicBezTo>
                  <a:pt x="145675" y="16971"/>
                  <a:pt x="146111" y="17299"/>
                  <a:pt x="146382" y="17571"/>
                </a:cubicBezTo>
                <a:cubicBezTo>
                  <a:pt x="146653" y="17842"/>
                  <a:pt x="146840" y="18057"/>
                  <a:pt x="146942" y="18215"/>
                </a:cubicBezTo>
                <a:cubicBezTo>
                  <a:pt x="147044" y="18373"/>
                  <a:pt x="147128" y="18560"/>
                  <a:pt x="147196" y="18775"/>
                </a:cubicBezTo>
                <a:cubicBezTo>
                  <a:pt x="147264" y="18990"/>
                  <a:pt x="147309" y="19233"/>
                  <a:pt x="147332" y="19504"/>
                </a:cubicBezTo>
                <a:cubicBezTo>
                  <a:pt x="147354" y="19775"/>
                  <a:pt x="147366" y="20115"/>
                  <a:pt x="147366" y="20522"/>
                </a:cubicBezTo>
                <a:cubicBezTo>
                  <a:pt x="147366" y="21404"/>
                  <a:pt x="147264" y="22020"/>
                  <a:pt x="147060" y="22370"/>
                </a:cubicBezTo>
                <a:cubicBezTo>
                  <a:pt x="146857" y="22721"/>
                  <a:pt x="146608" y="22896"/>
                  <a:pt x="146314" y="22896"/>
                </a:cubicBezTo>
                <a:cubicBezTo>
                  <a:pt x="145975" y="22896"/>
                  <a:pt x="145585" y="22709"/>
                  <a:pt x="145144" y="22336"/>
                </a:cubicBezTo>
                <a:cubicBezTo>
                  <a:pt x="144703" y="21963"/>
                  <a:pt x="144143" y="21550"/>
                  <a:pt x="143465" y="21098"/>
                </a:cubicBezTo>
                <a:cubicBezTo>
                  <a:pt x="142787" y="20646"/>
                  <a:pt x="141967" y="20233"/>
                  <a:pt x="141006" y="19860"/>
                </a:cubicBezTo>
                <a:cubicBezTo>
                  <a:pt x="140045" y="19487"/>
                  <a:pt x="138908" y="19300"/>
                  <a:pt x="137597" y="19300"/>
                </a:cubicBezTo>
                <a:cubicBezTo>
                  <a:pt x="134906" y="19300"/>
                  <a:pt x="132842" y="20338"/>
                  <a:pt x="131406" y="22414"/>
                </a:cubicBezTo>
                <a:cubicBezTo>
                  <a:pt x="129970" y="24488"/>
                  <a:pt x="129252" y="27499"/>
                  <a:pt x="129252" y="31444"/>
                </a:cubicBezTo>
                <a:cubicBezTo>
                  <a:pt x="129252" y="33417"/>
                  <a:pt x="129439" y="35146"/>
                  <a:pt x="129812" y="36631"/>
                </a:cubicBezTo>
                <a:cubicBezTo>
                  <a:pt x="130185" y="38117"/>
                  <a:pt x="130734" y="39358"/>
                  <a:pt x="131457" y="40356"/>
                </a:cubicBezTo>
                <a:cubicBezTo>
                  <a:pt x="132181" y="41354"/>
                  <a:pt x="133068" y="42097"/>
                  <a:pt x="134120" y="42584"/>
                </a:cubicBezTo>
                <a:cubicBezTo>
                  <a:pt x="135172" y="43072"/>
                  <a:pt x="136376" y="43316"/>
                  <a:pt x="137732" y="43316"/>
                </a:cubicBezTo>
                <a:cubicBezTo>
                  <a:pt x="139021" y="43316"/>
                  <a:pt x="140152" y="43112"/>
                  <a:pt x="141124" y="42705"/>
                </a:cubicBezTo>
                <a:cubicBezTo>
                  <a:pt x="142097" y="42298"/>
                  <a:pt x="142939" y="41852"/>
                  <a:pt x="143652" y="41365"/>
                </a:cubicBezTo>
                <a:cubicBezTo>
                  <a:pt x="144364" y="40879"/>
                  <a:pt x="144963" y="40438"/>
                  <a:pt x="145449" y="40043"/>
                </a:cubicBezTo>
                <a:cubicBezTo>
                  <a:pt x="145935" y="39647"/>
                  <a:pt x="146314" y="39449"/>
                  <a:pt x="146586" y="39449"/>
                </a:cubicBezTo>
                <a:cubicBezTo>
                  <a:pt x="146744" y="39449"/>
                  <a:pt x="146880" y="39494"/>
                  <a:pt x="146993" y="39585"/>
                </a:cubicBezTo>
                <a:cubicBezTo>
                  <a:pt x="147106" y="39675"/>
                  <a:pt x="147202" y="39828"/>
                  <a:pt x="147281" y="40043"/>
                </a:cubicBezTo>
                <a:cubicBezTo>
                  <a:pt x="147360" y="40257"/>
                  <a:pt x="147417" y="40529"/>
                  <a:pt x="147451" y="40857"/>
                </a:cubicBezTo>
                <a:cubicBezTo>
                  <a:pt x="147484" y="41185"/>
                  <a:pt x="147501" y="41575"/>
                  <a:pt x="147501" y="42027"/>
                </a:cubicBezTo>
                <a:close/>
                <a:moveTo>
                  <a:pt x="182428" y="31054"/>
                </a:moveTo>
                <a:cubicBezTo>
                  <a:pt x="182428" y="33543"/>
                  <a:pt x="182100" y="35835"/>
                  <a:pt x="181444" y="37929"/>
                </a:cubicBezTo>
                <a:cubicBezTo>
                  <a:pt x="180789" y="40023"/>
                  <a:pt x="179811" y="41828"/>
                  <a:pt x="178510" y="43345"/>
                </a:cubicBezTo>
                <a:cubicBezTo>
                  <a:pt x="177210" y="44862"/>
                  <a:pt x="175582" y="46045"/>
                  <a:pt x="173626" y="46893"/>
                </a:cubicBezTo>
                <a:cubicBezTo>
                  <a:pt x="171670" y="47742"/>
                  <a:pt x="169403" y="48166"/>
                  <a:pt x="166825" y="48166"/>
                </a:cubicBezTo>
                <a:cubicBezTo>
                  <a:pt x="164315" y="48166"/>
                  <a:pt x="162127" y="47793"/>
                  <a:pt x="160261" y="47046"/>
                </a:cubicBezTo>
                <a:cubicBezTo>
                  <a:pt x="158396" y="46299"/>
                  <a:pt x="156841" y="45213"/>
                  <a:pt x="155597" y="43786"/>
                </a:cubicBezTo>
                <a:cubicBezTo>
                  <a:pt x="154354" y="42360"/>
                  <a:pt x="153426" y="40629"/>
                  <a:pt x="152816" y="38591"/>
                </a:cubicBezTo>
                <a:cubicBezTo>
                  <a:pt x="152205" y="36554"/>
                  <a:pt x="151900" y="34245"/>
                  <a:pt x="151900" y="31664"/>
                </a:cubicBezTo>
                <a:cubicBezTo>
                  <a:pt x="151900" y="29175"/>
                  <a:pt x="152222" y="26883"/>
                  <a:pt x="152867" y="24789"/>
                </a:cubicBezTo>
                <a:cubicBezTo>
                  <a:pt x="153511" y="22695"/>
                  <a:pt x="154484" y="20890"/>
                  <a:pt x="155784" y="19374"/>
                </a:cubicBezTo>
                <a:cubicBezTo>
                  <a:pt x="157084" y="17856"/>
                  <a:pt x="158707" y="16679"/>
                  <a:pt x="160651" y="15842"/>
                </a:cubicBezTo>
                <a:cubicBezTo>
                  <a:pt x="162596" y="15004"/>
                  <a:pt x="164869" y="14586"/>
                  <a:pt x="167469" y="14586"/>
                </a:cubicBezTo>
                <a:cubicBezTo>
                  <a:pt x="169979" y="14586"/>
                  <a:pt x="172167" y="14959"/>
                  <a:pt x="174033" y="15706"/>
                </a:cubicBezTo>
                <a:cubicBezTo>
                  <a:pt x="175898" y="16453"/>
                  <a:pt x="177453" y="17539"/>
                  <a:pt x="178697" y="18966"/>
                </a:cubicBezTo>
                <a:cubicBezTo>
                  <a:pt x="179941" y="20392"/>
                  <a:pt x="180873" y="22123"/>
                  <a:pt x="181495" y="24161"/>
                </a:cubicBezTo>
                <a:cubicBezTo>
                  <a:pt x="182117" y="26198"/>
                  <a:pt x="182428" y="28496"/>
                  <a:pt x="182428" y="31054"/>
                </a:cubicBezTo>
                <a:moveTo>
                  <a:pt x="176526" y="31427"/>
                </a:moveTo>
                <a:cubicBezTo>
                  <a:pt x="176526" y="29774"/>
                  <a:pt x="176373" y="28212"/>
                  <a:pt x="176068" y="26740"/>
                </a:cubicBezTo>
                <a:cubicBezTo>
                  <a:pt x="175763" y="25268"/>
                  <a:pt x="175260" y="23977"/>
                  <a:pt x="174559" y="22867"/>
                </a:cubicBezTo>
                <a:cubicBezTo>
                  <a:pt x="173858" y="21758"/>
                  <a:pt x="172908" y="20881"/>
                  <a:pt x="171709" y="20235"/>
                </a:cubicBezTo>
                <a:cubicBezTo>
                  <a:pt x="170511" y="19589"/>
                  <a:pt x="169018" y="19267"/>
                  <a:pt x="167232" y="19267"/>
                </a:cubicBezTo>
                <a:cubicBezTo>
                  <a:pt x="165581" y="19267"/>
                  <a:pt x="164162" y="19561"/>
                  <a:pt x="162975" y="20150"/>
                </a:cubicBezTo>
                <a:cubicBezTo>
                  <a:pt x="161788" y="20738"/>
                  <a:pt x="160810" y="21571"/>
                  <a:pt x="160041" y="22647"/>
                </a:cubicBezTo>
                <a:cubicBezTo>
                  <a:pt x="159272" y="23722"/>
                  <a:pt x="158701" y="24996"/>
                  <a:pt x="158328" y="26468"/>
                </a:cubicBezTo>
                <a:cubicBezTo>
                  <a:pt x="157955" y="27939"/>
                  <a:pt x="157768" y="29547"/>
                  <a:pt x="157768" y="31291"/>
                </a:cubicBezTo>
                <a:cubicBezTo>
                  <a:pt x="157768" y="32967"/>
                  <a:pt x="157921" y="34540"/>
                  <a:pt x="158226" y="36012"/>
                </a:cubicBezTo>
                <a:cubicBezTo>
                  <a:pt x="158531" y="37484"/>
                  <a:pt x="159040" y="38769"/>
                  <a:pt x="159753" y="39868"/>
                </a:cubicBezTo>
                <a:cubicBezTo>
                  <a:pt x="160465" y="40966"/>
                  <a:pt x="161420" y="41838"/>
                  <a:pt x="162619" y="42484"/>
                </a:cubicBezTo>
                <a:cubicBezTo>
                  <a:pt x="163817" y="43129"/>
                  <a:pt x="165310" y="43451"/>
                  <a:pt x="167096" y="43451"/>
                </a:cubicBezTo>
                <a:cubicBezTo>
                  <a:pt x="168724" y="43451"/>
                  <a:pt x="170138" y="43157"/>
                  <a:pt x="171336" y="42569"/>
                </a:cubicBezTo>
                <a:cubicBezTo>
                  <a:pt x="172535" y="41980"/>
                  <a:pt x="173518" y="41153"/>
                  <a:pt x="174287" y="40089"/>
                </a:cubicBezTo>
                <a:cubicBezTo>
                  <a:pt x="175056" y="39024"/>
                  <a:pt x="175621" y="37756"/>
                  <a:pt x="175983" y="36285"/>
                </a:cubicBezTo>
                <a:cubicBezTo>
                  <a:pt x="176345" y="34813"/>
                  <a:pt x="176526" y="33194"/>
                  <a:pt x="176526" y="31427"/>
                </a:cubicBezTo>
                <a:close/>
                <a:moveTo>
                  <a:pt x="217007" y="46639"/>
                </a:moveTo>
                <a:cubicBezTo>
                  <a:pt x="217007" y="46820"/>
                  <a:pt x="216968" y="46978"/>
                  <a:pt x="216889" y="47115"/>
                </a:cubicBezTo>
                <a:cubicBezTo>
                  <a:pt x="216810" y="47251"/>
                  <a:pt x="216674" y="47358"/>
                  <a:pt x="216482" y="47437"/>
                </a:cubicBezTo>
                <a:cubicBezTo>
                  <a:pt x="216289" y="47516"/>
                  <a:pt x="216035" y="47578"/>
                  <a:pt x="215718" y="47624"/>
                </a:cubicBezTo>
                <a:cubicBezTo>
                  <a:pt x="215402" y="47669"/>
                  <a:pt x="215017" y="47691"/>
                  <a:pt x="214565" y="47691"/>
                </a:cubicBezTo>
                <a:cubicBezTo>
                  <a:pt x="214090" y="47691"/>
                  <a:pt x="213695" y="47669"/>
                  <a:pt x="213378" y="47624"/>
                </a:cubicBezTo>
                <a:cubicBezTo>
                  <a:pt x="213061" y="47579"/>
                  <a:pt x="212801" y="47518"/>
                  <a:pt x="212598" y="47439"/>
                </a:cubicBezTo>
                <a:cubicBezTo>
                  <a:pt x="212394" y="47360"/>
                  <a:pt x="212247" y="47253"/>
                  <a:pt x="212157" y="47118"/>
                </a:cubicBezTo>
                <a:cubicBezTo>
                  <a:pt x="212066" y="46983"/>
                  <a:pt x="212021" y="46826"/>
                  <a:pt x="212021" y="46646"/>
                </a:cubicBezTo>
                <a:lnTo>
                  <a:pt x="212021" y="42632"/>
                </a:lnTo>
                <a:cubicBezTo>
                  <a:pt x="210416" y="44375"/>
                  <a:pt x="208748" y="45733"/>
                  <a:pt x="207018" y="46707"/>
                </a:cubicBezTo>
                <a:cubicBezTo>
                  <a:pt x="205288" y="47680"/>
                  <a:pt x="203394" y="48166"/>
                  <a:pt x="201336" y="48166"/>
                </a:cubicBezTo>
                <a:cubicBezTo>
                  <a:pt x="199098" y="48166"/>
                  <a:pt x="197187" y="47731"/>
                  <a:pt x="195604" y="46859"/>
                </a:cubicBezTo>
                <a:cubicBezTo>
                  <a:pt x="194021" y="45988"/>
                  <a:pt x="192738" y="44811"/>
                  <a:pt x="191754" y="43329"/>
                </a:cubicBezTo>
                <a:cubicBezTo>
                  <a:pt x="190770" y="41845"/>
                  <a:pt x="190052" y="40102"/>
                  <a:pt x="189600" y="38100"/>
                </a:cubicBezTo>
                <a:cubicBezTo>
                  <a:pt x="189148" y="36096"/>
                  <a:pt x="188922" y="33985"/>
                  <a:pt x="188922" y="31766"/>
                </a:cubicBezTo>
                <a:cubicBezTo>
                  <a:pt x="188922" y="29141"/>
                  <a:pt x="189204" y="26770"/>
                  <a:pt x="189770" y="24653"/>
                </a:cubicBezTo>
                <a:cubicBezTo>
                  <a:pt x="190335" y="22537"/>
                  <a:pt x="191172" y="20732"/>
                  <a:pt x="192280" y="19238"/>
                </a:cubicBezTo>
                <a:cubicBezTo>
                  <a:pt x="193388" y="17743"/>
                  <a:pt x="194762" y="16594"/>
                  <a:pt x="196401" y="15791"/>
                </a:cubicBezTo>
                <a:cubicBezTo>
                  <a:pt x="198040" y="14987"/>
                  <a:pt x="199934" y="14586"/>
                  <a:pt x="202083" y="14586"/>
                </a:cubicBezTo>
                <a:cubicBezTo>
                  <a:pt x="203869" y="14586"/>
                  <a:pt x="205503" y="14976"/>
                  <a:pt x="206984" y="15757"/>
                </a:cubicBezTo>
                <a:cubicBezTo>
                  <a:pt x="208465" y="16538"/>
                  <a:pt x="209929" y="17686"/>
                  <a:pt x="211377" y="19203"/>
                </a:cubicBezTo>
                <a:lnTo>
                  <a:pt x="211377" y="1427"/>
                </a:lnTo>
                <a:cubicBezTo>
                  <a:pt x="211377" y="1268"/>
                  <a:pt x="211416" y="1116"/>
                  <a:pt x="211495" y="969"/>
                </a:cubicBezTo>
                <a:cubicBezTo>
                  <a:pt x="211575" y="821"/>
                  <a:pt x="211727" y="708"/>
                  <a:pt x="211953" y="629"/>
                </a:cubicBezTo>
                <a:cubicBezTo>
                  <a:pt x="212179" y="549"/>
                  <a:pt x="212468" y="481"/>
                  <a:pt x="212818" y="424"/>
                </a:cubicBezTo>
                <a:cubicBezTo>
                  <a:pt x="213169" y="367"/>
                  <a:pt x="213615" y="339"/>
                  <a:pt x="214158" y="339"/>
                </a:cubicBezTo>
                <a:cubicBezTo>
                  <a:pt x="214723" y="339"/>
                  <a:pt x="215187" y="367"/>
                  <a:pt x="215549" y="424"/>
                </a:cubicBezTo>
                <a:cubicBezTo>
                  <a:pt x="215911" y="481"/>
                  <a:pt x="216193" y="548"/>
                  <a:pt x="216397" y="628"/>
                </a:cubicBezTo>
                <a:cubicBezTo>
                  <a:pt x="216600" y="707"/>
                  <a:pt x="216753" y="820"/>
                  <a:pt x="216855" y="968"/>
                </a:cubicBezTo>
                <a:cubicBezTo>
                  <a:pt x="216957" y="1115"/>
                  <a:pt x="217007" y="1267"/>
                  <a:pt x="217007" y="1426"/>
                </a:cubicBezTo>
                <a:lnTo>
                  <a:pt x="217007" y="46639"/>
                </a:lnTo>
                <a:moveTo>
                  <a:pt x="211377" y="25179"/>
                </a:moveTo>
                <a:cubicBezTo>
                  <a:pt x="209862" y="23299"/>
                  <a:pt x="208397" y="21866"/>
                  <a:pt x="206984" y="20881"/>
                </a:cubicBezTo>
                <a:cubicBezTo>
                  <a:pt x="205571" y="19895"/>
                  <a:pt x="204095" y="19402"/>
                  <a:pt x="202557" y="19402"/>
                </a:cubicBezTo>
                <a:cubicBezTo>
                  <a:pt x="201133" y="19402"/>
                  <a:pt x="199923" y="19742"/>
                  <a:pt x="198928" y="20422"/>
                </a:cubicBezTo>
                <a:cubicBezTo>
                  <a:pt x="197933" y="21101"/>
                  <a:pt x="197125" y="21995"/>
                  <a:pt x="196503" y="23105"/>
                </a:cubicBezTo>
                <a:cubicBezTo>
                  <a:pt x="195881" y="24214"/>
                  <a:pt x="195429" y="25471"/>
                  <a:pt x="195146" y="26875"/>
                </a:cubicBezTo>
                <a:cubicBezTo>
                  <a:pt x="194863" y="28279"/>
                  <a:pt x="194722" y="29706"/>
                  <a:pt x="194722" y="31155"/>
                </a:cubicBezTo>
                <a:cubicBezTo>
                  <a:pt x="194722" y="32695"/>
                  <a:pt x="194841" y="34201"/>
                  <a:pt x="195078" y="35673"/>
                </a:cubicBezTo>
                <a:cubicBezTo>
                  <a:pt x="195316" y="37145"/>
                  <a:pt x="195728" y="38453"/>
                  <a:pt x="196316" y="39596"/>
                </a:cubicBezTo>
                <a:cubicBezTo>
                  <a:pt x="196904" y="40740"/>
                  <a:pt x="197684" y="41657"/>
                  <a:pt x="198657" y="42348"/>
                </a:cubicBezTo>
                <a:cubicBezTo>
                  <a:pt x="199629" y="43038"/>
                  <a:pt x="200850" y="43384"/>
                  <a:pt x="202320" y="43384"/>
                </a:cubicBezTo>
                <a:cubicBezTo>
                  <a:pt x="203066" y="43384"/>
                  <a:pt x="203784" y="43282"/>
                  <a:pt x="204474" y="43078"/>
                </a:cubicBezTo>
                <a:cubicBezTo>
                  <a:pt x="205164" y="42874"/>
                  <a:pt x="205870" y="42534"/>
                  <a:pt x="206594" y="42059"/>
                </a:cubicBezTo>
                <a:cubicBezTo>
                  <a:pt x="207318" y="41583"/>
                  <a:pt x="208075" y="40966"/>
                  <a:pt x="208867" y="40207"/>
                </a:cubicBezTo>
                <a:cubicBezTo>
                  <a:pt x="209658" y="39448"/>
                  <a:pt x="210495" y="38513"/>
                  <a:pt x="211377" y="37403"/>
                </a:cubicBezTo>
                <a:lnTo>
                  <a:pt x="211377" y="25179"/>
                </a:lnTo>
                <a:close/>
                <a:moveTo>
                  <a:pt x="253723" y="30053"/>
                </a:moveTo>
                <a:cubicBezTo>
                  <a:pt x="253723" y="30935"/>
                  <a:pt x="253503" y="31563"/>
                  <a:pt x="253062" y="31936"/>
                </a:cubicBezTo>
                <a:cubicBezTo>
                  <a:pt x="252621" y="32309"/>
                  <a:pt x="252118" y="32495"/>
                  <a:pt x="251552" y="32495"/>
                </a:cubicBezTo>
                <a:lnTo>
                  <a:pt x="231540" y="32495"/>
                </a:lnTo>
                <a:cubicBezTo>
                  <a:pt x="231540" y="34196"/>
                  <a:pt x="231709" y="35727"/>
                  <a:pt x="232049" y="37088"/>
                </a:cubicBezTo>
                <a:cubicBezTo>
                  <a:pt x="232388" y="38449"/>
                  <a:pt x="232953" y="39617"/>
                  <a:pt x="233745" y="40593"/>
                </a:cubicBezTo>
                <a:cubicBezTo>
                  <a:pt x="234536" y="41568"/>
                  <a:pt x="235565" y="42317"/>
                  <a:pt x="236831" y="42839"/>
                </a:cubicBezTo>
                <a:cubicBezTo>
                  <a:pt x="238098" y="43360"/>
                  <a:pt x="239647" y="43621"/>
                  <a:pt x="241478" y="43621"/>
                </a:cubicBezTo>
                <a:cubicBezTo>
                  <a:pt x="242926" y="43621"/>
                  <a:pt x="244214" y="43502"/>
                  <a:pt x="245345" y="43265"/>
                </a:cubicBezTo>
                <a:cubicBezTo>
                  <a:pt x="246476" y="43027"/>
                  <a:pt x="247454" y="42762"/>
                  <a:pt x="248279" y="42468"/>
                </a:cubicBezTo>
                <a:cubicBezTo>
                  <a:pt x="249105" y="42174"/>
                  <a:pt x="249783" y="41908"/>
                  <a:pt x="250314" y="41671"/>
                </a:cubicBezTo>
                <a:cubicBezTo>
                  <a:pt x="250846" y="41433"/>
                  <a:pt x="251247" y="41315"/>
                  <a:pt x="251519" y="41315"/>
                </a:cubicBezTo>
                <a:cubicBezTo>
                  <a:pt x="251677" y="41315"/>
                  <a:pt x="251818" y="41354"/>
                  <a:pt x="251943" y="41433"/>
                </a:cubicBezTo>
                <a:cubicBezTo>
                  <a:pt x="252067" y="41512"/>
                  <a:pt x="252163" y="41631"/>
                  <a:pt x="252231" y="41789"/>
                </a:cubicBezTo>
                <a:cubicBezTo>
                  <a:pt x="252299" y="41948"/>
                  <a:pt x="252350" y="42168"/>
                  <a:pt x="252384" y="42451"/>
                </a:cubicBezTo>
                <a:cubicBezTo>
                  <a:pt x="252417" y="42734"/>
                  <a:pt x="252434" y="43078"/>
                  <a:pt x="252434" y="43485"/>
                </a:cubicBezTo>
                <a:cubicBezTo>
                  <a:pt x="252434" y="43779"/>
                  <a:pt x="252423" y="44034"/>
                  <a:pt x="252400" y="44249"/>
                </a:cubicBezTo>
                <a:cubicBezTo>
                  <a:pt x="252378" y="44463"/>
                  <a:pt x="252350" y="44656"/>
                  <a:pt x="252316" y="44825"/>
                </a:cubicBezTo>
                <a:cubicBezTo>
                  <a:pt x="252282" y="44995"/>
                  <a:pt x="252225" y="45147"/>
                  <a:pt x="252146" y="45283"/>
                </a:cubicBezTo>
                <a:cubicBezTo>
                  <a:pt x="252067" y="45419"/>
                  <a:pt x="251965" y="45549"/>
                  <a:pt x="251841" y="45673"/>
                </a:cubicBezTo>
                <a:cubicBezTo>
                  <a:pt x="251716" y="45798"/>
                  <a:pt x="251349" y="46001"/>
                  <a:pt x="250738" y="46284"/>
                </a:cubicBezTo>
                <a:cubicBezTo>
                  <a:pt x="250128" y="46566"/>
                  <a:pt x="249336" y="46843"/>
                  <a:pt x="248364" y="47115"/>
                </a:cubicBezTo>
                <a:cubicBezTo>
                  <a:pt x="247392" y="47386"/>
                  <a:pt x="246267" y="47629"/>
                  <a:pt x="244989" y="47844"/>
                </a:cubicBezTo>
                <a:cubicBezTo>
                  <a:pt x="243711" y="48059"/>
                  <a:pt x="242349" y="48166"/>
                  <a:pt x="240902" y="48166"/>
                </a:cubicBezTo>
                <a:cubicBezTo>
                  <a:pt x="238392" y="48166"/>
                  <a:pt x="236192" y="47816"/>
                  <a:pt x="234304" y="47114"/>
                </a:cubicBezTo>
                <a:cubicBezTo>
                  <a:pt x="232416" y="46412"/>
                  <a:pt x="230827" y="45371"/>
                  <a:pt x="229538" y="43990"/>
                </a:cubicBezTo>
                <a:cubicBezTo>
                  <a:pt x="228249" y="42609"/>
                  <a:pt x="227277" y="40877"/>
                  <a:pt x="226621" y="38795"/>
                </a:cubicBezTo>
                <a:cubicBezTo>
                  <a:pt x="225966" y="36712"/>
                  <a:pt x="225638" y="34290"/>
                  <a:pt x="225638" y="31529"/>
                </a:cubicBezTo>
                <a:cubicBezTo>
                  <a:pt x="225638" y="28903"/>
                  <a:pt x="225977" y="26543"/>
                  <a:pt x="226655" y="24449"/>
                </a:cubicBezTo>
                <a:cubicBezTo>
                  <a:pt x="227334" y="22355"/>
                  <a:pt x="228312" y="20578"/>
                  <a:pt x="229589" y="19118"/>
                </a:cubicBezTo>
                <a:cubicBezTo>
                  <a:pt x="230867" y="17658"/>
                  <a:pt x="232410" y="16538"/>
                  <a:pt x="234219" y="15757"/>
                </a:cubicBezTo>
                <a:cubicBezTo>
                  <a:pt x="236028" y="14976"/>
                  <a:pt x="238052" y="14586"/>
                  <a:pt x="240291" y="14586"/>
                </a:cubicBezTo>
                <a:cubicBezTo>
                  <a:pt x="242688" y="14586"/>
                  <a:pt x="244729" y="14970"/>
                  <a:pt x="246414" y="15739"/>
                </a:cubicBezTo>
                <a:cubicBezTo>
                  <a:pt x="248098" y="16508"/>
                  <a:pt x="249483" y="17542"/>
                  <a:pt x="250569" y="18843"/>
                </a:cubicBezTo>
                <a:cubicBezTo>
                  <a:pt x="251654" y="20143"/>
                  <a:pt x="252451" y="21669"/>
                  <a:pt x="252960" y="23422"/>
                </a:cubicBezTo>
                <a:cubicBezTo>
                  <a:pt x="253469" y="25174"/>
                  <a:pt x="253723" y="27046"/>
                  <a:pt x="253723" y="29036"/>
                </a:cubicBezTo>
                <a:lnTo>
                  <a:pt x="253723" y="30053"/>
                </a:lnTo>
                <a:moveTo>
                  <a:pt x="248093" y="28391"/>
                </a:moveTo>
                <a:cubicBezTo>
                  <a:pt x="248160" y="25451"/>
                  <a:pt x="247510" y="23145"/>
                  <a:pt x="246142" y="21471"/>
                </a:cubicBezTo>
                <a:cubicBezTo>
                  <a:pt x="244774" y="19798"/>
                  <a:pt x="242745" y="18961"/>
                  <a:pt x="240054" y="18961"/>
                </a:cubicBezTo>
                <a:cubicBezTo>
                  <a:pt x="238674" y="18961"/>
                  <a:pt x="237464" y="19221"/>
                  <a:pt x="236424" y="19741"/>
                </a:cubicBezTo>
                <a:cubicBezTo>
                  <a:pt x="235384" y="20262"/>
                  <a:pt x="234513" y="20951"/>
                  <a:pt x="233812" y="21811"/>
                </a:cubicBezTo>
                <a:cubicBezTo>
                  <a:pt x="233111" y="22670"/>
                  <a:pt x="232569" y="23670"/>
                  <a:pt x="232184" y="24812"/>
                </a:cubicBezTo>
                <a:cubicBezTo>
                  <a:pt x="231800" y="25954"/>
                  <a:pt x="231585" y="27147"/>
                  <a:pt x="231540" y="28391"/>
                </a:cubicBezTo>
                <a:lnTo>
                  <a:pt x="248093" y="28391"/>
                </a:lnTo>
                <a:close/>
                <a:moveTo>
                  <a:pt x="297549" y="38354"/>
                </a:moveTo>
                <a:cubicBezTo>
                  <a:pt x="297549" y="39916"/>
                  <a:pt x="297261" y="41308"/>
                  <a:pt x="296684" y="42530"/>
                </a:cubicBezTo>
                <a:cubicBezTo>
                  <a:pt x="296108" y="43752"/>
                  <a:pt x="295288" y="44782"/>
                  <a:pt x="294225" y="45620"/>
                </a:cubicBezTo>
                <a:cubicBezTo>
                  <a:pt x="293162" y="46458"/>
                  <a:pt x="291896" y="47091"/>
                  <a:pt x="290426" y="47521"/>
                </a:cubicBezTo>
                <a:cubicBezTo>
                  <a:pt x="288956" y="47951"/>
                  <a:pt x="287339" y="48166"/>
                  <a:pt x="285576" y="48166"/>
                </a:cubicBezTo>
                <a:cubicBezTo>
                  <a:pt x="284490" y="48166"/>
                  <a:pt x="283456" y="48082"/>
                  <a:pt x="282472" y="47912"/>
                </a:cubicBezTo>
                <a:cubicBezTo>
                  <a:pt x="281488" y="47742"/>
                  <a:pt x="280606" y="47528"/>
                  <a:pt x="279826" y="47267"/>
                </a:cubicBezTo>
                <a:cubicBezTo>
                  <a:pt x="279046" y="47007"/>
                  <a:pt x="278385" y="46736"/>
                  <a:pt x="277842" y="46453"/>
                </a:cubicBezTo>
                <a:cubicBezTo>
                  <a:pt x="277299" y="46171"/>
                  <a:pt x="276903" y="45916"/>
                  <a:pt x="276655" y="45690"/>
                </a:cubicBezTo>
                <a:cubicBezTo>
                  <a:pt x="276406" y="45464"/>
                  <a:pt x="276225" y="45147"/>
                  <a:pt x="276112" y="44740"/>
                </a:cubicBezTo>
                <a:cubicBezTo>
                  <a:pt x="275999" y="44333"/>
                  <a:pt x="275942" y="43779"/>
                  <a:pt x="275942" y="43078"/>
                </a:cubicBezTo>
                <a:cubicBezTo>
                  <a:pt x="275942" y="42649"/>
                  <a:pt x="275965" y="42287"/>
                  <a:pt x="276010" y="41993"/>
                </a:cubicBezTo>
                <a:cubicBezTo>
                  <a:pt x="276055" y="41699"/>
                  <a:pt x="276112" y="41462"/>
                  <a:pt x="276180" y="41281"/>
                </a:cubicBezTo>
                <a:cubicBezTo>
                  <a:pt x="276248" y="41100"/>
                  <a:pt x="276344" y="40970"/>
                  <a:pt x="276468" y="40891"/>
                </a:cubicBezTo>
                <a:cubicBezTo>
                  <a:pt x="276592" y="40811"/>
                  <a:pt x="276734" y="40772"/>
                  <a:pt x="276892" y="40772"/>
                </a:cubicBezTo>
                <a:cubicBezTo>
                  <a:pt x="277141" y="40772"/>
                  <a:pt x="277508" y="40924"/>
                  <a:pt x="277995" y="41230"/>
                </a:cubicBezTo>
                <a:cubicBezTo>
                  <a:pt x="278481" y="41535"/>
                  <a:pt x="279080" y="41869"/>
                  <a:pt x="279792" y="42230"/>
                </a:cubicBezTo>
                <a:cubicBezTo>
                  <a:pt x="280505" y="42592"/>
                  <a:pt x="281347" y="42926"/>
                  <a:pt x="282319" y="43231"/>
                </a:cubicBezTo>
                <a:cubicBezTo>
                  <a:pt x="283292" y="43536"/>
                  <a:pt x="284411" y="43689"/>
                  <a:pt x="285677" y="43689"/>
                </a:cubicBezTo>
                <a:cubicBezTo>
                  <a:pt x="286627" y="43689"/>
                  <a:pt x="287486" y="43587"/>
                  <a:pt x="288255" y="43384"/>
                </a:cubicBezTo>
                <a:cubicBezTo>
                  <a:pt x="289024" y="43179"/>
                  <a:pt x="289691" y="42879"/>
                  <a:pt x="290257" y="42483"/>
                </a:cubicBezTo>
                <a:cubicBezTo>
                  <a:pt x="290822" y="42086"/>
                  <a:pt x="291257" y="41582"/>
                  <a:pt x="291563" y="40970"/>
                </a:cubicBezTo>
                <a:cubicBezTo>
                  <a:pt x="291868" y="40358"/>
                  <a:pt x="292020" y="39633"/>
                  <a:pt x="292020" y="38795"/>
                </a:cubicBezTo>
                <a:cubicBezTo>
                  <a:pt x="292020" y="37935"/>
                  <a:pt x="291800" y="37211"/>
                  <a:pt x="291359" y="36622"/>
                </a:cubicBezTo>
                <a:cubicBezTo>
                  <a:pt x="290918" y="36033"/>
                  <a:pt x="290336" y="35513"/>
                  <a:pt x="289612" y="35061"/>
                </a:cubicBezTo>
                <a:cubicBezTo>
                  <a:pt x="288888" y="34608"/>
                  <a:pt x="288074" y="34206"/>
                  <a:pt x="287170" y="33855"/>
                </a:cubicBezTo>
                <a:cubicBezTo>
                  <a:pt x="286265" y="33504"/>
                  <a:pt x="285333" y="33136"/>
                  <a:pt x="284371" y="32752"/>
                </a:cubicBezTo>
                <a:cubicBezTo>
                  <a:pt x="283410" y="32367"/>
                  <a:pt x="282472" y="31931"/>
                  <a:pt x="281556" y="31444"/>
                </a:cubicBezTo>
                <a:cubicBezTo>
                  <a:pt x="280640" y="30957"/>
                  <a:pt x="279821" y="30363"/>
                  <a:pt x="279097" y="29661"/>
                </a:cubicBezTo>
                <a:cubicBezTo>
                  <a:pt x="278373" y="28959"/>
                  <a:pt x="277791" y="28122"/>
                  <a:pt x="277350" y="27149"/>
                </a:cubicBezTo>
                <a:cubicBezTo>
                  <a:pt x="276909" y="26176"/>
                  <a:pt x="276689" y="25010"/>
                  <a:pt x="276689" y="23652"/>
                </a:cubicBezTo>
                <a:cubicBezTo>
                  <a:pt x="276689" y="22452"/>
                  <a:pt x="276920" y="21303"/>
                  <a:pt x="277384" y="20206"/>
                </a:cubicBezTo>
                <a:cubicBezTo>
                  <a:pt x="277848" y="19108"/>
                  <a:pt x="278543" y="18145"/>
                  <a:pt x="279470" y="17319"/>
                </a:cubicBezTo>
                <a:cubicBezTo>
                  <a:pt x="280397" y="16493"/>
                  <a:pt x="281556" y="15830"/>
                  <a:pt x="282947" y="15333"/>
                </a:cubicBezTo>
                <a:cubicBezTo>
                  <a:pt x="284338" y="14835"/>
                  <a:pt x="285960" y="14586"/>
                  <a:pt x="287814" y="14586"/>
                </a:cubicBezTo>
                <a:cubicBezTo>
                  <a:pt x="288628" y="14586"/>
                  <a:pt x="289443" y="14654"/>
                  <a:pt x="290257" y="14792"/>
                </a:cubicBezTo>
                <a:cubicBezTo>
                  <a:pt x="291071" y="14930"/>
                  <a:pt x="291806" y="15102"/>
                  <a:pt x="292461" y="15309"/>
                </a:cubicBezTo>
                <a:cubicBezTo>
                  <a:pt x="293117" y="15515"/>
                  <a:pt x="293677" y="15739"/>
                  <a:pt x="294140" y="15979"/>
                </a:cubicBezTo>
                <a:cubicBezTo>
                  <a:pt x="294604" y="16220"/>
                  <a:pt x="294955" y="16433"/>
                  <a:pt x="295192" y="16617"/>
                </a:cubicBezTo>
                <a:cubicBezTo>
                  <a:pt x="295429" y="16800"/>
                  <a:pt x="295588" y="16960"/>
                  <a:pt x="295667" y="17096"/>
                </a:cubicBezTo>
                <a:cubicBezTo>
                  <a:pt x="295746" y="17231"/>
                  <a:pt x="295803" y="17384"/>
                  <a:pt x="295836" y="17554"/>
                </a:cubicBezTo>
                <a:cubicBezTo>
                  <a:pt x="295870" y="17723"/>
                  <a:pt x="295904" y="17932"/>
                  <a:pt x="295938" y="18181"/>
                </a:cubicBezTo>
                <a:cubicBezTo>
                  <a:pt x="295972" y="18430"/>
                  <a:pt x="295989" y="18735"/>
                  <a:pt x="295989" y="19097"/>
                </a:cubicBezTo>
                <a:cubicBezTo>
                  <a:pt x="295989" y="19481"/>
                  <a:pt x="295972" y="19815"/>
                  <a:pt x="295938" y="20098"/>
                </a:cubicBezTo>
                <a:cubicBezTo>
                  <a:pt x="295904" y="20380"/>
                  <a:pt x="295848" y="20612"/>
                  <a:pt x="295769" y="20793"/>
                </a:cubicBezTo>
                <a:cubicBezTo>
                  <a:pt x="295689" y="20974"/>
                  <a:pt x="295593" y="21104"/>
                  <a:pt x="295480" y="21183"/>
                </a:cubicBezTo>
                <a:cubicBezTo>
                  <a:pt x="295367" y="21262"/>
                  <a:pt x="295243" y="21302"/>
                  <a:pt x="295107" y="21302"/>
                </a:cubicBezTo>
                <a:cubicBezTo>
                  <a:pt x="294904" y="21302"/>
                  <a:pt x="294610" y="21176"/>
                  <a:pt x="294225" y="20923"/>
                </a:cubicBezTo>
                <a:cubicBezTo>
                  <a:pt x="293841" y="20671"/>
                  <a:pt x="293343" y="20401"/>
                  <a:pt x="292733" y="20115"/>
                </a:cubicBezTo>
                <a:cubicBezTo>
                  <a:pt x="292122" y="19828"/>
                  <a:pt x="291404" y="19558"/>
                  <a:pt x="290579" y="19306"/>
                </a:cubicBezTo>
                <a:cubicBezTo>
                  <a:pt x="289753" y="19053"/>
                  <a:pt x="288809" y="18927"/>
                  <a:pt x="287747" y="18927"/>
                </a:cubicBezTo>
                <a:cubicBezTo>
                  <a:pt x="286797" y="18927"/>
                  <a:pt x="285960" y="19035"/>
                  <a:pt x="285236" y="19251"/>
                </a:cubicBezTo>
                <a:cubicBezTo>
                  <a:pt x="284513" y="19465"/>
                  <a:pt x="283919" y="19771"/>
                  <a:pt x="283456" y="20168"/>
                </a:cubicBezTo>
                <a:cubicBezTo>
                  <a:pt x="282992" y="20564"/>
                  <a:pt x="282642" y="21034"/>
                  <a:pt x="282404" y="21578"/>
                </a:cubicBezTo>
                <a:cubicBezTo>
                  <a:pt x="282167" y="22122"/>
                  <a:pt x="282048" y="22711"/>
                  <a:pt x="282048" y="23345"/>
                </a:cubicBezTo>
                <a:cubicBezTo>
                  <a:pt x="282048" y="24228"/>
                  <a:pt x="282274" y="24969"/>
                  <a:pt x="282726" y="25569"/>
                </a:cubicBezTo>
                <a:cubicBezTo>
                  <a:pt x="283179" y="26169"/>
                  <a:pt x="283767" y="26696"/>
                  <a:pt x="284490" y="27149"/>
                </a:cubicBezTo>
                <a:cubicBezTo>
                  <a:pt x="285214" y="27601"/>
                  <a:pt x="286039" y="28008"/>
                  <a:pt x="286966" y="28371"/>
                </a:cubicBezTo>
                <a:cubicBezTo>
                  <a:pt x="287893" y="28733"/>
                  <a:pt x="288838" y="29106"/>
                  <a:pt x="289799" y="29491"/>
                </a:cubicBezTo>
                <a:cubicBezTo>
                  <a:pt x="290760" y="29876"/>
                  <a:pt x="291709" y="30306"/>
                  <a:pt x="292648" y="30781"/>
                </a:cubicBezTo>
                <a:cubicBezTo>
                  <a:pt x="293586" y="31257"/>
                  <a:pt x="294417" y="31834"/>
                  <a:pt x="295141" y="32513"/>
                </a:cubicBezTo>
                <a:cubicBezTo>
                  <a:pt x="295865" y="33192"/>
                  <a:pt x="296447" y="34008"/>
                  <a:pt x="296888" y="34959"/>
                </a:cubicBezTo>
                <a:cubicBezTo>
                  <a:pt x="297329" y="35909"/>
                  <a:pt x="297549" y="37041"/>
                  <a:pt x="297549" y="38354"/>
                </a:cubicBezTo>
                <a:close/>
                <a:moveTo>
                  <a:pt x="320650" y="44435"/>
                </a:moveTo>
                <a:cubicBezTo>
                  <a:pt x="320650" y="45091"/>
                  <a:pt x="320605" y="45611"/>
                  <a:pt x="320514" y="45995"/>
                </a:cubicBezTo>
                <a:cubicBezTo>
                  <a:pt x="320424" y="46380"/>
                  <a:pt x="320288" y="46663"/>
                  <a:pt x="320107" y="46843"/>
                </a:cubicBezTo>
                <a:cubicBezTo>
                  <a:pt x="319927" y="47024"/>
                  <a:pt x="319655" y="47194"/>
                  <a:pt x="319293" y="47352"/>
                </a:cubicBezTo>
                <a:cubicBezTo>
                  <a:pt x="318932" y="47511"/>
                  <a:pt x="318519" y="47641"/>
                  <a:pt x="318055" y="47742"/>
                </a:cubicBezTo>
                <a:cubicBezTo>
                  <a:pt x="317592" y="47844"/>
                  <a:pt x="317100" y="47929"/>
                  <a:pt x="316580" y="47997"/>
                </a:cubicBezTo>
                <a:cubicBezTo>
                  <a:pt x="316060" y="48065"/>
                  <a:pt x="315540" y="48099"/>
                  <a:pt x="315019" y="48099"/>
                </a:cubicBezTo>
                <a:cubicBezTo>
                  <a:pt x="313437" y="48099"/>
                  <a:pt x="312080" y="47889"/>
                  <a:pt x="310949" y="47470"/>
                </a:cubicBezTo>
                <a:cubicBezTo>
                  <a:pt x="309818" y="47050"/>
                  <a:pt x="308891" y="46415"/>
                  <a:pt x="308168" y="45565"/>
                </a:cubicBezTo>
                <a:cubicBezTo>
                  <a:pt x="307444" y="44715"/>
                  <a:pt x="306918" y="43638"/>
                  <a:pt x="306590" y="42335"/>
                </a:cubicBezTo>
                <a:cubicBezTo>
                  <a:pt x="306262" y="41032"/>
                  <a:pt x="306098" y="39497"/>
                  <a:pt x="306098" y="37729"/>
                </a:cubicBezTo>
                <a:lnTo>
                  <a:pt x="306098" y="19843"/>
                </a:lnTo>
                <a:lnTo>
                  <a:pt x="301825" y="19843"/>
                </a:lnTo>
                <a:cubicBezTo>
                  <a:pt x="301485" y="19843"/>
                  <a:pt x="301214" y="19662"/>
                  <a:pt x="301010" y="19300"/>
                </a:cubicBezTo>
                <a:cubicBezTo>
                  <a:pt x="300807" y="18939"/>
                  <a:pt x="300705" y="18351"/>
                  <a:pt x="300705" y="17537"/>
                </a:cubicBezTo>
                <a:cubicBezTo>
                  <a:pt x="300705" y="17107"/>
                  <a:pt x="300733" y="16745"/>
                  <a:pt x="300790" y="16451"/>
                </a:cubicBezTo>
                <a:cubicBezTo>
                  <a:pt x="300847" y="16157"/>
                  <a:pt x="300920" y="15914"/>
                  <a:pt x="301010" y="15722"/>
                </a:cubicBezTo>
                <a:cubicBezTo>
                  <a:pt x="301101" y="15530"/>
                  <a:pt x="301220" y="15394"/>
                  <a:pt x="301367" y="15315"/>
                </a:cubicBezTo>
                <a:cubicBezTo>
                  <a:pt x="301514" y="15236"/>
                  <a:pt x="301678" y="15196"/>
                  <a:pt x="301858" y="15196"/>
                </a:cubicBezTo>
                <a:lnTo>
                  <a:pt x="306098" y="15196"/>
                </a:lnTo>
                <a:lnTo>
                  <a:pt x="306098" y="7937"/>
                </a:lnTo>
                <a:cubicBezTo>
                  <a:pt x="306098" y="7779"/>
                  <a:pt x="306138" y="7632"/>
                  <a:pt x="306217" y="7496"/>
                </a:cubicBezTo>
                <a:cubicBezTo>
                  <a:pt x="306296" y="7361"/>
                  <a:pt x="306443" y="7242"/>
                  <a:pt x="306658" y="7140"/>
                </a:cubicBezTo>
                <a:cubicBezTo>
                  <a:pt x="306873" y="7038"/>
                  <a:pt x="307161" y="6965"/>
                  <a:pt x="307523" y="6920"/>
                </a:cubicBezTo>
                <a:cubicBezTo>
                  <a:pt x="307885" y="6874"/>
                  <a:pt x="308337" y="6852"/>
                  <a:pt x="308880" y="6852"/>
                </a:cubicBezTo>
                <a:cubicBezTo>
                  <a:pt x="309445" y="6852"/>
                  <a:pt x="309909" y="6874"/>
                  <a:pt x="310271" y="6920"/>
                </a:cubicBezTo>
                <a:cubicBezTo>
                  <a:pt x="310632" y="6965"/>
                  <a:pt x="310915" y="7038"/>
                  <a:pt x="311119" y="7140"/>
                </a:cubicBezTo>
                <a:cubicBezTo>
                  <a:pt x="311322" y="7242"/>
                  <a:pt x="311469" y="7361"/>
                  <a:pt x="311560" y="7496"/>
                </a:cubicBezTo>
                <a:cubicBezTo>
                  <a:pt x="311650" y="7632"/>
                  <a:pt x="311695" y="7779"/>
                  <a:pt x="311695" y="7937"/>
                </a:cubicBezTo>
                <a:lnTo>
                  <a:pt x="311695" y="15196"/>
                </a:lnTo>
                <a:lnTo>
                  <a:pt x="319531" y="15196"/>
                </a:lnTo>
                <a:cubicBezTo>
                  <a:pt x="319712" y="15196"/>
                  <a:pt x="319870" y="15236"/>
                  <a:pt x="320006" y="15315"/>
                </a:cubicBezTo>
                <a:cubicBezTo>
                  <a:pt x="320141" y="15394"/>
                  <a:pt x="320260" y="15530"/>
                  <a:pt x="320362" y="15722"/>
                </a:cubicBezTo>
                <a:cubicBezTo>
                  <a:pt x="320464" y="15914"/>
                  <a:pt x="320537" y="16157"/>
                  <a:pt x="320582" y="16451"/>
                </a:cubicBezTo>
                <a:cubicBezTo>
                  <a:pt x="320628" y="16745"/>
                  <a:pt x="320650" y="17107"/>
                  <a:pt x="320650" y="17537"/>
                </a:cubicBezTo>
                <a:cubicBezTo>
                  <a:pt x="320650" y="18351"/>
                  <a:pt x="320548" y="18939"/>
                  <a:pt x="320345" y="19300"/>
                </a:cubicBezTo>
                <a:cubicBezTo>
                  <a:pt x="320141" y="19662"/>
                  <a:pt x="319870" y="19843"/>
                  <a:pt x="319531" y="19843"/>
                </a:cubicBezTo>
                <a:lnTo>
                  <a:pt x="311695" y="19843"/>
                </a:lnTo>
                <a:lnTo>
                  <a:pt x="311695" y="36921"/>
                </a:lnTo>
                <a:cubicBezTo>
                  <a:pt x="311695" y="39030"/>
                  <a:pt x="312006" y="40623"/>
                  <a:pt x="312628" y="41700"/>
                </a:cubicBezTo>
                <a:cubicBezTo>
                  <a:pt x="313250" y="42777"/>
                  <a:pt x="314364" y="43316"/>
                  <a:pt x="315969" y="43316"/>
                </a:cubicBezTo>
                <a:cubicBezTo>
                  <a:pt x="316489" y="43316"/>
                  <a:pt x="316953" y="43265"/>
                  <a:pt x="317360" y="43163"/>
                </a:cubicBezTo>
                <a:cubicBezTo>
                  <a:pt x="317767" y="43061"/>
                  <a:pt x="318129" y="42954"/>
                  <a:pt x="318445" y="42841"/>
                </a:cubicBezTo>
                <a:cubicBezTo>
                  <a:pt x="318762" y="42728"/>
                  <a:pt x="319033" y="42620"/>
                  <a:pt x="319259" y="42519"/>
                </a:cubicBezTo>
                <a:cubicBezTo>
                  <a:pt x="319486" y="42417"/>
                  <a:pt x="319689" y="42366"/>
                  <a:pt x="319870" y="42366"/>
                </a:cubicBezTo>
                <a:cubicBezTo>
                  <a:pt x="319983" y="42366"/>
                  <a:pt x="320090" y="42394"/>
                  <a:pt x="320192" y="42451"/>
                </a:cubicBezTo>
                <a:cubicBezTo>
                  <a:pt x="320294" y="42507"/>
                  <a:pt x="320373" y="42615"/>
                  <a:pt x="320430" y="42773"/>
                </a:cubicBezTo>
                <a:cubicBezTo>
                  <a:pt x="320486" y="42931"/>
                  <a:pt x="320537" y="43146"/>
                  <a:pt x="320582" y="43418"/>
                </a:cubicBezTo>
                <a:cubicBezTo>
                  <a:pt x="320628" y="43689"/>
                  <a:pt x="320650" y="44028"/>
                  <a:pt x="320650" y="44435"/>
                </a:cubicBezTo>
                <a:close/>
                <a:moveTo>
                  <a:pt x="350698" y="46674"/>
                </a:moveTo>
                <a:cubicBezTo>
                  <a:pt x="350698" y="46945"/>
                  <a:pt x="350607" y="47149"/>
                  <a:pt x="350427" y="47284"/>
                </a:cubicBezTo>
                <a:cubicBezTo>
                  <a:pt x="350246" y="47420"/>
                  <a:pt x="349997" y="47522"/>
                  <a:pt x="349680" y="47590"/>
                </a:cubicBezTo>
                <a:cubicBezTo>
                  <a:pt x="349364" y="47658"/>
                  <a:pt x="348900" y="47691"/>
                  <a:pt x="348290" y="47691"/>
                </a:cubicBezTo>
                <a:cubicBezTo>
                  <a:pt x="347702" y="47691"/>
                  <a:pt x="347232" y="47658"/>
                  <a:pt x="346882" y="47590"/>
                </a:cubicBezTo>
                <a:cubicBezTo>
                  <a:pt x="346531" y="47522"/>
                  <a:pt x="346277" y="47420"/>
                  <a:pt x="346119" y="47284"/>
                </a:cubicBezTo>
                <a:cubicBezTo>
                  <a:pt x="345960" y="47149"/>
                  <a:pt x="345881" y="46945"/>
                  <a:pt x="345881" y="46674"/>
                </a:cubicBezTo>
                <a:lnTo>
                  <a:pt x="345881" y="43621"/>
                </a:lnTo>
                <a:cubicBezTo>
                  <a:pt x="344547" y="45046"/>
                  <a:pt x="343060" y="46159"/>
                  <a:pt x="341421" y="46962"/>
                </a:cubicBezTo>
                <a:cubicBezTo>
                  <a:pt x="339781" y="47765"/>
                  <a:pt x="338046" y="48166"/>
                  <a:pt x="336214" y="48166"/>
                </a:cubicBezTo>
                <a:cubicBezTo>
                  <a:pt x="334609" y="48166"/>
                  <a:pt x="333156" y="47956"/>
                  <a:pt x="331855" y="47537"/>
                </a:cubicBezTo>
                <a:cubicBezTo>
                  <a:pt x="330555" y="47117"/>
                  <a:pt x="329447" y="46510"/>
                  <a:pt x="328531" y="45716"/>
                </a:cubicBezTo>
                <a:cubicBezTo>
                  <a:pt x="327615" y="44921"/>
                  <a:pt x="326903" y="43946"/>
                  <a:pt x="326394" y="42789"/>
                </a:cubicBezTo>
                <a:cubicBezTo>
                  <a:pt x="325885" y="41631"/>
                  <a:pt x="325631" y="40315"/>
                  <a:pt x="325631" y="38839"/>
                </a:cubicBezTo>
                <a:cubicBezTo>
                  <a:pt x="325631" y="37115"/>
                  <a:pt x="325982" y="35618"/>
                  <a:pt x="326683" y="34347"/>
                </a:cubicBezTo>
                <a:cubicBezTo>
                  <a:pt x="327384" y="33076"/>
                  <a:pt x="328390" y="32020"/>
                  <a:pt x="329701" y="31181"/>
                </a:cubicBezTo>
                <a:cubicBezTo>
                  <a:pt x="331013" y="30341"/>
                  <a:pt x="332619" y="29712"/>
                  <a:pt x="334518" y="29292"/>
                </a:cubicBezTo>
                <a:cubicBezTo>
                  <a:pt x="336418" y="28872"/>
                  <a:pt x="338555" y="28662"/>
                  <a:pt x="340929" y="28662"/>
                </a:cubicBezTo>
                <a:lnTo>
                  <a:pt x="345135" y="28662"/>
                </a:lnTo>
                <a:lnTo>
                  <a:pt x="345135" y="26296"/>
                </a:lnTo>
                <a:cubicBezTo>
                  <a:pt x="345135" y="25125"/>
                  <a:pt x="345011" y="24088"/>
                  <a:pt x="344762" y="23187"/>
                </a:cubicBezTo>
                <a:cubicBezTo>
                  <a:pt x="344513" y="22286"/>
                  <a:pt x="344112" y="21536"/>
                  <a:pt x="343558" y="20939"/>
                </a:cubicBezTo>
                <a:cubicBezTo>
                  <a:pt x="343004" y="20342"/>
                  <a:pt x="342286" y="19892"/>
                  <a:pt x="341404" y="19588"/>
                </a:cubicBezTo>
                <a:cubicBezTo>
                  <a:pt x="340522" y="19283"/>
                  <a:pt x="339436" y="19131"/>
                  <a:pt x="338148" y="19131"/>
                </a:cubicBezTo>
                <a:cubicBezTo>
                  <a:pt x="336768" y="19131"/>
                  <a:pt x="335530" y="19293"/>
                  <a:pt x="334433" y="19617"/>
                </a:cubicBezTo>
                <a:cubicBezTo>
                  <a:pt x="333337" y="19942"/>
                  <a:pt x="332375" y="20300"/>
                  <a:pt x="331550" y="20691"/>
                </a:cubicBezTo>
                <a:cubicBezTo>
                  <a:pt x="330725" y="21083"/>
                  <a:pt x="330035" y="21441"/>
                  <a:pt x="329481" y="21765"/>
                </a:cubicBezTo>
                <a:cubicBezTo>
                  <a:pt x="328927" y="22089"/>
                  <a:pt x="328514" y="22252"/>
                  <a:pt x="328243" y="22252"/>
                </a:cubicBezTo>
                <a:cubicBezTo>
                  <a:pt x="328062" y="22252"/>
                  <a:pt x="327904" y="22206"/>
                  <a:pt x="327768" y="22116"/>
                </a:cubicBezTo>
                <a:cubicBezTo>
                  <a:pt x="327632" y="22025"/>
                  <a:pt x="327514" y="21890"/>
                  <a:pt x="327412" y="21709"/>
                </a:cubicBezTo>
                <a:cubicBezTo>
                  <a:pt x="327310" y="21528"/>
                  <a:pt x="327237" y="21296"/>
                  <a:pt x="327191" y="21013"/>
                </a:cubicBezTo>
                <a:cubicBezTo>
                  <a:pt x="327146" y="20731"/>
                  <a:pt x="327124" y="20420"/>
                  <a:pt x="327124" y="20081"/>
                </a:cubicBezTo>
                <a:cubicBezTo>
                  <a:pt x="327124" y="19515"/>
                  <a:pt x="327163" y="19069"/>
                  <a:pt x="327242" y="18741"/>
                </a:cubicBezTo>
                <a:cubicBezTo>
                  <a:pt x="327321" y="18413"/>
                  <a:pt x="327514" y="18102"/>
                  <a:pt x="327819" y="17808"/>
                </a:cubicBezTo>
                <a:cubicBezTo>
                  <a:pt x="328124" y="17514"/>
                  <a:pt x="328650" y="17172"/>
                  <a:pt x="329396" y="16781"/>
                </a:cubicBezTo>
                <a:cubicBezTo>
                  <a:pt x="330142" y="16389"/>
                  <a:pt x="331002" y="16032"/>
                  <a:pt x="331974" y="15708"/>
                </a:cubicBezTo>
                <a:cubicBezTo>
                  <a:pt x="332946" y="15384"/>
                  <a:pt x="334009" y="15117"/>
                  <a:pt x="335163" y="14905"/>
                </a:cubicBezTo>
                <a:cubicBezTo>
                  <a:pt x="336316" y="14692"/>
                  <a:pt x="337480" y="14586"/>
                  <a:pt x="338656" y="14586"/>
                </a:cubicBezTo>
                <a:cubicBezTo>
                  <a:pt x="340850" y="14586"/>
                  <a:pt x="342715" y="14834"/>
                  <a:pt x="344253" y="15332"/>
                </a:cubicBezTo>
                <a:cubicBezTo>
                  <a:pt x="345791" y="15829"/>
                  <a:pt x="347035" y="16559"/>
                  <a:pt x="347984" y="17520"/>
                </a:cubicBezTo>
                <a:cubicBezTo>
                  <a:pt x="348934" y="18481"/>
                  <a:pt x="349624" y="19674"/>
                  <a:pt x="350053" y="21098"/>
                </a:cubicBezTo>
                <a:cubicBezTo>
                  <a:pt x="350483" y="22523"/>
                  <a:pt x="350698" y="24185"/>
                  <a:pt x="350698" y="26084"/>
                </a:cubicBezTo>
                <a:lnTo>
                  <a:pt x="350698" y="46674"/>
                </a:lnTo>
                <a:moveTo>
                  <a:pt x="345135" y="32699"/>
                </a:moveTo>
                <a:lnTo>
                  <a:pt x="340352" y="32699"/>
                </a:lnTo>
                <a:cubicBezTo>
                  <a:pt x="338815" y="32699"/>
                  <a:pt x="337480" y="32830"/>
                  <a:pt x="336350" y="33092"/>
                </a:cubicBezTo>
                <a:cubicBezTo>
                  <a:pt x="335219" y="33354"/>
                  <a:pt x="334281" y="33740"/>
                  <a:pt x="333534" y="34252"/>
                </a:cubicBezTo>
                <a:cubicBezTo>
                  <a:pt x="332788" y="34763"/>
                  <a:pt x="332240" y="35378"/>
                  <a:pt x="331889" y="36095"/>
                </a:cubicBezTo>
                <a:cubicBezTo>
                  <a:pt x="331539" y="36812"/>
                  <a:pt x="331364" y="37636"/>
                  <a:pt x="331364" y="38569"/>
                </a:cubicBezTo>
                <a:cubicBezTo>
                  <a:pt x="331364" y="40162"/>
                  <a:pt x="331867" y="41430"/>
                  <a:pt x="332873" y="42375"/>
                </a:cubicBezTo>
                <a:cubicBezTo>
                  <a:pt x="333879" y="43319"/>
                  <a:pt x="335287" y="43791"/>
                  <a:pt x="337096" y="43791"/>
                </a:cubicBezTo>
                <a:cubicBezTo>
                  <a:pt x="338566" y="43791"/>
                  <a:pt x="339928" y="43415"/>
                  <a:pt x="341183" y="42665"/>
                </a:cubicBezTo>
                <a:cubicBezTo>
                  <a:pt x="342438" y="41914"/>
                  <a:pt x="343756" y="40765"/>
                  <a:pt x="345135" y="39218"/>
                </a:cubicBezTo>
                <a:lnTo>
                  <a:pt x="345135" y="32699"/>
                </a:lnTo>
                <a:close/>
                <a:moveTo>
                  <a:pt x="376224" y="44435"/>
                </a:moveTo>
                <a:cubicBezTo>
                  <a:pt x="376224" y="45091"/>
                  <a:pt x="376179" y="45611"/>
                  <a:pt x="376089" y="45995"/>
                </a:cubicBezTo>
                <a:cubicBezTo>
                  <a:pt x="375998" y="46380"/>
                  <a:pt x="375862" y="46663"/>
                  <a:pt x="375682" y="46843"/>
                </a:cubicBezTo>
                <a:cubicBezTo>
                  <a:pt x="375501" y="47024"/>
                  <a:pt x="375229" y="47194"/>
                  <a:pt x="374867" y="47352"/>
                </a:cubicBezTo>
                <a:cubicBezTo>
                  <a:pt x="374506" y="47511"/>
                  <a:pt x="374093" y="47641"/>
                  <a:pt x="373629" y="47742"/>
                </a:cubicBezTo>
                <a:cubicBezTo>
                  <a:pt x="373166" y="47844"/>
                  <a:pt x="372674" y="47929"/>
                  <a:pt x="372154" y="47997"/>
                </a:cubicBezTo>
                <a:cubicBezTo>
                  <a:pt x="371634" y="48065"/>
                  <a:pt x="371114" y="48099"/>
                  <a:pt x="370594" y="48099"/>
                </a:cubicBezTo>
                <a:cubicBezTo>
                  <a:pt x="369011" y="48099"/>
                  <a:pt x="367654" y="47889"/>
                  <a:pt x="366523" y="47470"/>
                </a:cubicBezTo>
                <a:cubicBezTo>
                  <a:pt x="365392" y="47050"/>
                  <a:pt x="364465" y="46415"/>
                  <a:pt x="363742" y="45565"/>
                </a:cubicBezTo>
                <a:cubicBezTo>
                  <a:pt x="363018" y="44715"/>
                  <a:pt x="362492" y="43638"/>
                  <a:pt x="362164" y="42335"/>
                </a:cubicBezTo>
                <a:cubicBezTo>
                  <a:pt x="361837" y="41032"/>
                  <a:pt x="361673" y="39497"/>
                  <a:pt x="361673" y="37729"/>
                </a:cubicBezTo>
                <a:lnTo>
                  <a:pt x="361673" y="19843"/>
                </a:lnTo>
                <a:lnTo>
                  <a:pt x="357399" y="19843"/>
                </a:lnTo>
                <a:cubicBezTo>
                  <a:pt x="357059" y="19843"/>
                  <a:pt x="356788" y="19662"/>
                  <a:pt x="356585" y="19300"/>
                </a:cubicBezTo>
                <a:cubicBezTo>
                  <a:pt x="356381" y="18939"/>
                  <a:pt x="356279" y="18351"/>
                  <a:pt x="356279" y="17537"/>
                </a:cubicBezTo>
                <a:cubicBezTo>
                  <a:pt x="356279" y="17107"/>
                  <a:pt x="356308" y="16745"/>
                  <a:pt x="356364" y="16451"/>
                </a:cubicBezTo>
                <a:cubicBezTo>
                  <a:pt x="356421" y="16157"/>
                  <a:pt x="356494" y="15914"/>
                  <a:pt x="356585" y="15722"/>
                </a:cubicBezTo>
                <a:cubicBezTo>
                  <a:pt x="356675" y="15530"/>
                  <a:pt x="356794" y="15394"/>
                  <a:pt x="356941" y="15315"/>
                </a:cubicBezTo>
                <a:cubicBezTo>
                  <a:pt x="357088" y="15236"/>
                  <a:pt x="357252" y="15196"/>
                  <a:pt x="357433" y="15196"/>
                </a:cubicBezTo>
                <a:lnTo>
                  <a:pt x="361673" y="15196"/>
                </a:lnTo>
                <a:lnTo>
                  <a:pt x="361673" y="7937"/>
                </a:lnTo>
                <a:cubicBezTo>
                  <a:pt x="361673" y="7779"/>
                  <a:pt x="361712" y="7632"/>
                  <a:pt x="361791" y="7496"/>
                </a:cubicBezTo>
                <a:cubicBezTo>
                  <a:pt x="361870" y="7361"/>
                  <a:pt x="362017" y="7242"/>
                  <a:pt x="362232" y="7140"/>
                </a:cubicBezTo>
                <a:cubicBezTo>
                  <a:pt x="362447" y="7038"/>
                  <a:pt x="362735" y="6965"/>
                  <a:pt x="363097" y="6920"/>
                </a:cubicBezTo>
                <a:cubicBezTo>
                  <a:pt x="363459" y="6874"/>
                  <a:pt x="363911" y="6852"/>
                  <a:pt x="364454" y="6852"/>
                </a:cubicBezTo>
                <a:cubicBezTo>
                  <a:pt x="365019" y="6852"/>
                  <a:pt x="365483" y="6874"/>
                  <a:pt x="365845" y="6920"/>
                </a:cubicBezTo>
                <a:cubicBezTo>
                  <a:pt x="366207" y="6965"/>
                  <a:pt x="366489" y="7038"/>
                  <a:pt x="366693" y="7140"/>
                </a:cubicBezTo>
                <a:cubicBezTo>
                  <a:pt x="366896" y="7242"/>
                  <a:pt x="367043" y="7361"/>
                  <a:pt x="367134" y="7496"/>
                </a:cubicBezTo>
                <a:cubicBezTo>
                  <a:pt x="367224" y="7632"/>
                  <a:pt x="367269" y="7779"/>
                  <a:pt x="367269" y="7937"/>
                </a:cubicBezTo>
                <a:lnTo>
                  <a:pt x="367269" y="15196"/>
                </a:lnTo>
                <a:lnTo>
                  <a:pt x="375105" y="15196"/>
                </a:lnTo>
                <a:cubicBezTo>
                  <a:pt x="375286" y="15196"/>
                  <a:pt x="375444" y="15236"/>
                  <a:pt x="375580" y="15315"/>
                </a:cubicBezTo>
                <a:cubicBezTo>
                  <a:pt x="375715" y="15394"/>
                  <a:pt x="375834" y="15530"/>
                  <a:pt x="375936" y="15722"/>
                </a:cubicBezTo>
                <a:cubicBezTo>
                  <a:pt x="376038" y="15914"/>
                  <a:pt x="376111" y="16157"/>
                  <a:pt x="376156" y="16451"/>
                </a:cubicBezTo>
                <a:cubicBezTo>
                  <a:pt x="376202" y="16745"/>
                  <a:pt x="376224" y="17107"/>
                  <a:pt x="376224" y="17537"/>
                </a:cubicBezTo>
                <a:cubicBezTo>
                  <a:pt x="376224" y="18351"/>
                  <a:pt x="376122" y="18939"/>
                  <a:pt x="375919" y="19300"/>
                </a:cubicBezTo>
                <a:cubicBezTo>
                  <a:pt x="375715" y="19662"/>
                  <a:pt x="375444" y="19843"/>
                  <a:pt x="375105" y="19843"/>
                </a:cubicBezTo>
                <a:lnTo>
                  <a:pt x="367269" y="19843"/>
                </a:lnTo>
                <a:lnTo>
                  <a:pt x="367269" y="36921"/>
                </a:lnTo>
                <a:cubicBezTo>
                  <a:pt x="367269" y="39030"/>
                  <a:pt x="367580" y="40623"/>
                  <a:pt x="368202" y="41700"/>
                </a:cubicBezTo>
                <a:cubicBezTo>
                  <a:pt x="368824" y="42777"/>
                  <a:pt x="369938" y="43316"/>
                  <a:pt x="371543" y="43316"/>
                </a:cubicBezTo>
                <a:cubicBezTo>
                  <a:pt x="372063" y="43316"/>
                  <a:pt x="372527" y="43265"/>
                  <a:pt x="372934" y="43163"/>
                </a:cubicBezTo>
                <a:cubicBezTo>
                  <a:pt x="373341" y="43061"/>
                  <a:pt x="373703" y="42954"/>
                  <a:pt x="374019" y="42841"/>
                </a:cubicBezTo>
                <a:cubicBezTo>
                  <a:pt x="374336" y="42728"/>
                  <a:pt x="374607" y="42620"/>
                  <a:pt x="374834" y="42519"/>
                </a:cubicBezTo>
                <a:cubicBezTo>
                  <a:pt x="375060" y="42417"/>
                  <a:pt x="375263" y="42366"/>
                  <a:pt x="375444" y="42366"/>
                </a:cubicBezTo>
                <a:cubicBezTo>
                  <a:pt x="375557" y="42366"/>
                  <a:pt x="375665" y="42394"/>
                  <a:pt x="375766" y="42451"/>
                </a:cubicBezTo>
                <a:cubicBezTo>
                  <a:pt x="375868" y="42507"/>
                  <a:pt x="375947" y="42615"/>
                  <a:pt x="376004" y="42773"/>
                </a:cubicBezTo>
                <a:cubicBezTo>
                  <a:pt x="376060" y="42931"/>
                  <a:pt x="376111" y="43146"/>
                  <a:pt x="376156" y="43418"/>
                </a:cubicBezTo>
                <a:cubicBezTo>
                  <a:pt x="376202" y="43689"/>
                  <a:pt x="376224" y="44028"/>
                  <a:pt x="376224" y="44435"/>
                </a:cubicBezTo>
                <a:close/>
                <a:moveTo>
                  <a:pt x="409325" y="30053"/>
                </a:moveTo>
                <a:cubicBezTo>
                  <a:pt x="409325" y="30935"/>
                  <a:pt x="409105" y="31563"/>
                  <a:pt x="408664" y="31936"/>
                </a:cubicBezTo>
                <a:cubicBezTo>
                  <a:pt x="408223" y="32309"/>
                  <a:pt x="407720" y="32495"/>
                  <a:pt x="407154" y="32495"/>
                </a:cubicBezTo>
                <a:lnTo>
                  <a:pt x="387141" y="32495"/>
                </a:lnTo>
                <a:cubicBezTo>
                  <a:pt x="387141" y="34196"/>
                  <a:pt x="387311" y="35727"/>
                  <a:pt x="387650" y="37088"/>
                </a:cubicBezTo>
                <a:cubicBezTo>
                  <a:pt x="387989" y="38449"/>
                  <a:pt x="388555" y="39617"/>
                  <a:pt x="389346" y="40593"/>
                </a:cubicBezTo>
                <a:cubicBezTo>
                  <a:pt x="390138" y="41568"/>
                  <a:pt x="391167" y="42317"/>
                  <a:pt x="392433" y="42839"/>
                </a:cubicBezTo>
                <a:cubicBezTo>
                  <a:pt x="393699" y="43360"/>
                  <a:pt x="395248" y="43621"/>
                  <a:pt x="397080" y="43621"/>
                </a:cubicBezTo>
                <a:cubicBezTo>
                  <a:pt x="398527" y="43621"/>
                  <a:pt x="399816" y="43502"/>
                  <a:pt x="400947" y="43265"/>
                </a:cubicBezTo>
                <a:cubicBezTo>
                  <a:pt x="402078" y="43027"/>
                  <a:pt x="403056" y="42762"/>
                  <a:pt x="403881" y="42468"/>
                </a:cubicBezTo>
                <a:cubicBezTo>
                  <a:pt x="404706" y="42174"/>
                  <a:pt x="405385" y="41908"/>
                  <a:pt x="405916" y="41671"/>
                </a:cubicBezTo>
                <a:cubicBezTo>
                  <a:pt x="406448" y="41433"/>
                  <a:pt x="406849" y="41315"/>
                  <a:pt x="407120" y="41315"/>
                </a:cubicBezTo>
                <a:cubicBezTo>
                  <a:pt x="407279" y="41315"/>
                  <a:pt x="407420" y="41354"/>
                  <a:pt x="407544" y="41433"/>
                </a:cubicBezTo>
                <a:cubicBezTo>
                  <a:pt x="407669" y="41512"/>
                  <a:pt x="407765" y="41631"/>
                  <a:pt x="407833" y="41789"/>
                </a:cubicBezTo>
                <a:cubicBezTo>
                  <a:pt x="407900" y="41948"/>
                  <a:pt x="407951" y="42168"/>
                  <a:pt x="407985" y="42451"/>
                </a:cubicBezTo>
                <a:cubicBezTo>
                  <a:pt x="408019" y="42734"/>
                  <a:pt x="408036" y="43078"/>
                  <a:pt x="408036" y="43485"/>
                </a:cubicBezTo>
                <a:cubicBezTo>
                  <a:pt x="408036" y="43779"/>
                  <a:pt x="408025" y="44034"/>
                  <a:pt x="408002" y="44249"/>
                </a:cubicBezTo>
                <a:cubicBezTo>
                  <a:pt x="407980" y="44463"/>
                  <a:pt x="407951" y="44656"/>
                  <a:pt x="407917" y="44825"/>
                </a:cubicBezTo>
                <a:cubicBezTo>
                  <a:pt x="407884" y="44995"/>
                  <a:pt x="407827" y="45147"/>
                  <a:pt x="407748" y="45283"/>
                </a:cubicBezTo>
                <a:cubicBezTo>
                  <a:pt x="407669" y="45419"/>
                  <a:pt x="407567" y="45549"/>
                  <a:pt x="407443" y="45673"/>
                </a:cubicBezTo>
                <a:cubicBezTo>
                  <a:pt x="407318" y="45798"/>
                  <a:pt x="406951" y="46001"/>
                  <a:pt x="406340" y="46284"/>
                </a:cubicBezTo>
                <a:cubicBezTo>
                  <a:pt x="405730" y="46566"/>
                  <a:pt x="404938" y="46843"/>
                  <a:pt x="403966" y="47115"/>
                </a:cubicBezTo>
                <a:cubicBezTo>
                  <a:pt x="402993" y="47386"/>
                  <a:pt x="401868" y="47629"/>
                  <a:pt x="400591" y="47844"/>
                </a:cubicBezTo>
                <a:cubicBezTo>
                  <a:pt x="399313" y="48059"/>
                  <a:pt x="397951" y="48166"/>
                  <a:pt x="396503" y="48166"/>
                </a:cubicBezTo>
                <a:cubicBezTo>
                  <a:pt x="393993" y="48166"/>
                  <a:pt x="391794" y="47816"/>
                  <a:pt x="389906" y="47114"/>
                </a:cubicBezTo>
                <a:cubicBezTo>
                  <a:pt x="388018" y="46412"/>
                  <a:pt x="386429" y="45371"/>
                  <a:pt x="385140" y="43990"/>
                </a:cubicBezTo>
                <a:cubicBezTo>
                  <a:pt x="383851" y="42609"/>
                  <a:pt x="382879" y="40877"/>
                  <a:pt x="382223" y="38795"/>
                </a:cubicBezTo>
                <a:cubicBezTo>
                  <a:pt x="381567" y="36712"/>
                  <a:pt x="381239" y="34290"/>
                  <a:pt x="381239" y="31529"/>
                </a:cubicBezTo>
                <a:cubicBezTo>
                  <a:pt x="381239" y="28903"/>
                  <a:pt x="381579" y="26543"/>
                  <a:pt x="382257" y="24449"/>
                </a:cubicBezTo>
                <a:cubicBezTo>
                  <a:pt x="382935" y="22355"/>
                  <a:pt x="383913" y="20578"/>
                  <a:pt x="385191" y="19118"/>
                </a:cubicBezTo>
                <a:cubicBezTo>
                  <a:pt x="386469" y="17658"/>
                  <a:pt x="388012" y="16538"/>
                  <a:pt x="389821" y="15757"/>
                </a:cubicBezTo>
                <a:cubicBezTo>
                  <a:pt x="391630" y="14976"/>
                  <a:pt x="393654" y="14586"/>
                  <a:pt x="395893" y="14586"/>
                </a:cubicBezTo>
                <a:cubicBezTo>
                  <a:pt x="398290" y="14586"/>
                  <a:pt x="400331" y="14970"/>
                  <a:pt x="402015" y="15739"/>
                </a:cubicBezTo>
                <a:cubicBezTo>
                  <a:pt x="403700" y="16508"/>
                  <a:pt x="405085" y="17542"/>
                  <a:pt x="406171" y="18843"/>
                </a:cubicBezTo>
                <a:cubicBezTo>
                  <a:pt x="407256" y="20143"/>
                  <a:pt x="408053" y="21669"/>
                  <a:pt x="408562" y="23422"/>
                </a:cubicBezTo>
                <a:cubicBezTo>
                  <a:pt x="409071" y="25174"/>
                  <a:pt x="409325" y="27046"/>
                  <a:pt x="409325" y="29036"/>
                </a:cubicBezTo>
                <a:lnTo>
                  <a:pt x="409325" y="30053"/>
                </a:lnTo>
                <a:moveTo>
                  <a:pt x="403694" y="28391"/>
                </a:moveTo>
                <a:cubicBezTo>
                  <a:pt x="403762" y="25451"/>
                  <a:pt x="403112" y="23145"/>
                  <a:pt x="401744" y="21471"/>
                </a:cubicBezTo>
                <a:cubicBezTo>
                  <a:pt x="400376" y="19798"/>
                  <a:pt x="398346" y="18961"/>
                  <a:pt x="395655" y="18961"/>
                </a:cubicBezTo>
                <a:cubicBezTo>
                  <a:pt x="394276" y="18961"/>
                  <a:pt x="393066" y="19221"/>
                  <a:pt x="392026" y="19741"/>
                </a:cubicBezTo>
                <a:cubicBezTo>
                  <a:pt x="390986" y="20262"/>
                  <a:pt x="390115" y="20951"/>
                  <a:pt x="389414" y="21811"/>
                </a:cubicBezTo>
                <a:cubicBezTo>
                  <a:pt x="388713" y="22670"/>
                  <a:pt x="388170" y="23670"/>
                  <a:pt x="387786" y="24812"/>
                </a:cubicBezTo>
                <a:cubicBezTo>
                  <a:pt x="387401" y="25954"/>
                  <a:pt x="387187" y="27147"/>
                  <a:pt x="387141" y="28391"/>
                </a:cubicBezTo>
                <a:lnTo>
                  <a:pt x="403694" y="28391"/>
                </a:lnTo>
                <a:close/>
                <a:moveTo>
                  <a:pt x="463292" y="46640"/>
                </a:moveTo>
                <a:cubicBezTo>
                  <a:pt x="463292" y="46821"/>
                  <a:pt x="463247" y="46974"/>
                  <a:pt x="463156" y="47098"/>
                </a:cubicBezTo>
                <a:cubicBezTo>
                  <a:pt x="463066" y="47222"/>
                  <a:pt x="462919" y="47330"/>
                  <a:pt x="462715" y="47420"/>
                </a:cubicBezTo>
                <a:cubicBezTo>
                  <a:pt x="462512" y="47511"/>
                  <a:pt x="462229" y="47578"/>
                  <a:pt x="461867" y="47624"/>
                </a:cubicBezTo>
                <a:cubicBezTo>
                  <a:pt x="461505" y="47669"/>
                  <a:pt x="461053" y="47691"/>
                  <a:pt x="460510" y="47691"/>
                </a:cubicBezTo>
                <a:cubicBezTo>
                  <a:pt x="459945" y="47691"/>
                  <a:pt x="459481" y="47669"/>
                  <a:pt x="459120" y="47624"/>
                </a:cubicBezTo>
                <a:cubicBezTo>
                  <a:pt x="458758" y="47578"/>
                  <a:pt x="458469" y="47511"/>
                  <a:pt x="458255" y="47420"/>
                </a:cubicBezTo>
                <a:cubicBezTo>
                  <a:pt x="458040" y="47330"/>
                  <a:pt x="457887" y="47222"/>
                  <a:pt x="457797" y="47098"/>
                </a:cubicBezTo>
                <a:cubicBezTo>
                  <a:pt x="457706" y="46974"/>
                  <a:pt x="457661" y="46821"/>
                  <a:pt x="457661" y="46640"/>
                </a:cubicBezTo>
                <a:lnTo>
                  <a:pt x="457661" y="28086"/>
                </a:lnTo>
                <a:cubicBezTo>
                  <a:pt x="457661" y="26797"/>
                  <a:pt x="457548" y="25621"/>
                  <a:pt x="457322" y="24558"/>
                </a:cubicBezTo>
                <a:cubicBezTo>
                  <a:pt x="457096" y="23495"/>
                  <a:pt x="456734" y="22579"/>
                  <a:pt x="456236" y="21811"/>
                </a:cubicBezTo>
                <a:cubicBezTo>
                  <a:pt x="455739" y="21042"/>
                  <a:pt x="455106" y="20454"/>
                  <a:pt x="454337" y="20047"/>
                </a:cubicBezTo>
                <a:cubicBezTo>
                  <a:pt x="453568" y="19640"/>
                  <a:pt x="452664" y="19436"/>
                  <a:pt x="451623" y="19436"/>
                </a:cubicBezTo>
                <a:cubicBezTo>
                  <a:pt x="450334" y="19436"/>
                  <a:pt x="449040" y="19934"/>
                  <a:pt x="447739" y="20929"/>
                </a:cubicBezTo>
                <a:cubicBezTo>
                  <a:pt x="446439" y="21924"/>
                  <a:pt x="445009" y="23382"/>
                  <a:pt x="443449" y="25304"/>
                </a:cubicBezTo>
                <a:lnTo>
                  <a:pt x="443449" y="46640"/>
                </a:lnTo>
                <a:cubicBezTo>
                  <a:pt x="443449" y="46821"/>
                  <a:pt x="443403" y="46974"/>
                  <a:pt x="443313" y="47098"/>
                </a:cubicBezTo>
                <a:cubicBezTo>
                  <a:pt x="443222" y="47222"/>
                  <a:pt x="443070" y="47330"/>
                  <a:pt x="442855" y="47420"/>
                </a:cubicBezTo>
                <a:cubicBezTo>
                  <a:pt x="442640" y="47511"/>
                  <a:pt x="442352" y="47578"/>
                  <a:pt x="441990" y="47624"/>
                </a:cubicBezTo>
                <a:cubicBezTo>
                  <a:pt x="441628" y="47669"/>
                  <a:pt x="441176" y="47691"/>
                  <a:pt x="440633" y="47691"/>
                </a:cubicBezTo>
                <a:cubicBezTo>
                  <a:pt x="440113" y="47691"/>
                  <a:pt x="439667" y="47669"/>
                  <a:pt x="439293" y="47624"/>
                </a:cubicBezTo>
                <a:cubicBezTo>
                  <a:pt x="438920" y="47578"/>
                  <a:pt x="438626" y="47511"/>
                  <a:pt x="438411" y="47420"/>
                </a:cubicBezTo>
                <a:cubicBezTo>
                  <a:pt x="438197" y="47330"/>
                  <a:pt x="438050" y="47222"/>
                  <a:pt x="437971" y="47098"/>
                </a:cubicBezTo>
                <a:cubicBezTo>
                  <a:pt x="437891" y="46974"/>
                  <a:pt x="437852" y="46821"/>
                  <a:pt x="437852" y="46640"/>
                </a:cubicBezTo>
                <a:lnTo>
                  <a:pt x="437852" y="28086"/>
                </a:lnTo>
                <a:cubicBezTo>
                  <a:pt x="437852" y="26797"/>
                  <a:pt x="437727" y="25621"/>
                  <a:pt x="437479" y="24558"/>
                </a:cubicBezTo>
                <a:cubicBezTo>
                  <a:pt x="437230" y="23495"/>
                  <a:pt x="436857" y="22579"/>
                  <a:pt x="436359" y="21811"/>
                </a:cubicBezTo>
                <a:cubicBezTo>
                  <a:pt x="435862" y="21042"/>
                  <a:pt x="435234" y="20454"/>
                  <a:pt x="434477" y="20047"/>
                </a:cubicBezTo>
                <a:cubicBezTo>
                  <a:pt x="433719" y="19640"/>
                  <a:pt x="432820" y="19436"/>
                  <a:pt x="431780" y="19436"/>
                </a:cubicBezTo>
                <a:cubicBezTo>
                  <a:pt x="430491" y="19436"/>
                  <a:pt x="429191" y="19934"/>
                  <a:pt x="427879" y="20929"/>
                </a:cubicBezTo>
                <a:cubicBezTo>
                  <a:pt x="426568" y="21924"/>
                  <a:pt x="425143" y="23382"/>
                  <a:pt x="423605" y="25304"/>
                </a:cubicBezTo>
                <a:lnTo>
                  <a:pt x="423605" y="46640"/>
                </a:lnTo>
                <a:cubicBezTo>
                  <a:pt x="423605" y="46821"/>
                  <a:pt x="423560" y="46974"/>
                  <a:pt x="423470" y="47098"/>
                </a:cubicBezTo>
                <a:cubicBezTo>
                  <a:pt x="423379" y="47222"/>
                  <a:pt x="423232" y="47330"/>
                  <a:pt x="423029" y="47420"/>
                </a:cubicBezTo>
                <a:cubicBezTo>
                  <a:pt x="422825" y="47511"/>
                  <a:pt x="422543" y="47578"/>
                  <a:pt x="422181" y="47624"/>
                </a:cubicBezTo>
                <a:cubicBezTo>
                  <a:pt x="421819" y="47669"/>
                  <a:pt x="421355" y="47691"/>
                  <a:pt x="420790" y="47691"/>
                </a:cubicBezTo>
                <a:cubicBezTo>
                  <a:pt x="420247" y="47691"/>
                  <a:pt x="419795" y="47669"/>
                  <a:pt x="419433" y="47624"/>
                </a:cubicBezTo>
                <a:cubicBezTo>
                  <a:pt x="419071" y="47578"/>
                  <a:pt x="418783" y="47511"/>
                  <a:pt x="418568" y="47420"/>
                </a:cubicBezTo>
                <a:cubicBezTo>
                  <a:pt x="418353" y="47330"/>
                  <a:pt x="418206" y="47222"/>
                  <a:pt x="418127" y="47098"/>
                </a:cubicBezTo>
                <a:cubicBezTo>
                  <a:pt x="418048" y="46974"/>
                  <a:pt x="418009" y="46821"/>
                  <a:pt x="418009" y="46640"/>
                </a:cubicBezTo>
                <a:lnTo>
                  <a:pt x="418009" y="16112"/>
                </a:lnTo>
                <a:cubicBezTo>
                  <a:pt x="418009" y="15931"/>
                  <a:pt x="418043" y="15778"/>
                  <a:pt x="418110" y="15654"/>
                </a:cubicBezTo>
                <a:cubicBezTo>
                  <a:pt x="418178" y="15530"/>
                  <a:pt x="418314" y="15417"/>
                  <a:pt x="418517" y="15315"/>
                </a:cubicBezTo>
                <a:cubicBezTo>
                  <a:pt x="418721" y="15213"/>
                  <a:pt x="418981" y="15145"/>
                  <a:pt x="419298" y="15111"/>
                </a:cubicBezTo>
                <a:cubicBezTo>
                  <a:pt x="419614" y="15077"/>
                  <a:pt x="420033" y="15060"/>
                  <a:pt x="420553" y="15060"/>
                </a:cubicBezTo>
                <a:cubicBezTo>
                  <a:pt x="421050" y="15060"/>
                  <a:pt x="421463" y="15077"/>
                  <a:pt x="421791" y="15111"/>
                </a:cubicBezTo>
                <a:cubicBezTo>
                  <a:pt x="422119" y="15145"/>
                  <a:pt x="422373" y="15213"/>
                  <a:pt x="422554" y="15315"/>
                </a:cubicBezTo>
                <a:cubicBezTo>
                  <a:pt x="422735" y="15417"/>
                  <a:pt x="422865" y="15530"/>
                  <a:pt x="422944" y="15654"/>
                </a:cubicBezTo>
                <a:cubicBezTo>
                  <a:pt x="423023" y="15778"/>
                  <a:pt x="423063" y="15931"/>
                  <a:pt x="423063" y="16112"/>
                </a:cubicBezTo>
                <a:lnTo>
                  <a:pt x="423063" y="20148"/>
                </a:lnTo>
                <a:cubicBezTo>
                  <a:pt x="424781" y="18226"/>
                  <a:pt x="426449" y="16819"/>
                  <a:pt x="428066" y="15925"/>
                </a:cubicBezTo>
                <a:cubicBezTo>
                  <a:pt x="429683" y="15032"/>
                  <a:pt x="431317" y="14586"/>
                  <a:pt x="432967" y="14586"/>
                </a:cubicBezTo>
                <a:cubicBezTo>
                  <a:pt x="434234" y="14586"/>
                  <a:pt x="435370" y="14733"/>
                  <a:pt x="436376" y="15027"/>
                </a:cubicBezTo>
                <a:cubicBezTo>
                  <a:pt x="437383" y="15321"/>
                  <a:pt x="438270" y="15733"/>
                  <a:pt x="439039" y="16265"/>
                </a:cubicBezTo>
                <a:cubicBezTo>
                  <a:pt x="439808" y="16796"/>
                  <a:pt x="440464" y="17429"/>
                  <a:pt x="441006" y="18164"/>
                </a:cubicBezTo>
                <a:cubicBezTo>
                  <a:pt x="441549" y="18899"/>
                  <a:pt x="442001" y="19719"/>
                  <a:pt x="442363" y="20623"/>
                </a:cubicBezTo>
                <a:cubicBezTo>
                  <a:pt x="443381" y="19515"/>
                  <a:pt x="444347" y="18577"/>
                  <a:pt x="445263" y="17808"/>
                </a:cubicBezTo>
                <a:cubicBezTo>
                  <a:pt x="446179" y="17039"/>
                  <a:pt x="447061" y="16417"/>
                  <a:pt x="447909" y="15942"/>
                </a:cubicBezTo>
                <a:cubicBezTo>
                  <a:pt x="448757" y="15468"/>
                  <a:pt x="449582" y="15123"/>
                  <a:pt x="450385" y="14908"/>
                </a:cubicBezTo>
                <a:cubicBezTo>
                  <a:pt x="451188" y="14693"/>
                  <a:pt x="451996" y="14586"/>
                  <a:pt x="452811" y="14586"/>
                </a:cubicBezTo>
                <a:cubicBezTo>
                  <a:pt x="454778" y="14586"/>
                  <a:pt x="456429" y="14930"/>
                  <a:pt x="457763" y="15620"/>
                </a:cubicBezTo>
                <a:cubicBezTo>
                  <a:pt x="459097" y="16310"/>
                  <a:pt x="460177" y="17231"/>
                  <a:pt x="461002" y="18385"/>
                </a:cubicBezTo>
                <a:cubicBezTo>
                  <a:pt x="461828" y="19538"/>
                  <a:pt x="462416" y="20889"/>
                  <a:pt x="462766" y="22438"/>
                </a:cubicBezTo>
                <a:cubicBezTo>
                  <a:pt x="463117" y="23987"/>
                  <a:pt x="463292" y="25621"/>
                  <a:pt x="463292" y="27340"/>
                </a:cubicBezTo>
                <a:lnTo>
                  <a:pt x="463292" y="46640"/>
                </a:lnTo>
                <a:close/>
                <a:moveTo>
                  <a:pt x="499634" y="30053"/>
                </a:moveTo>
                <a:cubicBezTo>
                  <a:pt x="499634" y="30935"/>
                  <a:pt x="499413" y="31563"/>
                  <a:pt x="498972" y="31936"/>
                </a:cubicBezTo>
                <a:cubicBezTo>
                  <a:pt x="498531" y="32309"/>
                  <a:pt x="498028" y="32495"/>
                  <a:pt x="497463" y="32495"/>
                </a:cubicBezTo>
                <a:lnTo>
                  <a:pt x="477450" y="32495"/>
                </a:lnTo>
                <a:cubicBezTo>
                  <a:pt x="477450" y="34196"/>
                  <a:pt x="477620" y="35727"/>
                  <a:pt x="477959" y="37088"/>
                </a:cubicBezTo>
                <a:cubicBezTo>
                  <a:pt x="478298" y="38449"/>
                  <a:pt x="478863" y="39617"/>
                  <a:pt x="479655" y="40593"/>
                </a:cubicBezTo>
                <a:cubicBezTo>
                  <a:pt x="480446" y="41568"/>
                  <a:pt x="481475" y="42317"/>
                  <a:pt x="482742" y="42839"/>
                </a:cubicBezTo>
                <a:cubicBezTo>
                  <a:pt x="484008" y="43360"/>
                  <a:pt x="485557" y="43621"/>
                  <a:pt x="487389" y="43621"/>
                </a:cubicBezTo>
                <a:cubicBezTo>
                  <a:pt x="488836" y="43621"/>
                  <a:pt x="490125" y="43502"/>
                  <a:pt x="491256" y="43265"/>
                </a:cubicBezTo>
                <a:cubicBezTo>
                  <a:pt x="492386" y="43027"/>
                  <a:pt x="493364" y="42762"/>
                  <a:pt x="494190" y="42468"/>
                </a:cubicBezTo>
                <a:cubicBezTo>
                  <a:pt x="495015" y="42174"/>
                  <a:pt x="495693" y="41908"/>
                  <a:pt x="496225" y="41671"/>
                </a:cubicBezTo>
                <a:cubicBezTo>
                  <a:pt x="496756" y="41433"/>
                  <a:pt x="497158" y="41315"/>
                  <a:pt x="497429" y="41315"/>
                </a:cubicBezTo>
                <a:cubicBezTo>
                  <a:pt x="497587" y="41315"/>
                  <a:pt x="497729" y="41354"/>
                  <a:pt x="497853" y="41433"/>
                </a:cubicBezTo>
                <a:cubicBezTo>
                  <a:pt x="497977" y="41512"/>
                  <a:pt x="498073" y="41631"/>
                  <a:pt x="498141" y="41789"/>
                </a:cubicBezTo>
                <a:cubicBezTo>
                  <a:pt x="498209" y="41948"/>
                  <a:pt x="498260" y="42168"/>
                  <a:pt x="498294" y="42451"/>
                </a:cubicBezTo>
                <a:cubicBezTo>
                  <a:pt x="498328" y="42734"/>
                  <a:pt x="498345" y="43078"/>
                  <a:pt x="498345" y="43485"/>
                </a:cubicBezTo>
                <a:cubicBezTo>
                  <a:pt x="498345" y="43779"/>
                  <a:pt x="498334" y="44034"/>
                  <a:pt x="498311" y="44249"/>
                </a:cubicBezTo>
                <a:cubicBezTo>
                  <a:pt x="498288" y="44463"/>
                  <a:pt x="498260" y="44656"/>
                  <a:pt x="498226" y="44825"/>
                </a:cubicBezTo>
                <a:cubicBezTo>
                  <a:pt x="498192" y="44995"/>
                  <a:pt x="498136" y="45147"/>
                  <a:pt x="498057" y="45283"/>
                </a:cubicBezTo>
                <a:cubicBezTo>
                  <a:pt x="497977" y="45419"/>
                  <a:pt x="497876" y="45549"/>
                  <a:pt x="497751" y="45673"/>
                </a:cubicBezTo>
                <a:cubicBezTo>
                  <a:pt x="497627" y="45798"/>
                  <a:pt x="497259" y="46001"/>
                  <a:pt x="496649" y="46284"/>
                </a:cubicBezTo>
                <a:cubicBezTo>
                  <a:pt x="496038" y="46566"/>
                  <a:pt x="495247" y="46843"/>
                  <a:pt x="494274" y="47115"/>
                </a:cubicBezTo>
                <a:cubicBezTo>
                  <a:pt x="493302" y="47386"/>
                  <a:pt x="492177" y="47629"/>
                  <a:pt x="490899" y="47844"/>
                </a:cubicBezTo>
                <a:cubicBezTo>
                  <a:pt x="489622" y="48059"/>
                  <a:pt x="488259" y="48166"/>
                  <a:pt x="486812" y="48166"/>
                </a:cubicBezTo>
                <a:cubicBezTo>
                  <a:pt x="484302" y="48166"/>
                  <a:pt x="482103" y="47816"/>
                  <a:pt x="480215" y="47114"/>
                </a:cubicBezTo>
                <a:cubicBezTo>
                  <a:pt x="478326" y="46412"/>
                  <a:pt x="476738" y="45371"/>
                  <a:pt x="475449" y="43990"/>
                </a:cubicBezTo>
                <a:cubicBezTo>
                  <a:pt x="474160" y="42609"/>
                  <a:pt x="473188" y="40877"/>
                  <a:pt x="472532" y="38795"/>
                </a:cubicBezTo>
                <a:cubicBezTo>
                  <a:pt x="471876" y="36712"/>
                  <a:pt x="471548" y="34290"/>
                  <a:pt x="471548" y="31529"/>
                </a:cubicBezTo>
                <a:cubicBezTo>
                  <a:pt x="471548" y="28903"/>
                  <a:pt x="471887" y="26543"/>
                  <a:pt x="472566" y="24449"/>
                </a:cubicBezTo>
                <a:cubicBezTo>
                  <a:pt x="473244" y="22355"/>
                  <a:pt x="474222" y="20578"/>
                  <a:pt x="475500" y="19118"/>
                </a:cubicBezTo>
                <a:cubicBezTo>
                  <a:pt x="476777" y="17658"/>
                  <a:pt x="478321" y="16538"/>
                  <a:pt x="480130" y="15757"/>
                </a:cubicBezTo>
                <a:cubicBezTo>
                  <a:pt x="481939" y="14976"/>
                  <a:pt x="483963" y="14586"/>
                  <a:pt x="486202" y="14586"/>
                </a:cubicBezTo>
                <a:cubicBezTo>
                  <a:pt x="488599" y="14586"/>
                  <a:pt x="490639" y="14970"/>
                  <a:pt x="492324" y="15739"/>
                </a:cubicBezTo>
                <a:cubicBezTo>
                  <a:pt x="494009" y="16508"/>
                  <a:pt x="495394" y="17542"/>
                  <a:pt x="496479" y="18843"/>
                </a:cubicBezTo>
                <a:cubicBezTo>
                  <a:pt x="497565" y="20143"/>
                  <a:pt x="498362" y="21669"/>
                  <a:pt x="498871" y="23422"/>
                </a:cubicBezTo>
                <a:cubicBezTo>
                  <a:pt x="499379" y="25174"/>
                  <a:pt x="499634" y="27046"/>
                  <a:pt x="499634" y="29036"/>
                </a:cubicBezTo>
                <a:lnTo>
                  <a:pt x="499634" y="30053"/>
                </a:lnTo>
                <a:moveTo>
                  <a:pt x="494003" y="28391"/>
                </a:moveTo>
                <a:cubicBezTo>
                  <a:pt x="494071" y="25451"/>
                  <a:pt x="493421" y="23145"/>
                  <a:pt x="492053" y="21471"/>
                </a:cubicBezTo>
                <a:cubicBezTo>
                  <a:pt x="490685" y="19798"/>
                  <a:pt x="488655" y="18961"/>
                  <a:pt x="485964" y="18961"/>
                </a:cubicBezTo>
                <a:cubicBezTo>
                  <a:pt x="484585" y="18961"/>
                  <a:pt x="483375" y="19221"/>
                  <a:pt x="482335" y="19741"/>
                </a:cubicBezTo>
                <a:cubicBezTo>
                  <a:pt x="481294" y="20262"/>
                  <a:pt x="480424" y="20951"/>
                  <a:pt x="479723" y="21811"/>
                </a:cubicBezTo>
                <a:cubicBezTo>
                  <a:pt x="479022" y="22670"/>
                  <a:pt x="478479" y="23670"/>
                  <a:pt x="478095" y="24812"/>
                </a:cubicBezTo>
                <a:cubicBezTo>
                  <a:pt x="477710" y="25954"/>
                  <a:pt x="477495" y="27147"/>
                  <a:pt x="477450" y="28391"/>
                </a:cubicBezTo>
                <a:lnTo>
                  <a:pt x="494003" y="28391"/>
                </a:lnTo>
                <a:close/>
                <a:moveTo>
                  <a:pt x="534606" y="46640"/>
                </a:moveTo>
                <a:cubicBezTo>
                  <a:pt x="534606" y="46821"/>
                  <a:pt x="534560" y="46974"/>
                  <a:pt x="534470" y="47098"/>
                </a:cubicBezTo>
                <a:cubicBezTo>
                  <a:pt x="534379" y="47222"/>
                  <a:pt x="534232" y="47330"/>
                  <a:pt x="534029" y="47420"/>
                </a:cubicBezTo>
                <a:cubicBezTo>
                  <a:pt x="533825" y="47511"/>
                  <a:pt x="533543" y="47578"/>
                  <a:pt x="533181" y="47624"/>
                </a:cubicBezTo>
                <a:cubicBezTo>
                  <a:pt x="532819" y="47669"/>
                  <a:pt x="532367" y="47691"/>
                  <a:pt x="531824" y="47691"/>
                </a:cubicBezTo>
                <a:cubicBezTo>
                  <a:pt x="531259" y="47691"/>
                  <a:pt x="530795" y="47669"/>
                  <a:pt x="530433" y="47624"/>
                </a:cubicBezTo>
                <a:cubicBezTo>
                  <a:pt x="530072" y="47578"/>
                  <a:pt x="529789" y="47511"/>
                  <a:pt x="529585" y="47420"/>
                </a:cubicBezTo>
                <a:cubicBezTo>
                  <a:pt x="529382" y="47330"/>
                  <a:pt x="529235" y="47222"/>
                  <a:pt x="529144" y="47098"/>
                </a:cubicBezTo>
                <a:cubicBezTo>
                  <a:pt x="529054" y="46974"/>
                  <a:pt x="529009" y="46821"/>
                  <a:pt x="529009" y="46640"/>
                </a:cubicBezTo>
                <a:lnTo>
                  <a:pt x="529009" y="28764"/>
                </a:lnTo>
                <a:cubicBezTo>
                  <a:pt x="529009" y="27023"/>
                  <a:pt x="528873" y="25621"/>
                  <a:pt x="528602" y="24558"/>
                </a:cubicBezTo>
                <a:cubicBezTo>
                  <a:pt x="528330" y="23495"/>
                  <a:pt x="527935" y="22579"/>
                  <a:pt x="527415" y="21811"/>
                </a:cubicBezTo>
                <a:cubicBezTo>
                  <a:pt x="526894" y="21042"/>
                  <a:pt x="526222" y="20454"/>
                  <a:pt x="525396" y="20047"/>
                </a:cubicBezTo>
                <a:cubicBezTo>
                  <a:pt x="524571" y="19640"/>
                  <a:pt x="523616" y="19436"/>
                  <a:pt x="522530" y="19436"/>
                </a:cubicBezTo>
                <a:cubicBezTo>
                  <a:pt x="521128" y="19436"/>
                  <a:pt x="519726" y="19934"/>
                  <a:pt x="518324" y="20929"/>
                </a:cubicBezTo>
                <a:cubicBezTo>
                  <a:pt x="516922" y="21924"/>
                  <a:pt x="515452" y="23382"/>
                  <a:pt x="513914" y="25304"/>
                </a:cubicBezTo>
                <a:lnTo>
                  <a:pt x="513914" y="46640"/>
                </a:lnTo>
                <a:cubicBezTo>
                  <a:pt x="513914" y="46821"/>
                  <a:pt x="513869" y="46974"/>
                  <a:pt x="513779" y="47098"/>
                </a:cubicBezTo>
                <a:cubicBezTo>
                  <a:pt x="513688" y="47222"/>
                  <a:pt x="513541" y="47330"/>
                  <a:pt x="513338" y="47420"/>
                </a:cubicBezTo>
                <a:cubicBezTo>
                  <a:pt x="513134" y="47511"/>
                  <a:pt x="512852" y="47578"/>
                  <a:pt x="512490" y="47624"/>
                </a:cubicBezTo>
                <a:cubicBezTo>
                  <a:pt x="512128" y="47669"/>
                  <a:pt x="511664" y="47691"/>
                  <a:pt x="511099" y="47691"/>
                </a:cubicBezTo>
                <a:cubicBezTo>
                  <a:pt x="510556" y="47691"/>
                  <a:pt x="510104" y="47669"/>
                  <a:pt x="509742" y="47624"/>
                </a:cubicBezTo>
                <a:cubicBezTo>
                  <a:pt x="509380" y="47578"/>
                  <a:pt x="509092" y="47511"/>
                  <a:pt x="508877" y="47420"/>
                </a:cubicBezTo>
                <a:cubicBezTo>
                  <a:pt x="508662" y="47330"/>
                  <a:pt x="508515" y="47222"/>
                  <a:pt x="508436" y="47098"/>
                </a:cubicBezTo>
                <a:cubicBezTo>
                  <a:pt x="508357" y="46974"/>
                  <a:pt x="508318" y="46821"/>
                  <a:pt x="508318" y="46640"/>
                </a:cubicBezTo>
                <a:lnTo>
                  <a:pt x="508318" y="16112"/>
                </a:lnTo>
                <a:cubicBezTo>
                  <a:pt x="508318" y="15931"/>
                  <a:pt x="508352" y="15778"/>
                  <a:pt x="508419" y="15654"/>
                </a:cubicBezTo>
                <a:cubicBezTo>
                  <a:pt x="508487" y="15530"/>
                  <a:pt x="508623" y="15417"/>
                  <a:pt x="508826" y="15315"/>
                </a:cubicBezTo>
                <a:cubicBezTo>
                  <a:pt x="509030" y="15213"/>
                  <a:pt x="509290" y="15145"/>
                  <a:pt x="509607" y="15111"/>
                </a:cubicBezTo>
                <a:cubicBezTo>
                  <a:pt x="509923" y="15077"/>
                  <a:pt x="510342" y="15060"/>
                  <a:pt x="510862" y="15060"/>
                </a:cubicBezTo>
                <a:cubicBezTo>
                  <a:pt x="511359" y="15060"/>
                  <a:pt x="511772" y="15077"/>
                  <a:pt x="512100" y="15111"/>
                </a:cubicBezTo>
                <a:cubicBezTo>
                  <a:pt x="512428" y="15145"/>
                  <a:pt x="512682" y="15213"/>
                  <a:pt x="512863" y="15315"/>
                </a:cubicBezTo>
                <a:cubicBezTo>
                  <a:pt x="513044" y="15417"/>
                  <a:pt x="513174" y="15530"/>
                  <a:pt x="513253" y="15654"/>
                </a:cubicBezTo>
                <a:cubicBezTo>
                  <a:pt x="513332" y="15778"/>
                  <a:pt x="513372" y="15931"/>
                  <a:pt x="513372" y="16112"/>
                </a:cubicBezTo>
                <a:lnTo>
                  <a:pt x="513372" y="20148"/>
                </a:lnTo>
                <a:cubicBezTo>
                  <a:pt x="515090" y="18226"/>
                  <a:pt x="516803" y="16819"/>
                  <a:pt x="518511" y="15925"/>
                </a:cubicBezTo>
                <a:cubicBezTo>
                  <a:pt x="520218" y="15032"/>
                  <a:pt x="521942" y="14586"/>
                  <a:pt x="523683" y="14586"/>
                </a:cubicBezTo>
                <a:cubicBezTo>
                  <a:pt x="525719" y="14586"/>
                  <a:pt x="527432" y="14930"/>
                  <a:pt x="528822" y="15620"/>
                </a:cubicBezTo>
                <a:cubicBezTo>
                  <a:pt x="530213" y="16310"/>
                  <a:pt x="531338" y="17231"/>
                  <a:pt x="532197" y="18385"/>
                </a:cubicBezTo>
                <a:cubicBezTo>
                  <a:pt x="533057" y="19538"/>
                  <a:pt x="533673" y="20889"/>
                  <a:pt x="534046" y="22438"/>
                </a:cubicBezTo>
                <a:cubicBezTo>
                  <a:pt x="534419" y="23987"/>
                  <a:pt x="534606" y="25847"/>
                  <a:pt x="534606" y="28018"/>
                </a:cubicBezTo>
                <a:lnTo>
                  <a:pt x="534606" y="46640"/>
                </a:lnTo>
                <a:close/>
                <a:moveTo>
                  <a:pt x="560316" y="44435"/>
                </a:moveTo>
                <a:cubicBezTo>
                  <a:pt x="560316" y="45091"/>
                  <a:pt x="560270" y="45611"/>
                  <a:pt x="560180" y="45995"/>
                </a:cubicBezTo>
                <a:cubicBezTo>
                  <a:pt x="560089" y="46380"/>
                  <a:pt x="559954" y="46663"/>
                  <a:pt x="559773" y="46843"/>
                </a:cubicBezTo>
                <a:cubicBezTo>
                  <a:pt x="559592" y="47024"/>
                  <a:pt x="559321" y="47194"/>
                  <a:pt x="558959" y="47352"/>
                </a:cubicBezTo>
                <a:cubicBezTo>
                  <a:pt x="558597" y="47511"/>
                  <a:pt x="558184" y="47641"/>
                  <a:pt x="557721" y="47742"/>
                </a:cubicBezTo>
                <a:cubicBezTo>
                  <a:pt x="557257" y="47844"/>
                  <a:pt x="556765" y="47929"/>
                  <a:pt x="556245" y="47997"/>
                </a:cubicBezTo>
                <a:cubicBezTo>
                  <a:pt x="555725" y="48065"/>
                  <a:pt x="555205" y="48099"/>
                  <a:pt x="554685" y="48099"/>
                </a:cubicBezTo>
                <a:cubicBezTo>
                  <a:pt x="553102" y="48099"/>
                  <a:pt x="551745" y="47889"/>
                  <a:pt x="550614" y="47470"/>
                </a:cubicBezTo>
                <a:cubicBezTo>
                  <a:pt x="549484" y="47050"/>
                  <a:pt x="548557" y="46415"/>
                  <a:pt x="547833" y="45565"/>
                </a:cubicBezTo>
                <a:cubicBezTo>
                  <a:pt x="547109" y="44715"/>
                  <a:pt x="546584" y="43638"/>
                  <a:pt x="546256" y="42335"/>
                </a:cubicBezTo>
                <a:cubicBezTo>
                  <a:pt x="545928" y="41032"/>
                  <a:pt x="545764" y="39497"/>
                  <a:pt x="545764" y="37729"/>
                </a:cubicBezTo>
                <a:lnTo>
                  <a:pt x="545764" y="19843"/>
                </a:lnTo>
                <a:lnTo>
                  <a:pt x="541490" y="19843"/>
                </a:lnTo>
                <a:cubicBezTo>
                  <a:pt x="541151" y="19843"/>
                  <a:pt x="540879" y="19662"/>
                  <a:pt x="540676" y="19300"/>
                </a:cubicBezTo>
                <a:cubicBezTo>
                  <a:pt x="540472" y="18939"/>
                  <a:pt x="540371" y="18351"/>
                  <a:pt x="540371" y="17537"/>
                </a:cubicBezTo>
                <a:cubicBezTo>
                  <a:pt x="540371" y="17107"/>
                  <a:pt x="540399" y="16745"/>
                  <a:pt x="540455" y="16451"/>
                </a:cubicBezTo>
                <a:cubicBezTo>
                  <a:pt x="540512" y="16157"/>
                  <a:pt x="540585" y="15914"/>
                  <a:pt x="540676" y="15722"/>
                </a:cubicBezTo>
                <a:cubicBezTo>
                  <a:pt x="540766" y="15530"/>
                  <a:pt x="540885" y="15394"/>
                  <a:pt x="541032" y="15315"/>
                </a:cubicBezTo>
                <a:cubicBezTo>
                  <a:pt x="541179" y="15236"/>
                  <a:pt x="541343" y="15196"/>
                  <a:pt x="541524" y="15196"/>
                </a:cubicBezTo>
                <a:lnTo>
                  <a:pt x="545764" y="15196"/>
                </a:lnTo>
                <a:lnTo>
                  <a:pt x="545764" y="7937"/>
                </a:lnTo>
                <a:cubicBezTo>
                  <a:pt x="545764" y="7779"/>
                  <a:pt x="545803" y="7632"/>
                  <a:pt x="545883" y="7496"/>
                </a:cubicBezTo>
                <a:cubicBezTo>
                  <a:pt x="545962" y="7361"/>
                  <a:pt x="546109" y="7242"/>
                  <a:pt x="546324" y="7140"/>
                </a:cubicBezTo>
                <a:cubicBezTo>
                  <a:pt x="546538" y="7038"/>
                  <a:pt x="546827" y="6965"/>
                  <a:pt x="547189" y="6920"/>
                </a:cubicBezTo>
                <a:cubicBezTo>
                  <a:pt x="547550" y="6874"/>
                  <a:pt x="548003" y="6852"/>
                  <a:pt x="548545" y="6852"/>
                </a:cubicBezTo>
                <a:cubicBezTo>
                  <a:pt x="549111" y="6852"/>
                  <a:pt x="549574" y="6874"/>
                  <a:pt x="549936" y="6920"/>
                </a:cubicBezTo>
                <a:cubicBezTo>
                  <a:pt x="550298" y="6965"/>
                  <a:pt x="550581" y="7038"/>
                  <a:pt x="550784" y="7140"/>
                </a:cubicBezTo>
                <a:cubicBezTo>
                  <a:pt x="550988" y="7242"/>
                  <a:pt x="551135" y="7361"/>
                  <a:pt x="551225" y="7496"/>
                </a:cubicBezTo>
                <a:cubicBezTo>
                  <a:pt x="551315" y="7632"/>
                  <a:pt x="551361" y="7779"/>
                  <a:pt x="551361" y="7937"/>
                </a:cubicBezTo>
                <a:lnTo>
                  <a:pt x="551361" y="15196"/>
                </a:lnTo>
                <a:lnTo>
                  <a:pt x="559196" y="15196"/>
                </a:lnTo>
                <a:cubicBezTo>
                  <a:pt x="559377" y="15196"/>
                  <a:pt x="559535" y="15236"/>
                  <a:pt x="559671" y="15315"/>
                </a:cubicBezTo>
                <a:cubicBezTo>
                  <a:pt x="559807" y="15394"/>
                  <a:pt x="559925" y="15530"/>
                  <a:pt x="560027" y="15722"/>
                </a:cubicBezTo>
                <a:cubicBezTo>
                  <a:pt x="560129" y="15914"/>
                  <a:pt x="560202" y="16157"/>
                  <a:pt x="560248" y="16451"/>
                </a:cubicBezTo>
                <a:cubicBezTo>
                  <a:pt x="560293" y="16745"/>
                  <a:pt x="560316" y="17107"/>
                  <a:pt x="560316" y="17537"/>
                </a:cubicBezTo>
                <a:cubicBezTo>
                  <a:pt x="560316" y="18351"/>
                  <a:pt x="560214" y="18939"/>
                  <a:pt x="560010" y="19300"/>
                </a:cubicBezTo>
                <a:cubicBezTo>
                  <a:pt x="559807" y="19662"/>
                  <a:pt x="559535" y="19843"/>
                  <a:pt x="559196" y="19843"/>
                </a:cubicBezTo>
                <a:lnTo>
                  <a:pt x="551361" y="19843"/>
                </a:lnTo>
                <a:lnTo>
                  <a:pt x="551361" y="36921"/>
                </a:lnTo>
                <a:cubicBezTo>
                  <a:pt x="551361" y="39030"/>
                  <a:pt x="551672" y="40623"/>
                  <a:pt x="552293" y="41700"/>
                </a:cubicBezTo>
                <a:cubicBezTo>
                  <a:pt x="552915" y="42777"/>
                  <a:pt x="554029" y="43316"/>
                  <a:pt x="555635" y="43316"/>
                </a:cubicBezTo>
                <a:cubicBezTo>
                  <a:pt x="556155" y="43316"/>
                  <a:pt x="556618" y="43265"/>
                  <a:pt x="557025" y="43163"/>
                </a:cubicBezTo>
                <a:cubicBezTo>
                  <a:pt x="557432" y="43061"/>
                  <a:pt x="557794" y="42954"/>
                  <a:pt x="558111" y="42841"/>
                </a:cubicBezTo>
                <a:cubicBezTo>
                  <a:pt x="558427" y="42728"/>
                  <a:pt x="558699" y="42620"/>
                  <a:pt x="558925" y="42519"/>
                </a:cubicBezTo>
                <a:cubicBezTo>
                  <a:pt x="559151" y="42417"/>
                  <a:pt x="559354" y="42366"/>
                  <a:pt x="559535" y="42366"/>
                </a:cubicBezTo>
                <a:cubicBezTo>
                  <a:pt x="559648" y="42366"/>
                  <a:pt x="559756" y="42394"/>
                  <a:pt x="559858" y="42451"/>
                </a:cubicBezTo>
                <a:cubicBezTo>
                  <a:pt x="559959" y="42507"/>
                  <a:pt x="560039" y="42615"/>
                  <a:pt x="560095" y="42773"/>
                </a:cubicBezTo>
                <a:cubicBezTo>
                  <a:pt x="560152" y="42931"/>
                  <a:pt x="560202" y="43146"/>
                  <a:pt x="560248" y="43418"/>
                </a:cubicBezTo>
                <a:cubicBezTo>
                  <a:pt x="560293" y="43689"/>
                  <a:pt x="560316" y="44028"/>
                  <a:pt x="560316" y="44435"/>
                </a:cubicBezTo>
                <a:close/>
                <a:moveTo>
                  <a:pt x="587225" y="38354"/>
                </a:moveTo>
                <a:cubicBezTo>
                  <a:pt x="587225" y="39916"/>
                  <a:pt x="586937" y="41308"/>
                  <a:pt x="586360" y="42530"/>
                </a:cubicBezTo>
                <a:cubicBezTo>
                  <a:pt x="585783" y="43752"/>
                  <a:pt x="584964" y="44782"/>
                  <a:pt x="583901" y="45620"/>
                </a:cubicBezTo>
                <a:cubicBezTo>
                  <a:pt x="582838" y="46458"/>
                  <a:pt x="581572" y="47091"/>
                  <a:pt x="580102" y="47521"/>
                </a:cubicBezTo>
                <a:cubicBezTo>
                  <a:pt x="578632" y="47951"/>
                  <a:pt x="577015" y="48166"/>
                  <a:pt x="575251" y="48166"/>
                </a:cubicBezTo>
                <a:cubicBezTo>
                  <a:pt x="574166" y="48166"/>
                  <a:pt x="573131" y="48082"/>
                  <a:pt x="572148" y="47912"/>
                </a:cubicBezTo>
                <a:cubicBezTo>
                  <a:pt x="571164" y="47742"/>
                  <a:pt x="570282" y="47528"/>
                  <a:pt x="569502" y="47267"/>
                </a:cubicBezTo>
                <a:cubicBezTo>
                  <a:pt x="568722" y="47007"/>
                  <a:pt x="568060" y="46736"/>
                  <a:pt x="567518" y="46453"/>
                </a:cubicBezTo>
                <a:cubicBezTo>
                  <a:pt x="566975" y="46171"/>
                  <a:pt x="566579" y="45916"/>
                  <a:pt x="566330" y="45690"/>
                </a:cubicBezTo>
                <a:cubicBezTo>
                  <a:pt x="566082" y="45464"/>
                  <a:pt x="565901" y="45147"/>
                  <a:pt x="565788" y="44740"/>
                </a:cubicBezTo>
                <a:cubicBezTo>
                  <a:pt x="565675" y="44333"/>
                  <a:pt x="565618" y="43779"/>
                  <a:pt x="565618" y="43078"/>
                </a:cubicBezTo>
                <a:cubicBezTo>
                  <a:pt x="565618" y="42649"/>
                  <a:pt x="565641" y="42287"/>
                  <a:pt x="565686" y="41993"/>
                </a:cubicBezTo>
                <a:cubicBezTo>
                  <a:pt x="565731" y="41699"/>
                  <a:pt x="565788" y="41462"/>
                  <a:pt x="565855" y="41281"/>
                </a:cubicBezTo>
                <a:cubicBezTo>
                  <a:pt x="565923" y="41100"/>
                  <a:pt x="566019" y="40970"/>
                  <a:pt x="566144" y="40891"/>
                </a:cubicBezTo>
                <a:cubicBezTo>
                  <a:pt x="566268" y="40811"/>
                  <a:pt x="566409" y="40772"/>
                  <a:pt x="566568" y="40772"/>
                </a:cubicBezTo>
                <a:cubicBezTo>
                  <a:pt x="566816" y="40772"/>
                  <a:pt x="567184" y="40924"/>
                  <a:pt x="567670" y="41230"/>
                </a:cubicBezTo>
                <a:cubicBezTo>
                  <a:pt x="568156" y="41535"/>
                  <a:pt x="568756" y="41869"/>
                  <a:pt x="569468" y="42230"/>
                </a:cubicBezTo>
                <a:cubicBezTo>
                  <a:pt x="570180" y="42592"/>
                  <a:pt x="571023" y="42926"/>
                  <a:pt x="571995" y="43231"/>
                </a:cubicBezTo>
                <a:cubicBezTo>
                  <a:pt x="572967" y="43536"/>
                  <a:pt x="574087" y="43689"/>
                  <a:pt x="575353" y="43689"/>
                </a:cubicBezTo>
                <a:cubicBezTo>
                  <a:pt x="576303" y="43689"/>
                  <a:pt x="577162" y="43587"/>
                  <a:pt x="577931" y="43384"/>
                </a:cubicBezTo>
                <a:cubicBezTo>
                  <a:pt x="578700" y="43179"/>
                  <a:pt x="579367" y="42879"/>
                  <a:pt x="579932" y="42483"/>
                </a:cubicBezTo>
                <a:cubicBezTo>
                  <a:pt x="580498" y="42086"/>
                  <a:pt x="580933" y="41582"/>
                  <a:pt x="581238" y="40970"/>
                </a:cubicBezTo>
                <a:cubicBezTo>
                  <a:pt x="581543" y="40358"/>
                  <a:pt x="581696" y="39633"/>
                  <a:pt x="581696" y="38795"/>
                </a:cubicBezTo>
                <a:cubicBezTo>
                  <a:pt x="581696" y="37935"/>
                  <a:pt x="581476" y="37211"/>
                  <a:pt x="581035" y="36622"/>
                </a:cubicBezTo>
                <a:cubicBezTo>
                  <a:pt x="580594" y="36033"/>
                  <a:pt x="580011" y="35513"/>
                  <a:pt x="579288" y="35061"/>
                </a:cubicBezTo>
                <a:cubicBezTo>
                  <a:pt x="578564" y="34608"/>
                  <a:pt x="577750" y="34206"/>
                  <a:pt x="576846" y="33855"/>
                </a:cubicBezTo>
                <a:cubicBezTo>
                  <a:pt x="575941" y="33504"/>
                  <a:pt x="575008" y="33136"/>
                  <a:pt x="574047" y="32752"/>
                </a:cubicBezTo>
                <a:cubicBezTo>
                  <a:pt x="573086" y="32367"/>
                  <a:pt x="572148" y="31931"/>
                  <a:pt x="571232" y="31444"/>
                </a:cubicBezTo>
                <a:cubicBezTo>
                  <a:pt x="570316" y="30957"/>
                  <a:pt x="569496" y="30363"/>
                  <a:pt x="568773" y="29661"/>
                </a:cubicBezTo>
                <a:cubicBezTo>
                  <a:pt x="568049" y="28959"/>
                  <a:pt x="567467" y="28122"/>
                  <a:pt x="567026" y="27149"/>
                </a:cubicBezTo>
                <a:cubicBezTo>
                  <a:pt x="566585" y="26176"/>
                  <a:pt x="566364" y="25010"/>
                  <a:pt x="566364" y="23652"/>
                </a:cubicBezTo>
                <a:cubicBezTo>
                  <a:pt x="566364" y="22452"/>
                  <a:pt x="566596" y="21303"/>
                  <a:pt x="567060" y="20206"/>
                </a:cubicBezTo>
                <a:cubicBezTo>
                  <a:pt x="567523" y="19108"/>
                  <a:pt x="568219" y="18145"/>
                  <a:pt x="569146" y="17319"/>
                </a:cubicBezTo>
                <a:cubicBezTo>
                  <a:pt x="570073" y="16493"/>
                  <a:pt x="571232" y="15830"/>
                  <a:pt x="572622" y="15333"/>
                </a:cubicBezTo>
                <a:cubicBezTo>
                  <a:pt x="574013" y="14835"/>
                  <a:pt x="575636" y="14586"/>
                  <a:pt x="577490" y="14586"/>
                </a:cubicBezTo>
                <a:cubicBezTo>
                  <a:pt x="578304" y="14586"/>
                  <a:pt x="579118" y="14654"/>
                  <a:pt x="579932" y="14792"/>
                </a:cubicBezTo>
                <a:cubicBezTo>
                  <a:pt x="580746" y="14930"/>
                  <a:pt x="581481" y="15102"/>
                  <a:pt x="582137" y="15309"/>
                </a:cubicBezTo>
                <a:cubicBezTo>
                  <a:pt x="582793" y="15515"/>
                  <a:pt x="583352" y="15739"/>
                  <a:pt x="583816" y="15979"/>
                </a:cubicBezTo>
                <a:cubicBezTo>
                  <a:pt x="584280" y="16220"/>
                  <a:pt x="584630" y="16433"/>
                  <a:pt x="584868" y="16617"/>
                </a:cubicBezTo>
                <a:cubicBezTo>
                  <a:pt x="585105" y="16800"/>
                  <a:pt x="585263" y="16960"/>
                  <a:pt x="585342" y="17096"/>
                </a:cubicBezTo>
                <a:cubicBezTo>
                  <a:pt x="585422" y="17231"/>
                  <a:pt x="585478" y="17384"/>
                  <a:pt x="585512" y="17554"/>
                </a:cubicBezTo>
                <a:cubicBezTo>
                  <a:pt x="585546" y="17723"/>
                  <a:pt x="585580" y="17932"/>
                  <a:pt x="585614" y="18181"/>
                </a:cubicBezTo>
                <a:cubicBezTo>
                  <a:pt x="585648" y="18430"/>
                  <a:pt x="585665" y="18735"/>
                  <a:pt x="585665" y="19097"/>
                </a:cubicBezTo>
                <a:cubicBezTo>
                  <a:pt x="585665" y="19481"/>
                  <a:pt x="585648" y="19815"/>
                  <a:pt x="585614" y="20098"/>
                </a:cubicBezTo>
                <a:cubicBezTo>
                  <a:pt x="585580" y="20380"/>
                  <a:pt x="585523" y="20612"/>
                  <a:pt x="585444" y="20793"/>
                </a:cubicBezTo>
                <a:cubicBezTo>
                  <a:pt x="585365" y="20974"/>
                  <a:pt x="585269" y="21104"/>
                  <a:pt x="585156" y="21183"/>
                </a:cubicBezTo>
                <a:cubicBezTo>
                  <a:pt x="585043" y="21262"/>
                  <a:pt x="584918" y="21302"/>
                  <a:pt x="584783" y="21302"/>
                </a:cubicBezTo>
                <a:cubicBezTo>
                  <a:pt x="584579" y="21302"/>
                  <a:pt x="584285" y="21176"/>
                  <a:pt x="583901" y="20923"/>
                </a:cubicBezTo>
                <a:cubicBezTo>
                  <a:pt x="583516" y="20671"/>
                  <a:pt x="583019" y="20401"/>
                  <a:pt x="582408" y="20115"/>
                </a:cubicBezTo>
                <a:cubicBezTo>
                  <a:pt x="581798" y="19828"/>
                  <a:pt x="581080" y="19558"/>
                  <a:pt x="580254" y="19306"/>
                </a:cubicBezTo>
                <a:cubicBezTo>
                  <a:pt x="579429" y="19053"/>
                  <a:pt x="578485" y="18927"/>
                  <a:pt x="577422" y="18927"/>
                </a:cubicBezTo>
                <a:cubicBezTo>
                  <a:pt x="576472" y="18927"/>
                  <a:pt x="575636" y="19035"/>
                  <a:pt x="574912" y="19251"/>
                </a:cubicBezTo>
                <a:cubicBezTo>
                  <a:pt x="574188" y="19465"/>
                  <a:pt x="573595" y="19771"/>
                  <a:pt x="573131" y="20168"/>
                </a:cubicBezTo>
                <a:cubicBezTo>
                  <a:pt x="572668" y="20564"/>
                  <a:pt x="572317" y="21034"/>
                  <a:pt x="572080" y="21578"/>
                </a:cubicBezTo>
                <a:cubicBezTo>
                  <a:pt x="571842" y="22122"/>
                  <a:pt x="571724" y="22711"/>
                  <a:pt x="571724" y="23345"/>
                </a:cubicBezTo>
                <a:cubicBezTo>
                  <a:pt x="571724" y="24228"/>
                  <a:pt x="571950" y="24969"/>
                  <a:pt x="572402" y="25569"/>
                </a:cubicBezTo>
                <a:cubicBezTo>
                  <a:pt x="572854" y="26169"/>
                  <a:pt x="573442" y="26696"/>
                  <a:pt x="574166" y="27149"/>
                </a:cubicBezTo>
                <a:cubicBezTo>
                  <a:pt x="574889" y="27601"/>
                  <a:pt x="575715" y="28008"/>
                  <a:pt x="576642" y="28371"/>
                </a:cubicBezTo>
                <a:cubicBezTo>
                  <a:pt x="577569" y="28733"/>
                  <a:pt x="578513" y="29106"/>
                  <a:pt x="579474" y="29491"/>
                </a:cubicBezTo>
                <a:cubicBezTo>
                  <a:pt x="580435" y="29876"/>
                  <a:pt x="581385" y="30306"/>
                  <a:pt x="582324" y="30781"/>
                </a:cubicBezTo>
                <a:cubicBezTo>
                  <a:pt x="583262" y="31257"/>
                  <a:pt x="584093" y="31834"/>
                  <a:pt x="584817" y="32513"/>
                </a:cubicBezTo>
                <a:cubicBezTo>
                  <a:pt x="585540" y="33192"/>
                  <a:pt x="586123" y="34008"/>
                  <a:pt x="586564" y="34959"/>
                </a:cubicBezTo>
                <a:cubicBezTo>
                  <a:pt x="587005" y="35909"/>
                  <a:pt x="587225" y="37041"/>
                  <a:pt x="587225" y="38354"/>
                </a:cubicBezTo>
                <a:close/>
                <a:moveTo>
                  <a:pt x="625615" y="44435"/>
                </a:moveTo>
                <a:cubicBezTo>
                  <a:pt x="625615" y="45091"/>
                  <a:pt x="625570" y="45611"/>
                  <a:pt x="625479" y="45995"/>
                </a:cubicBezTo>
                <a:cubicBezTo>
                  <a:pt x="625389" y="46380"/>
                  <a:pt x="625253" y="46663"/>
                  <a:pt x="625072" y="46843"/>
                </a:cubicBezTo>
                <a:cubicBezTo>
                  <a:pt x="624892" y="47024"/>
                  <a:pt x="624620" y="47194"/>
                  <a:pt x="624258" y="47352"/>
                </a:cubicBezTo>
                <a:cubicBezTo>
                  <a:pt x="623897" y="47511"/>
                  <a:pt x="623484" y="47641"/>
                  <a:pt x="623020" y="47742"/>
                </a:cubicBezTo>
                <a:cubicBezTo>
                  <a:pt x="622557" y="47844"/>
                  <a:pt x="622065" y="47929"/>
                  <a:pt x="621545" y="47997"/>
                </a:cubicBezTo>
                <a:cubicBezTo>
                  <a:pt x="621025" y="48065"/>
                  <a:pt x="620505" y="48099"/>
                  <a:pt x="619984" y="48099"/>
                </a:cubicBezTo>
                <a:cubicBezTo>
                  <a:pt x="618401" y="48099"/>
                  <a:pt x="617045" y="47889"/>
                  <a:pt x="615914" y="47470"/>
                </a:cubicBezTo>
                <a:cubicBezTo>
                  <a:pt x="614783" y="47050"/>
                  <a:pt x="613856" y="46415"/>
                  <a:pt x="613133" y="45565"/>
                </a:cubicBezTo>
                <a:cubicBezTo>
                  <a:pt x="612409" y="44715"/>
                  <a:pt x="611883" y="43638"/>
                  <a:pt x="611555" y="42335"/>
                </a:cubicBezTo>
                <a:cubicBezTo>
                  <a:pt x="611227" y="41032"/>
                  <a:pt x="611063" y="39497"/>
                  <a:pt x="611063" y="37729"/>
                </a:cubicBezTo>
                <a:lnTo>
                  <a:pt x="611063" y="19843"/>
                </a:lnTo>
                <a:lnTo>
                  <a:pt x="606790" y="19843"/>
                </a:lnTo>
                <a:cubicBezTo>
                  <a:pt x="606450" y="19843"/>
                  <a:pt x="606179" y="19662"/>
                  <a:pt x="605975" y="19300"/>
                </a:cubicBezTo>
                <a:cubicBezTo>
                  <a:pt x="605772" y="18939"/>
                  <a:pt x="605670" y="18351"/>
                  <a:pt x="605670" y="17537"/>
                </a:cubicBezTo>
                <a:cubicBezTo>
                  <a:pt x="605670" y="17107"/>
                  <a:pt x="605698" y="16745"/>
                  <a:pt x="605755" y="16451"/>
                </a:cubicBezTo>
                <a:cubicBezTo>
                  <a:pt x="605812" y="16157"/>
                  <a:pt x="605885" y="15914"/>
                  <a:pt x="605975" y="15722"/>
                </a:cubicBezTo>
                <a:cubicBezTo>
                  <a:pt x="606066" y="15530"/>
                  <a:pt x="606185" y="15394"/>
                  <a:pt x="606332" y="15315"/>
                </a:cubicBezTo>
                <a:cubicBezTo>
                  <a:pt x="606479" y="15236"/>
                  <a:pt x="606643" y="15196"/>
                  <a:pt x="606823" y="15196"/>
                </a:cubicBezTo>
                <a:lnTo>
                  <a:pt x="611063" y="15196"/>
                </a:lnTo>
                <a:lnTo>
                  <a:pt x="611063" y="7937"/>
                </a:lnTo>
                <a:cubicBezTo>
                  <a:pt x="611063" y="7779"/>
                  <a:pt x="611103" y="7632"/>
                  <a:pt x="611182" y="7496"/>
                </a:cubicBezTo>
                <a:cubicBezTo>
                  <a:pt x="611261" y="7361"/>
                  <a:pt x="611408" y="7242"/>
                  <a:pt x="611623" y="7140"/>
                </a:cubicBezTo>
                <a:cubicBezTo>
                  <a:pt x="611838" y="7038"/>
                  <a:pt x="612126" y="6965"/>
                  <a:pt x="612488" y="6920"/>
                </a:cubicBezTo>
                <a:cubicBezTo>
                  <a:pt x="612850" y="6874"/>
                  <a:pt x="613302" y="6852"/>
                  <a:pt x="613845" y="6852"/>
                </a:cubicBezTo>
                <a:cubicBezTo>
                  <a:pt x="614410" y="6852"/>
                  <a:pt x="614874" y="6874"/>
                  <a:pt x="615236" y="6920"/>
                </a:cubicBezTo>
                <a:cubicBezTo>
                  <a:pt x="615597" y="6965"/>
                  <a:pt x="615880" y="7038"/>
                  <a:pt x="616084" y="7140"/>
                </a:cubicBezTo>
                <a:cubicBezTo>
                  <a:pt x="616287" y="7242"/>
                  <a:pt x="616434" y="7361"/>
                  <a:pt x="616525" y="7496"/>
                </a:cubicBezTo>
                <a:cubicBezTo>
                  <a:pt x="616615" y="7632"/>
                  <a:pt x="616660" y="7779"/>
                  <a:pt x="616660" y="7937"/>
                </a:cubicBezTo>
                <a:lnTo>
                  <a:pt x="616660" y="15196"/>
                </a:lnTo>
                <a:lnTo>
                  <a:pt x="624496" y="15196"/>
                </a:lnTo>
                <a:cubicBezTo>
                  <a:pt x="624677" y="15196"/>
                  <a:pt x="624835" y="15236"/>
                  <a:pt x="624971" y="15315"/>
                </a:cubicBezTo>
                <a:cubicBezTo>
                  <a:pt x="625106" y="15394"/>
                  <a:pt x="625225" y="15530"/>
                  <a:pt x="625327" y="15722"/>
                </a:cubicBezTo>
                <a:cubicBezTo>
                  <a:pt x="625429" y="15914"/>
                  <a:pt x="625502" y="16157"/>
                  <a:pt x="625547" y="16451"/>
                </a:cubicBezTo>
                <a:cubicBezTo>
                  <a:pt x="625593" y="16745"/>
                  <a:pt x="625615" y="17107"/>
                  <a:pt x="625615" y="17537"/>
                </a:cubicBezTo>
                <a:cubicBezTo>
                  <a:pt x="625615" y="18351"/>
                  <a:pt x="625513" y="18939"/>
                  <a:pt x="625310" y="19300"/>
                </a:cubicBezTo>
                <a:cubicBezTo>
                  <a:pt x="625106" y="19662"/>
                  <a:pt x="624835" y="19843"/>
                  <a:pt x="624496" y="19843"/>
                </a:cubicBezTo>
                <a:lnTo>
                  <a:pt x="616660" y="19843"/>
                </a:lnTo>
                <a:lnTo>
                  <a:pt x="616660" y="36921"/>
                </a:lnTo>
                <a:cubicBezTo>
                  <a:pt x="616660" y="39030"/>
                  <a:pt x="616971" y="40623"/>
                  <a:pt x="617593" y="41700"/>
                </a:cubicBezTo>
                <a:cubicBezTo>
                  <a:pt x="618215" y="42777"/>
                  <a:pt x="619329" y="43316"/>
                  <a:pt x="620934" y="43316"/>
                </a:cubicBezTo>
                <a:cubicBezTo>
                  <a:pt x="621454" y="43316"/>
                  <a:pt x="621918" y="43265"/>
                  <a:pt x="622325" y="43163"/>
                </a:cubicBezTo>
                <a:cubicBezTo>
                  <a:pt x="622732" y="43061"/>
                  <a:pt x="623094" y="42954"/>
                  <a:pt x="623410" y="42841"/>
                </a:cubicBezTo>
                <a:cubicBezTo>
                  <a:pt x="623727" y="42728"/>
                  <a:pt x="623998" y="42620"/>
                  <a:pt x="624224" y="42519"/>
                </a:cubicBezTo>
                <a:cubicBezTo>
                  <a:pt x="624451" y="42417"/>
                  <a:pt x="624654" y="42366"/>
                  <a:pt x="624835" y="42366"/>
                </a:cubicBezTo>
                <a:cubicBezTo>
                  <a:pt x="624948" y="42366"/>
                  <a:pt x="625055" y="42394"/>
                  <a:pt x="625157" y="42451"/>
                </a:cubicBezTo>
                <a:cubicBezTo>
                  <a:pt x="625259" y="42507"/>
                  <a:pt x="625338" y="42615"/>
                  <a:pt x="625395" y="42773"/>
                </a:cubicBezTo>
                <a:cubicBezTo>
                  <a:pt x="625451" y="42931"/>
                  <a:pt x="625502" y="43146"/>
                  <a:pt x="625547" y="43418"/>
                </a:cubicBezTo>
                <a:cubicBezTo>
                  <a:pt x="625593" y="43689"/>
                  <a:pt x="625615" y="44028"/>
                  <a:pt x="625615" y="44435"/>
                </a:cubicBezTo>
                <a:close/>
                <a:moveTo>
                  <a:pt x="659648" y="46640"/>
                </a:moveTo>
                <a:cubicBezTo>
                  <a:pt x="659648" y="46821"/>
                  <a:pt x="659603" y="46974"/>
                  <a:pt x="659512" y="47098"/>
                </a:cubicBezTo>
                <a:cubicBezTo>
                  <a:pt x="659422" y="47222"/>
                  <a:pt x="659275" y="47330"/>
                  <a:pt x="659071" y="47420"/>
                </a:cubicBezTo>
                <a:cubicBezTo>
                  <a:pt x="658868" y="47511"/>
                  <a:pt x="658585" y="47578"/>
                  <a:pt x="658223" y="47624"/>
                </a:cubicBezTo>
                <a:cubicBezTo>
                  <a:pt x="657861" y="47669"/>
                  <a:pt x="657409" y="47691"/>
                  <a:pt x="656866" y="47691"/>
                </a:cubicBezTo>
                <a:cubicBezTo>
                  <a:pt x="656301" y="47691"/>
                  <a:pt x="655837" y="47669"/>
                  <a:pt x="655476" y="47624"/>
                </a:cubicBezTo>
                <a:cubicBezTo>
                  <a:pt x="655114" y="47578"/>
                  <a:pt x="654831" y="47511"/>
                  <a:pt x="654628" y="47420"/>
                </a:cubicBezTo>
                <a:cubicBezTo>
                  <a:pt x="654424" y="47330"/>
                  <a:pt x="654277" y="47222"/>
                  <a:pt x="654187" y="47098"/>
                </a:cubicBezTo>
                <a:cubicBezTo>
                  <a:pt x="654096" y="46974"/>
                  <a:pt x="654051" y="46821"/>
                  <a:pt x="654051" y="46640"/>
                </a:cubicBezTo>
                <a:lnTo>
                  <a:pt x="654051" y="28764"/>
                </a:lnTo>
                <a:cubicBezTo>
                  <a:pt x="654051" y="27023"/>
                  <a:pt x="653915" y="25621"/>
                  <a:pt x="653644" y="24558"/>
                </a:cubicBezTo>
                <a:cubicBezTo>
                  <a:pt x="653373" y="23495"/>
                  <a:pt x="652977" y="22579"/>
                  <a:pt x="652457" y="21811"/>
                </a:cubicBezTo>
                <a:cubicBezTo>
                  <a:pt x="651937" y="21042"/>
                  <a:pt x="651264" y="20454"/>
                  <a:pt x="650439" y="20047"/>
                </a:cubicBezTo>
                <a:cubicBezTo>
                  <a:pt x="649613" y="19640"/>
                  <a:pt x="648658" y="19436"/>
                  <a:pt x="647572" y="19436"/>
                </a:cubicBezTo>
                <a:cubicBezTo>
                  <a:pt x="646170" y="19436"/>
                  <a:pt x="644768" y="19934"/>
                  <a:pt x="643366" y="20929"/>
                </a:cubicBezTo>
                <a:cubicBezTo>
                  <a:pt x="641964" y="21924"/>
                  <a:pt x="640494" y="23382"/>
                  <a:pt x="638957" y="25304"/>
                </a:cubicBezTo>
                <a:lnTo>
                  <a:pt x="638957" y="46640"/>
                </a:lnTo>
                <a:cubicBezTo>
                  <a:pt x="638957" y="46821"/>
                  <a:pt x="638911" y="46974"/>
                  <a:pt x="638821" y="47098"/>
                </a:cubicBezTo>
                <a:cubicBezTo>
                  <a:pt x="638730" y="47222"/>
                  <a:pt x="638583" y="47330"/>
                  <a:pt x="638380" y="47420"/>
                </a:cubicBezTo>
                <a:cubicBezTo>
                  <a:pt x="638176" y="47511"/>
                  <a:pt x="637894" y="47578"/>
                  <a:pt x="637532" y="47624"/>
                </a:cubicBezTo>
                <a:cubicBezTo>
                  <a:pt x="637170" y="47669"/>
                  <a:pt x="636707" y="47691"/>
                  <a:pt x="636141" y="47691"/>
                </a:cubicBezTo>
                <a:cubicBezTo>
                  <a:pt x="635599" y="47691"/>
                  <a:pt x="635146" y="47669"/>
                  <a:pt x="634784" y="47624"/>
                </a:cubicBezTo>
                <a:cubicBezTo>
                  <a:pt x="634423" y="47578"/>
                  <a:pt x="634134" y="47511"/>
                  <a:pt x="633919" y="47420"/>
                </a:cubicBezTo>
                <a:cubicBezTo>
                  <a:pt x="633705" y="47330"/>
                  <a:pt x="633558" y="47222"/>
                  <a:pt x="633479" y="47098"/>
                </a:cubicBezTo>
                <a:cubicBezTo>
                  <a:pt x="633399" y="46973"/>
                  <a:pt x="633360" y="46820"/>
                  <a:pt x="633360" y="46639"/>
                </a:cubicBezTo>
                <a:lnTo>
                  <a:pt x="633360" y="1290"/>
                </a:lnTo>
                <a:cubicBezTo>
                  <a:pt x="633360" y="1109"/>
                  <a:pt x="633399" y="951"/>
                  <a:pt x="633479" y="815"/>
                </a:cubicBezTo>
                <a:cubicBezTo>
                  <a:pt x="633558" y="679"/>
                  <a:pt x="633705" y="565"/>
                  <a:pt x="633919" y="475"/>
                </a:cubicBezTo>
                <a:cubicBezTo>
                  <a:pt x="634134" y="384"/>
                  <a:pt x="634423" y="317"/>
                  <a:pt x="634784" y="271"/>
                </a:cubicBezTo>
                <a:cubicBezTo>
                  <a:pt x="635146" y="226"/>
                  <a:pt x="635599" y="204"/>
                  <a:pt x="636141" y="204"/>
                </a:cubicBezTo>
                <a:cubicBezTo>
                  <a:pt x="636707" y="204"/>
                  <a:pt x="637170" y="226"/>
                  <a:pt x="637532" y="271"/>
                </a:cubicBezTo>
                <a:cubicBezTo>
                  <a:pt x="637894" y="317"/>
                  <a:pt x="638176" y="385"/>
                  <a:pt x="638380" y="476"/>
                </a:cubicBezTo>
                <a:cubicBezTo>
                  <a:pt x="638583" y="566"/>
                  <a:pt x="638730" y="679"/>
                  <a:pt x="638821" y="815"/>
                </a:cubicBezTo>
                <a:cubicBezTo>
                  <a:pt x="638911" y="951"/>
                  <a:pt x="638957" y="1109"/>
                  <a:pt x="638957" y="1291"/>
                </a:cubicBezTo>
                <a:lnTo>
                  <a:pt x="638957" y="19606"/>
                </a:lnTo>
                <a:cubicBezTo>
                  <a:pt x="640562" y="17910"/>
                  <a:pt x="642179" y="16649"/>
                  <a:pt x="643807" y="15824"/>
                </a:cubicBezTo>
                <a:cubicBezTo>
                  <a:pt x="645435" y="14998"/>
                  <a:pt x="647075" y="14586"/>
                  <a:pt x="648726" y="14586"/>
                </a:cubicBezTo>
                <a:cubicBezTo>
                  <a:pt x="650761" y="14586"/>
                  <a:pt x="652474" y="14930"/>
                  <a:pt x="653864" y="15620"/>
                </a:cubicBezTo>
                <a:cubicBezTo>
                  <a:pt x="655255" y="16310"/>
                  <a:pt x="656380" y="17231"/>
                  <a:pt x="657239" y="18385"/>
                </a:cubicBezTo>
                <a:cubicBezTo>
                  <a:pt x="658099" y="19538"/>
                  <a:pt x="658715" y="20889"/>
                  <a:pt x="659088" y="22438"/>
                </a:cubicBezTo>
                <a:cubicBezTo>
                  <a:pt x="659461" y="23987"/>
                  <a:pt x="659648" y="25858"/>
                  <a:pt x="659648" y="28052"/>
                </a:cubicBezTo>
                <a:lnTo>
                  <a:pt x="659648" y="46640"/>
                </a:lnTo>
                <a:close/>
                <a:moveTo>
                  <a:pt x="693176" y="46674"/>
                </a:moveTo>
                <a:cubicBezTo>
                  <a:pt x="693176" y="46945"/>
                  <a:pt x="693085" y="47149"/>
                  <a:pt x="692904" y="47284"/>
                </a:cubicBezTo>
                <a:cubicBezTo>
                  <a:pt x="692723" y="47420"/>
                  <a:pt x="692475" y="47522"/>
                  <a:pt x="692158" y="47590"/>
                </a:cubicBezTo>
                <a:cubicBezTo>
                  <a:pt x="691841" y="47658"/>
                  <a:pt x="691378" y="47691"/>
                  <a:pt x="690767" y="47691"/>
                </a:cubicBezTo>
                <a:cubicBezTo>
                  <a:pt x="690179" y="47691"/>
                  <a:pt x="689710" y="47658"/>
                  <a:pt x="689360" y="47590"/>
                </a:cubicBezTo>
                <a:cubicBezTo>
                  <a:pt x="689009" y="47522"/>
                  <a:pt x="688755" y="47420"/>
                  <a:pt x="688596" y="47284"/>
                </a:cubicBezTo>
                <a:cubicBezTo>
                  <a:pt x="688438" y="47149"/>
                  <a:pt x="688359" y="46945"/>
                  <a:pt x="688359" y="46674"/>
                </a:cubicBezTo>
                <a:lnTo>
                  <a:pt x="688359" y="43621"/>
                </a:lnTo>
                <a:cubicBezTo>
                  <a:pt x="687025" y="45046"/>
                  <a:pt x="685538" y="46159"/>
                  <a:pt x="683898" y="46962"/>
                </a:cubicBezTo>
                <a:cubicBezTo>
                  <a:pt x="682259" y="47765"/>
                  <a:pt x="680523" y="48166"/>
                  <a:pt x="678692" y="48166"/>
                </a:cubicBezTo>
                <a:cubicBezTo>
                  <a:pt x="677086" y="48166"/>
                  <a:pt x="675633" y="47956"/>
                  <a:pt x="674333" y="47537"/>
                </a:cubicBezTo>
                <a:cubicBezTo>
                  <a:pt x="673033" y="47117"/>
                  <a:pt x="671925" y="46510"/>
                  <a:pt x="671009" y="45716"/>
                </a:cubicBezTo>
                <a:cubicBezTo>
                  <a:pt x="670093" y="44921"/>
                  <a:pt x="669381" y="43946"/>
                  <a:pt x="668872" y="42789"/>
                </a:cubicBezTo>
                <a:cubicBezTo>
                  <a:pt x="668363" y="41631"/>
                  <a:pt x="668109" y="40315"/>
                  <a:pt x="668109" y="38839"/>
                </a:cubicBezTo>
                <a:cubicBezTo>
                  <a:pt x="668109" y="37115"/>
                  <a:pt x="668459" y="35618"/>
                  <a:pt x="669160" y="34347"/>
                </a:cubicBezTo>
                <a:cubicBezTo>
                  <a:pt x="669861" y="33076"/>
                  <a:pt x="670868" y="32020"/>
                  <a:pt x="672179" y="31181"/>
                </a:cubicBezTo>
                <a:cubicBezTo>
                  <a:pt x="673491" y="30341"/>
                  <a:pt x="675096" y="29712"/>
                  <a:pt x="676996" y="29292"/>
                </a:cubicBezTo>
                <a:cubicBezTo>
                  <a:pt x="678895" y="28872"/>
                  <a:pt x="681032" y="28662"/>
                  <a:pt x="683407" y="28662"/>
                </a:cubicBezTo>
                <a:lnTo>
                  <a:pt x="687613" y="28662"/>
                </a:lnTo>
                <a:lnTo>
                  <a:pt x="687613" y="26296"/>
                </a:lnTo>
                <a:cubicBezTo>
                  <a:pt x="687613" y="25125"/>
                  <a:pt x="687488" y="24088"/>
                  <a:pt x="687240" y="23187"/>
                </a:cubicBezTo>
                <a:cubicBezTo>
                  <a:pt x="686991" y="22286"/>
                  <a:pt x="686589" y="21536"/>
                  <a:pt x="686035" y="20939"/>
                </a:cubicBezTo>
                <a:cubicBezTo>
                  <a:pt x="685481" y="20342"/>
                  <a:pt x="684763" y="19892"/>
                  <a:pt x="683882" y="19588"/>
                </a:cubicBezTo>
                <a:cubicBezTo>
                  <a:pt x="683000" y="19283"/>
                  <a:pt x="681914" y="19131"/>
                  <a:pt x="680625" y="19131"/>
                </a:cubicBezTo>
                <a:cubicBezTo>
                  <a:pt x="679246" y="19131"/>
                  <a:pt x="678008" y="19293"/>
                  <a:pt x="676911" y="19617"/>
                </a:cubicBezTo>
                <a:cubicBezTo>
                  <a:pt x="675814" y="19942"/>
                  <a:pt x="674853" y="20300"/>
                  <a:pt x="674028" y="20691"/>
                </a:cubicBezTo>
                <a:cubicBezTo>
                  <a:pt x="673202" y="21083"/>
                  <a:pt x="672513" y="21441"/>
                  <a:pt x="671959" y="21765"/>
                </a:cubicBezTo>
                <a:cubicBezTo>
                  <a:pt x="671405" y="22089"/>
                  <a:pt x="670992" y="22252"/>
                  <a:pt x="670721" y="22252"/>
                </a:cubicBezTo>
                <a:cubicBezTo>
                  <a:pt x="670540" y="22252"/>
                  <a:pt x="670381" y="22206"/>
                  <a:pt x="670246" y="22116"/>
                </a:cubicBezTo>
                <a:cubicBezTo>
                  <a:pt x="670110" y="22025"/>
                  <a:pt x="669991" y="21890"/>
                  <a:pt x="669890" y="21709"/>
                </a:cubicBezTo>
                <a:cubicBezTo>
                  <a:pt x="669788" y="21528"/>
                  <a:pt x="669714" y="21296"/>
                  <a:pt x="669669" y="21013"/>
                </a:cubicBezTo>
                <a:cubicBezTo>
                  <a:pt x="669624" y="20731"/>
                  <a:pt x="669601" y="20420"/>
                  <a:pt x="669601" y="20081"/>
                </a:cubicBezTo>
                <a:cubicBezTo>
                  <a:pt x="669601" y="19515"/>
                  <a:pt x="669641" y="19069"/>
                  <a:pt x="669720" y="18741"/>
                </a:cubicBezTo>
                <a:cubicBezTo>
                  <a:pt x="669799" y="18413"/>
                  <a:pt x="669991" y="18102"/>
                  <a:pt x="670297" y="17808"/>
                </a:cubicBezTo>
                <a:cubicBezTo>
                  <a:pt x="670602" y="17514"/>
                  <a:pt x="671128" y="17172"/>
                  <a:pt x="671874" y="16781"/>
                </a:cubicBezTo>
                <a:cubicBezTo>
                  <a:pt x="672620" y="16389"/>
                  <a:pt x="673479" y="16032"/>
                  <a:pt x="674452" y="15708"/>
                </a:cubicBezTo>
                <a:cubicBezTo>
                  <a:pt x="675424" y="15384"/>
                  <a:pt x="676487" y="15117"/>
                  <a:pt x="677640" y="14905"/>
                </a:cubicBezTo>
                <a:cubicBezTo>
                  <a:pt x="678794" y="14692"/>
                  <a:pt x="679958" y="14586"/>
                  <a:pt x="681134" y="14586"/>
                </a:cubicBezTo>
                <a:cubicBezTo>
                  <a:pt x="683327" y="14586"/>
                  <a:pt x="685193" y="14834"/>
                  <a:pt x="686731" y="15332"/>
                </a:cubicBezTo>
                <a:cubicBezTo>
                  <a:pt x="688269" y="15829"/>
                  <a:pt x="689512" y="16559"/>
                  <a:pt x="690462" y="17520"/>
                </a:cubicBezTo>
                <a:cubicBezTo>
                  <a:pt x="691412" y="18481"/>
                  <a:pt x="692101" y="19674"/>
                  <a:pt x="692531" y="21098"/>
                </a:cubicBezTo>
                <a:cubicBezTo>
                  <a:pt x="692961" y="22523"/>
                  <a:pt x="693176" y="24185"/>
                  <a:pt x="693176" y="26084"/>
                </a:cubicBezTo>
                <a:lnTo>
                  <a:pt x="693176" y="46674"/>
                </a:lnTo>
                <a:moveTo>
                  <a:pt x="687613" y="32699"/>
                </a:moveTo>
                <a:lnTo>
                  <a:pt x="682830" y="32699"/>
                </a:lnTo>
                <a:cubicBezTo>
                  <a:pt x="681292" y="32699"/>
                  <a:pt x="679958" y="32830"/>
                  <a:pt x="678827" y="33092"/>
                </a:cubicBezTo>
                <a:cubicBezTo>
                  <a:pt x="677697" y="33354"/>
                  <a:pt x="676758" y="33740"/>
                  <a:pt x="676012" y="34252"/>
                </a:cubicBezTo>
                <a:cubicBezTo>
                  <a:pt x="675266" y="34763"/>
                  <a:pt x="674717" y="35378"/>
                  <a:pt x="674367" y="36095"/>
                </a:cubicBezTo>
                <a:cubicBezTo>
                  <a:pt x="674016" y="36812"/>
                  <a:pt x="673841" y="37636"/>
                  <a:pt x="673841" y="38569"/>
                </a:cubicBezTo>
                <a:cubicBezTo>
                  <a:pt x="673841" y="40162"/>
                  <a:pt x="674344" y="41430"/>
                  <a:pt x="675351" y="42375"/>
                </a:cubicBezTo>
                <a:cubicBezTo>
                  <a:pt x="676357" y="43319"/>
                  <a:pt x="677765" y="43791"/>
                  <a:pt x="679574" y="43791"/>
                </a:cubicBezTo>
                <a:cubicBezTo>
                  <a:pt x="681044" y="43791"/>
                  <a:pt x="682406" y="43415"/>
                  <a:pt x="683661" y="42665"/>
                </a:cubicBezTo>
                <a:cubicBezTo>
                  <a:pt x="684916" y="41914"/>
                  <a:pt x="686233" y="40765"/>
                  <a:pt x="687613" y="39218"/>
                </a:cubicBezTo>
                <a:lnTo>
                  <a:pt x="687613" y="32699"/>
                </a:lnTo>
                <a:close/>
                <a:moveTo>
                  <a:pt x="718702" y="44435"/>
                </a:moveTo>
                <a:cubicBezTo>
                  <a:pt x="718702" y="45091"/>
                  <a:pt x="718657" y="45611"/>
                  <a:pt x="718567" y="45995"/>
                </a:cubicBezTo>
                <a:cubicBezTo>
                  <a:pt x="718476" y="46380"/>
                  <a:pt x="718340" y="46663"/>
                  <a:pt x="718159" y="46843"/>
                </a:cubicBezTo>
                <a:cubicBezTo>
                  <a:pt x="717979" y="47024"/>
                  <a:pt x="717707" y="47194"/>
                  <a:pt x="717345" y="47352"/>
                </a:cubicBezTo>
                <a:cubicBezTo>
                  <a:pt x="716984" y="47511"/>
                  <a:pt x="716571" y="47641"/>
                  <a:pt x="716107" y="47742"/>
                </a:cubicBezTo>
                <a:cubicBezTo>
                  <a:pt x="715644" y="47844"/>
                  <a:pt x="715152" y="47929"/>
                  <a:pt x="714632" y="47997"/>
                </a:cubicBezTo>
                <a:cubicBezTo>
                  <a:pt x="714112" y="48065"/>
                  <a:pt x="713592" y="48099"/>
                  <a:pt x="713071" y="48099"/>
                </a:cubicBezTo>
                <a:cubicBezTo>
                  <a:pt x="711489" y="48099"/>
                  <a:pt x="710132" y="47889"/>
                  <a:pt x="709001" y="47470"/>
                </a:cubicBezTo>
                <a:cubicBezTo>
                  <a:pt x="707870" y="47050"/>
                  <a:pt x="706943" y="46415"/>
                  <a:pt x="706220" y="45565"/>
                </a:cubicBezTo>
                <a:cubicBezTo>
                  <a:pt x="705496" y="44715"/>
                  <a:pt x="704970" y="43638"/>
                  <a:pt x="704642" y="42335"/>
                </a:cubicBezTo>
                <a:cubicBezTo>
                  <a:pt x="704314" y="41032"/>
                  <a:pt x="704151" y="39497"/>
                  <a:pt x="704151" y="37729"/>
                </a:cubicBezTo>
                <a:lnTo>
                  <a:pt x="704151" y="19843"/>
                </a:lnTo>
                <a:lnTo>
                  <a:pt x="699877" y="19843"/>
                </a:lnTo>
                <a:cubicBezTo>
                  <a:pt x="699537" y="19843"/>
                  <a:pt x="699266" y="19662"/>
                  <a:pt x="699063" y="19300"/>
                </a:cubicBezTo>
                <a:cubicBezTo>
                  <a:pt x="698859" y="18939"/>
                  <a:pt x="698757" y="18351"/>
                  <a:pt x="698757" y="17537"/>
                </a:cubicBezTo>
                <a:cubicBezTo>
                  <a:pt x="698757" y="17107"/>
                  <a:pt x="698786" y="16745"/>
                  <a:pt x="698842" y="16451"/>
                </a:cubicBezTo>
                <a:cubicBezTo>
                  <a:pt x="698899" y="16157"/>
                  <a:pt x="698972" y="15914"/>
                  <a:pt x="699063" y="15722"/>
                </a:cubicBezTo>
                <a:cubicBezTo>
                  <a:pt x="699153" y="15530"/>
                  <a:pt x="699272" y="15394"/>
                  <a:pt x="699419" y="15315"/>
                </a:cubicBezTo>
                <a:cubicBezTo>
                  <a:pt x="699566" y="15236"/>
                  <a:pt x="699730" y="15196"/>
                  <a:pt x="699911" y="15196"/>
                </a:cubicBezTo>
                <a:lnTo>
                  <a:pt x="704151" y="15196"/>
                </a:lnTo>
                <a:lnTo>
                  <a:pt x="704151" y="7937"/>
                </a:lnTo>
                <a:cubicBezTo>
                  <a:pt x="704151" y="7779"/>
                  <a:pt x="704190" y="7632"/>
                  <a:pt x="704269" y="7496"/>
                </a:cubicBezTo>
                <a:cubicBezTo>
                  <a:pt x="704348" y="7361"/>
                  <a:pt x="704495" y="7242"/>
                  <a:pt x="704710" y="7140"/>
                </a:cubicBezTo>
                <a:cubicBezTo>
                  <a:pt x="704925" y="7038"/>
                  <a:pt x="705213" y="6965"/>
                  <a:pt x="705575" y="6920"/>
                </a:cubicBezTo>
                <a:cubicBezTo>
                  <a:pt x="705937" y="6874"/>
                  <a:pt x="706389" y="6852"/>
                  <a:pt x="706932" y="6852"/>
                </a:cubicBezTo>
                <a:cubicBezTo>
                  <a:pt x="707497" y="6852"/>
                  <a:pt x="707961" y="6874"/>
                  <a:pt x="708323" y="6920"/>
                </a:cubicBezTo>
                <a:cubicBezTo>
                  <a:pt x="708684" y="6965"/>
                  <a:pt x="708967" y="7038"/>
                  <a:pt x="709171" y="7140"/>
                </a:cubicBezTo>
                <a:cubicBezTo>
                  <a:pt x="709374" y="7242"/>
                  <a:pt x="709521" y="7361"/>
                  <a:pt x="709612" y="7496"/>
                </a:cubicBezTo>
                <a:cubicBezTo>
                  <a:pt x="709702" y="7632"/>
                  <a:pt x="709747" y="7779"/>
                  <a:pt x="709747" y="7937"/>
                </a:cubicBezTo>
                <a:lnTo>
                  <a:pt x="709747" y="15196"/>
                </a:lnTo>
                <a:lnTo>
                  <a:pt x="717583" y="15196"/>
                </a:lnTo>
                <a:cubicBezTo>
                  <a:pt x="717764" y="15196"/>
                  <a:pt x="717922" y="15236"/>
                  <a:pt x="718058" y="15315"/>
                </a:cubicBezTo>
                <a:cubicBezTo>
                  <a:pt x="718193" y="15394"/>
                  <a:pt x="718312" y="15530"/>
                  <a:pt x="718414" y="15722"/>
                </a:cubicBezTo>
                <a:cubicBezTo>
                  <a:pt x="718516" y="15914"/>
                  <a:pt x="718589" y="16157"/>
                  <a:pt x="718634" y="16451"/>
                </a:cubicBezTo>
                <a:cubicBezTo>
                  <a:pt x="718680" y="16745"/>
                  <a:pt x="718702" y="17107"/>
                  <a:pt x="718702" y="17537"/>
                </a:cubicBezTo>
                <a:cubicBezTo>
                  <a:pt x="718702" y="18351"/>
                  <a:pt x="718600" y="18939"/>
                  <a:pt x="718397" y="19300"/>
                </a:cubicBezTo>
                <a:cubicBezTo>
                  <a:pt x="718193" y="19662"/>
                  <a:pt x="717922" y="19843"/>
                  <a:pt x="717583" y="19843"/>
                </a:cubicBezTo>
                <a:lnTo>
                  <a:pt x="709747" y="19843"/>
                </a:lnTo>
                <a:lnTo>
                  <a:pt x="709747" y="36921"/>
                </a:lnTo>
                <a:cubicBezTo>
                  <a:pt x="709747" y="39030"/>
                  <a:pt x="710058" y="40623"/>
                  <a:pt x="710680" y="41700"/>
                </a:cubicBezTo>
                <a:cubicBezTo>
                  <a:pt x="711302" y="42777"/>
                  <a:pt x="712416" y="43316"/>
                  <a:pt x="714021" y="43316"/>
                </a:cubicBezTo>
                <a:cubicBezTo>
                  <a:pt x="714541" y="43316"/>
                  <a:pt x="715005" y="43265"/>
                  <a:pt x="715412" y="43163"/>
                </a:cubicBezTo>
                <a:cubicBezTo>
                  <a:pt x="715819" y="43061"/>
                  <a:pt x="716181" y="42954"/>
                  <a:pt x="716497" y="42841"/>
                </a:cubicBezTo>
                <a:cubicBezTo>
                  <a:pt x="716814" y="42728"/>
                  <a:pt x="717085" y="42620"/>
                  <a:pt x="717311" y="42519"/>
                </a:cubicBezTo>
                <a:cubicBezTo>
                  <a:pt x="717538" y="42417"/>
                  <a:pt x="717741" y="42366"/>
                  <a:pt x="717922" y="42366"/>
                </a:cubicBezTo>
                <a:cubicBezTo>
                  <a:pt x="718035" y="42366"/>
                  <a:pt x="718143" y="42394"/>
                  <a:pt x="718244" y="42451"/>
                </a:cubicBezTo>
                <a:cubicBezTo>
                  <a:pt x="718346" y="42507"/>
                  <a:pt x="718425" y="42615"/>
                  <a:pt x="718482" y="42773"/>
                </a:cubicBezTo>
                <a:cubicBezTo>
                  <a:pt x="718538" y="42931"/>
                  <a:pt x="718589" y="43146"/>
                  <a:pt x="718634" y="43418"/>
                </a:cubicBezTo>
                <a:cubicBezTo>
                  <a:pt x="718680" y="43689"/>
                  <a:pt x="718702" y="44028"/>
                  <a:pt x="718702" y="44435"/>
                </a:cubicBezTo>
                <a:close/>
                <a:moveTo>
                  <a:pt x="758368" y="4545"/>
                </a:moveTo>
                <a:cubicBezTo>
                  <a:pt x="758368" y="5201"/>
                  <a:pt x="758345" y="5727"/>
                  <a:pt x="758300" y="6123"/>
                </a:cubicBezTo>
                <a:cubicBezTo>
                  <a:pt x="758255" y="6518"/>
                  <a:pt x="758187" y="6824"/>
                  <a:pt x="758097" y="7038"/>
                </a:cubicBezTo>
                <a:cubicBezTo>
                  <a:pt x="758006" y="7253"/>
                  <a:pt x="757905" y="7400"/>
                  <a:pt x="757791" y="7479"/>
                </a:cubicBezTo>
                <a:cubicBezTo>
                  <a:pt x="757678" y="7559"/>
                  <a:pt x="757554" y="7598"/>
                  <a:pt x="757418" y="7598"/>
                </a:cubicBezTo>
                <a:cubicBezTo>
                  <a:pt x="757260" y="7598"/>
                  <a:pt x="757085" y="7559"/>
                  <a:pt x="756893" y="7479"/>
                </a:cubicBezTo>
                <a:cubicBezTo>
                  <a:pt x="756700" y="7400"/>
                  <a:pt x="756463" y="7315"/>
                  <a:pt x="756180" y="7225"/>
                </a:cubicBezTo>
                <a:cubicBezTo>
                  <a:pt x="755898" y="7135"/>
                  <a:pt x="755564" y="7050"/>
                  <a:pt x="755180" y="6971"/>
                </a:cubicBezTo>
                <a:cubicBezTo>
                  <a:pt x="754795" y="6891"/>
                  <a:pt x="754343" y="6852"/>
                  <a:pt x="753823" y="6852"/>
                </a:cubicBezTo>
                <a:cubicBezTo>
                  <a:pt x="753212" y="6852"/>
                  <a:pt x="752687" y="6948"/>
                  <a:pt x="752246" y="7140"/>
                </a:cubicBezTo>
                <a:cubicBezTo>
                  <a:pt x="751805" y="7332"/>
                  <a:pt x="751437" y="7638"/>
                  <a:pt x="751143" y="8056"/>
                </a:cubicBezTo>
                <a:cubicBezTo>
                  <a:pt x="750849" y="8474"/>
                  <a:pt x="750634" y="9017"/>
                  <a:pt x="750499" y="9684"/>
                </a:cubicBezTo>
                <a:cubicBezTo>
                  <a:pt x="750363" y="10351"/>
                  <a:pt x="750295" y="11171"/>
                  <a:pt x="750295" y="12143"/>
                </a:cubicBezTo>
                <a:lnTo>
                  <a:pt x="750295" y="14925"/>
                </a:lnTo>
                <a:lnTo>
                  <a:pt x="755824" y="14925"/>
                </a:lnTo>
                <a:cubicBezTo>
                  <a:pt x="756028" y="14925"/>
                  <a:pt x="756214" y="14981"/>
                  <a:pt x="756384" y="15094"/>
                </a:cubicBezTo>
                <a:cubicBezTo>
                  <a:pt x="756553" y="15207"/>
                  <a:pt x="756695" y="15394"/>
                  <a:pt x="756808" y="15654"/>
                </a:cubicBezTo>
                <a:cubicBezTo>
                  <a:pt x="756921" y="15914"/>
                  <a:pt x="757006" y="16270"/>
                  <a:pt x="757062" y="16723"/>
                </a:cubicBezTo>
                <a:cubicBezTo>
                  <a:pt x="757119" y="17175"/>
                  <a:pt x="757147" y="17729"/>
                  <a:pt x="757147" y="18385"/>
                </a:cubicBezTo>
                <a:cubicBezTo>
                  <a:pt x="757147" y="19628"/>
                  <a:pt x="757034" y="20516"/>
                  <a:pt x="756808" y="21047"/>
                </a:cubicBezTo>
                <a:cubicBezTo>
                  <a:pt x="756582" y="21579"/>
                  <a:pt x="756254" y="21844"/>
                  <a:pt x="755824" y="21844"/>
                </a:cubicBezTo>
                <a:lnTo>
                  <a:pt x="750295" y="21844"/>
                </a:lnTo>
                <a:lnTo>
                  <a:pt x="750295" y="46335"/>
                </a:lnTo>
                <a:cubicBezTo>
                  <a:pt x="750295" y="46561"/>
                  <a:pt x="750227" y="46759"/>
                  <a:pt x="750092" y="46928"/>
                </a:cubicBezTo>
                <a:cubicBezTo>
                  <a:pt x="749956" y="47098"/>
                  <a:pt x="749730" y="47239"/>
                  <a:pt x="749413" y="47352"/>
                </a:cubicBezTo>
                <a:cubicBezTo>
                  <a:pt x="749097" y="47465"/>
                  <a:pt x="748656" y="47550"/>
                  <a:pt x="748090" y="47607"/>
                </a:cubicBezTo>
                <a:cubicBezTo>
                  <a:pt x="747525" y="47663"/>
                  <a:pt x="746835" y="47691"/>
                  <a:pt x="746021" y="47691"/>
                </a:cubicBezTo>
                <a:cubicBezTo>
                  <a:pt x="745207" y="47691"/>
                  <a:pt x="744523" y="47663"/>
                  <a:pt x="743969" y="47607"/>
                </a:cubicBezTo>
                <a:cubicBezTo>
                  <a:pt x="743415" y="47550"/>
                  <a:pt x="742974" y="47465"/>
                  <a:pt x="742646" y="47352"/>
                </a:cubicBezTo>
                <a:cubicBezTo>
                  <a:pt x="742318" y="47239"/>
                  <a:pt x="742092" y="47098"/>
                  <a:pt x="741968" y="46928"/>
                </a:cubicBezTo>
                <a:cubicBezTo>
                  <a:pt x="741843" y="46759"/>
                  <a:pt x="741781" y="46561"/>
                  <a:pt x="741781" y="46335"/>
                </a:cubicBezTo>
                <a:lnTo>
                  <a:pt x="741781" y="21844"/>
                </a:lnTo>
                <a:lnTo>
                  <a:pt x="737982" y="21844"/>
                </a:lnTo>
                <a:cubicBezTo>
                  <a:pt x="737553" y="21844"/>
                  <a:pt x="737230" y="21579"/>
                  <a:pt x="737015" y="21047"/>
                </a:cubicBezTo>
                <a:cubicBezTo>
                  <a:pt x="736801" y="20516"/>
                  <a:pt x="736693" y="19628"/>
                  <a:pt x="736693" y="18385"/>
                </a:cubicBezTo>
                <a:cubicBezTo>
                  <a:pt x="736693" y="17729"/>
                  <a:pt x="736721" y="17175"/>
                  <a:pt x="736778" y="16723"/>
                </a:cubicBezTo>
                <a:cubicBezTo>
                  <a:pt x="736835" y="16270"/>
                  <a:pt x="736914" y="15914"/>
                  <a:pt x="737015" y="15654"/>
                </a:cubicBezTo>
                <a:cubicBezTo>
                  <a:pt x="737117" y="15394"/>
                  <a:pt x="737253" y="15207"/>
                  <a:pt x="737423" y="15094"/>
                </a:cubicBezTo>
                <a:cubicBezTo>
                  <a:pt x="737592" y="14981"/>
                  <a:pt x="737790" y="14925"/>
                  <a:pt x="738016" y="14925"/>
                </a:cubicBezTo>
                <a:lnTo>
                  <a:pt x="741781" y="14925"/>
                </a:lnTo>
                <a:lnTo>
                  <a:pt x="741781" y="12381"/>
                </a:lnTo>
                <a:cubicBezTo>
                  <a:pt x="741781" y="10323"/>
                  <a:pt x="741985" y="8520"/>
                  <a:pt x="742392" y="6971"/>
                </a:cubicBezTo>
                <a:cubicBezTo>
                  <a:pt x="742799" y="5422"/>
                  <a:pt x="743438" y="4133"/>
                  <a:pt x="744308" y="3104"/>
                </a:cubicBezTo>
                <a:cubicBezTo>
                  <a:pt x="745179" y="2075"/>
                  <a:pt x="746287" y="1300"/>
                  <a:pt x="747632" y="780"/>
                </a:cubicBezTo>
                <a:cubicBezTo>
                  <a:pt x="748978" y="260"/>
                  <a:pt x="750567" y="0"/>
                  <a:pt x="752398" y="0"/>
                </a:cubicBezTo>
                <a:cubicBezTo>
                  <a:pt x="753280" y="0"/>
                  <a:pt x="754117" y="73"/>
                  <a:pt x="754908" y="220"/>
                </a:cubicBezTo>
                <a:cubicBezTo>
                  <a:pt x="755700" y="367"/>
                  <a:pt x="756322" y="526"/>
                  <a:pt x="756774" y="695"/>
                </a:cubicBezTo>
                <a:cubicBezTo>
                  <a:pt x="757226" y="865"/>
                  <a:pt x="757531" y="1023"/>
                  <a:pt x="757690" y="1170"/>
                </a:cubicBezTo>
                <a:cubicBezTo>
                  <a:pt x="757848" y="1317"/>
                  <a:pt x="757978" y="1532"/>
                  <a:pt x="758080" y="1815"/>
                </a:cubicBezTo>
                <a:cubicBezTo>
                  <a:pt x="758182" y="2097"/>
                  <a:pt x="758255" y="2459"/>
                  <a:pt x="758300" y="2900"/>
                </a:cubicBezTo>
                <a:cubicBezTo>
                  <a:pt x="758345" y="3341"/>
                  <a:pt x="758368" y="3889"/>
                  <a:pt x="758368" y="4545"/>
                </a:cubicBezTo>
                <a:close/>
                <a:moveTo>
                  <a:pt x="770897" y="46335"/>
                </a:moveTo>
                <a:cubicBezTo>
                  <a:pt x="770897" y="46561"/>
                  <a:pt x="770829" y="46759"/>
                  <a:pt x="770693" y="46928"/>
                </a:cubicBezTo>
                <a:cubicBezTo>
                  <a:pt x="770558" y="47098"/>
                  <a:pt x="770326" y="47239"/>
                  <a:pt x="769998" y="47352"/>
                </a:cubicBezTo>
                <a:cubicBezTo>
                  <a:pt x="769670" y="47465"/>
                  <a:pt x="769235" y="47550"/>
                  <a:pt x="768692" y="47607"/>
                </a:cubicBezTo>
                <a:cubicBezTo>
                  <a:pt x="768149" y="47663"/>
                  <a:pt x="767460" y="47691"/>
                  <a:pt x="766623" y="47691"/>
                </a:cubicBezTo>
                <a:cubicBezTo>
                  <a:pt x="765786" y="47691"/>
                  <a:pt x="765097" y="47663"/>
                  <a:pt x="764554" y="47607"/>
                </a:cubicBezTo>
                <a:cubicBezTo>
                  <a:pt x="764011" y="47550"/>
                  <a:pt x="763576" y="47465"/>
                  <a:pt x="763248" y="47352"/>
                </a:cubicBezTo>
                <a:cubicBezTo>
                  <a:pt x="762920" y="47239"/>
                  <a:pt x="762688" y="47098"/>
                  <a:pt x="762553" y="46928"/>
                </a:cubicBezTo>
                <a:cubicBezTo>
                  <a:pt x="762417" y="46759"/>
                  <a:pt x="762349" y="46561"/>
                  <a:pt x="762349" y="46335"/>
                </a:cubicBezTo>
                <a:lnTo>
                  <a:pt x="762349" y="16146"/>
                </a:lnTo>
                <a:cubicBezTo>
                  <a:pt x="762349" y="15920"/>
                  <a:pt x="762417" y="15722"/>
                  <a:pt x="762553" y="15552"/>
                </a:cubicBezTo>
                <a:cubicBezTo>
                  <a:pt x="762688" y="15383"/>
                  <a:pt x="762920" y="15236"/>
                  <a:pt x="763248" y="15111"/>
                </a:cubicBezTo>
                <a:cubicBezTo>
                  <a:pt x="763576" y="14987"/>
                  <a:pt x="764011" y="14891"/>
                  <a:pt x="764554" y="14823"/>
                </a:cubicBezTo>
                <a:cubicBezTo>
                  <a:pt x="765097" y="14755"/>
                  <a:pt x="765786" y="14721"/>
                  <a:pt x="766623" y="14721"/>
                </a:cubicBezTo>
                <a:cubicBezTo>
                  <a:pt x="767460" y="14721"/>
                  <a:pt x="768149" y="14755"/>
                  <a:pt x="768692" y="14823"/>
                </a:cubicBezTo>
                <a:cubicBezTo>
                  <a:pt x="769235" y="14891"/>
                  <a:pt x="769670" y="14987"/>
                  <a:pt x="769998" y="15111"/>
                </a:cubicBezTo>
                <a:cubicBezTo>
                  <a:pt x="770326" y="15236"/>
                  <a:pt x="770558" y="15383"/>
                  <a:pt x="770693" y="15552"/>
                </a:cubicBezTo>
                <a:cubicBezTo>
                  <a:pt x="770829" y="15722"/>
                  <a:pt x="770897" y="15920"/>
                  <a:pt x="770897" y="16146"/>
                </a:cubicBezTo>
                <a:lnTo>
                  <a:pt x="770897" y="46335"/>
                </a:lnTo>
                <a:moveTo>
                  <a:pt x="771541" y="5834"/>
                </a:moveTo>
                <a:cubicBezTo>
                  <a:pt x="771541" y="7553"/>
                  <a:pt x="771191" y="8740"/>
                  <a:pt x="770490" y="9396"/>
                </a:cubicBezTo>
                <a:cubicBezTo>
                  <a:pt x="769789" y="10052"/>
                  <a:pt x="768489" y="10380"/>
                  <a:pt x="766589" y="10380"/>
                </a:cubicBezTo>
                <a:cubicBezTo>
                  <a:pt x="764667" y="10380"/>
                  <a:pt x="763372" y="10063"/>
                  <a:pt x="762705" y="9430"/>
                </a:cubicBezTo>
                <a:cubicBezTo>
                  <a:pt x="762038" y="8797"/>
                  <a:pt x="761705" y="7655"/>
                  <a:pt x="761705" y="6004"/>
                </a:cubicBezTo>
                <a:cubicBezTo>
                  <a:pt x="761705" y="4285"/>
                  <a:pt x="762049" y="3092"/>
                  <a:pt x="762739" y="2425"/>
                </a:cubicBezTo>
                <a:cubicBezTo>
                  <a:pt x="763429" y="1758"/>
                  <a:pt x="764735" y="1425"/>
                  <a:pt x="766657" y="1425"/>
                </a:cubicBezTo>
                <a:cubicBezTo>
                  <a:pt x="768556" y="1425"/>
                  <a:pt x="769845" y="1747"/>
                  <a:pt x="770524" y="2391"/>
                </a:cubicBezTo>
                <a:cubicBezTo>
                  <a:pt x="771202" y="3036"/>
                  <a:pt x="771541" y="4183"/>
                  <a:pt x="771541" y="5834"/>
                </a:cubicBezTo>
                <a:close/>
                <a:moveTo>
                  <a:pt x="805997" y="45724"/>
                </a:moveTo>
                <a:cubicBezTo>
                  <a:pt x="806178" y="46109"/>
                  <a:pt x="806262" y="46425"/>
                  <a:pt x="806251" y="46674"/>
                </a:cubicBezTo>
                <a:cubicBezTo>
                  <a:pt x="806240" y="46923"/>
                  <a:pt x="806076" y="47126"/>
                  <a:pt x="805759" y="47284"/>
                </a:cubicBezTo>
                <a:cubicBezTo>
                  <a:pt x="805443" y="47443"/>
                  <a:pt x="804956" y="47550"/>
                  <a:pt x="804301" y="47607"/>
                </a:cubicBezTo>
                <a:cubicBezTo>
                  <a:pt x="803645" y="47663"/>
                  <a:pt x="802774" y="47691"/>
                  <a:pt x="801689" y="47691"/>
                </a:cubicBezTo>
                <a:cubicBezTo>
                  <a:pt x="800671" y="47691"/>
                  <a:pt x="799851" y="47675"/>
                  <a:pt x="799230" y="47641"/>
                </a:cubicBezTo>
                <a:cubicBezTo>
                  <a:pt x="798608" y="47607"/>
                  <a:pt x="798122" y="47539"/>
                  <a:pt x="797771" y="47437"/>
                </a:cubicBezTo>
                <a:cubicBezTo>
                  <a:pt x="797421" y="47335"/>
                  <a:pt x="797160" y="47211"/>
                  <a:pt x="796991" y="47064"/>
                </a:cubicBezTo>
                <a:cubicBezTo>
                  <a:pt x="796821" y="46917"/>
                  <a:pt x="796691" y="46730"/>
                  <a:pt x="796601" y="46504"/>
                </a:cubicBezTo>
                <a:lnTo>
                  <a:pt x="791004" y="35752"/>
                </a:lnTo>
                <a:lnTo>
                  <a:pt x="785407" y="46504"/>
                </a:lnTo>
                <a:cubicBezTo>
                  <a:pt x="785317" y="46730"/>
                  <a:pt x="785192" y="46917"/>
                  <a:pt x="785034" y="47064"/>
                </a:cubicBezTo>
                <a:cubicBezTo>
                  <a:pt x="784876" y="47211"/>
                  <a:pt x="784633" y="47335"/>
                  <a:pt x="784305" y="47437"/>
                </a:cubicBezTo>
                <a:cubicBezTo>
                  <a:pt x="783977" y="47539"/>
                  <a:pt x="783519" y="47607"/>
                  <a:pt x="782931" y="47641"/>
                </a:cubicBezTo>
                <a:cubicBezTo>
                  <a:pt x="782343" y="47675"/>
                  <a:pt x="781574" y="47691"/>
                  <a:pt x="780625" y="47691"/>
                </a:cubicBezTo>
                <a:cubicBezTo>
                  <a:pt x="779630" y="47691"/>
                  <a:pt x="778838" y="47663"/>
                  <a:pt x="778250" y="47607"/>
                </a:cubicBezTo>
                <a:cubicBezTo>
                  <a:pt x="777662" y="47550"/>
                  <a:pt x="777233" y="47443"/>
                  <a:pt x="776961" y="47284"/>
                </a:cubicBezTo>
                <a:cubicBezTo>
                  <a:pt x="776690" y="47126"/>
                  <a:pt x="776548" y="46923"/>
                  <a:pt x="776537" y="46674"/>
                </a:cubicBezTo>
                <a:cubicBezTo>
                  <a:pt x="776526" y="46425"/>
                  <a:pt x="776622" y="46109"/>
                  <a:pt x="776825" y="45724"/>
                </a:cubicBezTo>
                <a:lnTo>
                  <a:pt x="785204" y="30833"/>
                </a:lnTo>
                <a:lnTo>
                  <a:pt x="777470" y="16858"/>
                </a:lnTo>
                <a:cubicBezTo>
                  <a:pt x="777266" y="16451"/>
                  <a:pt x="777159" y="16106"/>
                  <a:pt x="777148" y="15824"/>
                </a:cubicBezTo>
                <a:cubicBezTo>
                  <a:pt x="777136" y="15541"/>
                  <a:pt x="777278" y="15321"/>
                  <a:pt x="777572" y="15162"/>
                </a:cubicBezTo>
                <a:cubicBezTo>
                  <a:pt x="777866" y="15004"/>
                  <a:pt x="778335" y="14891"/>
                  <a:pt x="778979" y="14823"/>
                </a:cubicBezTo>
                <a:cubicBezTo>
                  <a:pt x="779624" y="14755"/>
                  <a:pt x="780500" y="14721"/>
                  <a:pt x="781608" y="14721"/>
                </a:cubicBezTo>
                <a:cubicBezTo>
                  <a:pt x="782603" y="14721"/>
                  <a:pt x="783400" y="14738"/>
                  <a:pt x="784000" y="14772"/>
                </a:cubicBezTo>
                <a:cubicBezTo>
                  <a:pt x="784599" y="14806"/>
                  <a:pt x="785068" y="14857"/>
                  <a:pt x="785407" y="14925"/>
                </a:cubicBezTo>
                <a:cubicBezTo>
                  <a:pt x="785746" y="14993"/>
                  <a:pt x="785995" y="15100"/>
                  <a:pt x="786153" y="15247"/>
                </a:cubicBezTo>
                <a:cubicBezTo>
                  <a:pt x="786312" y="15394"/>
                  <a:pt x="786447" y="15581"/>
                  <a:pt x="786561" y="15807"/>
                </a:cubicBezTo>
                <a:lnTo>
                  <a:pt x="791954" y="25915"/>
                </a:lnTo>
                <a:lnTo>
                  <a:pt x="797313" y="15807"/>
                </a:lnTo>
                <a:cubicBezTo>
                  <a:pt x="797381" y="15626"/>
                  <a:pt x="797483" y="15468"/>
                  <a:pt x="797618" y="15332"/>
                </a:cubicBezTo>
                <a:cubicBezTo>
                  <a:pt x="797754" y="15196"/>
                  <a:pt x="797969" y="15083"/>
                  <a:pt x="798263" y="14993"/>
                </a:cubicBezTo>
                <a:cubicBezTo>
                  <a:pt x="798557" y="14902"/>
                  <a:pt x="798958" y="14834"/>
                  <a:pt x="799467" y="14789"/>
                </a:cubicBezTo>
                <a:cubicBezTo>
                  <a:pt x="799976" y="14744"/>
                  <a:pt x="800671" y="14721"/>
                  <a:pt x="801553" y="14721"/>
                </a:cubicBezTo>
                <a:cubicBezTo>
                  <a:pt x="802548" y="14721"/>
                  <a:pt x="803345" y="14744"/>
                  <a:pt x="803944" y="14789"/>
                </a:cubicBezTo>
                <a:cubicBezTo>
                  <a:pt x="804544" y="14834"/>
                  <a:pt x="804973" y="14936"/>
                  <a:pt x="805233" y="15094"/>
                </a:cubicBezTo>
                <a:cubicBezTo>
                  <a:pt x="805494" y="15253"/>
                  <a:pt x="805618" y="15473"/>
                  <a:pt x="805607" y="15756"/>
                </a:cubicBezTo>
                <a:cubicBezTo>
                  <a:pt x="805595" y="16038"/>
                  <a:pt x="805465" y="16406"/>
                  <a:pt x="805216" y="16858"/>
                </a:cubicBezTo>
                <a:lnTo>
                  <a:pt x="797686" y="30596"/>
                </a:lnTo>
                <a:lnTo>
                  <a:pt x="805997" y="45724"/>
                </a:lnTo>
                <a:close/>
                <a:moveTo>
                  <a:pt x="844857" y="43326"/>
                </a:moveTo>
                <a:cubicBezTo>
                  <a:pt x="844857" y="44326"/>
                  <a:pt x="844795" y="45093"/>
                  <a:pt x="844671" y="45628"/>
                </a:cubicBezTo>
                <a:cubicBezTo>
                  <a:pt x="844547" y="46161"/>
                  <a:pt x="844383" y="46536"/>
                  <a:pt x="844179" y="46752"/>
                </a:cubicBezTo>
                <a:cubicBezTo>
                  <a:pt x="843976" y="46968"/>
                  <a:pt x="843676" y="47161"/>
                  <a:pt x="843280" y="47331"/>
                </a:cubicBezTo>
                <a:cubicBezTo>
                  <a:pt x="842884" y="47501"/>
                  <a:pt x="842421" y="47649"/>
                  <a:pt x="841889" y="47774"/>
                </a:cubicBezTo>
                <a:cubicBezTo>
                  <a:pt x="841358" y="47899"/>
                  <a:pt x="840781" y="47996"/>
                  <a:pt x="840160" y="48064"/>
                </a:cubicBezTo>
                <a:cubicBezTo>
                  <a:pt x="839538" y="48132"/>
                  <a:pt x="838910" y="48166"/>
                  <a:pt x="838277" y="48166"/>
                </a:cubicBezTo>
                <a:cubicBezTo>
                  <a:pt x="836581" y="48166"/>
                  <a:pt x="835111" y="47952"/>
                  <a:pt x="833867" y="47522"/>
                </a:cubicBezTo>
                <a:cubicBezTo>
                  <a:pt x="832624" y="47092"/>
                  <a:pt x="831595" y="46431"/>
                  <a:pt x="830781" y="45538"/>
                </a:cubicBezTo>
                <a:cubicBezTo>
                  <a:pt x="829967" y="44644"/>
                  <a:pt x="829367" y="43519"/>
                  <a:pt x="828983" y="42163"/>
                </a:cubicBezTo>
                <a:cubicBezTo>
                  <a:pt x="828598" y="40806"/>
                  <a:pt x="828406" y="39200"/>
                  <a:pt x="828406" y="37346"/>
                </a:cubicBezTo>
                <a:lnTo>
                  <a:pt x="828406" y="21844"/>
                </a:lnTo>
                <a:lnTo>
                  <a:pt x="824777" y="21844"/>
                </a:lnTo>
                <a:cubicBezTo>
                  <a:pt x="824347" y="21844"/>
                  <a:pt x="824019" y="21579"/>
                  <a:pt x="823793" y="21047"/>
                </a:cubicBezTo>
                <a:cubicBezTo>
                  <a:pt x="823567" y="20516"/>
                  <a:pt x="823454" y="19628"/>
                  <a:pt x="823454" y="18385"/>
                </a:cubicBezTo>
                <a:cubicBezTo>
                  <a:pt x="823454" y="17729"/>
                  <a:pt x="823482" y="17175"/>
                  <a:pt x="823539" y="16723"/>
                </a:cubicBezTo>
                <a:cubicBezTo>
                  <a:pt x="823595" y="16270"/>
                  <a:pt x="823680" y="15914"/>
                  <a:pt x="823793" y="15654"/>
                </a:cubicBezTo>
                <a:cubicBezTo>
                  <a:pt x="823906" y="15394"/>
                  <a:pt x="824048" y="15207"/>
                  <a:pt x="824217" y="15094"/>
                </a:cubicBezTo>
                <a:cubicBezTo>
                  <a:pt x="824387" y="14981"/>
                  <a:pt x="824585" y="14925"/>
                  <a:pt x="824811" y="14925"/>
                </a:cubicBezTo>
                <a:lnTo>
                  <a:pt x="828406" y="14925"/>
                </a:lnTo>
                <a:lnTo>
                  <a:pt x="828406" y="8147"/>
                </a:lnTo>
                <a:cubicBezTo>
                  <a:pt x="828406" y="7920"/>
                  <a:pt x="828468" y="7715"/>
                  <a:pt x="828593" y="7533"/>
                </a:cubicBezTo>
                <a:cubicBezTo>
                  <a:pt x="828717" y="7352"/>
                  <a:pt x="828943" y="7199"/>
                  <a:pt x="829271" y="7074"/>
                </a:cubicBezTo>
                <a:cubicBezTo>
                  <a:pt x="829599" y="6949"/>
                  <a:pt x="830040" y="6859"/>
                  <a:pt x="830594" y="6802"/>
                </a:cubicBezTo>
                <a:cubicBezTo>
                  <a:pt x="831148" y="6745"/>
                  <a:pt x="831832" y="6716"/>
                  <a:pt x="832646" y="6716"/>
                </a:cubicBezTo>
                <a:cubicBezTo>
                  <a:pt x="833483" y="6716"/>
                  <a:pt x="834178" y="6745"/>
                  <a:pt x="834732" y="6802"/>
                </a:cubicBezTo>
                <a:cubicBezTo>
                  <a:pt x="835286" y="6859"/>
                  <a:pt x="835722" y="6949"/>
                  <a:pt x="836038" y="7074"/>
                </a:cubicBezTo>
                <a:cubicBezTo>
                  <a:pt x="836355" y="7199"/>
                  <a:pt x="836581" y="7352"/>
                  <a:pt x="836717" y="7533"/>
                </a:cubicBezTo>
                <a:cubicBezTo>
                  <a:pt x="836852" y="7715"/>
                  <a:pt x="836920" y="7920"/>
                  <a:pt x="836920" y="8147"/>
                </a:cubicBezTo>
                <a:lnTo>
                  <a:pt x="836920" y="14925"/>
                </a:lnTo>
                <a:lnTo>
                  <a:pt x="843501" y="14925"/>
                </a:lnTo>
                <a:cubicBezTo>
                  <a:pt x="843727" y="14925"/>
                  <a:pt x="843925" y="14981"/>
                  <a:pt x="844094" y="15094"/>
                </a:cubicBezTo>
                <a:cubicBezTo>
                  <a:pt x="844264" y="15207"/>
                  <a:pt x="844405" y="15394"/>
                  <a:pt x="844518" y="15654"/>
                </a:cubicBezTo>
                <a:cubicBezTo>
                  <a:pt x="844631" y="15914"/>
                  <a:pt x="844716" y="16270"/>
                  <a:pt x="844773" y="16723"/>
                </a:cubicBezTo>
                <a:cubicBezTo>
                  <a:pt x="844829" y="17175"/>
                  <a:pt x="844857" y="17729"/>
                  <a:pt x="844857" y="18385"/>
                </a:cubicBezTo>
                <a:cubicBezTo>
                  <a:pt x="844857" y="19628"/>
                  <a:pt x="844744" y="20516"/>
                  <a:pt x="844518" y="21047"/>
                </a:cubicBezTo>
                <a:cubicBezTo>
                  <a:pt x="844292" y="21579"/>
                  <a:pt x="843964" y="21844"/>
                  <a:pt x="843535" y="21844"/>
                </a:cubicBezTo>
                <a:lnTo>
                  <a:pt x="836920" y="21844"/>
                </a:lnTo>
                <a:lnTo>
                  <a:pt x="836920" y="36031"/>
                </a:lnTo>
                <a:cubicBezTo>
                  <a:pt x="836920" y="37679"/>
                  <a:pt x="837180" y="38915"/>
                  <a:pt x="837700" y="39739"/>
                </a:cubicBezTo>
                <a:cubicBezTo>
                  <a:pt x="838220" y="40563"/>
                  <a:pt x="839148" y="40975"/>
                  <a:pt x="840482" y="40975"/>
                </a:cubicBezTo>
                <a:cubicBezTo>
                  <a:pt x="840934" y="40975"/>
                  <a:pt x="841341" y="40936"/>
                  <a:pt x="841703" y="40857"/>
                </a:cubicBezTo>
                <a:cubicBezTo>
                  <a:pt x="842065" y="40777"/>
                  <a:pt x="842387" y="40687"/>
                  <a:pt x="842670" y="40585"/>
                </a:cubicBezTo>
                <a:cubicBezTo>
                  <a:pt x="842952" y="40483"/>
                  <a:pt x="843190" y="40393"/>
                  <a:pt x="843382" y="40314"/>
                </a:cubicBezTo>
                <a:cubicBezTo>
                  <a:pt x="843574" y="40235"/>
                  <a:pt x="843749" y="40195"/>
                  <a:pt x="843908" y="40195"/>
                </a:cubicBezTo>
                <a:cubicBezTo>
                  <a:pt x="844043" y="40195"/>
                  <a:pt x="844173" y="40235"/>
                  <a:pt x="844298" y="40314"/>
                </a:cubicBezTo>
                <a:cubicBezTo>
                  <a:pt x="844422" y="40393"/>
                  <a:pt x="844518" y="40552"/>
                  <a:pt x="844586" y="40790"/>
                </a:cubicBezTo>
                <a:cubicBezTo>
                  <a:pt x="844654" y="41027"/>
                  <a:pt x="844716" y="41351"/>
                  <a:pt x="844773" y="41760"/>
                </a:cubicBezTo>
                <a:cubicBezTo>
                  <a:pt x="844829" y="42168"/>
                  <a:pt x="844857" y="42690"/>
                  <a:pt x="844857" y="43326"/>
                </a:cubicBezTo>
                <a:close/>
                <a:moveTo>
                  <a:pt x="880161" y="46334"/>
                </a:moveTo>
                <a:cubicBezTo>
                  <a:pt x="880161" y="46560"/>
                  <a:pt x="880093" y="46758"/>
                  <a:pt x="879958" y="46928"/>
                </a:cubicBezTo>
                <a:cubicBezTo>
                  <a:pt x="879822" y="47098"/>
                  <a:pt x="879596" y="47239"/>
                  <a:pt x="879279" y="47352"/>
                </a:cubicBezTo>
                <a:cubicBezTo>
                  <a:pt x="878963" y="47465"/>
                  <a:pt x="878527" y="47550"/>
                  <a:pt x="877973" y="47607"/>
                </a:cubicBezTo>
                <a:cubicBezTo>
                  <a:pt x="877419" y="47663"/>
                  <a:pt x="876735" y="47691"/>
                  <a:pt x="875921" y="47691"/>
                </a:cubicBezTo>
                <a:cubicBezTo>
                  <a:pt x="875084" y="47691"/>
                  <a:pt x="874389" y="47663"/>
                  <a:pt x="873835" y="47607"/>
                </a:cubicBezTo>
                <a:cubicBezTo>
                  <a:pt x="873281" y="47550"/>
                  <a:pt x="872846" y="47465"/>
                  <a:pt x="872529" y="47352"/>
                </a:cubicBezTo>
                <a:cubicBezTo>
                  <a:pt x="872213" y="47239"/>
                  <a:pt x="871986" y="47098"/>
                  <a:pt x="871851" y="46928"/>
                </a:cubicBezTo>
                <a:cubicBezTo>
                  <a:pt x="871715" y="46759"/>
                  <a:pt x="871647" y="46561"/>
                  <a:pt x="871647" y="46335"/>
                </a:cubicBezTo>
                <a:lnTo>
                  <a:pt x="871647" y="29069"/>
                </a:lnTo>
                <a:cubicBezTo>
                  <a:pt x="871647" y="27600"/>
                  <a:pt x="871540" y="26446"/>
                  <a:pt x="871325" y="25610"/>
                </a:cubicBezTo>
                <a:cubicBezTo>
                  <a:pt x="871110" y="24773"/>
                  <a:pt x="870799" y="24055"/>
                  <a:pt x="870392" y="23456"/>
                </a:cubicBezTo>
                <a:cubicBezTo>
                  <a:pt x="869985" y="22856"/>
                  <a:pt x="869459" y="22393"/>
                  <a:pt x="868815" y="22065"/>
                </a:cubicBezTo>
                <a:cubicBezTo>
                  <a:pt x="868170" y="21737"/>
                  <a:pt x="867419" y="21573"/>
                  <a:pt x="866559" y="21573"/>
                </a:cubicBezTo>
                <a:cubicBezTo>
                  <a:pt x="865474" y="21573"/>
                  <a:pt x="864377" y="21969"/>
                  <a:pt x="863269" y="22760"/>
                </a:cubicBezTo>
                <a:cubicBezTo>
                  <a:pt x="862161" y="23552"/>
                  <a:pt x="861008" y="24705"/>
                  <a:pt x="859809" y="26220"/>
                </a:cubicBezTo>
                <a:lnTo>
                  <a:pt x="859809" y="46335"/>
                </a:lnTo>
                <a:cubicBezTo>
                  <a:pt x="859809" y="46561"/>
                  <a:pt x="859741" y="46759"/>
                  <a:pt x="859606" y="46928"/>
                </a:cubicBezTo>
                <a:cubicBezTo>
                  <a:pt x="859470" y="47098"/>
                  <a:pt x="859238" y="47239"/>
                  <a:pt x="858910" y="47352"/>
                </a:cubicBezTo>
                <a:cubicBezTo>
                  <a:pt x="858582" y="47465"/>
                  <a:pt x="858147" y="47550"/>
                  <a:pt x="857604" y="47607"/>
                </a:cubicBezTo>
                <a:cubicBezTo>
                  <a:pt x="857062" y="47663"/>
                  <a:pt x="856372" y="47691"/>
                  <a:pt x="855535" y="47691"/>
                </a:cubicBezTo>
                <a:cubicBezTo>
                  <a:pt x="854699" y="47691"/>
                  <a:pt x="854009" y="47663"/>
                  <a:pt x="853466" y="47607"/>
                </a:cubicBezTo>
                <a:cubicBezTo>
                  <a:pt x="852923" y="47550"/>
                  <a:pt x="852488" y="47465"/>
                  <a:pt x="852160" y="47352"/>
                </a:cubicBezTo>
                <a:cubicBezTo>
                  <a:pt x="851832" y="47239"/>
                  <a:pt x="851601" y="47098"/>
                  <a:pt x="851465" y="46928"/>
                </a:cubicBezTo>
                <a:cubicBezTo>
                  <a:pt x="851329" y="46759"/>
                  <a:pt x="851261" y="46561"/>
                  <a:pt x="851261" y="46335"/>
                </a:cubicBezTo>
                <a:lnTo>
                  <a:pt x="851261" y="1730"/>
                </a:lnTo>
                <a:cubicBezTo>
                  <a:pt x="851261" y="1504"/>
                  <a:pt x="851329" y="1300"/>
                  <a:pt x="851465" y="1119"/>
                </a:cubicBezTo>
                <a:cubicBezTo>
                  <a:pt x="851601" y="938"/>
                  <a:pt x="851832" y="786"/>
                  <a:pt x="852160" y="661"/>
                </a:cubicBezTo>
                <a:cubicBezTo>
                  <a:pt x="852488" y="537"/>
                  <a:pt x="852923" y="441"/>
                  <a:pt x="853466" y="373"/>
                </a:cubicBezTo>
                <a:cubicBezTo>
                  <a:pt x="854009" y="305"/>
                  <a:pt x="854699" y="271"/>
                  <a:pt x="855535" y="271"/>
                </a:cubicBezTo>
                <a:cubicBezTo>
                  <a:pt x="856372" y="271"/>
                  <a:pt x="857062" y="305"/>
                  <a:pt x="857604" y="373"/>
                </a:cubicBezTo>
                <a:cubicBezTo>
                  <a:pt x="858147" y="441"/>
                  <a:pt x="858582" y="537"/>
                  <a:pt x="858910" y="661"/>
                </a:cubicBezTo>
                <a:cubicBezTo>
                  <a:pt x="859238" y="785"/>
                  <a:pt x="859470" y="937"/>
                  <a:pt x="859606" y="1118"/>
                </a:cubicBezTo>
                <a:cubicBezTo>
                  <a:pt x="859741" y="1298"/>
                  <a:pt x="859809" y="1502"/>
                  <a:pt x="859809" y="1728"/>
                </a:cubicBezTo>
                <a:lnTo>
                  <a:pt x="859809" y="18423"/>
                </a:lnTo>
                <a:cubicBezTo>
                  <a:pt x="861279" y="16974"/>
                  <a:pt x="862777" y="15893"/>
                  <a:pt x="864304" y="15180"/>
                </a:cubicBezTo>
                <a:cubicBezTo>
                  <a:pt x="865830" y="14467"/>
                  <a:pt x="867419" y="14111"/>
                  <a:pt x="869069" y="14111"/>
                </a:cubicBezTo>
                <a:cubicBezTo>
                  <a:pt x="871127" y="14111"/>
                  <a:pt x="872863" y="14450"/>
                  <a:pt x="874276" y="15129"/>
                </a:cubicBezTo>
                <a:cubicBezTo>
                  <a:pt x="875689" y="15808"/>
                  <a:pt x="876831" y="16737"/>
                  <a:pt x="877702" y="17914"/>
                </a:cubicBezTo>
                <a:cubicBezTo>
                  <a:pt x="878573" y="19091"/>
                  <a:pt x="879200" y="20466"/>
                  <a:pt x="879585" y="22040"/>
                </a:cubicBezTo>
                <a:cubicBezTo>
                  <a:pt x="879969" y="23613"/>
                  <a:pt x="880161" y="25519"/>
                  <a:pt x="880161" y="27760"/>
                </a:cubicBezTo>
                <a:lnTo>
                  <a:pt x="880161" y="46334"/>
                </a:lnTo>
                <a:close/>
                <a:moveTo>
                  <a:pt x="916724" y="30319"/>
                </a:moveTo>
                <a:cubicBezTo>
                  <a:pt x="916724" y="31361"/>
                  <a:pt x="916492" y="32132"/>
                  <a:pt x="916029" y="32630"/>
                </a:cubicBezTo>
                <a:cubicBezTo>
                  <a:pt x="915565" y="33128"/>
                  <a:pt x="914926" y="33377"/>
                  <a:pt x="914112" y="33377"/>
                </a:cubicBezTo>
                <a:lnTo>
                  <a:pt x="895694" y="33377"/>
                </a:lnTo>
                <a:cubicBezTo>
                  <a:pt x="895694" y="34671"/>
                  <a:pt x="895846" y="35846"/>
                  <a:pt x="896152" y="36902"/>
                </a:cubicBezTo>
                <a:cubicBezTo>
                  <a:pt x="896457" y="37958"/>
                  <a:pt x="896943" y="38855"/>
                  <a:pt x="897610" y="39593"/>
                </a:cubicBezTo>
                <a:cubicBezTo>
                  <a:pt x="898277" y="40331"/>
                  <a:pt x="899137" y="40893"/>
                  <a:pt x="900188" y="41278"/>
                </a:cubicBezTo>
                <a:cubicBezTo>
                  <a:pt x="901240" y="41664"/>
                  <a:pt x="902500" y="41857"/>
                  <a:pt x="903970" y="41857"/>
                </a:cubicBezTo>
                <a:cubicBezTo>
                  <a:pt x="905463" y="41857"/>
                  <a:pt x="906774" y="41748"/>
                  <a:pt x="907905" y="41530"/>
                </a:cubicBezTo>
                <a:cubicBezTo>
                  <a:pt x="909036" y="41311"/>
                  <a:pt x="910014" y="41070"/>
                  <a:pt x="910839" y="40806"/>
                </a:cubicBezTo>
                <a:cubicBezTo>
                  <a:pt x="911664" y="40541"/>
                  <a:pt x="912348" y="40300"/>
                  <a:pt x="912891" y="40082"/>
                </a:cubicBezTo>
                <a:cubicBezTo>
                  <a:pt x="913434" y="39863"/>
                  <a:pt x="913875" y="39754"/>
                  <a:pt x="914214" y="39754"/>
                </a:cubicBezTo>
                <a:cubicBezTo>
                  <a:pt x="914418" y="39754"/>
                  <a:pt x="914587" y="39794"/>
                  <a:pt x="914723" y="39874"/>
                </a:cubicBezTo>
                <a:cubicBezTo>
                  <a:pt x="914858" y="39953"/>
                  <a:pt x="914972" y="40095"/>
                  <a:pt x="915062" y="40300"/>
                </a:cubicBezTo>
                <a:cubicBezTo>
                  <a:pt x="915152" y="40504"/>
                  <a:pt x="915215" y="40794"/>
                  <a:pt x="915249" y="41169"/>
                </a:cubicBezTo>
                <a:cubicBezTo>
                  <a:pt x="915282" y="41545"/>
                  <a:pt x="915299" y="42016"/>
                  <a:pt x="915299" y="42584"/>
                </a:cubicBezTo>
                <a:cubicBezTo>
                  <a:pt x="915299" y="43085"/>
                  <a:pt x="915288" y="43511"/>
                  <a:pt x="915266" y="43864"/>
                </a:cubicBezTo>
                <a:cubicBezTo>
                  <a:pt x="915243" y="44216"/>
                  <a:pt x="915209" y="44517"/>
                  <a:pt x="915164" y="44767"/>
                </a:cubicBezTo>
                <a:cubicBezTo>
                  <a:pt x="915119" y="45017"/>
                  <a:pt x="915051" y="45228"/>
                  <a:pt x="914960" y="45399"/>
                </a:cubicBezTo>
                <a:cubicBezTo>
                  <a:pt x="914870" y="45569"/>
                  <a:pt x="914751" y="45734"/>
                  <a:pt x="914604" y="45893"/>
                </a:cubicBezTo>
                <a:cubicBezTo>
                  <a:pt x="914457" y="46052"/>
                  <a:pt x="914056" y="46267"/>
                  <a:pt x="913400" y="46538"/>
                </a:cubicBezTo>
                <a:cubicBezTo>
                  <a:pt x="912744" y="46810"/>
                  <a:pt x="911907" y="47075"/>
                  <a:pt x="910890" y="47335"/>
                </a:cubicBezTo>
                <a:cubicBezTo>
                  <a:pt x="909872" y="47595"/>
                  <a:pt x="908708" y="47822"/>
                  <a:pt x="907396" y="48014"/>
                </a:cubicBezTo>
                <a:cubicBezTo>
                  <a:pt x="906085" y="48206"/>
                  <a:pt x="904682" y="48302"/>
                  <a:pt x="903190" y="48302"/>
                </a:cubicBezTo>
                <a:cubicBezTo>
                  <a:pt x="900499" y="48302"/>
                  <a:pt x="898142" y="47962"/>
                  <a:pt x="896118" y="47282"/>
                </a:cubicBezTo>
                <a:cubicBezTo>
                  <a:pt x="894094" y="46603"/>
                  <a:pt x="892403" y="45571"/>
                  <a:pt x="891047" y="44189"/>
                </a:cubicBezTo>
                <a:cubicBezTo>
                  <a:pt x="889690" y="42807"/>
                  <a:pt x="888678" y="41063"/>
                  <a:pt x="888011" y="38956"/>
                </a:cubicBezTo>
                <a:cubicBezTo>
                  <a:pt x="887344" y="36849"/>
                  <a:pt x="887010" y="34379"/>
                  <a:pt x="887010" y="31547"/>
                </a:cubicBezTo>
                <a:cubicBezTo>
                  <a:pt x="887010" y="28850"/>
                  <a:pt x="887361" y="26420"/>
                  <a:pt x="888062" y="24256"/>
                </a:cubicBezTo>
                <a:cubicBezTo>
                  <a:pt x="888763" y="22092"/>
                  <a:pt x="889780" y="20257"/>
                  <a:pt x="891114" y="18750"/>
                </a:cubicBezTo>
                <a:cubicBezTo>
                  <a:pt x="892449" y="17243"/>
                  <a:pt x="894071" y="16093"/>
                  <a:pt x="895982" y="15300"/>
                </a:cubicBezTo>
                <a:cubicBezTo>
                  <a:pt x="897893" y="14507"/>
                  <a:pt x="900047" y="14111"/>
                  <a:pt x="902444" y="14111"/>
                </a:cubicBezTo>
                <a:cubicBezTo>
                  <a:pt x="904976" y="14111"/>
                  <a:pt x="907142" y="14485"/>
                  <a:pt x="908939" y="15232"/>
                </a:cubicBezTo>
                <a:cubicBezTo>
                  <a:pt x="910737" y="15980"/>
                  <a:pt x="912213" y="17016"/>
                  <a:pt x="913366" y="18341"/>
                </a:cubicBezTo>
                <a:cubicBezTo>
                  <a:pt x="914519" y="19666"/>
                  <a:pt x="915367" y="21235"/>
                  <a:pt x="915910" y="23048"/>
                </a:cubicBezTo>
                <a:cubicBezTo>
                  <a:pt x="916453" y="24859"/>
                  <a:pt x="916724" y="26830"/>
                  <a:pt x="916724" y="28960"/>
                </a:cubicBezTo>
                <a:lnTo>
                  <a:pt x="916724" y="30319"/>
                </a:lnTo>
                <a:moveTo>
                  <a:pt x="908448" y="27882"/>
                </a:moveTo>
                <a:cubicBezTo>
                  <a:pt x="908515" y="25475"/>
                  <a:pt x="908035" y="23584"/>
                  <a:pt x="907006" y="22210"/>
                </a:cubicBezTo>
                <a:cubicBezTo>
                  <a:pt x="905977" y="20836"/>
                  <a:pt x="904389" y="20148"/>
                  <a:pt x="902240" y="20148"/>
                </a:cubicBezTo>
                <a:cubicBezTo>
                  <a:pt x="901155" y="20148"/>
                  <a:pt x="900211" y="20353"/>
                  <a:pt x="899408" y="20762"/>
                </a:cubicBezTo>
                <a:cubicBezTo>
                  <a:pt x="898605" y="21171"/>
                  <a:pt x="897938" y="21722"/>
                  <a:pt x="897407" y="22415"/>
                </a:cubicBezTo>
                <a:cubicBezTo>
                  <a:pt x="896875" y="23107"/>
                  <a:pt x="896468" y="23925"/>
                  <a:pt x="896186" y="24868"/>
                </a:cubicBezTo>
                <a:cubicBezTo>
                  <a:pt x="895903" y="25810"/>
                  <a:pt x="895739" y="26814"/>
                  <a:pt x="895694" y="27882"/>
                </a:cubicBezTo>
                <a:lnTo>
                  <a:pt x="908448" y="27882"/>
                </a:lnTo>
                <a:close/>
                <a:moveTo>
                  <a:pt x="969251" y="30798"/>
                </a:moveTo>
                <a:cubicBezTo>
                  <a:pt x="969251" y="33495"/>
                  <a:pt x="968957" y="35919"/>
                  <a:pt x="968369" y="38072"/>
                </a:cubicBezTo>
                <a:cubicBezTo>
                  <a:pt x="967781" y="40224"/>
                  <a:pt x="966933" y="42060"/>
                  <a:pt x="965825" y="43578"/>
                </a:cubicBezTo>
                <a:cubicBezTo>
                  <a:pt x="964717" y="45096"/>
                  <a:pt x="963355" y="46263"/>
                  <a:pt x="961738" y="47079"/>
                </a:cubicBezTo>
                <a:cubicBezTo>
                  <a:pt x="960121" y="47894"/>
                  <a:pt x="958284" y="48302"/>
                  <a:pt x="956226" y="48302"/>
                </a:cubicBezTo>
                <a:cubicBezTo>
                  <a:pt x="955208" y="48302"/>
                  <a:pt x="954259" y="48206"/>
                  <a:pt x="953377" y="48013"/>
                </a:cubicBezTo>
                <a:cubicBezTo>
                  <a:pt x="952495" y="47820"/>
                  <a:pt x="951652" y="47509"/>
                  <a:pt x="950850" y="47079"/>
                </a:cubicBezTo>
                <a:cubicBezTo>
                  <a:pt x="950047" y="46648"/>
                  <a:pt x="949255" y="46104"/>
                  <a:pt x="948475" y="45447"/>
                </a:cubicBezTo>
                <a:cubicBezTo>
                  <a:pt x="947695" y="44790"/>
                  <a:pt x="946898" y="43997"/>
                  <a:pt x="946084" y="43068"/>
                </a:cubicBezTo>
                <a:lnTo>
                  <a:pt x="946084" y="46341"/>
                </a:lnTo>
                <a:cubicBezTo>
                  <a:pt x="946084" y="46589"/>
                  <a:pt x="946022" y="46798"/>
                  <a:pt x="945897" y="46966"/>
                </a:cubicBezTo>
                <a:cubicBezTo>
                  <a:pt x="945773" y="47135"/>
                  <a:pt x="945569" y="47275"/>
                  <a:pt x="945287" y="47388"/>
                </a:cubicBezTo>
                <a:cubicBezTo>
                  <a:pt x="945004" y="47501"/>
                  <a:pt x="944625" y="47579"/>
                  <a:pt x="944150" y="47624"/>
                </a:cubicBezTo>
                <a:cubicBezTo>
                  <a:pt x="943676" y="47669"/>
                  <a:pt x="943099" y="47691"/>
                  <a:pt x="942421" y="47691"/>
                </a:cubicBezTo>
                <a:cubicBezTo>
                  <a:pt x="941720" y="47691"/>
                  <a:pt x="941137" y="47669"/>
                  <a:pt x="940674" y="47624"/>
                </a:cubicBezTo>
                <a:cubicBezTo>
                  <a:pt x="940210" y="47578"/>
                  <a:pt x="939837" y="47499"/>
                  <a:pt x="939554" y="47386"/>
                </a:cubicBezTo>
                <a:cubicBezTo>
                  <a:pt x="939272" y="47273"/>
                  <a:pt x="939074" y="47132"/>
                  <a:pt x="938961" y="46962"/>
                </a:cubicBezTo>
                <a:cubicBezTo>
                  <a:pt x="938848" y="46793"/>
                  <a:pt x="938791" y="46583"/>
                  <a:pt x="938791" y="46335"/>
                </a:cubicBezTo>
                <a:lnTo>
                  <a:pt x="938791" y="1730"/>
                </a:lnTo>
                <a:cubicBezTo>
                  <a:pt x="938791" y="1504"/>
                  <a:pt x="938859" y="1300"/>
                  <a:pt x="938995" y="1119"/>
                </a:cubicBezTo>
                <a:cubicBezTo>
                  <a:pt x="939130" y="938"/>
                  <a:pt x="939362" y="786"/>
                  <a:pt x="939690" y="661"/>
                </a:cubicBezTo>
                <a:cubicBezTo>
                  <a:pt x="940018" y="537"/>
                  <a:pt x="940453" y="441"/>
                  <a:pt x="940996" y="373"/>
                </a:cubicBezTo>
                <a:cubicBezTo>
                  <a:pt x="941539" y="305"/>
                  <a:pt x="942228" y="271"/>
                  <a:pt x="943065" y="271"/>
                </a:cubicBezTo>
                <a:cubicBezTo>
                  <a:pt x="943902" y="271"/>
                  <a:pt x="944591" y="305"/>
                  <a:pt x="945134" y="373"/>
                </a:cubicBezTo>
                <a:cubicBezTo>
                  <a:pt x="945677" y="441"/>
                  <a:pt x="946112" y="537"/>
                  <a:pt x="946440" y="661"/>
                </a:cubicBezTo>
                <a:cubicBezTo>
                  <a:pt x="946768" y="785"/>
                  <a:pt x="947000" y="937"/>
                  <a:pt x="947135" y="1118"/>
                </a:cubicBezTo>
                <a:cubicBezTo>
                  <a:pt x="947271" y="1299"/>
                  <a:pt x="947339" y="1502"/>
                  <a:pt x="947339" y="1728"/>
                </a:cubicBezTo>
                <a:lnTo>
                  <a:pt x="947339" y="18427"/>
                </a:lnTo>
                <a:cubicBezTo>
                  <a:pt x="948108" y="17657"/>
                  <a:pt x="948877" y="17000"/>
                  <a:pt x="949646" y="16456"/>
                </a:cubicBezTo>
                <a:cubicBezTo>
                  <a:pt x="950414" y="15912"/>
                  <a:pt x="951183" y="15465"/>
                  <a:pt x="951952" y="15113"/>
                </a:cubicBezTo>
                <a:cubicBezTo>
                  <a:pt x="952721" y="14762"/>
                  <a:pt x="953512" y="14508"/>
                  <a:pt x="954326" y="14349"/>
                </a:cubicBezTo>
                <a:cubicBezTo>
                  <a:pt x="955141" y="14190"/>
                  <a:pt x="956000" y="14111"/>
                  <a:pt x="956904" y="14111"/>
                </a:cubicBezTo>
                <a:cubicBezTo>
                  <a:pt x="959143" y="14111"/>
                  <a:pt x="961043" y="14558"/>
                  <a:pt x="962603" y="15454"/>
                </a:cubicBezTo>
                <a:cubicBezTo>
                  <a:pt x="964163" y="16348"/>
                  <a:pt x="965435" y="17555"/>
                  <a:pt x="966419" y="19074"/>
                </a:cubicBezTo>
                <a:cubicBezTo>
                  <a:pt x="967403" y="20592"/>
                  <a:pt x="968121" y="22365"/>
                  <a:pt x="968573" y="24393"/>
                </a:cubicBezTo>
                <a:cubicBezTo>
                  <a:pt x="969025" y="26420"/>
                  <a:pt x="969251" y="28555"/>
                  <a:pt x="969251" y="30798"/>
                </a:cubicBezTo>
                <a:moveTo>
                  <a:pt x="960398" y="31427"/>
                </a:moveTo>
                <a:cubicBezTo>
                  <a:pt x="960398" y="30136"/>
                  <a:pt x="960302" y="28890"/>
                  <a:pt x="960110" y="27689"/>
                </a:cubicBezTo>
                <a:cubicBezTo>
                  <a:pt x="959918" y="26489"/>
                  <a:pt x="959584" y="25424"/>
                  <a:pt x="959109" y="24496"/>
                </a:cubicBezTo>
                <a:cubicBezTo>
                  <a:pt x="958634" y="23567"/>
                  <a:pt x="958018" y="22825"/>
                  <a:pt x="957261" y="22271"/>
                </a:cubicBezTo>
                <a:cubicBezTo>
                  <a:pt x="956503" y="21715"/>
                  <a:pt x="955548" y="21437"/>
                  <a:pt x="954394" y="21437"/>
                </a:cubicBezTo>
                <a:cubicBezTo>
                  <a:pt x="953829" y="21437"/>
                  <a:pt x="953275" y="21517"/>
                  <a:pt x="952732" y="21675"/>
                </a:cubicBezTo>
                <a:cubicBezTo>
                  <a:pt x="952190" y="21832"/>
                  <a:pt x="951630" y="22103"/>
                  <a:pt x="951053" y="22487"/>
                </a:cubicBezTo>
                <a:cubicBezTo>
                  <a:pt x="950477" y="22871"/>
                  <a:pt x="949883" y="23367"/>
                  <a:pt x="949272" y="23977"/>
                </a:cubicBezTo>
                <a:cubicBezTo>
                  <a:pt x="948662" y="24586"/>
                  <a:pt x="948017" y="25342"/>
                  <a:pt x="947339" y="26245"/>
                </a:cubicBezTo>
                <a:lnTo>
                  <a:pt x="947339" y="36305"/>
                </a:lnTo>
                <a:cubicBezTo>
                  <a:pt x="948537" y="37850"/>
                  <a:pt x="949685" y="39027"/>
                  <a:pt x="950782" y="39834"/>
                </a:cubicBezTo>
                <a:cubicBezTo>
                  <a:pt x="951879" y="40640"/>
                  <a:pt x="953026" y="41043"/>
                  <a:pt x="954225" y="41043"/>
                </a:cubicBezTo>
                <a:cubicBezTo>
                  <a:pt x="955333" y="41043"/>
                  <a:pt x="956271" y="40760"/>
                  <a:pt x="957040" y="40194"/>
                </a:cubicBezTo>
                <a:cubicBezTo>
                  <a:pt x="957809" y="39627"/>
                  <a:pt x="958448" y="38891"/>
                  <a:pt x="958957" y="37985"/>
                </a:cubicBezTo>
                <a:cubicBezTo>
                  <a:pt x="959465" y="37079"/>
                  <a:pt x="959833" y="36048"/>
                  <a:pt x="960059" y="34893"/>
                </a:cubicBezTo>
                <a:cubicBezTo>
                  <a:pt x="960285" y="33738"/>
                  <a:pt x="960398" y="32582"/>
                  <a:pt x="960398" y="31427"/>
                </a:cubicBezTo>
                <a:close/>
                <a:moveTo>
                  <a:pt x="1005000" y="46335"/>
                </a:moveTo>
                <a:cubicBezTo>
                  <a:pt x="1005000" y="46561"/>
                  <a:pt x="1004944" y="46759"/>
                  <a:pt x="1004831" y="46928"/>
                </a:cubicBezTo>
                <a:cubicBezTo>
                  <a:pt x="1004718" y="47098"/>
                  <a:pt x="1004520" y="47239"/>
                  <a:pt x="1004237" y="47352"/>
                </a:cubicBezTo>
                <a:cubicBezTo>
                  <a:pt x="1003955" y="47465"/>
                  <a:pt x="1003581" y="47550"/>
                  <a:pt x="1003118" y="47607"/>
                </a:cubicBezTo>
                <a:cubicBezTo>
                  <a:pt x="1002654" y="47663"/>
                  <a:pt x="1002072" y="47691"/>
                  <a:pt x="1001371" y="47691"/>
                </a:cubicBezTo>
                <a:cubicBezTo>
                  <a:pt x="1000625" y="47691"/>
                  <a:pt x="1000020" y="47663"/>
                  <a:pt x="999556" y="47607"/>
                </a:cubicBezTo>
                <a:cubicBezTo>
                  <a:pt x="999093" y="47550"/>
                  <a:pt x="998725" y="47465"/>
                  <a:pt x="998454" y="47352"/>
                </a:cubicBezTo>
                <a:cubicBezTo>
                  <a:pt x="998182" y="47239"/>
                  <a:pt x="997990" y="47098"/>
                  <a:pt x="997877" y="46928"/>
                </a:cubicBezTo>
                <a:cubicBezTo>
                  <a:pt x="997764" y="46759"/>
                  <a:pt x="997708" y="46561"/>
                  <a:pt x="997708" y="46335"/>
                </a:cubicBezTo>
                <a:lnTo>
                  <a:pt x="997708" y="42841"/>
                </a:lnTo>
                <a:cubicBezTo>
                  <a:pt x="996034" y="44661"/>
                  <a:pt x="994333" y="46027"/>
                  <a:pt x="992603" y="46937"/>
                </a:cubicBezTo>
                <a:cubicBezTo>
                  <a:pt x="990873" y="47847"/>
                  <a:pt x="989081" y="48302"/>
                  <a:pt x="987226" y="48302"/>
                </a:cubicBezTo>
                <a:cubicBezTo>
                  <a:pt x="985146" y="48302"/>
                  <a:pt x="983399" y="47962"/>
                  <a:pt x="981986" y="47283"/>
                </a:cubicBezTo>
                <a:cubicBezTo>
                  <a:pt x="980572" y="46604"/>
                  <a:pt x="979430" y="45676"/>
                  <a:pt x="978560" y="44500"/>
                </a:cubicBezTo>
                <a:cubicBezTo>
                  <a:pt x="977689" y="43323"/>
                  <a:pt x="977067" y="41959"/>
                  <a:pt x="976694" y="40408"/>
                </a:cubicBezTo>
                <a:cubicBezTo>
                  <a:pt x="976321" y="38857"/>
                  <a:pt x="976134" y="36927"/>
                  <a:pt x="976134" y="34619"/>
                </a:cubicBezTo>
                <a:lnTo>
                  <a:pt x="976134" y="16079"/>
                </a:lnTo>
                <a:cubicBezTo>
                  <a:pt x="976134" y="15853"/>
                  <a:pt x="976197" y="15655"/>
                  <a:pt x="976321" y="15486"/>
                </a:cubicBezTo>
                <a:cubicBezTo>
                  <a:pt x="976445" y="15315"/>
                  <a:pt x="976672" y="15174"/>
                  <a:pt x="976999" y="15060"/>
                </a:cubicBezTo>
                <a:cubicBezTo>
                  <a:pt x="977327" y="14947"/>
                  <a:pt x="977768" y="14863"/>
                  <a:pt x="978322" y="14806"/>
                </a:cubicBezTo>
                <a:cubicBezTo>
                  <a:pt x="978876" y="14750"/>
                  <a:pt x="979560" y="14721"/>
                  <a:pt x="980374" y="14721"/>
                </a:cubicBezTo>
                <a:cubicBezTo>
                  <a:pt x="981211" y="14721"/>
                  <a:pt x="981901" y="14750"/>
                  <a:pt x="982444" y="14806"/>
                </a:cubicBezTo>
                <a:cubicBezTo>
                  <a:pt x="982986" y="14863"/>
                  <a:pt x="983422" y="14947"/>
                  <a:pt x="983750" y="15060"/>
                </a:cubicBezTo>
                <a:cubicBezTo>
                  <a:pt x="984077" y="15174"/>
                  <a:pt x="984309" y="15315"/>
                  <a:pt x="984445" y="15484"/>
                </a:cubicBezTo>
                <a:cubicBezTo>
                  <a:pt x="984581" y="15654"/>
                  <a:pt x="984648" y="15852"/>
                  <a:pt x="984648" y="16078"/>
                </a:cubicBezTo>
                <a:lnTo>
                  <a:pt x="984648" y="33174"/>
                </a:lnTo>
                <a:cubicBezTo>
                  <a:pt x="984648" y="34757"/>
                  <a:pt x="984750" y="35966"/>
                  <a:pt x="984954" y="36803"/>
                </a:cubicBezTo>
                <a:cubicBezTo>
                  <a:pt x="985157" y="37640"/>
                  <a:pt x="985468" y="38358"/>
                  <a:pt x="985886" y="38957"/>
                </a:cubicBezTo>
                <a:cubicBezTo>
                  <a:pt x="986305" y="39556"/>
                  <a:pt x="986836" y="40020"/>
                  <a:pt x="987481" y="40348"/>
                </a:cubicBezTo>
                <a:cubicBezTo>
                  <a:pt x="988125" y="40676"/>
                  <a:pt x="988877" y="40840"/>
                  <a:pt x="989736" y="40840"/>
                </a:cubicBezTo>
                <a:cubicBezTo>
                  <a:pt x="990822" y="40840"/>
                  <a:pt x="991913" y="40444"/>
                  <a:pt x="993010" y="39652"/>
                </a:cubicBezTo>
                <a:cubicBezTo>
                  <a:pt x="994106" y="38861"/>
                  <a:pt x="995277" y="37708"/>
                  <a:pt x="996520" y="36193"/>
                </a:cubicBezTo>
                <a:lnTo>
                  <a:pt x="996520" y="16078"/>
                </a:lnTo>
                <a:cubicBezTo>
                  <a:pt x="996520" y="15852"/>
                  <a:pt x="996583" y="15654"/>
                  <a:pt x="996707" y="15484"/>
                </a:cubicBezTo>
                <a:cubicBezTo>
                  <a:pt x="996831" y="15315"/>
                  <a:pt x="997057" y="15174"/>
                  <a:pt x="997385" y="15060"/>
                </a:cubicBezTo>
                <a:cubicBezTo>
                  <a:pt x="997713" y="14947"/>
                  <a:pt x="998149" y="14863"/>
                  <a:pt x="998691" y="14806"/>
                </a:cubicBezTo>
                <a:cubicBezTo>
                  <a:pt x="999234" y="14750"/>
                  <a:pt x="999924" y="14721"/>
                  <a:pt x="1000760" y="14721"/>
                </a:cubicBezTo>
                <a:cubicBezTo>
                  <a:pt x="1001597" y="14721"/>
                  <a:pt x="1002287" y="14750"/>
                  <a:pt x="1002830" y="14806"/>
                </a:cubicBezTo>
                <a:cubicBezTo>
                  <a:pt x="1003372" y="14863"/>
                  <a:pt x="1003802" y="14947"/>
                  <a:pt x="1004118" y="15060"/>
                </a:cubicBezTo>
                <a:cubicBezTo>
                  <a:pt x="1004435" y="15174"/>
                  <a:pt x="1004661" y="15315"/>
                  <a:pt x="1004797" y="15484"/>
                </a:cubicBezTo>
                <a:cubicBezTo>
                  <a:pt x="1004933" y="15654"/>
                  <a:pt x="1005000" y="15852"/>
                  <a:pt x="1005000" y="16078"/>
                </a:cubicBezTo>
                <a:lnTo>
                  <a:pt x="1005000" y="46335"/>
                </a:lnTo>
                <a:close/>
                <a:moveTo>
                  <a:pt x="1041088" y="18181"/>
                </a:moveTo>
                <a:cubicBezTo>
                  <a:pt x="1041088" y="19267"/>
                  <a:pt x="1040964" y="20069"/>
                  <a:pt x="1040715" y="20589"/>
                </a:cubicBezTo>
                <a:cubicBezTo>
                  <a:pt x="1040466" y="21110"/>
                  <a:pt x="1040161" y="21370"/>
                  <a:pt x="1039799" y="21370"/>
                </a:cubicBezTo>
                <a:lnTo>
                  <a:pt x="1036238" y="21370"/>
                </a:lnTo>
                <a:cubicBezTo>
                  <a:pt x="1036735" y="21907"/>
                  <a:pt x="1037091" y="22518"/>
                  <a:pt x="1037306" y="23202"/>
                </a:cubicBezTo>
                <a:cubicBezTo>
                  <a:pt x="1037521" y="23886"/>
                  <a:pt x="1037628" y="24598"/>
                  <a:pt x="1037628" y="25338"/>
                </a:cubicBezTo>
                <a:cubicBezTo>
                  <a:pt x="1037628" y="27102"/>
                  <a:pt x="1037334" y="28668"/>
                  <a:pt x="1036746" y="30036"/>
                </a:cubicBezTo>
                <a:cubicBezTo>
                  <a:pt x="1036158" y="31404"/>
                  <a:pt x="1035316" y="32558"/>
                  <a:pt x="1034219" y="33496"/>
                </a:cubicBezTo>
                <a:cubicBezTo>
                  <a:pt x="1033123" y="34434"/>
                  <a:pt x="1031800" y="35147"/>
                  <a:pt x="1030251" y="35633"/>
                </a:cubicBezTo>
                <a:cubicBezTo>
                  <a:pt x="1028702" y="36119"/>
                  <a:pt x="1026977" y="36362"/>
                  <a:pt x="1025078" y="36362"/>
                </a:cubicBezTo>
                <a:cubicBezTo>
                  <a:pt x="1024106" y="36362"/>
                  <a:pt x="1023178" y="36243"/>
                  <a:pt x="1022296" y="36006"/>
                </a:cubicBezTo>
                <a:cubicBezTo>
                  <a:pt x="1021415" y="35769"/>
                  <a:pt x="1020736" y="35492"/>
                  <a:pt x="1020261" y="35175"/>
                </a:cubicBezTo>
                <a:cubicBezTo>
                  <a:pt x="1019990" y="35469"/>
                  <a:pt x="1019747" y="35819"/>
                  <a:pt x="1019532" y="36227"/>
                </a:cubicBezTo>
                <a:cubicBezTo>
                  <a:pt x="1019317" y="36634"/>
                  <a:pt x="1019210" y="37086"/>
                  <a:pt x="1019210" y="37583"/>
                </a:cubicBezTo>
                <a:cubicBezTo>
                  <a:pt x="1019210" y="38239"/>
                  <a:pt x="1019498" y="38776"/>
                  <a:pt x="1020075" y="39195"/>
                </a:cubicBezTo>
                <a:cubicBezTo>
                  <a:pt x="1020651" y="39613"/>
                  <a:pt x="1021460" y="39845"/>
                  <a:pt x="1022500" y="39890"/>
                </a:cubicBezTo>
                <a:lnTo>
                  <a:pt x="1029861" y="40162"/>
                </a:lnTo>
                <a:cubicBezTo>
                  <a:pt x="1031579" y="40230"/>
                  <a:pt x="1033111" y="40474"/>
                  <a:pt x="1034457" y="40894"/>
                </a:cubicBezTo>
                <a:cubicBezTo>
                  <a:pt x="1035802" y="41313"/>
                  <a:pt x="1036933" y="41904"/>
                  <a:pt x="1037849" y="42664"/>
                </a:cubicBezTo>
                <a:cubicBezTo>
                  <a:pt x="1038765" y="43424"/>
                  <a:pt x="1039466" y="44338"/>
                  <a:pt x="1039952" y="45404"/>
                </a:cubicBezTo>
                <a:cubicBezTo>
                  <a:pt x="1040438" y="46470"/>
                  <a:pt x="1040681" y="47684"/>
                  <a:pt x="1040681" y="49045"/>
                </a:cubicBezTo>
                <a:cubicBezTo>
                  <a:pt x="1040681" y="50543"/>
                  <a:pt x="1040353" y="51955"/>
                  <a:pt x="1039697" y="53282"/>
                </a:cubicBezTo>
                <a:cubicBezTo>
                  <a:pt x="1039042" y="54610"/>
                  <a:pt x="1038058" y="55762"/>
                  <a:pt x="1036746" y="56738"/>
                </a:cubicBezTo>
                <a:cubicBezTo>
                  <a:pt x="1035435" y="57713"/>
                  <a:pt x="1033790" y="58485"/>
                  <a:pt x="1031811" y="59051"/>
                </a:cubicBezTo>
                <a:cubicBezTo>
                  <a:pt x="1029832" y="59619"/>
                  <a:pt x="1027520" y="59903"/>
                  <a:pt x="1024874" y="59903"/>
                </a:cubicBezTo>
                <a:cubicBezTo>
                  <a:pt x="1022296" y="59903"/>
                  <a:pt x="1020097" y="59699"/>
                  <a:pt x="1018277" y="59291"/>
                </a:cubicBezTo>
                <a:cubicBezTo>
                  <a:pt x="1016457" y="58883"/>
                  <a:pt x="1014964" y="58317"/>
                  <a:pt x="1013800" y="57592"/>
                </a:cubicBezTo>
                <a:cubicBezTo>
                  <a:pt x="1012635" y="56868"/>
                  <a:pt x="1011787" y="56002"/>
                  <a:pt x="1011256" y="54994"/>
                </a:cubicBezTo>
                <a:cubicBezTo>
                  <a:pt x="1010724" y="53986"/>
                  <a:pt x="1010458" y="52882"/>
                  <a:pt x="1010458" y="51682"/>
                </a:cubicBezTo>
                <a:cubicBezTo>
                  <a:pt x="1010458" y="50935"/>
                  <a:pt x="1010555" y="50221"/>
                  <a:pt x="1010747" y="49541"/>
                </a:cubicBezTo>
                <a:cubicBezTo>
                  <a:pt x="1010939" y="48862"/>
                  <a:pt x="1011222" y="48211"/>
                  <a:pt x="1011595" y="47588"/>
                </a:cubicBezTo>
                <a:cubicBezTo>
                  <a:pt x="1011968" y="46965"/>
                  <a:pt x="1012426" y="46371"/>
                  <a:pt x="1012969" y="45805"/>
                </a:cubicBezTo>
                <a:cubicBezTo>
                  <a:pt x="1013511" y="45239"/>
                  <a:pt x="1014133" y="44695"/>
                  <a:pt x="1014834" y="44174"/>
                </a:cubicBezTo>
                <a:cubicBezTo>
                  <a:pt x="1013862" y="43652"/>
                  <a:pt x="1013110" y="42943"/>
                  <a:pt x="1012578" y="42047"/>
                </a:cubicBezTo>
                <a:cubicBezTo>
                  <a:pt x="1012047" y="41150"/>
                  <a:pt x="1011781" y="40168"/>
                  <a:pt x="1011781" y="39101"/>
                </a:cubicBezTo>
                <a:cubicBezTo>
                  <a:pt x="1011781" y="37762"/>
                  <a:pt x="1012087" y="36542"/>
                  <a:pt x="1012697" y="35441"/>
                </a:cubicBezTo>
                <a:cubicBezTo>
                  <a:pt x="1013308" y="34340"/>
                  <a:pt x="1014099" y="33347"/>
                  <a:pt x="1015072" y="32461"/>
                </a:cubicBezTo>
                <a:cubicBezTo>
                  <a:pt x="1014280" y="31670"/>
                  <a:pt x="1013647" y="30720"/>
                  <a:pt x="1013172" y="29612"/>
                </a:cubicBezTo>
                <a:cubicBezTo>
                  <a:pt x="1012697" y="28504"/>
                  <a:pt x="1012460" y="27125"/>
                  <a:pt x="1012460" y="25474"/>
                </a:cubicBezTo>
                <a:cubicBezTo>
                  <a:pt x="1012460" y="23710"/>
                  <a:pt x="1012771" y="22133"/>
                  <a:pt x="1013393" y="20742"/>
                </a:cubicBezTo>
                <a:cubicBezTo>
                  <a:pt x="1014014" y="19351"/>
                  <a:pt x="1014879" y="18175"/>
                  <a:pt x="1015987" y="17214"/>
                </a:cubicBezTo>
                <a:cubicBezTo>
                  <a:pt x="1017095" y="16253"/>
                  <a:pt x="1018418" y="15518"/>
                  <a:pt x="1019956" y="15010"/>
                </a:cubicBezTo>
                <a:cubicBezTo>
                  <a:pt x="1021494" y="14501"/>
                  <a:pt x="1023190" y="14246"/>
                  <a:pt x="1025044" y="14246"/>
                </a:cubicBezTo>
                <a:cubicBezTo>
                  <a:pt x="1025994" y="14246"/>
                  <a:pt x="1026904" y="14306"/>
                  <a:pt x="1027775" y="14426"/>
                </a:cubicBezTo>
                <a:cubicBezTo>
                  <a:pt x="1028645" y="14544"/>
                  <a:pt x="1029454" y="14711"/>
                  <a:pt x="1030200" y="14925"/>
                </a:cubicBezTo>
                <a:lnTo>
                  <a:pt x="1039799" y="14925"/>
                </a:lnTo>
                <a:cubicBezTo>
                  <a:pt x="1040184" y="14925"/>
                  <a:pt x="1040495" y="15174"/>
                  <a:pt x="1040732" y="15671"/>
                </a:cubicBezTo>
                <a:cubicBezTo>
                  <a:pt x="1040969" y="16169"/>
                  <a:pt x="1041088" y="17005"/>
                  <a:pt x="1041088" y="18181"/>
                </a:cubicBezTo>
                <a:moveTo>
                  <a:pt x="1030132" y="25287"/>
                </a:moveTo>
                <a:cubicBezTo>
                  <a:pt x="1030132" y="23665"/>
                  <a:pt x="1029680" y="22403"/>
                  <a:pt x="1028775" y="21501"/>
                </a:cubicBezTo>
                <a:cubicBezTo>
                  <a:pt x="1027871" y="20599"/>
                  <a:pt x="1026593" y="20148"/>
                  <a:pt x="1024942" y="20148"/>
                </a:cubicBezTo>
                <a:cubicBezTo>
                  <a:pt x="1024106" y="20148"/>
                  <a:pt x="1023371" y="20289"/>
                  <a:pt x="1022737" y="20571"/>
                </a:cubicBezTo>
                <a:cubicBezTo>
                  <a:pt x="1022104" y="20853"/>
                  <a:pt x="1021579" y="21236"/>
                  <a:pt x="1021160" y="21720"/>
                </a:cubicBezTo>
                <a:cubicBezTo>
                  <a:pt x="1020742" y="22205"/>
                  <a:pt x="1020431" y="22769"/>
                  <a:pt x="1020227" y="23411"/>
                </a:cubicBezTo>
                <a:cubicBezTo>
                  <a:pt x="1020024" y="24054"/>
                  <a:pt x="1019922" y="24724"/>
                  <a:pt x="1019922" y="25423"/>
                </a:cubicBezTo>
                <a:cubicBezTo>
                  <a:pt x="1019922" y="26955"/>
                  <a:pt x="1020374" y="28166"/>
                  <a:pt x="1021279" y="29057"/>
                </a:cubicBezTo>
                <a:cubicBezTo>
                  <a:pt x="1022183" y="29947"/>
                  <a:pt x="1023438" y="30392"/>
                  <a:pt x="1025044" y="30392"/>
                </a:cubicBezTo>
                <a:cubicBezTo>
                  <a:pt x="1025903" y="30392"/>
                  <a:pt x="1026650" y="30257"/>
                  <a:pt x="1027283" y="29987"/>
                </a:cubicBezTo>
                <a:cubicBezTo>
                  <a:pt x="1027916" y="29717"/>
                  <a:pt x="1028442" y="29345"/>
                  <a:pt x="1028860" y="28871"/>
                </a:cubicBezTo>
                <a:cubicBezTo>
                  <a:pt x="1029278" y="28398"/>
                  <a:pt x="1029595" y="27851"/>
                  <a:pt x="1029810" y="27231"/>
                </a:cubicBezTo>
                <a:cubicBezTo>
                  <a:pt x="1030025" y="26612"/>
                  <a:pt x="1030132" y="25964"/>
                  <a:pt x="1030132" y="25287"/>
                </a:cubicBezTo>
                <a:moveTo>
                  <a:pt x="1032133" y="49484"/>
                </a:moveTo>
                <a:cubicBezTo>
                  <a:pt x="1032133" y="48458"/>
                  <a:pt x="1031726" y="47671"/>
                  <a:pt x="1030912" y="47124"/>
                </a:cubicBezTo>
                <a:cubicBezTo>
                  <a:pt x="1030098" y="46577"/>
                  <a:pt x="1028979" y="46280"/>
                  <a:pt x="1027554" y="46234"/>
                </a:cubicBezTo>
                <a:lnTo>
                  <a:pt x="1021482" y="46063"/>
                </a:lnTo>
                <a:cubicBezTo>
                  <a:pt x="1020894" y="46497"/>
                  <a:pt x="1020425" y="46913"/>
                  <a:pt x="1020075" y="47312"/>
                </a:cubicBezTo>
                <a:cubicBezTo>
                  <a:pt x="1019724" y="47711"/>
                  <a:pt x="1019442" y="48093"/>
                  <a:pt x="1019227" y="48458"/>
                </a:cubicBezTo>
                <a:cubicBezTo>
                  <a:pt x="1019012" y="48823"/>
                  <a:pt x="1018871" y="49177"/>
                  <a:pt x="1018803" y="49519"/>
                </a:cubicBezTo>
                <a:cubicBezTo>
                  <a:pt x="1018735" y="49861"/>
                  <a:pt x="1018701" y="50214"/>
                  <a:pt x="1018701" y="50579"/>
                </a:cubicBezTo>
                <a:cubicBezTo>
                  <a:pt x="1018701" y="51719"/>
                  <a:pt x="1019272" y="52586"/>
                  <a:pt x="1020414" y="53179"/>
                </a:cubicBezTo>
                <a:cubicBezTo>
                  <a:pt x="1021556" y="53772"/>
                  <a:pt x="1023167" y="54068"/>
                  <a:pt x="1025248" y="54068"/>
                </a:cubicBezTo>
                <a:cubicBezTo>
                  <a:pt x="1026536" y="54068"/>
                  <a:pt x="1027622" y="53937"/>
                  <a:pt x="1028504" y="53675"/>
                </a:cubicBezTo>
                <a:cubicBezTo>
                  <a:pt x="1029386" y="53413"/>
                  <a:pt x="1030098" y="53065"/>
                  <a:pt x="1030641" y="52631"/>
                </a:cubicBezTo>
                <a:cubicBezTo>
                  <a:pt x="1031184" y="52198"/>
                  <a:pt x="1031568" y="51713"/>
                  <a:pt x="1031794" y="51177"/>
                </a:cubicBezTo>
                <a:cubicBezTo>
                  <a:pt x="1032020" y="50641"/>
                  <a:pt x="1032133" y="50077"/>
                  <a:pt x="1032133" y="49484"/>
                </a:cubicBezTo>
                <a:close/>
                <a:moveTo>
                  <a:pt x="1087068" y="46674"/>
                </a:moveTo>
                <a:cubicBezTo>
                  <a:pt x="1087068" y="46945"/>
                  <a:pt x="1086977" y="47149"/>
                  <a:pt x="1086796" y="47284"/>
                </a:cubicBezTo>
                <a:cubicBezTo>
                  <a:pt x="1086615" y="47420"/>
                  <a:pt x="1086367" y="47522"/>
                  <a:pt x="1086050" y="47590"/>
                </a:cubicBezTo>
                <a:cubicBezTo>
                  <a:pt x="1085733" y="47658"/>
                  <a:pt x="1085270" y="47691"/>
                  <a:pt x="1084659" y="47691"/>
                </a:cubicBezTo>
                <a:cubicBezTo>
                  <a:pt x="1084071" y="47691"/>
                  <a:pt x="1083602" y="47658"/>
                  <a:pt x="1083252" y="47590"/>
                </a:cubicBezTo>
                <a:cubicBezTo>
                  <a:pt x="1082901" y="47522"/>
                  <a:pt x="1082647" y="47420"/>
                  <a:pt x="1082488" y="47284"/>
                </a:cubicBezTo>
                <a:cubicBezTo>
                  <a:pt x="1082330" y="47149"/>
                  <a:pt x="1082251" y="46945"/>
                  <a:pt x="1082251" y="46674"/>
                </a:cubicBezTo>
                <a:lnTo>
                  <a:pt x="1082251" y="43621"/>
                </a:lnTo>
                <a:cubicBezTo>
                  <a:pt x="1080917" y="45046"/>
                  <a:pt x="1079430" y="46159"/>
                  <a:pt x="1077791" y="46962"/>
                </a:cubicBezTo>
                <a:cubicBezTo>
                  <a:pt x="1076151" y="47765"/>
                  <a:pt x="1074416" y="48166"/>
                  <a:pt x="1072584" y="48166"/>
                </a:cubicBezTo>
                <a:cubicBezTo>
                  <a:pt x="1070978" y="48166"/>
                  <a:pt x="1069525" y="47956"/>
                  <a:pt x="1068225" y="47537"/>
                </a:cubicBezTo>
                <a:cubicBezTo>
                  <a:pt x="1066925" y="47117"/>
                  <a:pt x="1065817" y="46510"/>
                  <a:pt x="1064901" y="45716"/>
                </a:cubicBezTo>
                <a:cubicBezTo>
                  <a:pt x="1063985" y="44921"/>
                  <a:pt x="1063273" y="43946"/>
                  <a:pt x="1062764" y="42789"/>
                </a:cubicBezTo>
                <a:cubicBezTo>
                  <a:pt x="1062255" y="41631"/>
                  <a:pt x="1062001" y="40315"/>
                  <a:pt x="1062001" y="38839"/>
                </a:cubicBezTo>
                <a:cubicBezTo>
                  <a:pt x="1062001" y="37115"/>
                  <a:pt x="1062351" y="35618"/>
                  <a:pt x="1063052" y="34347"/>
                </a:cubicBezTo>
                <a:cubicBezTo>
                  <a:pt x="1063753" y="33076"/>
                  <a:pt x="1064760" y="32020"/>
                  <a:pt x="1066071" y="31181"/>
                </a:cubicBezTo>
                <a:cubicBezTo>
                  <a:pt x="1067383" y="30341"/>
                  <a:pt x="1068988" y="29712"/>
                  <a:pt x="1070888" y="29292"/>
                </a:cubicBezTo>
                <a:cubicBezTo>
                  <a:pt x="1072787" y="28872"/>
                  <a:pt x="1074924" y="28662"/>
                  <a:pt x="1077299" y="28662"/>
                </a:cubicBezTo>
                <a:lnTo>
                  <a:pt x="1081505" y="28662"/>
                </a:lnTo>
                <a:lnTo>
                  <a:pt x="1081505" y="26296"/>
                </a:lnTo>
                <a:cubicBezTo>
                  <a:pt x="1081505" y="25125"/>
                  <a:pt x="1081380" y="24088"/>
                  <a:pt x="1081132" y="23187"/>
                </a:cubicBezTo>
                <a:cubicBezTo>
                  <a:pt x="1080883" y="22286"/>
                  <a:pt x="1080482" y="21536"/>
                  <a:pt x="1079928" y="20939"/>
                </a:cubicBezTo>
                <a:cubicBezTo>
                  <a:pt x="1079373" y="20342"/>
                  <a:pt x="1078656" y="19892"/>
                  <a:pt x="1077774" y="19588"/>
                </a:cubicBezTo>
                <a:cubicBezTo>
                  <a:pt x="1076892" y="19283"/>
                  <a:pt x="1075806" y="19131"/>
                  <a:pt x="1074517" y="19131"/>
                </a:cubicBezTo>
                <a:cubicBezTo>
                  <a:pt x="1073138" y="19131"/>
                  <a:pt x="1071900" y="19293"/>
                  <a:pt x="1070803" y="19617"/>
                </a:cubicBezTo>
                <a:cubicBezTo>
                  <a:pt x="1069706" y="19942"/>
                  <a:pt x="1068745" y="20300"/>
                  <a:pt x="1067920" y="20691"/>
                </a:cubicBezTo>
                <a:cubicBezTo>
                  <a:pt x="1067094" y="21083"/>
                  <a:pt x="1066405" y="21441"/>
                  <a:pt x="1065851" y="21765"/>
                </a:cubicBezTo>
                <a:cubicBezTo>
                  <a:pt x="1065297" y="22089"/>
                  <a:pt x="1064884" y="22252"/>
                  <a:pt x="1064613" y="22252"/>
                </a:cubicBezTo>
                <a:cubicBezTo>
                  <a:pt x="1064432" y="22252"/>
                  <a:pt x="1064273" y="22206"/>
                  <a:pt x="1064138" y="22116"/>
                </a:cubicBezTo>
                <a:cubicBezTo>
                  <a:pt x="1064002" y="22025"/>
                  <a:pt x="1063883" y="21890"/>
                  <a:pt x="1063782" y="21709"/>
                </a:cubicBezTo>
                <a:cubicBezTo>
                  <a:pt x="1063680" y="21528"/>
                  <a:pt x="1063606" y="21296"/>
                  <a:pt x="1063561" y="21013"/>
                </a:cubicBezTo>
                <a:cubicBezTo>
                  <a:pt x="1063516" y="20731"/>
                  <a:pt x="1063493" y="20420"/>
                  <a:pt x="1063493" y="20081"/>
                </a:cubicBezTo>
                <a:cubicBezTo>
                  <a:pt x="1063493" y="19515"/>
                  <a:pt x="1063533" y="19069"/>
                  <a:pt x="1063612" y="18741"/>
                </a:cubicBezTo>
                <a:cubicBezTo>
                  <a:pt x="1063691" y="18413"/>
                  <a:pt x="1063883" y="18102"/>
                  <a:pt x="1064189" y="17808"/>
                </a:cubicBezTo>
                <a:cubicBezTo>
                  <a:pt x="1064494" y="17514"/>
                  <a:pt x="1065020" y="17172"/>
                  <a:pt x="1065766" y="16781"/>
                </a:cubicBezTo>
                <a:cubicBezTo>
                  <a:pt x="1066512" y="16389"/>
                  <a:pt x="1067371" y="16032"/>
                  <a:pt x="1068344" y="15708"/>
                </a:cubicBezTo>
                <a:cubicBezTo>
                  <a:pt x="1069316" y="15384"/>
                  <a:pt x="1070379" y="15117"/>
                  <a:pt x="1071532" y="14905"/>
                </a:cubicBezTo>
                <a:cubicBezTo>
                  <a:pt x="1072686" y="14692"/>
                  <a:pt x="1073850" y="14586"/>
                  <a:pt x="1075026" y="14586"/>
                </a:cubicBezTo>
                <a:cubicBezTo>
                  <a:pt x="1077220" y="14586"/>
                  <a:pt x="1079085" y="14834"/>
                  <a:pt x="1080623" y="15332"/>
                </a:cubicBezTo>
                <a:cubicBezTo>
                  <a:pt x="1082161" y="15829"/>
                  <a:pt x="1083404" y="16559"/>
                  <a:pt x="1084354" y="17520"/>
                </a:cubicBezTo>
                <a:cubicBezTo>
                  <a:pt x="1085304" y="18481"/>
                  <a:pt x="1085994" y="19674"/>
                  <a:pt x="1086423" y="21098"/>
                </a:cubicBezTo>
                <a:cubicBezTo>
                  <a:pt x="1086853" y="22523"/>
                  <a:pt x="1087068" y="24185"/>
                  <a:pt x="1087068" y="26084"/>
                </a:cubicBezTo>
                <a:lnTo>
                  <a:pt x="1087068" y="46674"/>
                </a:lnTo>
                <a:moveTo>
                  <a:pt x="1081505" y="32699"/>
                </a:moveTo>
                <a:lnTo>
                  <a:pt x="1076722" y="32699"/>
                </a:lnTo>
                <a:cubicBezTo>
                  <a:pt x="1075184" y="32699"/>
                  <a:pt x="1073850" y="32830"/>
                  <a:pt x="1072720" y="33092"/>
                </a:cubicBezTo>
                <a:cubicBezTo>
                  <a:pt x="1071589" y="33354"/>
                  <a:pt x="1070650" y="33740"/>
                  <a:pt x="1069904" y="34252"/>
                </a:cubicBezTo>
                <a:cubicBezTo>
                  <a:pt x="1069158" y="34763"/>
                  <a:pt x="1068610" y="35378"/>
                  <a:pt x="1068259" y="36095"/>
                </a:cubicBezTo>
                <a:cubicBezTo>
                  <a:pt x="1067909" y="36812"/>
                  <a:pt x="1067733" y="37636"/>
                  <a:pt x="1067733" y="38569"/>
                </a:cubicBezTo>
                <a:cubicBezTo>
                  <a:pt x="1067733" y="40162"/>
                  <a:pt x="1068236" y="41430"/>
                  <a:pt x="1069243" y="42375"/>
                </a:cubicBezTo>
                <a:cubicBezTo>
                  <a:pt x="1070249" y="43319"/>
                  <a:pt x="1071657" y="43791"/>
                  <a:pt x="1073466" y="43791"/>
                </a:cubicBezTo>
                <a:cubicBezTo>
                  <a:pt x="1074936" y="43791"/>
                  <a:pt x="1076298" y="43415"/>
                  <a:pt x="1077553" y="42665"/>
                </a:cubicBezTo>
                <a:cubicBezTo>
                  <a:pt x="1078808" y="41914"/>
                  <a:pt x="1080125" y="40765"/>
                  <a:pt x="1081505" y="39218"/>
                </a:cubicBezTo>
                <a:lnTo>
                  <a:pt x="1081505" y="32699"/>
                </a:lnTo>
                <a:close/>
                <a:moveTo>
                  <a:pt x="1115256" y="18113"/>
                </a:moveTo>
                <a:cubicBezTo>
                  <a:pt x="1115256" y="18611"/>
                  <a:pt x="1115245" y="19029"/>
                  <a:pt x="1115222" y="19368"/>
                </a:cubicBezTo>
                <a:cubicBezTo>
                  <a:pt x="1115200" y="19708"/>
                  <a:pt x="1115155" y="19973"/>
                  <a:pt x="1115087" y="20165"/>
                </a:cubicBezTo>
                <a:cubicBezTo>
                  <a:pt x="1115019" y="20358"/>
                  <a:pt x="1114934" y="20505"/>
                  <a:pt x="1114832" y="20606"/>
                </a:cubicBezTo>
                <a:cubicBezTo>
                  <a:pt x="1114731" y="20708"/>
                  <a:pt x="1114589" y="20759"/>
                  <a:pt x="1114408" y="20759"/>
                </a:cubicBezTo>
                <a:cubicBezTo>
                  <a:pt x="1114227" y="20759"/>
                  <a:pt x="1114007" y="20708"/>
                  <a:pt x="1113747" y="20606"/>
                </a:cubicBezTo>
                <a:cubicBezTo>
                  <a:pt x="1113487" y="20505"/>
                  <a:pt x="1113193" y="20403"/>
                  <a:pt x="1112865" y="20301"/>
                </a:cubicBezTo>
                <a:cubicBezTo>
                  <a:pt x="1112537" y="20199"/>
                  <a:pt x="1112170" y="20103"/>
                  <a:pt x="1111763" y="20013"/>
                </a:cubicBezTo>
                <a:cubicBezTo>
                  <a:pt x="1111355" y="19922"/>
                  <a:pt x="1110915" y="19877"/>
                  <a:pt x="1110440" y="19877"/>
                </a:cubicBezTo>
                <a:cubicBezTo>
                  <a:pt x="1109874" y="19877"/>
                  <a:pt x="1109320" y="19990"/>
                  <a:pt x="1108778" y="20216"/>
                </a:cubicBezTo>
                <a:cubicBezTo>
                  <a:pt x="1108235" y="20442"/>
                  <a:pt x="1107664" y="20816"/>
                  <a:pt x="1107065" y="21336"/>
                </a:cubicBezTo>
                <a:cubicBezTo>
                  <a:pt x="1106465" y="21856"/>
                  <a:pt x="1105838" y="22545"/>
                  <a:pt x="1105182" y="23405"/>
                </a:cubicBezTo>
                <a:cubicBezTo>
                  <a:pt x="1104526" y="24264"/>
                  <a:pt x="1103803" y="25316"/>
                  <a:pt x="1103011" y="26559"/>
                </a:cubicBezTo>
                <a:lnTo>
                  <a:pt x="1103011" y="46640"/>
                </a:lnTo>
                <a:cubicBezTo>
                  <a:pt x="1103011" y="46821"/>
                  <a:pt x="1102966" y="46974"/>
                  <a:pt x="1102876" y="47098"/>
                </a:cubicBezTo>
                <a:cubicBezTo>
                  <a:pt x="1102785" y="47222"/>
                  <a:pt x="1102638" y="47330"/>
                  <a:pt x="1102435" y="47420"/>
                </a:cubicBezTo>
                <a:cubicBezTo>
                  <a:pt x="1102231" y="47511"/>
                  <a:pt x="1101948" y="47578"/>
                  <a:pt x="1101587" y="47624"/>
                </a:cubicBezTo>
                <a:cubicBezTo>
                  <a:pt x="1101225" y="47669"/>
                  <a:pt x="1100761" y="47691"/>
                  <a:pt x="1100196" y="47691"/>
                </a:cubicBezTo>
                <a:cubicBezTo>
                  <a:pt x="1099653" y="47691"/>
                  <a:pt x="1099201" y="47669"/>
                  <a:pt x="1098839" y="47624"/>
                </a:cubicBezTo>
                <a:cubicBezTo>
                  <a:pt x="1098477" y="47578"/>
                  <a:pt x="1098189" y="47511"/>
                  <a:pt x="1097974" y="47420"/>
                </a:cubicBezTo>
                <a:cubicBezTo>
                  <a:pt x="1097759" y="47330"/>
                  <a:pt x="1097612" y="47222"/>
                  <a:pt x="1097533" y="47098"/>
                </a:cubicBezTo>
                <a:cubicBezTo>
                  <a:pt x="1097454" y="46974"/>
                  <a:pt x="1097414" y="46821"/>
                  <a:pt x="1097414" y="46640"/>
                </a:cubicBezTo>
                <a:lnTo>
                  <a:pt x="1097414" y="16112"/>
                </a:lnTo>
                <a:cubicBezTo>
                  <a:pt x="1097414" y="15931"/>
                  <a:pt x="1097448" y="15778"/>
                  <a:pt x="1097516" y="15654"/>
                </a:cubicBezTo>
                <a:cubicBezTo>
                  <a:pt x="1097584" y="15530"/>
                  <a:pt x="1097720" y="15417"/>
                  <a:pt x="1097923" y="15315"/>
                </a:cubicBezTo>
                <a:cubicBezTo>
                  <a:pt x="1098127" y="15213"/>
                  <a:pt x="1098387" y="15145"/>
                  <a:pt x="1098703" y="15111"/>
                </a:cubicBezTo>
                <a:cubicBezTo>
                  <a:pt x="1099020" y="15077"/>
                  <a:pt x="1099438" y="15060"/>
                  <a:pt x="1099958" y="15060"/>
                </a:cubicBezTo>
                <a:cubicBezTo>
                  <a:pt x="1100456" y="15060"/>
                  <a:pt x="1100869" y="15077"/>
                  <a:pt x="1101196" y="15111"/>
                </a:cubicBezTo>
                <a:cubicBezTo>
                  <a:pt x="1101524" y="15145"/>
                  <a:pt x="1101779" y="15213"/>
                  <a:pt x="1101960" y="15315"/>
                </a:cubicBezTo>
                <a:cubicBezTo>
                  <a:pt x="1102141" y="15417"/>
                  <a:pt x="1102271" y="15530"/>
                  <a:pt x="1102350" y="15654"/>
                </a:cubicBezTo>
                <a:cubicBezTo>
                  <a:pt x="1102429" y="15778"/>
                  <a:pt x="1102468" y="15931"/>
                  <a:pt x="1102468" y="16112"/>
                </a:cubicBezTo>
                <a:lnTo>
                  <a:pt x="1102468" y="20556"/>
                </a:lnTo>
                <a:cubicBezTo>
                  <a:pt x="1103305" y="19334"/>
                  <a:pt x="1104091" y="18339"/>
                  <a:pt x="1104826" y="17571"/>
                </a:cubicBezTo>
                <a:cubicBezTo>
                  <a:pt x="1105561" y="16802"/>
                  <a:pt x="1106256" y="16197"/>
                  <a:pt x="1106912" y="15756"/>
                </a:cubicBezTo>
                <a:cubicBezTo>
                  <a:pt x="1107568" y="15315"/>
                  <a:pt x="1108218" y="15010"/>
                  <a:pt x="1108862" y="14840"/>
                </a:cubicBezTo>
                <a:cubicBezTo>
                  <a:pt x="1109507" y="14670"/>
                  <a:pt x="1110157" y="14586"/>
                  <a:pt x="1110813" y="14586"/>
                </a:cubicBezTo>
                <a:cubicBezTo>
                  <a:pt x="1111107" y="14586"/>
                  <a:pt x="1111440" y="14603"/>
                  <a:pt x="1111813" y="14636"/>
                </a:cubicBezTo>
                <a:cubicBezTo>
                  <a:pt x="1112187" y="14670"/>
                  <a:pt x="1112577" y="14733"/>
                  <a:pt x="1112984" y="14823"/>
                </a:cubicBezTo>
                <a:cubicBezTo>
                  <a:pt x="1113391" y="14913"/>
                  <a:pt x="1113758" y="15015"/>
                  <a:pt x="1114086" y="15128"/>
                </a:cubicBezTo>
                <a:cubicBezTo>
                  <a:pt x="1114414" y="15241"/>
                  <a:pt x="1114646" y="15354"/>
                  <a:pt x="1114781" y="15468"/>
                </a:cubicBezTo>
                <a:cubicBezTo>
                  <a:pt x="1114917" y="15581"/>
                  <a:pt x="1115008" y="15688"/>
                  <a:pt x="1115053" y="15790"/>
                </a:cubicBezTo>
                <a:cubicBezTo>
                  <a:pt x="1115098" y="15892"/>
                  <a:pt x="1115138" y="16022"/>
                  <a:pt x="1115171" y="16180"/>
                </a:cubicBezTo>
                <a:cubicBezTo>
                  <a:pt x="1115205" y="16338"/>
                  <a:pt x="1115228" y="16570"/>
                  <a:pt x="1115239" y="16875"/>
                </a:cubicBezTo>
                <a:cubicBezTo>
                  <a:pt x="1115251" y="17180"/>
                  <a:pt x="1115256" y="17593"/>
                  <a:pt x="1115256" y="18113"/>
                </a:cubicBezTo>
                <a:close/>
                <a:moveTo>
                  <a:pt x="1147084" y="30053"/>
                </a:moveTo>
                <a:cubicBezTo>
                  <a:pt x="1147084" y="30935"/>
                  <a:pt x="1146864" y="31563"/>
                  <a:pt x="1146423" y="31936"/>
                </a:cubicBezTo>
                <a:cubicBezTo>
                  <a:pt x="1145982" y="32309"/>
                  <a:pt x="1145479" y="32495"/>
                  <a:pt x="1144913" y="32495"/>
                </a:cubicBezTo>
                <a:lnTo>
                  <a:pt x="1124901" y="32495"/>
                </a:lnTo>
                <a:cubicBezTo>
                  <a:pt x="1124901" y="34196"/>
                  <a:pt x="1125070" y="35727"/>
                  <a:pt x="1125409" y="37088"/>
                </a:cubicBezTo>
                <a:cubicBezTo>
                  <a:pt x="1125749" y="38449"/>
                  <a:pt x="1126314" y="39617"/>
                  <a:pt x="1127105" y="40593"/>
                </a:cubicBezTo>
                <a:cubicBezTo>
                  <a:pt x="1127897" y="41568"/>
                  <a:pt x="1128926" y="42317"/>
                  <a:pt x="1130192" y="42839"/>
                </a:cubicBezTo>
                <a:cubicBezTo>
                  <a:pt x="1131458" y="43360"/>
                  <a:pt x="1133007" y="43621"/>
                  <a:pt x="1134839" y="43621"/>
                </a:cubicBezTo>
                <a:cubicBezTo>
                  <a:pt x="1136286" y="43621"/>
                  <a:pt x="1137575" y="43502"/>
                  <a:pt x="1138706" y="43265"/>
                </a:cubicBezTo>
                <a:cubicBezTo>
                  <a:pt x="1139837" y="43027"/>
                  <a:pt x="1140815" y="42762"/>
                  <a:pt x="1141640" y="42468"/>
                </a:cubicBezTo>
                <a:cubicBezTo>
                  <a:pt x="1142465" y="42174"/>
                  <a:pt x="1143144" y="41908"/>
                  <a:pt x="1143675" y="41671"/>
                </a:cubicBezTo>
                <a:cubicBezTo>
                  <a:pt x="1144207" y="41433"/>
                  <a:pt x="1144608" y="41315"/>
                  <a:pt x="1144879" y="41315"/>
                </a:cubicBezTo>
                <a:cubicBezTo>
                  <a:pt x="1145038" y="41315"/>
                  <a:pt x="1145179" y="41354"/>
                  <a:pt x="1145303" y="41433"/>
                </a:cubicBezTo>
                <a:cubicBezTo>
                  <a:pt x="1145428" y="41512"/>
                  <a:pt x="1145524" y="41631"/>
                  <a:pt x="1145592" y="41789"/>
                </a:cubicBezTo>
                <a:cubicBezTo>
                  <a:pt x="1145660" y="41948"/>
                  <a:pt x="1145710" y="42168"/>
                  <a:pt x="1145744" y="42451"/>
                </a:cubicBezTo>
                <a:cubicBezTo>
                  <a:pt x="1145778" y="42734"/>
                  <a:pt x="1145795" y="43078"/>
                  <a:pt x="1145795" y="43485"/>
                </a:cubicBezTo>
                <a:cubicBezTo>
                  <a:pt x="1145795" y="43779"/>
                  <a:pt x="1145784" y="44034"/>
                  <a:pt x="1145761" y="44249"/>
                </a:cubicBezTo>
                <a:cubicBezTo>
                  <a:pt x="1145739" y="44463"/>
                  <a:pt x="1145710" y="44656"/>
                  <a:pt x="1145676" y="44825"/>
                </a:cubicBezTo>
                <a:cubicBezTo>
                  <a:pt x="1145643" y="44995"/>
                  <a:pt x="1145586" y="45147"/>
                  <a:pt x="1145507" y="45283"/>
                </a:cubicBezTo>
                <a:cubicBezTo>
                  <a:pt x="1145428" y="45419"/>
                  <a:pt x="1145326" y="45549"/>
                  <a:pt x="1145202" y="45673"/>
                </a:cubicBezTo>
                <a:cubicBezTo>
                  <a:pt x="1145077" y="45798"/>
                  <a:pt x="1144710" y="46001"/>
                  <a:pt x="1144099" y="46284"/>
                </a:cubicBezTo>
                <a:cubicBezTo>
                  <a:pt x="1143489" y="46566"/>
                  <a:pt x="1142697" y="46843"/>
                  <a:pt x="1141725" y="47115"/>
                </a:cubicBezTo>
                <a:cubicBezTo>
                  <a:pt x="1140752" y="47386"/>
                  <a:pt x="1139627" y="47629"/>
                  <a:pt x="1138350" y="47844"/>
                </a:cubicBezTo>
                <a:cubicBezTo>
                  <a:pt x="1137072" y="48059"/>
                  <a:pt x="1135710" y="48166"/>
                  <a:pt x="1134262" y="48166"/>
                </a:cubicBezTo>
                <a:cubicBezTo>
                  <a:pt x="1131752" y="48166"/>
                  <a:pt x="1129553" y="47816"/>
                  <a:pt x="1127665" y="47114"/>
                </a:cubicBezTo>
                <a:cubicBezTo>
                  <a:pt x="1125777" y="46412"/>
                  <a:pt x="1124188" y="45371"/>
                  <a:pt x="1122899" y="43990"/>
                </a:cubicBezTo>
                <a:cubicBezTo>
                  <a:pt x="1121610" y="42609"/>
                  <a:pt x="1120638" y="40877"/>
                  <a:pt x="1119982" y="38795"/>
                </a:cubicBezTo>
                <a:cubicBezTo>
                  <a:pt x="1119326" y="36712"/>
                  <a:pt x="1118998" y="34290"/>
                  <a:pt x="1118998" y="31529"/>
                </a:cubicBezTo>
                <a:cubicBezTo>
                  <a:pt x="1118998" y="28903"/>
                  <a:pt x="1119338" y="26543"/>
                  <a:pt x="1120016" y="24449"/>
                </a:cubicBezTo>
                <a:cubicBezTo>
                  <a:pt x="1120694" y="22355"/>
                  <a:pt x="1121672" y="20578"/>
                  <a:pt x="1122950" y="19118"/>
                </a:cubicBezTo>
                <a:cubicBezTo>
                  <a:pt x="1124228" y="17658"/>
                  <a:pt x="1125771" y="16538"/>
                  <a:pt x="1127580" y="15757"/>
                </a:cubicBezTo>
                <a:cubicBezTo>
                  <a:pt x="1129389" y="14976"/>
                  <a:pt x="1131413" y="14586"/>
                  <a:pt x="1133652" y="14586"/>
                </a:cubicBezTo>
                <a:cubicBezTo>
                  <a:pt x="1136049" y="14586"/>
                  <a:pt x="1138090" y="14970"/>
                  <a:pt x="1139774" y="15739"/>
                </a:cubicBezTo>
                <a:cubicBezTo>
                  <a:pt x="1141459" y="16508"/>
                  <a:pt x="1142844" y="17542"/>
                  <a:pt x="1143930" y="18843"/>
                </a:cubicBezTo>
                <a:cubicBezTo>
                  <a:pt x="1145015" y="20143"/>
                  <a:pt x="1145812" y="21669"/>
                  <a:pt x="1146321" y="23422"/>
                </a:cubicBezTo>
                <a:cubicBezTo>
                  <a:pt x="1146830" y="25174"/>
                  <a:pt x="1147084" y="27046"/>
                  <a:pt x="1147084" y="29036"/>
                </a:cubicBezTo>
                <a:lnTo>
                  <a:pt x="1147084" y="30053"/>
                </a:lnTo>
                <a:moveTo>
                  <a:pt x="1141453" y="28391"/>
                </a:moveTo>
                <a:cubicBezTo>
                  <a:pt x="1141521" y="25451"/>
                  <a:pt x="1140871" y="23145"/>
                  <a:pt x="1139503" y="21471"/>
                </a:cubicBezTo>
                <a:cubicBezTo>
                  <a:pt x="1138135" y="19798"/>
                  <a:pt x="1136105" y="18961"/>
                  <a:pt x="1133414" y="18961"/>
                </a:cubicBezTo>
                <a:cubicBezTo>
                  <a:pt x="1132035" y="18961"/>
                  <a:pt x="1130825" y="19221"/>
                  <a:pt x="1129785" y="19741"/>
                </a:cubicBezTo>
                <a:cubicBezTo>
                  <a:pt x="1128745" y="20262"/>
                  <a:pt x="1127874" y="20951"/>
                  <a:pt x="1127173" y="21811"/>
                </a:cubicBezTo>
                <a:cubicBezTo>
                  <a:pt x="1126472" y="22670"/>
                  <a:pt x="1125929" y="23670"/>
                  <a:pt x="1125545" y="24812"/>
                </a:cubicBezTo>
                <a:cubicBezTo>
                  <a:pt x="1125161" y="25954"/>
                  <a:pt x="1124946" y="27147"/>
                  <a:pt x="1124901" y="28391"/>
                </a:cubicBezTo>
                <a:lnTo>
                  <a:pt x="1141453" y="28391"/>
                </a:lnTo>
                <a:close/>
                <a:moveTo>
                  <a:pt x="1164044" y="20335"/>
                </a:moveTo>
                <a:cubicBezTo>
                  <a:pt x="1164044" y="21062"/>
                  <a:pt x="1163994" y="21676"/>
                  <a:pt x="1163892" y="22175"/>
                </a:cubicBezTo>
                <a:cubicBezTo>
                  <a:pt x="1163790" y="22675"/>
                  <a:pt x="1163598" y="23078"/>
                  <a:pt x="1163315" y="23385"/>
                </a:cubicBezTo>
                <a:cubicBezTo>
                  <a:pt x="1163032" y="23691"/>
                  <a:pt x="1162665" y="23906"/>
                  <a:pt x="1162213" y="24031"/>
                </a:cubicBezTo>
                <a:cubicBezTo>
                  <a:pt x="1161760" y="24156"/>
                  <a:pt x="1161184" y="24219"/>
                  <a:pt x="1160483" y="24219"/>
                </a:cubicBezTo>
                <a:cubicBezTo>
                  <a:pt x="1159759" y="24219"/>
                  <a:pt x="1159171" y="24156"/>
                  <a:pt x="1158719" y="24031"/>
                </a:cubicBezTo>
                <a:cubicBezTo>
                  <a:pt x="1158267" y="23906"/>
                  <a:pt x="1157905" y="23691"/>
                  <a:pt x="1157634" y="23385"/>
                </a:cubicBezTo>
                <a:cubicBezTo>
                  <a:pt x="1157362" y="23078"/>
                  <a:pt x="1157176" y="22675"/>
                  <a:pt x="1157074" y="22175"/>
                </a:cubicBezTo>
                <a:cubicBezTo>
                  <a:pt x="1156972" y="21676"/>
                  <a:pt x="1156921" y="21062"/>
                  <a:pt x="1156921" y="20335"/>
                </a:cubicBezTo>
                <a:cubicBezTo>
                  <a:pt x="1156921" y="19563"/>
                  <a:pt x="1156972" y="18921"/>
                  <a:pt x="1157074" y="18410"/>
                </a:cubicBezTo>
                <a:cubicBezTo>
                  <a:pt x="1157176" y="17899"/>
                  <a:pt x="1157362" y="17491"/>
                  <a:pt x="1157634" y="17185"/>
                </a:cubicBezTo>
                <a:cubicBezTo>
                  <a:pt x="1157905" y="16878"/>
                  <a:pt x="1158267" y="16662"/>
                  <a:pt x="1158719" y="16537"/>
                </a:cubicBezTo>
                <a:cubicBezTo>
                  <a:pt x="1159171" y="16412"/>
                  <a:pt x="1159759" y="16349"/>
                  <a:pt x="1160483" y="16349"/>
                </a:cubicBezTo>
                <a:cubicBezTo>
                  <a:pt x="1161184" y="16349"/>
                  <a:pt x="1161760" y="16412"/>
                  <a:pt x="1162213" y="16537"/>
                </a:cubicBezTo>
                <a:cubicBezTo>
                  <a:pt x="1162665" y="16662"/>
                  <a:pt x="1163032" y="16878"/>
                  <a:pt x="1163315" y="17185"/>
                </a:cubicBezTo>
                <a:cubicBezTo>
                  <a:pt x="1163598" y="17491"/>
                  <a:pt x="1163790" y="17899"/>
                  <a:pt x="1163892" y="18410"/>
                </a:cubicBezTo>
                <a:cubicBezTo>
                  <a:pt x="1163994" y="18921"/>
                  <a:pt x="1164044" y="19563"/>
                  <a:pt x="1164044" y="20335"/>
                </a:cubicBezTo>
                <a:moveTo>
                  <a:pt x="1164044" y="43909"/>
                </a:moveTo>
                <a:cubicBezTo>
                  <a:pt x="1164044" y="44659"/>
                  <a:pt x="1163994" y="45284"/>
                  <a:pt x="1163892" y="45783"/>
                </a:cubicBezTo>
                <a:cubicBezTo>
                  <a:pt x="1163790" y="46283"/>
                  <a:pt x="1163598" y="46686"/>
                  <a:pt x="1163315" y="46993"/>
                </a:cubicBezTo>
                <a:cubicBezTo>
                  <a:pt x="1163032" y="47299"/>
                  <a:pt x="1162665" y="47514"/>
                  <a:pt x="1162213" y="47640"/>
                </a:cubicBezTo>
                <a:cubicBezTo>
                  <a:pt x="1161760" y="47765"/>
                  <a:pt x="1161184" y="47827"/>
                  <a:pt x="1160483" y="47827"/>
                </a:cubicBezTo>
                <a:cubicBezTo>
                  <a:pt x="1159759" y="47827"/>
                  <a:pt x="1159171" y="47765"/>
                  <a:pt x="1158719" y="47640"/>
                </a:cubicBezTo>
                <a:cubicBezTo>
                  <a:pt x="1158267" y="47514"/>
                  <a:pt x="1157905" y="47299"/>
                  <a:pt x="1157634" y="46993"/>
                </a:cubicBezTo>
                <a:cubicBezTo>
                  <a:pt x="1157362" y="46686"/>
                  <a:pt x="1157176" y="46283"/>
                  <a:pt x="1157074" y="45783"/>
                </a:cubicBezTo>
                <a:cubicBezTo>
                  <a:pt x="1156972" y="45284"/>
                  <a:pt x="1156921" y="44659"/>
                  <a:pt x="1156921" y="43909"/>
                </a:cubicBezTo>
                <a:cubicBezTo>
                  <a:pt x="1156921" y="43160"/>
                  <a:pt x="1156972" y="42529"/>
                  <a:pt x="1157074" y="42018"/>
                </a:cubicBezTo>
                <a:cubicBezTo>
                  <a:pt x="1157176" y="41507"/>
                  <a:pt x="1157362" y="41105"/>
                  <a:pt x="1157634" y="40810"/>
                </a:cubicBezTo>
                <a:cubicBezTo>
                  <a:pt x="1157905" y="40515"/>
                  <a:pt x="1158267" y="40299"/>
                  <a:pt x="1158719" y="40162"/>
                </a:cubicBezTo>
                <a:cubicBezTo>
                  <a:pt x="1159171" y="40026"/>
                  <a:pt x="1159759" y="39958"/>
                  <a:pt x="1160483" y="39958"/>
                </a:cubicBezTo>
                <a:cubicBezTo>
                  <a:pt x="1161184" y="39958"/>
                  <a:pt x="1161760" y="40026"/>
                  <a:pt x="1162213" y="40162"/>
                </a:cubicBezTo>
                <a:cubicBezTo>
                  <a:pt x="1162665" y="40299"/>
                  <a:pt x="1163032" y="40515"/>
                  <a:pt x="1163315" y="40810"/>
                </a:cubicBezTo>
                <a:cubicBezTo>
                  <a:pt x="1163598" y="41105"/>
                  <a:pt x="1163790" y="41507"/>
                  <a:pt x="1163892" y="42018"/>
                </a:cubicBezTo>
                <a:cubicBezTo>
                  <a:pt x="1163994" y="42529"/>
                  <a:pt x="1164044" y="43160"/>
                  <a:pt x="1164044" y="439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Reason:">
            <a:extLst xmlns:a="http://schemas.openxmlformats.org/drawingml/2006/main">
              <a:ext uri="{FF2B5EF4-FFF2-40B4-BE49-F238E27FC236}">
                <a16:creationId xmlns:a16="http://schemas.microsoft.com/office/drawing/2014/main" id="{778DB5AF-5914-4EAD-8A05-1446D048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362" y="1741628"/>
            <a:ext cx="218477" cy="44707"/>
          </a:xfrm>
          <a:custGeom xmlns:a="http://schemas.openxmlformats.org/drawingml/2006/main">
            <a:pathLst>
              <a:path w="218477" h="44707">
                <a:moveTo>
                  <a:pt x="32563" y="42740"/>
                </a:moveTo>
                <a:cubicBezTo>
                  <a:pt x="32563" y="42989"/>
                  <a:pt x="32518" y="43198"/>
                  <a:pt x="32427" y="43368"/>
                </a:cubicBezTo>
                <a:cubicBezTo>
                  <a:pt x="32337" y="43537"/>
                  <a:pt x="32122" y="43678"/>
                  <a:pt x="31783" y="43791"/>
                </a:cubicBezTo>
                <a:cubicBezTo>
                  <a:pt x="31444" y="43904"/>
                  <a:pt x="30946" y="43983"/>
                  <a:pt x="30291" y="44028"/>
                </a:cubicBezTo>
                <a:cubicBezTo>
                  <a:pt x="29635" y="44073"/>
                  <a:pt x="28742" y="44096"/>
                  <a:pt x="27611" y="44096"/>
                </a:cubicBezTo>
                <a:cubicBezTo>
                  <a:pt x="26661" y="44096"/>
                  <a:pt x="25904" y="44073"/>
                  <a:pt x="25338" y="44028"/>
                </a:cubicBezTo>
                <a:cubicBezTo>
                  <a:pt x="24773" y="43983"/>
                  <a:pt x="24326" y="43898"/>
                  <a:pt x="23998" y="43775"/>
                </a:cubicBezTo>
                <a:cubicBezTo>
                  <a:pt x="23670" y="43650"/>
                  <a:pt x="23439" y="43492"/>
                  <a:pt x="23303" y="43301"/>
                </a:cubicBezTo>
                <a:cubicBezTo>
                  <a:pt x="23167" y="43109"/>
                  <a:pt x="23054" y="42877"/>
                  <a:pt x="22964" y="42607"/>
                </a:cubicBezTo>
                <a:lnTo>
                  <a:pt x="19029" y="32822"/>
                </a:lnTo>
                <a:cubicBezTo>
                  <a:pt x="18554" y="31716"/>
                  <a:pt x="18091" y="30734"/>
                  <a:pt x="17638" y="29876"/>
                </a:cubicBezTo>
                <a:cubicBezTo>
                  <a:pt x="17186" y="29018"/>
                  <a:pt x="16683" y="28302"/>
                  <a:pt x="16129" y="27726"/>
                </a:cubicBezTo>
                <a:cubicBezTo>
                  <a:pt x="15575" y="27150"/>
                  <a:pt x="14936" y="26716"/>
                  <a:pt x="14212" y="26423"/>
                </a:cubicBezTo>
                <a:cubicBezTo>
                  <a:pt x="13489" y="26129"/>
                  <a:pt x="12652" y="25983"/>
                  <a:pt x="11702" y="25983"/>
                </a:cubicBezTo>
                <a:lnTo>
                  <a:pt x="8921" y="25983"/>
                </a:lnTo>
                <a:lnTo>
                  <a:pt x="8921" y="42675"/>
                </a:lnTo>
                <a:cubicBezTo>
                  <a:pt x="8921" y="42900"/>
                  <a:pt x="8847" y="43103"/>
                  <a:pt x="8700" y="43284"/>
                </a:cubicBezTo>
                <a:cubicBezTo>
                  <a:pt x="8553" y="43464"/>
                  <a:pt x="8310" y="43611"/>
                  <a:pt x="7971" y="43724"/>
                </a:cubicBezTo>
                <a:cubicBezTo>
                  <a:pt x="7632" y="43836"/>
                  <a:pt x="7180" y="43926"/>
                  <a:pt x="6614" y="43994"/>
                </a:cubicBezTo>
                <a:cubicBezTo>
                  <a:pt x="6049" y="44062"/>
                  <a:pt x="5325" y="44096"/>
                  <a:pt x="4444" y="44096"/>
                </a:cubicBezTo>
                <a:cubicBezTo>
                  <a:pt x="3584" y="44096"/>
                  <a:pt x="2866" y="44062"/>
                  <a:pt x="2290" y="43994"/>
                </a:cubicBezTo>
                <a:cubicBezTo>
                  <a:pt x="1713" y="43926"/>
                  <a:pt x="1255" y="43836"/>
                  <a:pt x="916" y="43723"/>
                </a:cubicBezTo>
                <a:cubicBezTo>
                  <a:pt x="577" y="43610"/>
                  <a:pt x="339" y="43463"/>
                  <a:pt x="204" y="43282"/>
                </a:cubicBezTo>
                <a:cubicBezTo>
                  <a:pt x="68" y="43101"/>
                  <a:pt x="0" y="42897"/>
                  <a:pt x="0" y="42671"/>
                </a:cubicBezTo>
                <a:lnTo>
                  <a:pt x="0" y="2815"/>
                </a:lnTo>
                <a:cubicBezTo>
                  <a:pt x="0" y="1820"/>
                  <a:pt x="254" y="1102"/>
                  <a:pt x="763" y="661"/>
                </a:cubicBezTo>
                <a:cubicBezTo>
                  <a:pt x="1272" y="220"/>
                  <a:pt x="1900" y="0"/>
                  <a:pt x="2646" y="0"/>
                </a:cubicBezTo>
                <a:lnTo>
                  <a:pt x="14009" y="0"/>
                </a:lnTo>
                <a:cubicBezTo>
                  <a:pt x="15162" y="0"/>
                  <a:pt x="16112" y="23"/>
                  <a:pt x="16858" y="68"/>
                </a:cubicBezTo>
                <a:cubicBezTo>
                  <a:pt x="17604" y="113"/>
                  <a:pt x="18283" y="170"/>
                  <a:pt x="18893" y="237"/>
                </a:cubicBezTo>
                <a:cubicBezTo>
                  <a:pt x="20657" y="487"/>
                  <a:pt x="22246" y="917"/>
                  <a:pt x="23659" y="1529"/>
                </a:cubicBezTo>
                <a:cubicBezTo>
                  <a:pt x="25073" y="2139"/>
                  <a:pt x="26271" y="2937"/>
                  <a:pt x="27255" y="3922"/>
                </a:cubicBezTo>
                <a:cubicBezTo>
                  <a:pt x="28238" y="4906"/>
                  <a:pt x="28990" y="6072"/>
                  <a:pt x="29510" y="7419"/>
                </a:cubicBezTo>
                <a:cubicBezTo>
                  <a:pt x="30030" y="8765"/>
                  <a:pt x="30291" y="10310"/>
                  <a:pt x="30291" y="12052"/>
                </a:cubicBezTo>
                <a:cubicBezTo>
                  <a:pt x="30291" y="13523"/>
                  <a:pt x="30104" y="14865"/>
                  <a:pt x="29731" y="16076"/>
                </a:cubicBezTo>
                <a:cubicBezTo>
                  <a:pt x="29358" y="17286"/>
                  <a:pt x="28809" y="18367"/>
                  <a:pt x="28086" y="19318"/>
                </a:cubicBezTo>
                <a:cubicBezTo>
                  <a:pt x="27362" y="20269"/>
                  <a:pt x="26469" y="21095"/>
                  <a:pt x="25406" y="21797"/>
                </a:cubicBezTo>
                <a:cubicBezTo>
                  <a:pt x="24343" y="22498"/>
                  <a:pt x="23133" y="23063"/>
                  <a:pt x="21777" y="23494"/>
                </a:cubicBezTo>
                <a:cubicBezTo>
                  <a:pt x="22432" y="23810"/>
                  <a:pt x="23049" y="24194"/>
                  <a:pt x="23625" y="24646"/>
                </a:cubicBezTo>
                <a:cubicBezTo>
                  <a:pt x="24202" y="25098"/>
                  <a:pt x="24745" y="25645"/>
                  <a:pt x="25253" y="26289"/>
                </a:cubicBezTo>
                <a:cubicBezTo>
                  <a:pt x="25762" y="26933"/>
                  <a:pt x="26243" y="27667"/>
                  <a:pt x="26695" y="28492"/>
                </a:cubicBezTo>
                <a:cubicBezTo>
                  <a:pt x="27147" y="29316"/>
                  <a:pt x="27588" y="30248"/>
                  <a:pt x="28018" y="31287"/>
                </a:cubicBezTo>
                <a:lnTo>
                  <a:pt x="31715" y="39928"/>
                </a:lnTo>
                <a:cubicBezTo>
                  <a:pt x="32054" y="40787"/>
                  <a:pt x="32281" y="41414"/>
                  <a:pt x="32394" y="41810"/>
                </a:cubicBezTo>
                <a:cubicBezTo>
                  <a:pt x="32507" y="42205"/>
                  <a:pt x="32563" y="42515"/>
                  <a:pt x="32563" y="42740"/>
                </a:cubicBezTo>
                <a:moveTo>
                  <a:pt x="21064" y="12974"/>
                </a:moveTo>
                <a:cubicBezTo>
                  <a:pt x="21064" y="11531"/>
                  <a:pt x="20736" y="10314"/>
                  <a:pt x="20081" y="9322"/>
                </a:cubicBezTo>
                <a:cubicBezTo>
                  <a:pt x="19425" y="8329"/>
                  <a:pt x="18351" y="7630"/>
                  <a:pt x="16858" y="7224"/>
                </a:cubicBezTo>
                <a:cubicBezTo>
                  <a:pt x="16406" y="7111"/>
                  <a:pt x="15892" y="7021"/>
                  <a:pt x="15315" y="6954"/>
                </a:cubicBezTo>
                <a:cubicBezTo>
                  <a:pt x="14738" y="6886"/>
                  <a:pt x="13941" y="6852"/>
                  <a:pt x="12924" y="6852"/>
                </a:cubicBezTo>
                <a:lnTo>
                  <a:pt x="8921" y="6852"/>
                </a:lnTo>
                <a:lnTo>
                  <a:pt x="8921" y="19267"/>
                </a:lnTo>
                <a:lnTo>
                  <a:pt x="13466" y="19267"/>
                </a:lnTo>
                <a:cubicBezTo>
                  <a:pt x="14733" y="19267"/>
                  <a:pt x="15841" y="19114"/>
                  <a:pt x="16790" y="18810"/>
                </a:cubicBezTo>
                <a:cubicBezTo>
                  <a:pt x="17740" y="18505"/>
                  <a:pt x="18532" y="18077"/>
                  <a:pt x="19165" y="17525"/>
                </a:cubicBezTo>
                <a:cubicBezTo>
                  <a:pt x="19798" y="16972"/>
                  <a:pt x="20273" y="16313"/>
                  <a:pt x="20589" y="15546"/>
                </a:cubicBezTo>
                <a:cubicBezTo>
                  <a:pt x="20906" y="14779"/>
                  <a:pt x="21064" y="13922"/>
                  <a:pt x="21064" y="12974"/>
                </a:cubicBezTo>
                <a:close/>
                <a:moveTo>
                  <a:pt x="65648" y="26724"/>
                </a:moveTo>
                <a:cubicBezTo>
                  <a:pt x="65648" y="27766"/>
                  <a:pt x="65417" y="28536"/>
                  <a:pt x="64953" y="29034"/>
                </a:cubicBezTo>
                <a:cubicBezTo>
                  <a:pt x="64489" y="29533"/>
                  <a:pt x="63851" y="29782"/>
                  <a:pt x="63036" y="29782"/>
                </a:cubicBezTo>
                <a:lnTo>
                  <a:pt x="44618" y="29782"/>
                </a:lnTo>
                <a:cubicBezTo>
                  <a:pt x="44618" y="31076"/>
                  <a:pt x="44771" y="32250"/>
                  <a:pt x="45076" y="33306"/>
                </a:cubicBezTo>
                <a:cubicBezTo>
                  <a:pt x="45381" y="34362"/>
                  <a:pt x="45867" y="35259"/>
                  <a:pt x="46534" y="35998"/>
                </a:cubicBezTo>
                <a:cubicBezTo>
                  <a:pt x="47202" y="36735"/>
                  <a:pt x="48061" y="37297"/>
                  <a:pt x="49112" y="37683"/>
                </a:cubicBezTo>
                <a:cubicBezTo>
                  <a:pt x="50164" y="38069"/>
                  <a:pt x="51425" y="38262"/>
                  <a:pt x="52894" y="38262"/>
                </a:cubicBezTo>
                <a:cubicBezTo>
                  <a:pt x="54387" y="38262"/>
                  <a:pt x="55698" y="38153"/>
                  <a:pt x="56829" y="37934"/>
                </a:cubicBezTo>
                <a:cubicBezTo>
                  <a:pt x="57960" y="37716"/>
                  <a:pt x="58938" y="37475"/>
                  <a:pt x="59763" y="37210"/>
                </a:cubicBezTo>
                <a:cubicBezTo>
                  <a:pt x="60589" y="36946"/>
                  <a:pt x="61273" y="36705"/>
                  <a:pt x="61815" y="36486"/>
                </a:cubicBezTo>
                <a:cubicBezTo>
                  <a:pt x="62358" y="36268"/>
                  <a:pt x="62799" y="36159"/>
                  <a:pt x="63138" y="36159"/>
                </a:cubicBezTo>
                <a:cubicBezTo>
                  <a:pt x="63342" y="36159"/>
                  <a:pt x="63511" y="36199"/>
                  <a:pt x="63647" y="36278"/>
                </a:cubicBezTo>
                <a:cubicBezTo>
                  <a:pt x="63783" y="36358"/>
                  <a:pt x="63896" y="36500"/>
                  <a:pt x="63986" y="36705"/>
                </a:cubicBezTo>
                <a:cubicBezTo>
                  <a:pt x="64077" y="36909"/>
                  <a:pt x="64139" y="37199"/>
                  <a:pt x="64173" y="37574"/>
                </a:cubicBezTo>
                <a:cubicBezTo>
                  <a:pt x="64207" y="37949"/>
                  <a:pt x="64224" y="38421"/>
                  <a:pt x="64224" y="38989"/>
                </a:cubicBezTo>
                <a:cubicBezTo>
                  <a:pt x="64224" y="39489"/>
                  <a:pt x="64212" y="39916"/>
                  <a:pt x="64190" y="40268"/>
                </a:cubicBezTo>
                <a:cubicBezTo>
                  <a:pt x="64167" y="40620"/>
                  <a:pt x="64133" y="40921"/>
                  <a:pt x="64088" y="41171"/>
                </a:cubicBezTo>
                <a:cubicBezTo>
                  <a:pt x="64043" y="41422"/>
                  <a:pt x="63975" y="41632"/>
                  <a:pt x="63884" y="41803"/>
                </a:cubicBezTo>
                <a:cubicBezTo>
                  <a:pt x="63794" y="41973"/>
                  <a:pt x="63675" y="42138"/>
                  <a:pt x="63528" y="42297"/>
                </a:cubicBezTo>
                <a:cubicBezTo>
                  <a:pt x="63381" y="42456"/>
                  <a:pt x="62980" y="42671"/>
                  <a:pt x="62324" y="42943"/>
                </a:cubicBezTo>
                <a:cubicBezTo>
                  <a:pt x="61668" y="43214"/>
                  <a:pt x="60832" y="43480"/>
                  <a:pt x="59814" y="43740"/>
                </a:cubicBezTo>
                <a:cubicBezTo>
                  <a:pt x="58796" y="44000"/>
                  <a:pt x="57632" y="44226"/>
                  <a:pt x="56320" y="44418"/>
                </a:cubicBezTo>
                <a:cubicBezTo>
                  <a:pt x="55009" y="44610"/>
                  <a:pt x="53607" y="44707"/>
                  <a:pt x="52114" y="44707"/>
                </a:cubicBezTo>
                <a:cubicBezTo>
                  <a:pt x="49423" y="44707"/>
                  <a:pt x="47066" y="44367"/>
                  <a:pt x="45042" y="43687"/>
                </a:cubicBezTo>
                <a:cubicBezTo>
                  <a:pt x="43018" y="43007"/>
                  <a:pt x="41328" y="41976"/>
                  <a:pt x="39971" y="40594"/>
                </a:cubicBezTo>
                <a:cubicBezTo>
                  <a:pt x="38614" y="39211"/>
                  <a:pt x="37602" y="37467"/>
                  <a:pt x="36935" y="35361"/>
                </a:cubicBezTo>
                <a:cubicBezTo>
                  <a:pt x="36268" y="33253"/>
                  <a:pt x="35934" y="30783"/>
                  <a:pt x="35934" y="27951"/>
                </a:cubicBezTo>
                <a:cubicBezTo>
                  <a:pt x="35934" y="25254"/>
                  <a:pt x="36285" y="22824"/>
                  <a:pt x="36986" y="20660"/>
                </a:cubicBezTo>
                <a:cubicBezTo>
                  <a:pt x="37687" y="18497"/>
                  <a:pt x="38705" y="16661"/>
                  <a:pt x="40039" y="15155"/>
                </a:cubicBezTo>
                <a:cubicBezTo>
                  <a:pt x="41373" y="13647"/>
                  <a:pt x="42995" y="12497"/>
                  <a:pt x="44906" y="11705"/>
                </a:cubicBezTo>
                <a:cubicBezTo>
                  <a:pt x="46817" y="10912"/>
                  <a:pt x="48971" y="10515"/>
                  <a:pt x="51368" y="10515"/>
                </a:cubicBezTo>
                <a:cubicBezTo>
                  <a:pt x="53901" y="10515"/>
                  <a:pt x="56066" y="10889"/>
                  <a:pt x="57864" y="11637"/>
                </a:cubicBezTo>
                <a:cubicBezTo>
                  <a:pt x="59661" y="12384"/>
                  <a:pt x="61137" y="13421"/>
                  <a:pt x="62290" y="14746"/>
                </a:cubicBezTo>
                <a:cubicBezTo>
                  <a:pt x="63444" y="16071"/>
                  <a:pt x="64292" y="17639"/>
                  <a:pt x="64834" y="19452"/>
                </a:cubicBezTo>
                <a:cubicBezTo>
                  <a:pt x="65377" y="21264"/>
                  <a:pt x="65648" y="23235"/>
                  <a:pt x="65648" y="25365"/>
                </a:cubicBezTo>
                <a:lnTo>
                  <a:pt x="65648" y="26724"/>
                </a:lnTo>
                <a:moveTo>
                  <a:pt x="57372" y="24287"/>
                </a:moveTo>
                <a:cubicBezTo>
                  <a:pt x="57440" y="21879"/>
                  <a:pt x="56959" y="19988"/>
                  <a:pt x="55930" y="18615"/>
                </a:cubicBezTo>
                <a:cubicBezTo>
                  <a:pt x="54901" y="17240"/>
                  <a:pt x="53313" y="16553"/>
                  <a:pt x="51164" y="16553"/>
                </a:cubicBezTo>
                <a:cubicBezTo>
                  <a:pt x="50079" y="16553"/>
                  <a:pt x="49135" y="16758"/>
                  <a:pt x="48332" y="17167"/>
                </a:cubicBezTo>
                <a:cubicBezTo>
                  <a:pt x="47529" y="17575"/>
                  <a:pt x="46862" y="18126"/>
                  <a:pt x="46331" y="18819"/>
                </a:cubicBezTo>
                <a:cubicBezTo>
                  <a:pt x="45799" y="19512"/>
                  <a:pt x="45392" y="20329"/>
                  <a:pt x="45110" y="21272"/>
                </a:cubicBezTo>
                <a:cubicBezTo>
                  <a:pt x="44827" y="22214"/>
                  <a:pt x="44663" y="23219"/>
                  <a:pt x="44618" y="24287"/>
                </a:cubicBezTo>
                <a:lnTo>
                  <a:pt x="57372" y="24287"/>
                </a:lnTo>
                <a:close/>
                <a:moveTo>
                  <a:pt x="98211" y="42840"/>
                </a:moveTo>
                <a:cubicBezTo>
                  <a:pt x="98211" y="43156"/>
                  <a:pt x="98098" y="43406"/>
                  <a:pt x="97872" y="43587"/>
                </a:cubicBezTo>
                <a:cubicBezTo>
                  <a:pt x="97646" y="43768"/>
                  <a:pt x="97290" y="43898"/>
                  <a:pt x="96804" y="43977"/>
                </a:cubicBezTo>
                <a:cubicBezTo>
                  <a:pt x="96318" y="44056"/>
                  <a:pt x="95600" y="44096"/>
                  <a:pt x="94650" y="44096"/>
                </a:cubicBezTo>
                <a:cubicBezTo>
                  <a:pt x="93632" y="44096"/>
                  <a:pt x="92892" y="44056"/>
                  <a:pt x="92428" y="43977"/>
                </a:cubicBezTo>
                <a:cubicBezTo>
                  <a:pt x="91965" y="43898"/>
                  <a:pt x="91637" y="43768"/>
                  <a:pt x="91444" y="43587"/>
                </a:cubicBezTo>
                <a:cubicBezTo>
                  <a:pt x="91252" y="43406"/>
                  <a:pt x="91156" y="43158"/>
                  <a:pt x="91156" y="42841"/>
                </a:cubicBezTo>
                <a:lnTo>
                  <a:pt x="91156" y="40433"/>
                </a:lnTo>
                <a:cubicBezTo>
                  <a:pt x="89912" y="41767"/>
                  <a:pt x="88493" y="42813"/>
                  <a:pt x="86899" y="43570"/>
                </a:cubicBezTo>
                <a:cubicBezTo>
                  <a:pt x="85305" y="44328"/>
                  <a:pt x="83535" y="44707"/>
                  <a:pt x="81591" y="44707"/>
                </a:cubicBezTo>
                <a:cubicBezTo>
                  <a:pt x="79985" y="44707"/>
                  <a:pt x="78510" y="44497"/>
                  <a:pt x="77164" y="44077"/>
                </a:cubicBezTo>
                <a:cubicBezTo>
                  <a:pt x="75819" y="43657"/>
                  <a:pt x="74654" y="43033"/>
                  <a:pt x="73670" y="42205"/>
                </a:cubicBezTo>
                <a:cubicBezTo>
                  <a:pt x="72687" y="41377"/>
                  <a:pt x="71924" y="40350"/>
                  <a:pt x="71381" y="39126"/>
                </a:cubicBezTo>
                <a:cubicBezTo>
                  <a:pt x="70838" y="37900"/>
                  <a:pt x="70567" y="36471"/>
                  <a:pt x="70567" y="34837"/>
                </a:cubicBezTo>
                <a:cubicBezTo>
                  <a:pt x="70567" y="33067"/>
                  <a:pt x="70912" y="31529"/>
                  <a:pt x="71601" y="30225"/>
                </a:cubicBezTo>
                <a:cubicBezTo>
                  <a:pt x="72291" y="28920"/>
                  <a:pt x="73320" y="27843"/>
                  <a:pt x="74688" y="26992"/>
                </a:cubicBezTo>
                <a:cubicBezTo>
                  <a:pt x="76056" y="26141"/>
                  <a:pt x="77758" y="25511"/>
                  <a:pt x="79793" y="25103"/>
                </a:cubicBezTo>
                <a:cubicBezTo>
                  <a:pt x="81828" y="24694"/>
                  <a:pt x="84191" y="24490"/>
                  <a:pt x="86882" y="24490"/>
                </a:cubicBezTo>
                <a:lnTo>
                  <a:pt x="89833" y="24490"/>
                </a:lnTo>
                <a:lnTo>
                  <a:pt x="89833" y="22667"/>
                </a:lnTo>
                <a:cubicBezTo>
                  <a:pt x="89833" y="21722"/>
                  <a:pt x="89737" y="20894"/>
                  <a:pt x="89545" y="20186"/>
                </a:cubicBezTo>
                <a:cubicBezTo>
                  <a:pt x="89353" y="19476"/>
                  <a:pt x="89036" y="18885"/>
                  <a:pt x="88595" y="18412"/>
                </a:cubicBezTo>
                <a:cubicBezTo>
                  <a:pt x="88154" y="17939"/>
                  <a:pt x="87566" y="17591"/>
                  <a:pt x="86831" y="17366"/>
                </a:cubicBezTo>
                <a:cubicBezTo>
                  <a:pt x="86096" y="17141"/>
                  <a:pt x="85186" y="17028"/>
                  <a:pt x="84101" y="17028"/>
                </a:cubicBezTo>
                <a:cubicBezTo>
                  <a:pt x="82676" y="17028"/>
                  <a:pt x="81404" y="17186"/>
                  <a:pt x="80285" y="17503"/>
                </a:cubicBezTo>
                <a:cubicBezTo>
                  <a:pt x="79165" y="17819"/>
                  <a:pt x="78176" y="18170"/>
                  <a:pt x="77317" y="18554"/>
                </a:cubicBezTo>
                <a:cubicBezTo>
                  <a:pt x="76457" y="18939"/>
                  <a:pt x="75740" y="19289"/>
                  <a:pt x="75163" y="19606"/>
                </a:cubicBezTo>
                <a:cubicBezTo>
                  <a:pt x="74586" y="19922"/>
                  <a:pt x="74117" y="20081"/>
                  <a:pt x="73755" y="20081"/>
                </a:cubicBezTo>
                <a:cubicBezTo>
                  <a:pt x="73506" y="20081"/>
                  <a:pt x="73286" y="20001"/>
                  <a:pt x="73094" y="19842"/>
                </a:cubicBezTo>
                <a:cubicBezTo>
                  <a:pt x="72902" y="19683"/>
                  <a:pt x="72743" y="19456"/>
                  <a:pt x="72619" y="19161"/>
                </a:cubicBezTo>
                <a:cubicBezTo>
                  <a:pt x="72495" y="18865"/>
                  <a:pt x="72398" y="18502"/>
                  <a:pt x="72331" y="18070"/>
                </a:cubicBezTo>
                <a:cubicBezTo>
                  <a:pt x="72263" y="17637"/>
                  <a:pt x="72229" y="17160"/>
                  <a:pt x="72229" y="16638"/>
                </a:cubicBezTo>
                <a:cubicBezTo>
                  <a:pt x="72229" y="15933"/>
                  <a:pt x="72285" y="15376"/>
                  <a:pt x="72398" y="14967"/>
                </a:cubicBezTo>
                <a:cubicBezTo>
                  <a:pt x="72511" y="14558"/>
                  <a:pt x="72726" y="14189"/>
                  <a:pt x="73043" y="13859"/>
                </a:cubicBezTo>
                <a:cubicBezTo>
                  <a:pt x="73359" y="13529"/>
                  <a:pt x="73913" y="13167"/>
                  <a:pt x="74705" y="12771"/>
                </a:cubicBezTo>
                <a:cubicBezTo>
                  <a:pt x="75496" y="12375"/>
                  <a:pt x="76424" y="12008"/>
                  <a:pt x="77486" y="11668"/>
                </a:cubicBezTo>
                <a:cubicBezTo>
                  <a:pt x="78549" y="11329"/>
                  <a:pt x="79708" y="11052"/>
                  <a:pt x="80963" y="10837"/>
                </a:cubicBezTo>
                <a:cubicBezTo>
                  <a:pt x="82218" y="10623"/>
                  <a:pt x="83513" y="10515"/>
                  <a:pt x="84847" y="10515"/>
                </a:cubicBezTo>
                <a:cubicBezTo>
                  <a:pt x="87221" y="10515"/>
                  <a:pt x="89251" y="10747"/>
                  <a:pt x="90936" y="11212"/>
                </a:cubicBezTo>
                <a:cubicBezTo>
                  <a:pt x="92620" y="11675"/>
                  <a:pt x="94005" y="12388"/>
                  <a:pt x="95091" y="13351"/>
                </a:cubicBezTo>
                <a:cubicBezTo>
                  <a:pt x="96176" y="14312"/>
                  <a:pt x="96968" y="15552"/>
                  <a:pt x="97465" y="17068"/>
                </a:cubicBezTo>
                <a:cubicBezTo>
                  <a:pt x="97963" y="18585"/>
                  <a:pt x="98211" y="20384"/>
                  <a:pt x="98211" y="22467"/>
                </a:cubicBezTo>
                <a:lnTo>
                  <a:pt x="98211" y="42840"/>
                </a:lnTo>
                <a:moveTo>
                  <a:pt x="89833" y="29850"/>
                </a:moveTo>
                <a:lnTo>
                  <a:pt x="86577" y="29850"/>
                </a:lnTo>
                <a:cubicBezTo>
                  <a:pt x="85198" y="29850"/>
                  <a:pt x="84022" y="29952"/>
                  <a:pt x="83049" y="30157"/>
                </a:cubicBezTo>
                <a:cubicBezTo>
                  <a:pt x="82077" y="30362"/>
                  <a:pt x="81285" y="30670"/>
                  <a:pt x="80675" y="31080"/>
                </a:cubicBezTo>
                <a:cubicBezTo>
                  <a:pt x="80064" y="31490"/>
                  <a:pt x="79618" y="31986"/>
                  <a:pt x="79335" y="32567"/>
                </a:cubicBezTo>
                <a:cubicBezTo>
                  <a:pt x="79052" y="33148"/>
                  <a:pt x="78911" y="33815"/>
                  <a:pt x="78911" y="34567"/>
                </a:cubicBezTo>
                <a:cubicBezTo>
                  <a:pt x="78911" y="35843"/>
                  <a:pt x="79312" y="36846"/>
                  <a:pt x="80115" y="37575"/>
                </a:cubicBezTo>
                <a:cubicBezTo>
                  <a:pt x="80918" y="38304"/>
                  <a:pt x="82032" y="38669"/>
                  <a:pt x="83456" y="38669"/>
                </a:cubicBezTo>
                <a:cubicBezTo>
                  <a:pt x="84655" y="38669"/>
                  <a:pt x="85757" y="38361"/>
                  <a:pt x="86764" y="37747"/>
                </a:cubicBezTo>
                <a:cubicBezTo>
                  <a:pt x="87770" y="37131"/>
                  <a:pt x="88793" y="36231"/>
                  <a:pt x="89833" y="35046"/>
                </a:cubicBezTo>
                <a:lnTo>
                  <a:pt x="89833" y="29850"/>
                </a:lnTo>
                <a:close/>
                <a:moveTo>
                  <a:pt x="127773" y="34204"/>
                </a:moveTo>
                <a:cubicBezTo>
                  <a:pt x="127773" y="35926"/>
                  <a:pt x="127451" y="37444"/>
                  <a:pt x="126807" y="38759"/>
                </a:cubicBezTo>
                <a:cubicBezTo>
                  <a:pt x="126162" y="40073"/>
                  <a:pt x="125252" y="41171"/>
                  <a:pt x="124076" y="42055"/>
                </a:cubicBezTo>
                <a:cubicBezTo>
                  <a:pt x="122900" y="42939"/>
                  <a:pt x="121510" y="43601"/>
                  <a:pt x="119904" y="44043"/>
                </a:cubicBezTo>
                <a:cubicBezTo>
                  <a:pt x="118298" y="44485"/>
                  <a:pt x="116557" y="44707"/>
                  <a:pt x="114680" y="44707"/>
                </a:cubicBezTo>
                <a:cubicBezTo>
                  <a:pt x="113550" y="44707"/>
                  <a:pt x="112470" y="44621"/>
                  <a:pt x="111441" y="44449"/>
                </a:cubicBezTo>
                <a:cubicBezTo>
                  <a:pt x="110412" y="44277"/>
                  <a:pt x="109491" y="44060"/>
                  <a:pt x="108677" y="43797"/>
                </a:cubicBezTo>
                <a:cubicBezTo>
                  <a:pt x="107862" y="43533"/>
                  <a:pt x="107184" y="43265"/>
                  <a:pt x="106641" y="42990"/>
                </a:cubicBezTo>
                <a:cubicBezTo>
                  <a:pt x="106099" y="42715"/>
                  <a:pt x="105703" y="42458"/>
                  <a:pt x="105454" y="42218"/>
                </a:cubicBezTo>
                <a:cubicBezTo>
                  <a:pt x="105205" y="41977"/>
                  <a:pt x="105013" y="41601"/>
                  <a:pt x="104877" y="41090"/>
                </a:cubicBezTo>
                <a:cubicBezTo>
                  <a:pt x="104742" y="40578"/>
                  <a:pt x="104674" y="39822"/>
                  <a:pt x="104674" y="38821"/>
                </a:cubicBezTo>
                <a:cubicBezTo>
                  <a:pt x="104674" y="38162"/>
                  <a:pt x="104697" y="37634"/>
                  <a:pt x="104742" y="37236"/>
                </a:cubicBezTo>
                <a:cubicBezTo>
                  <a:pt x="104787" y="36838"/>
                  <a:pt x="104855" y="36519"/>
                  <a:pt x="104945" y="36281"/>
                </a:cubicBezTo>
                <a:cubicBezTo>
                  <a:pt x="105036" y="36042"/>
                  <a:pt x="105149" y="35883"/>
                  <a:pt x="105285" y="35804"/>
                </a:cubicBezTo>
                <a:cubicBezTo>
                  <a:pt x="105420" y="35724"/>
                  <a:pt x="105590" y="35684"/>
                  <a:pt x="105793" y="35684"/>
                </a:cubicBezTo>
                <a:cubicBezTo>
                  <a:pt x="106042" y="35684"/>
                  <a:pt x="106410" y="35827"/>
                  <a:pt x="106896" y="36113"/>
                </a:cubicBezTo>
                <a:cubicBezTo>
                  <a:pt x="107382" y="36399"/>
                  <a:pt x="107987" y="36714"/>
                  <a:pt x="108710" y="37058"/>
                </a:cubicBezTo>
                <a:cubicBezTo>
                  <a:pt x="109434" y="37401"/>
                  <a:pt x="110276" y="37721"/>
                  <a:pt x="111237" y="38019"/>
                </a:cubicBezTo>
                <a:cubicBezTo>
                  <a:pt x="112199" y="38317"/>
                  <a:pt x="113290" y="38465"/>
                  <a:pt x="114511" y="38465"/>
                </a:cubicBezTo>
                <a:cubicBezTo>
                  <a:pt x="115280" y="38465"/>
                  <a:pt x="115964" y="38386"/>
                  <a:pt x="116563" y="38229"/>
                </a:cubicBezTo>
                <a:cubicBezTo>
                  <a:pt x="117162" y="38071"/>
                  <a:pt x="117682" y="37846"/>
                  <a:pt x="118123" y="37554"/>
                </a:cubicBezTo>
                <a:cubicBezTo>
                  <a:pt x="118564" y="37260"/>
                  <a:pt x="118898" y="36889"/>
                  <a:pt x="119124" y="36439"/>
                </a:cubicBezTo>
                <a:cubicBezTo>
                  <a:pt x="119350" y="35988"/>
                  <a:pt x="119463" y="35470"/>
                  <a:pt x="119463" y="34885"/>
                </a:cubicBezTo>
                <a:cubicBezTo>
                  <a:pt x="119463" y="34205"/>
                  <a:pt x="119254" y="33621"/>
                  <a:pt x="118836" y="33135"/>
                </a:cubicBezTo>
                <a:cubicBezTo>
                  <a:pt x="118417" y="32647"/>
                  <a:pt x="117863" y="32222"/>
                  <a:pt x="117173" y="31859"/>
                </a:cubicBezTo>
                <a:cubicBezTo>
                  <a:pt x="116484" y="31497"/>
                  <a:pt x="115704" y="31157"/>
                  <a:pt x="114833" y="30840"/>
                </a:cubicBezTo>
                <a:cubicBezTo>
                  <a:pt x="113962" y="30522"/>
                  <a:pt x="113069" y="30171"/>
                  <a:pt x="112153" y="29786"/>
                </a:cubicBezTo>
                <a:cubicBezTo>
                  <a:pt x="111237" y="29401"/>
                  <a:pt x="110344" y="28959"/>
                  <a:pt x="109474" y="28461"/>
                </a:cubicBezTo>
                <a:cubicBezTo>
                  <a:pt x="108603" y="27962"/>
                  <a:pt x="107823" y="27350"/>
                  <a:pt x="107133" y="26625"/>
                </a:cubicBezTo>
                <a:cubicBezTo>
                  <a:pt x="106443" y="25900"/>
                  <a:pt x="105889" y="25028"/>
                  <a:pt x="105471" y="24009"/>
                </a:cubicBezTo>
                <a:cubicBezTo>
                  <a:pt x="105053" y="22989"/>
                  <a:pt x="104844" y="21766"/>
                  <a:pt x="104844" y="20338"/>
                </a:cubicBezTo>
                <a:cubicBezTo>
                  <a:pt x="104844" y="18887"/>
                  <a:pt x="105126" y="17556"/>
                  <a:pt x="105692" y="16344"/>
                </a:cubicBezTo>
                <a:cubicBezTo>
                  <a:pt x="106257" y="15132"/>
                  <a:pt x="107071" y="14096"/>
                  <a:pt x="108134" y="13235"/>
                </a:cubicBezTo>
                <a:cubicBezTo>
                  <a:pt x="109197" y="12374"/>
                  <a:pt x="110491" y="11705"/>
                  <a:pt x="112018" y="11230"/>
                </a:cubicBezTo>
                <a:cubicBezTo>
                  <a:pt x="113544" y="10753"/>
                  <a:pt x="115257" y="10515"/>
                  <a:pt x="117157" y="10515"/>
                </a:cubicBezTo>
                <a:cubicBezTo>
                  <a:pt x="118106" y="10515"/>
                  <a:pt x="119028" y="10583"/>
                  <a:pt x="119921" y="10719"/>
                </a:cubicBezTo>
                <a:cubicBezTo>
                  <a:pt x="120814" y="10854"/>
                  <a:pt x="121623" y="11024"/>
                  <a:pt x="122346" y="11228"/>
                </a:cubicBezTo>
                <a:cubicBezTo>
                  <a:pt x="123070" y="11431"/>
                  <a:pt x="123680" y="11652"/>
                  <a:pt x="124178" y="11889"/>
                </a:cubicBezTo>
                <a:cubicBezTo>
                  <a:pt x="124675" y="12126"/>
                  <a:pt x="125032" y="12330"/>
                  <a:pt x="125246" y="12500"/>
                </a:cubicBezTo>
                <a:cubicBezTo>
                  <a:pt x="125461" y="12669"/>
                  <a:pt x="125614" y="12839"/>
                  <a:pt x="125704" y="13008"/>
                </a:cubicBezTo>
                <a:cubicBezTo>
                  <a:pt x="125795" y="13178"/>
                  <a:pt x="125863" y="13381"/>
                  <a:pt x="125908" y="13619"/>
                </a:cubicBezTo>
                <a:cubicBezTo>
                  <a:pt x="125953" y="13856"/>
                  <a:pt x="125993" y="14150"/>
                  <a:pt x="126027" y="14501"/>
                </a:cubicBezTo>
                <a:cubicBezTo>
                  <a:pt x="126061" y="14851"/>
                  <a:pt x="126077" y="15287"/>
                  <a:pt x="126077" y="15807"/>
                </a:cubicBezTo>
                <a:cubicBezTo>
                  <a:pt x="126077" y="16417"/>
                  <a:pt x="126061" y="16915"/>
                  <a:pt x="126027" y="17299"/>
                </a:cubicBezTo>
                <a:cubicBezTo>
                  <a:pt x="125993" y="17684"/>
                  <a:pt x="125936" y="17989"/>
                  <a:pt x="125857" y="18215"/>
                </a:cubicBezTo>
                <a:cubicBezTo>
                  <a:pt x="125778" y="18441"/>
                  <a:pt x="125670" y="18594"/>
                  <a:pt x="125535" y="18673"/>
                </a:cubicBezTo>
                <a:cubicBezTo>
                  <a:pt x="125399" y="18752"/>
                  <a:pt x="125241" y="18792"/>
                  <a:pt x="125060" y="18792"/>
                </a:cubicBezTo>
                <a:cubicBezTo>
                  <a:pt x="124856" y="18792"/>
                  <a:pt x="124540" y="18673"/>
                  <a:pt x="124110" y="18436"/>
                </a:cubicBezTo>
                <a:cubicBezTo>
                  <a:pt x="123680" y="18198"/>
                  <a:pt x="123143" y="17944"/>
                  <a:pt x="122499" y="17672"/>
                </a:cubicBezTo>
                <a:cubicBezTo>
                  <a:pt x="121854" y="17401"/>
                  <a:pt x="121108" y="17147"/>
                  <a:pt x="120260" y="16909"/>
                </a:cubicBezTo>
                <a:cubicBezTo>
                  <a:pt x="119412" y="16672"/>
                  <a:pt x="118445" y="16553"/>
                  <a:pt x="117360" y="16553"/>
                </a:cubicBezTo>
                <a:cubicBezTo>
                  <a:pt x="116591" y="16553"/>
                  <a:pt x="115924" y="16633"/>
                  <a:pt x="115359" y="16793"/>
                </a:cubicBezTo>
                <a:cubicBezTo>
                  <a:pt x="114793" y="16952"/>
                  <a:pt x="114330" y="17179"/>
                  <a:pt x="113968" y="17474"/>
                </a:cubicBezTo>
                <a:cubicBezTo>
                  <a:pt x="113606" y="17769"/>
                  <a:pt x="113335" y="18116"/>
                  <a:pt x="113154" y="18514"/>
                </a:cubicBezTo>
                <a:cubicBezTo>
                  <a:pt x="112973" y="18912"/>
                  <a:pt x="112883" y="19338"/>
                  <a:pt x="112883" y="19793"/>
                </a:cubicBezTo>
                <a:cubicBezTo>
                  <a:pt x="112883" y="20496"/>
                  <a:pt x="113097" y="21085"/>
                  <a:pt x="113527" y="21561"/>
                </a:cubicBezTo>
                <a:cubicBezTo>
                  <a:pt x="113957" y="22037"/>
                  <a:pt x="114522" y="22456"/>
                  <a:pt x="115223" y="22819"/>
                </a:cubicBezTo>
                <a:cubicBezTo>
                  <a:pt x="115924" y="23181"/>
                  <a:pt x="116721" y="23521"/>
                  <a:pt x="117614" y="23838"/>
                </a:cubicBezTo>
                <a:cubicBezTo>
                  <a:pt x="118508" y="24156"/>
                  <a:pt x="119412" y="24501"/>
                  <a:pt x="120328" y="24875"/>
                </a:cubicBezTo>
                <a:cubicBezTo>
                  <a:pt x="121244" y="25249"/>
                  <a:pt x="122148" y="25685"/>
                  <a:pt x="123042" y="26183"/>
                </a:cubicBezTo>
                <a:cubicBezTo>
                  <a:pt x="123935" y="26681"/>
                  <a:pt x="124732" y="27293"/>
                  <a:pt x="125433" y="28019"/>
                </a:cubicBezTo>
                <a:cubicBezTo>
                  <a:pt x="126134" y="28744"/>
                  <a:pt x="126699" y="29611"/>
                  <a:pt x="127129" y="30619"/>
                </a:cubicBezTo>
                <a:cubicBezTo>
                  <a:pt x="127559" y="31627"/>
                  <a:pt x="127773" y="32822"/>
                  <a:pt x="127773" y="34204"/>
                </a:cubicBezTo>
                <a:close/>
                <a:moveTo>
                  <a:pt x="164855" y="27305"/>
                </a:moveTo>
                <a:cubicBezTo>
                  <a:pt x="164855" y="29888"/>
                  <a:pt x="164516" y="32245"/>
                  <a:pt x="163837" y="34375"/>
                </a:cubicBezTo>
                <a:cubicBezTo>
                  <a:pt x="163159" y="36505"/>
                  <a:pt x="162130" y="38340"/>
                  <a:pt x="160751" y="39880"/>
                </a:cubicBezTo>
                <a:cubicBezTo>
                  <a:pt x="159371" y="41421"/>
                  <a:pt x="157641" y="42611"/>
                  <a:pt x="155561" y="43449"/>
                </a:cubicBezTo>
                <a:cubicBezTo>
                  <a:pt x="153481" y="44287"/>
                  <a:pt x="151050" y="44707"/>
                  <a:pt x="148268" y="44707"/>
                </a:cubicBezTo>
                <a:cubicBezTo>
                  <a:pt x="145577" y="44707"/>
                  <a:pt x="143237" y="44333"/>
                  <a:pt x="141247" y="43585"/>
                </a:cubicBezTo>
                <a:cubicBezTo>
                  <a:pt x="139257" y="42837"/>
                  <a:pt x="137606" y="41750"/>
                  <a:pt x="136294" y="40322"/>
                </a:cubicBezTo>
                <a:cubicBezTo>
                  <a:pt x="134983" y="38895"/>
                  <a:pt x="134010" y="37139"/>
                  <a:pt x="133377" y="35054"/>
                </a:cubicBezTo>
                <a:cubicBezTo>
                  <a:pt x="132744" y="32970"/>
                  <a:pt x="132428" y="30591"/>
                  <a:pt x="132428" y="27917"/>
                </a:cubicBezTo>
                <a:cubicBezTo>
                  <a:pt x="132428" y="25334"/>
                  <a:pt x="132772" y="22971"/>
                  <a:pt x="133462" y="20830"/>
                </a:cubicBezTo>
                <a:cubicBezTo>
                  <a:pt x="134152" y="18689"/>
                  <a:pt x="135186" y="16854"/>
                  <a:pt x="136566" y="15324"/>
                </a:cubicBezTo>
                <a:cubicBezTo>
                  <a:pt x="137945" y="13795"/>
                  <a:pt x="139669" y="12612"/>
                  <a:pt x="141739" y="11773"/>
                </a:cubicBezTo>
                <a:cubicBezTo>
                  <a:pt x="143808" y="10935"/>
                  <a:pt x="146233" y="10515"/>
                  <a:pt x="149014" y="10515"/>
                </a:cubicBezTo>
                <a:cubicBezTo>
                  <a:pt x="151728" y="10515"/>
                  <a:pt x="154080" y="10883"/>
                  <a:pt x="156070" y="11620"/>
                </a:cubicBezTo>
                <a:cubicBezTo>
                  <a:pt x="158060" y="12356"/>
                  <a:pt x="159705" y="13438"/>
                  <a:pt x="161005" y="14865"/>
                </a:cubicBezTo>
                <a:cubicBezTo>
                  <a:pt x="162305" y="16293"/>
                  <a:pt x="163272" y="18049"/>
                  <a:pt x="163905" y="20134"/>
                </a:cubicBezTo>
                <a:cubicBezTo>
                  <a:pt x="164538" y="22218"/>
                  <a:pt x="164855" y="24609"/>
                  <a:pt x="164855" y="27305"/>
                </a:cubicBezTo>
                <a:moveTo>
                  <a:pt x="156070" y="27645"/>
                </a:moveTo>
                <a:cubicBezTo>
                  <a:pt x="156070" y="26152"/>
                  <a:pt x="155951" y="24779"/>
                  <a:pt x="155714" y="23524"/>
                </a:cubicBezTo>
                <a:cubicBezTo>
                  <a:pt x="155476" y="22268"/>
                  <a:pt x="155075" y="21177"/>
                  <a:pt x="154509" y="20250"/>
                </a:cubicBezTo>
                <a:cubicBezTo>
                  <a:pt x="153944" y="19323"/>
                  <a:pt x="153192" y="18599"/>
                  <a:pt x="152254" y="18079"/>
                </a:cubicBezTo>
                <a:cubicBezTo>
                  <a:pt x="151315" y="17559"/>
                  <a:pt x="150134" y="17299"/>
                  <a:pt x="148709" y="17299"/>
                </a:cubicBezTo>
                <a:cubicBezTo>
                  <a:pt x="147443" y="17299"/>
                  <a:pt x="146335" y="17531"/>
                  <a:pt x="145385" y="17995"/>
                </a:cubicBezTo>
                <a:cubicBezTo>
                  <a:pt x="144435" y="18458"/>
                  <a:pt x="143655" y="19137"/>
                  <a:pt x="143044" y="20030"/>
                </a:cubicBezTo>
                <a:cubicBezTo>
                  <a:pt x="142434" y="20923"/>
                  <a:pt x="141976" y="21997"/>
                  <a:pt x="141671" y="23252"/>
                </a:cubicBezTo>
                <a:cubicBezTo>
                  <a:pt x="141365" y="24507"/>
                  <a:pt x="141213" y="25937"/>
                  <a:pt x="141213" y="27543"/>
                </a:cubicBezTo>
                <a:cubicBezTo>
                  <a:pt x="141213" y="29036"/>
                  <a:pt x="141337" y="30409"/>
                  <a:pt x="141586" y="31664"/>
                </a:cubicBezTo>
                <a:cubicBezTo>
                  <a:pt x="141835" y="32919"/>
                  <a:pt x="142236" y="34010"/>
                  <a:pt x="142790" y="34938"/>
                </a:cubicBezTo>
                <a:cubicBezTo>
                  <a:pt x="143344" y="35865"/>
                  <a:pt x="144096" y="36583"/>
                  <a:pt x="145046" y="37091"/>
                </a:cubicBezTo>
                <a:cubicBezTo>
                  <a:pt x="145995" y="37600"/>
                  <a:pt x="147171" y="37855"/>
                  <a:pt x="148573" y="37855"/>
                </a:cubicBezTo>
                <a:cubicBezTo>
                  <a:pt x="149862" y="37855"/>
                  <a:pt x="150982" y="37623"/>
                  <a:pt x="151931" y="37159"/>
                </a:cubicBezTo>
                <a:cubicBezTo>
                  <a:pt x="152881" y="36696"/>
                  <a:pt x="153661" y="36023"/>
                  <a:pt x="154272" y="35141"/>
                </a:cubicBezTo>
                <a:cubicBezTo>
                  <a:pt x="154883" y="34259"/>
                  <a:pt x="155335" y="33191"/>
                  <a:pt x="155629" y="31936"/>
                </a:cubicBezTo>
                <a:cubicBezTo>
                  <a:pt x="155923" y="30681"/>
                  <a:pt x="156070" y="29250"/>
                  <a:pt x="156070" y="27645"/>
                </a:cubicBezTo>
                <a:close/>
                <a:moveTo>
                  <a:pt x="200672" y="42738"/>
                </a:moveTo>
                <a:cubicBezTo>
                  <a:pt x="200672" y="42964"/>
                  <a:pt x="200604" y="43162"/>
                  <a:pt x="200468" y="43333"/>
                </a:cubicBezTo>
                <a:cubicBezTo>
                  <a:pt x="200332" y="43502"/>
                  <a:pt x="200106" y="43644"/>
                  <a:pt x="199790" y="43757"/>
                </a:cubicBezTo>
                <a:cubicBezTo>
                  <a:pt x="199473" y="43870"/>
                  <a:pt x="199038" y="43955"/>
                  <a:pt x="198484" y="44011"/>
                </a:cubicBezTo>
                <a:cubicBezTo>
                  <a:pt x="197930" y="44068"/>
                  <a:pt x="197246" y="44096"/>
                  <a:pt x="196432" y="44096"/>
                </a:cubicBezTo>
                <a:cubicBezTo>
                  <a:pt x="195595" y="44096"/>
                  <a:pt x="194900" y="44068"/>
                  <a:pt x="194346" y="44011"/>
                </a:cubicBezTo>
                <a:cubicBezTo>
                  <a:pt x="193792" y="43955"/>
                  <a:pt x="193356" y="43870"/>
                  <a:pt x="193040" y="43757"/>
                </a:cubicBezTo>
                <a:cubicBezTo>
                  <a:pt x="192723" y="43644"/>
                  <a:pt x="192497" y="43502"/>
                  <a:pt x="192361" y="43333"/>
                </a:cubicBezTo>
                <a:cubicBezTo>
                  <a:pt x="192226" y="43163"/>
                  <a:pt x="192158" y="42965"/>
                  <a:pt x="192158" y="42739"/>
                </a:cubicBezTo>
                <a:lnTo>
                  <a:pt x="192158" y="25474"/>
                </a:lnTo>
                <a:cubicBezTo>
                  <a:pt x="192158" y="24004"/>
                  <a:pt x="192050" y="22851"/>
                  <a:pt x="191836" y="22014"/>
                </a:cubicBezTo>
                <a:cubicBezTo>
                  <a:pt x="191621" y="21177"/>
                  <a:pt x="191310" y="20459"/>
                  <a:pt x="190903" y="19860"/>
                </a:cubicBezTo>
                <a:cubicBezTo>
                  <a:pt x="190496" y="19261"/>
                  <a:pt x="189970" y="18797"/>
                  <a:pt x="189325" y="18469"/>
                </a:cubicBezTo>
                <a:cubicBezTo>
                  <a:pt x="188681" y="18142"/>
                  <a:pt x="187929" y="17978"/>
                  <a:pt x="187070" y="17978"/>
                </a:cubicBezTo>
                <a:cubicBezTo>
                  <a:pt x="185984" y="17978"/>
                  <a:pt x="184888" y="18373"/>
                  <a:pt x="183780" y="19165"/>
                </a:cubicBezTo>
                <a:cubicBezTo>
                  <a:pt x="182671" y="19956"/>
                  <a:pt x="181518" y="21110"/>
                  <a:pt x="180320" y="22625"/>
                </a:cubicBezTo>
                <a:lnTo>
                  <a:pt x="180320" y="42739"/>
                </a:lnTo>
                <a:cubicBezTo>
                  <a:pt x="180320" y="42965"/>
                  <a:pt x="180252" y="43163"/>
                  <a:pt x="180116" y="43333"/>
                </a:cubicBezTo>
                <a:cubicBezTo>
                  <a:pt x="179981" y="43502"/>
                  <a:pt x="179749" y="43644"/>
                  <a:pt x="179421" y="43757"/>
                </a:cubicBezTo>
                <a:cubicBezTo>
                  <a:pt x="179093" y="43870"/>
                  <a:pt x="178658" y="43955"/>
                  <a:pt x="178115" y="44011"/>
                </a:cubicBezTo>
                <a:cubicBezTo>
                  <a:pt x="177572" y="44068"/>
                  <a:pt x="176882" y="44096"/>
                  <a:pt x="176046" y="44096"/>
                </a:cubicBezTo>
                <a:cubicBezTo>
                  <a:pt x="175209" y="44096"/>
                  <a:pt x="174519" y="44068"/>
                  <a:pt x="173977" y="44011"/>
                </a:cubicBezTo>
                <a:cubicBezTo>
                  <a:pt x="173434" y="43955"/>
                  <a:pt x="172999" y="43870"/>
                  <a:pt x="172671" y="43757"/>
                </a:cubicBezTo>
                <a:cubicBezTo>
                  <a:pt x="172343" y="43644"/>
                  <a:pt x="172111" y="43502"/>
                  <a:pt x="171975" y="43333"/>
                </a:cubicBezTo>
                <a:cubicBezTo>
                  <a:pt x="171840" y="43163"/>
                  <a:pt x="171772" y="42965"/>
                  <a:pt x="171772" y="42739"/>
                </a:cubicBezTo>
                <a:lnTo>
                  <a:pt x="171772" y="12483"/>
                </a:lnTo>
                <a:cubicBezTo>
                  <a:pt x="171772" y="12256"/>
                  <a:pt x="171828" y="12059"/>
                  <a:pt x="171941" y="11889"/>
                </a:cubicBezTo>
                <a:cubicBezTo>
                  <a:pt x="172055" y="11719"/>
                  <a:pt x="172258" y="11578"/>
                  <a:pt x="172552" y="11465"/>
                </a:cubicBezTo>
                <a:cubicBezTo>
                  <a:pt x="172846" y="11352"/>
                  <a:pt x="173225" y="11267"/>
                  <a:pt x="173688" y="11211"/>
                </a:cubicBezTo>
                <a:cubicBezTo>
                  <a:pt x="174152" y="11154"/>
                  <a:pt x="174734" y="11126"/>
                  <a:pt x="175435" y="11126"/>
                </a:cubicBezTo>
                <a:cubicBezTo>
                  <a:pt x="176159" y="11126"/>
                  <a:pt x="176758" y="11154"/>
                  <a:pt x="177233" y="11211"/>
                </a:cubicBezTo>
                <a:cubicBezTo>
                  <a:pt x="177708" y="11267"/>
                  <a:pt x="178075" y="11352"/>
                  <a:pt x="178335" y="11465"/>
                </a:cubicBezTo>
                <a:cubicBezTo>
                  <a:pt x="178595" y="11578"/>
                  <a:pt x="178782" y="11719"/>
                  <a:pt x="178895" y="11889"/>
                </a:cubicBezTo>
                <a:cubicBezTo>
                  <a:pt x="179008" y="12059"/>
                  <a:pt x="179065" y="12256"/>
                  <a:pt x="179065" y="12483"/>
                </a:cubicBezTo>
                <a:lnTo>
                  <a:pt x="179065" y="15976"/>
                </a:lnTo>
                <a:cubicBezTo>
                  <a:pt x="180738" y="14156"/>
                  <a:pt x="182440" y="12791"/>
                  <a:pt x="184170" y="11880"/>
                </a:cubicBezTo>
                <a:cubicBezTo>
                  <a:pt x="185900" y="10970"/>
                  <a:pt x="187703" y="10515"/>
                  <a:pt x="189580" y="10515"/>
                </a:cubicBezTo>
                <a:cubicBezTo>
                  <a:pt x="191638" y="10515"/>
                  <a:pt x="193373" y="10855"/>
                  <a:pt x="194787" y="11534"/>
                </a:cubicBezTo>
                <a:cubicBezTo>
                  <a:pt x="196200" y="12213"/>
                  <a:pt x="197342" y="13136"/>
                  <a:pt x="198212" y="14302"/>
                </a:cubicBezTo>
                <a:cubicBezTo>
                  <a:pt x="199083" y="15467"/>
                  <a:pt x="199711" y="16831"/>
                  <a:pt x="200095" y="18393"/>
                </a:cubicBezTo>
                <a:cubicBezTo>
                  <a:pt x="200479" y="19955"/>
                  <a:pt x="200672" y="21834"/>
                  <a:pt x="200672" y="24029"/>
                </a:cubicBezTo>
                <a:lnTo>
                  <a:pt x="200672" y="42738"/>
                </a:lnTo>
                <a:close/>
                <a:moveTo>
                  <a:pt x="218477" y="16740"/>
                </a:moveTo>
                <a:cubicBezTo>
                  <a:pt x="218477" y="17467"/>
                  <a:pt x="218426" y="18080"/>
                  <a:pt x="218325" y="18580"/>
                </a:cubicBezTo>
                <a:cubicBezTo>
                  <a:pt x="218223" y="19079"/>
                  <a:pt x="218031" y="19482"/>
                  <a:pt x="217748" y="19789"/>
                </a:cubicBezTo>
                <a:cubicBezTo>
                  <a:pt x="217465" y="20095"/>
                  <a:pt x="217098" y="20311"/>
                  <a:pt x="216645" y="20436"/>
                </a:cubicBezTo>
                <a:cubicBezTo>
                  <a:pt x="216193" y="20561"/>
                  <a:pt x="215617" y="20623"/>
                  <a:pt x="214916" y="20623"/>
                </a:cubicBezTo>
                <a:cubicBezTo>
                  <a:pt x="214192" y="20623"/>
                  <a:pt x="213604" y="20561"/>
                  <a:pt x="213152" y="20436"/>
                </a:cubicBezTo>
                <a:cubicBezTo>
                  <a:pt x="212699" y="20311"/>
                  <a:pt x="212338" y="20095"/>
                  <a:pt x="212066" y="19789"/>
                </a:cubicBezTo>
                <a:cubicBezTo>
                  <a:pt x="211795" y="19482"/>
                  <a:pt x="211608" y="19079"/>
                  <a:pt x="211507" y="18580"/>
                </a:cubicBezTo>
                <a:cubicBezTo>
                  <a:pt x="211405" y="18080"/>
                  <a:pt x="211354" y="17467"/>
                  <a:pt x="211354" y="16740"/>
                </a:cubicBezTo>
                <a:cubicBezTo>
                  <a:pt x="211354" y="15967"/>
                  <a:pt x="211405" y="15325"/>
                  <a:pt x="211507" y="14815"/>
                </a:cubicBezTo>
                <a:cubicBezTo>
                  <a:pt x="211608" y="14304"/>
                  <a:pt x="211795" y="13895"/>
                  <a:pt x="212066" y="13589"/>
                </a:cubicBezTo>
                <a:cubicBezTo>
                  <a:pt x="212338" y="13282"/>
                  <a:pt x="212699" y="13067"/>
                  <a:pt x="213152" y="12942"/>
                </a:cubicBezTo>
                <a:cubicBezTo>
                  <a:pt x="213604" y="12816"/>
                  <a:pt x="214192" y="12754"/>
                  <a:pt x="214916" y="12754"/>
                </a:cubicBezTo>
                <a:cubicBezTo>
                  <a:pt x="215617" y="12754"/>
                  <a:pt x="216193" y="12816"/>
                  <a:pt x="216645" y="12942"/>
                </a:cubicBezTo>
                <a:cubicBezTo>
                  <a:pt x="217098" y="13067"/>
                  <a:pt x="217465" y="13282"/>
                  <a:pt x="217748" y="13589"/>
                </a:cubicBezTo>
                <a:cubicBezTo>
                  <a:pt x="218031" y="13895"/>
                  <a:pt x="218223" y="14304"/>
                  <a:pt x="218325" y="14815"/>
                </a:cubicBezTo>
                <a:cubicBezTo>
                  <a:pt x="218426" y="15325"/>
                  <a:pt x="218477" y="15967"/>
                  <a:pt x="218477" y="16740"/>
                </a:cubicBezTo>
                <a:moveTo>
                  <a:pt x="218477" y="40314"/>
                </a:moveTo>
                <a:cubicBezTo>
                  <a:pt x="218477" y="41064"/>
                  <a:pt x="218426" y="41688"/>
                  <a:pt x="218325" y="42188"/>
                </a:cubicBezTo>
                <a:cubicBezTo>
                  <a:pt x="218223" y="42688"/>
                  <a:pt x="218031" y="43091"/>
                  <a:pt x="217748" y="43397"/>
                </a:cubicBezTo>
                <a:cubicBezTo>
                  <a:pt x="217465" y="43703"/>
                  <a:pt x="217098" y="43919"/>
                  <a:pt x="216645" y="44044"/>
                </a:cubicBezTo>
                <a:cubicBezTo>
                  <a:pt x="216193" y="44169"/>
                  <a:pt x="215617" y="44232"/>
                  <a:pt x="214916" y="44232"/>
                </a:cubicBezTo>
                <a:cubicBezTo>
                  <a:pt x="214192" y="44232"/>
                  <a:pt x="213604" y="44169"/>
                  <a:pt x="213152" y="44044"/>
                </a:cubicBezTo>
                <a:cubicBezTo>
                  <a:pt x="212699" y="43919"/>
                  <a:pt x="212338" y="43703"/>
                  <a:pt x="212066" y="43397"/>
                </a:cubicBezTo>
                <a:cubicBezTo>
                  <a:pt x="211795" y="43091"/>
                  <a:pt x="211608" y="42688"/>
                  <a:pt x="211507" y="42188"/>
                </a:cubicBezTo>
                <a:cubicBezTo>
                  <a:pt x="211405" y="41688"/>
                  <a:pt x="211354" y="41064"/>
                  <a:pt x="211354" y="40314"/>
                </a:cubicBezTo>
                <a:cubicBezTo>
                  <a:pt x="211354" y="39564"/>
                  <a:pt x="211405" y="38934"/>
                  <a:pt x="211507" y="38423"/>
                </a:cubicBezTo>
                <a:cubicBezTo>
                  <a:pt x="211608" y="37912"/>
                  <a:pt x="211795" y="37509"/>
                  <a:pt x="212066" y="37214"/>
                </a:cubicBezTo>
                <a:cubicBezTo>
                  <a:pt x="212338" y="36919"/>
                  <a:pt x="212699" y="36703"/>
                  <a:pt x="213152" y="36567"/>
                </a:cubicBezTo>
                <a:cubicBezTo>
                  <a:pt x="213604" y="36430"/>
                  <a:pt x="214192" y="36362"/>
                  <a:pt x="214916" y="36362"/>
                </a:cubicBezTo>
                <a:cubicBezTo>
                  <a:pt x="215617" y="36362"/>
                  <a:pt x="216193" y="36430"/>
                  <a:pt x="216645" y="36567"/>
                </a:cubicBezTo>
                <a:cubicBezTo>
                  <a:pt x="217098" y="36703"/>
                  <a:pt x="217465" y="36919"/>
                  <a:pt x="217748" y="37214"/>
                </a:cubicBezTo>
                <a:cubicBezTo>
                  <a:pt x="218031" y="37509"/>
                  <a:pt x="218223" y="37912"/>
                  <a:pt x="218325" y="38423"/>
                </a:cubicBezTo>
                <a:cubicBezTo>
                  <a:pt x="218426" y="38934"/>
                  <a:pt x="218477" y="39564"/>
                  <a:pt x="218477" y="403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…">
            <a:extLst xmlns:a="http://schemas.openxmlformats.org/drawingml/2006/main">
              <a:ext uri="{FF2B5EF4-FFF2-40B4-BE49-F238E27FC236}">
                <a16:creationId xmlns:a16="http://schemas.microsoft.com/office/drawing/2014/main" id="{B69535C1-725D-42CB-A7DC-A9CAD500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667" y="1878024"/>
            <a:ext cx="37787" cy="7869"/>
          </a:xfrm>
          <a:custGeom xmlns:a="http://schemas.openxmlformats.org/drawingml/2006/main">
            <a:pathLst>
              <a:path w="37787" h="7869">
                <a:moveTo>
                  <a:pt x="7157" y="3884"/>
                </a:moveTo>
                <a:cubicBezTo>
                  <a:pt x="7157" y="5473"/>
                  <a:pt x="6891" y="6535"/>
                  <a:pt x="6360" y="7069"/>
                </a:cubicBezTo>
                <a:cubicBezTo>
                  <a:pt x="5829" y="7603"/>
                  <a:pt x="4884" y="7869"/>
                  <a:pt x="3528" y="7869"/>
                </a:cubicBezTo>
                <a:cubicBezTo>
                  <a:pt x="2216" y="7869"/>
                  <a:pt x="1300" y="7608"/>
                  <a:pt x="780" y="7086"/>
                </a:cubicBezTo>
                <a:cubicBezTo>
                  <a:pt x="260" y="6564"/>
                  <a:pt x="0" y="5530"/>
                  <a:pt x="0" y="3986"/>
                </a:cubicBezTo>
                <a:cubicBezTo>
                  <a:pt x="0" y="2396"/>
                  <a:pt x="266" y="1335"/>
                  <a:pt x="797" y="801"/>
                </a:cubicBezTo>
                <a:cubicBezTo>
                  <a:pt x="1329" y="267"/>
                  <a:pt x="2273" y="0"/>
                  <a:pt x="3629" y="0"/>
                </a:cubicBezTo>
                <a:cubicBezTo>
                  <a:pt x="4941" y="0"/>
                  <a:pt x="5857" y="261"/>
                  <a:pt x="6377" y="783"/>
                </a:cubicBezTo>
                <a:cubicBezTo>
                  <a:pt x="6897" y="1306"/>
                  <a:pt x="7157" y="2339"/>
                  <a:pt x="7157" y="3884"/>
                </a:cubicBezTo>
                <a:moveTo>
                  <a:pt x="22455" y="3884"/>
                </a:moveTo>
                <a:cubicBezTo>
                  <a:pt x="22455" y="5473"/>
                  <a:pt x="22195" y="6535"/>
                  <a:pt x="21675" y="7069"/>
                </a:cubicBezTo>
                <a:cubicBezTo>
                  <a:pt x="21155" y="7603"/>
                  <a:pt x="20216" y="7869"/>
                  <a:pt x="18860" y="7869"/>
                </a:cubicBezTo>
                <a:cubicBezTo>
                  <a:pt x="17548" y="7869"/>
                  <a:pt x="16632" y="7608"/>
                  <a:pt x="16112" y="7086"/>
                </a:cubicBezTo>
                <a:cubicBezTo>
                  <a:pt x="15592" y="6564"/>
                  <a:pt x="15332" y="5530"/>
                  <a:pt x="15332" y="3986"/>
                </a:cubicBezTo>
                <a:cubicBezTo>
                  <a:pt x="15332" y="2396"/>
                  <a:pt x="15598" y="1335"/>
                  <a:pt x="16129" y="801"/>
                </a:cubicBezTo>
                <a:cubicBezTo>
                  <a:pt x="16660" y="267"/>
                  <a:pt x="17593" y="0"/>
                  <a:pt x="18927" y="0"/>
                </a:cubicBezTo>
                <a:cubicBezTo>
                  <a:pt x="20262" y="0"/>
                  <a:pt x="21183" y="261"/>
                  <a:pt x="21692" y="783"/>
                </a:cubicBezTo>
                <a:cubicBezTo>
                  <a:pt x="22201" y="1306"/>
                  <a:pt x="22455" y="2339"/>
                  <a:pt x="22455" y="3884"/>
                </a:cubicBezTo>
                <a:moveTo>
                  <a:pt x="37787" y="3884"/>
                </a:moveTo>
                <a:cubicBezTo>
                  <a:pt x="37787" y="5473"/>
                  <a:pt x="37521" y="6535"/>
                  <a:pt x="36990" y="7069"/>
                </a:cubicBezTo>
                <a:cubicBezTo>
                  <a:pt x="36458" y="7603"/>
                  <a:pt x="35514" y="7869"/>
                  <a:pt x="34157" y="7869"/>
                </a:cubicBezTo>
                <a:cubicBezTo>
                  <a:pt x="32846" y="7869"/>
                  <a:pt x="31930" y="7608"/>
                  <a:pt x="31410" y="7086"/>
                </a:cubicBezTo>
                <a:cubicBezTo>
                  <a:pt x="30890" y="6564"/>
                  <a:pt x="30630" y="5530"/>
                  <a:pt x="30630" y="3986"/>
                </a:cubicBezTo>
                <a:cubicBezTo>
                  <a:pt x="30630" y="2396"/>
                  <a:pt x="30895" y="1335"/>
                  <a:pt x="31427" y="801"/>
                </a:cubicBezTo>
                <a:cubicBezTo>
                  <a:pt x="31958" y="267"/>
                  <a:pt x="32902" y="0"/>
                  <a:pt x="34259" y="0"/>
                </a:cubicBezTo>
                <a:cubicBezTo>
                  <a:pt x="35571" y="0"/>
                  <a:pt x="36487" y="261"/>
                  <a:pt x="37007" y="783"/>
                </a:cubicBezTo>
                <a:cubicBezTo>
                  <a:pt x="37527" y="1306"/>
                  <a:pt x="37787" y="2339"/>
                  <a:pt x="37787" y="38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0312850264b7d"/>
          <a:stretch xmlns:a="http://schemas.openxmlformats.org/drawingml/2006/main"/>
        </p:blipFill>
        <p:spPr>
          <a:xfrm xmlns:a="http://schemas.openxmlformats.org/drawingml/2006/main">
            <a:off x="470874" y="2198142"/>
            <a:ext cx="274949" cy="274949"/>
          </a:xfrm>
          <a:prstGeom xmlns:a="http://schemas.openxmlformats.org/drawingml/2006/main" prst="rect">
            <a:avLst/>
          </a:prstGeom>
        </p:spPr>
      </p:pic>
      <p:sp>
        <p:nvSpPr>
          <p:cNvPr id="68" name="Text bug-fixing">
            <a:extLst xmlns:a="http://schemas.openxmlformats.org/drawingml/2006/main">
              <a:ext uri="{FF2B5EF4-FFF2-40B4-BE49-F238E27FC236}">
                <a16:creationId xmlns:a16="http://schemas.microsoft.com/office/drawing/2014/main" id="{F688A4D3-54E2-4BA9-98D3-ECC9369B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10" y="2581837"/>
            <a:ext cx="470704" cy="100037"/>
          </a:xfrm>
          <a:custGeom xmlns:a="http://schemas.openxmlformats.org/drawingml/2006/main">
            <a:pathLst>
              <a:path w="470704" h="100037">
                <a:moveTo>
                  <a:pt x="50868" y="51433"/>
                </a:moveTo>
                <a:cubicBezTo>
                  <a:pt x="50868" y="55937"/>
                  <a:pt x="50377" y="59986"/>
                  <a:pt x="49396" y="63580"/>
                </a:cubicBezTo>
                <a:cubicBezTo>
                  <a:pt x="48414" y="67175"/>
                  <a:pt x="46998" y="70240"/>
                  <a:pt x="45147" y="72775"/>
                </a:cubicBezTo>
                <a:cubicBezTo>
                  <a:pt x="43297" y="75310"/>
                  <a:pt x="41021" y="77259"/>
                  <a:pt x="38321" y="78622"/>
                </a:cubicBezTo>
                <a:cubicBezTo>
                  <a:pt x="35621" y="79983"/>
                  <a:pt x="32553" y="80664"/>
                  <a:pt x="29116" y="80664"/>
                </a:cubicBezTo>
                <a:cubicBezTo>
                  <a:pt x="27417" y="80664"/>
                  <a:pt x="25831" y="80503"/>
                  <a:pt x="24358" y="80181"/>
                </a:cubicBezTo>
                <a:cubicBezTo>
                  <a:pt x="22885" y="79860"/>
                  <a:pt x="21478" y="79340"/>
                  <a:pt x="20138" y="78622"/>
                </a:cubicBezTo>
                <a:cubicBezTo>
                  <a:pt x="18797" y="77902"/>
                  <a:pt x="17475" y="76994"/>
                  <a:pt x="16173" y="75897"/>
                </a:cubicBezTo>
                <a:cubicBezTo>
                  <a:pt x="14870" y="74800"/>
                  <a:pt x="13538" y="73475"/>
                  <a:pt x="12179" y="71923"/>
                </a:cubicBezTo>
                <a:lnTo>
                  <a:pt x="12179" y="77390"/>
                </a:lnTo>
                <a:cubicBezTo>
                  <a:pt x="12179" y="77804"/>
                  <a:pt x="12075" y="78152"/>
                  <a:pt x="11867" y="78434"/>
                </a:cubicBezTo>
                <a:cubicBezTo>
                  <a:pt x="11660" y="78715"/>
                  <a:pt x="11320" y="78950"/>
                  <a:pt x="10848" y="79139"/>
                </a:cubicBezTo>
                <a:cubicBezTo>
                  <a:pt x="10376" y="79326"/>
                  <a:pt x="9743" y="79457"/>
                  <a:pt x="8950" y="79531"/>
                </a:cubicBezTo>
                <a:cubicBezTo>
                  <a:pt x="8157" y="79607"/>
                  <a:pt x="7194" y="79645"/>
                  <a:pt x="6061" y="79645"/>
                </a:cubicBezTo>
                <a:cubicBezTo>
                  <a:pt x="4890" y="79645"/>
                  <a:pt x="3918" y="79607"/>
                  <a:pt x="3144" y="79531"/>
                </a:cubicBezTo>
                <a:cubicBezTo>
                  <a:pt x="2370" y="79456"/>
                  <a:pt x="1747" y="79324"/>
                  <a:pt x="1275" y="79135"/>
                </a:cubicBezTo>
                <a:cubicBezTo>
                  <a:pt x="802" y="78946"/>
                  <a:pt x="472" y="78710"/>
                  <a:pt x="283" y="78427"/>
                </a:cubicBezTo>
                <a:cubicBezTo>
                  <a:pt x="94" y="78144"/>
                  <a:pt x="0" y="77794"/>
                  <a:pt x="0" y="77379"/>
                </a:cubicBezTo>
                <a:lnTo>
                  <a:pt x="0" y="2889"/>
                </a:lnTo>
                <a:cubicBezTo>
                  <a:pt x="0" y="2511"/>
                  <a:pt x="113" y="2171"/>
                  <a:pt x="340" y="1869"/>
                </a:cubicBezTo>
                <a:cubicBezTo>
                  <a:pt x="566" y="1567"/>
                  <a:pt x="954" y="1312"/>
                  <a:pt x="1501" y="1105"/>
                </a:cubicBezTo>
                <a:cubicBezTo>
                  <a:pt x="2049" y="897"/>
                  <a:pt x="2776" y="736"/>
                  <a:pt x="3682" y="623"/>
                </a:cubicBezTo>
                <a:cubicBezTo>
                  <a:pt x="4588" y="510"/>
                  <a:pt x="5740" y="453"/>
                  <a:pt x="7137" y="453"/>
                </a:cubicBezTo>
                <a:cubicBezTo>
                  <a:pt x="8535" y="453"/>
                  <a:pt x="9687" y="510"/>
                  <a:pt x="10593" y="623"/>
                </a:cubicBezTo>
                <a:cubicBezTo>
                  <a:pt x="11499" y="736"/>
                  <a:pt x="12226" y="897"/>
                  <a:pt x="12774" y="1105"/>
                </a:cubicBezTo>
                <a:cubicBezTo>
                  <a:pt x="13321" y="1311"/>
                  <a:pt x="13708" y="1565"/>
                  <a:pt x="13935" y="1868"/>
                </a:cubicBezTo>
                <a:cubicBezTo>
                  <a:pt x="14162" y="2170"/>
                  <a:pt x="14275" y="2509"/>
                  <a:pt x="14275" y="2885"/>
                </a:cubicBezTo>
                <a:lnTo>
                  <a:pt x="14275" y="30773"/>
                </a:lnTo>
                <a:cubicBezTo>
                  <a:pt x="15559" y="29487"/>
                  <a:pt x="16843" y="28390"/>
                  <a:pt x="18127" y="27482"/>
                </a:cubicBezTo>
                <a:cubicBezTo>
                  <a:pt x="19411" y="26574"/>
                  <a:pt x="20695" y="25826"/>
                  <a:pt x="21979" y="25239"/>
                </a:cubicBezTo>
                <a:cubicBezTo>
                  <a:pt x="23263" y="24653"/>
                  <a:pt x="24585" y="24228"/>
                  <a:pt x="25944" y="23963"/>
                </a:cubicBezTo>
                <a:cubicBezTo>
                  <a:pt x="27304" y="23698"/>
                  <a:pt x="28739" y="23565"/>
                  <a:pt x="30249" y="23565"/>
                </a:cubicBezTo>
                <a:cubicBezTo>
                  <a:pt x="33988" y="23565"/>
                  <a:pt x="37160" y="24313"/>
                  <a:pt x="39766" y="25808"/>
                </a:cubicBezTo>
                <a:cubicBezTo>
                  <a:pt x="42371" y="27302"/>
                  <a:pt x="44496" y="29317"/>
                  <a:pt x="46138" y="31853"/>
                </a:cubicBezTo>
                <a:cubicBezTo>
                  <a:pt x="47781" y="34388"/>
                  <a:pt x="48980" y="37349"/>
                  <a:pt x="49736" y="40736"/>
                </a:cubicBezTo>
                <a:cubicBezTo>
                  <a:pt x="50491" y="44122"/>
                  <a:pt x="50868" y="47687"/>
                  <a:pt x="50868" y="51433"/>
                </a:cubicBezTo>
                <a:moveTo>
                  <a:pt x="36084" y="52483"/>
                </a:moveTo>
                <a:cubicBezTo>
                  <a:pt x="36084" y="50327"/>
                  <a:pt x="35923" y="48246"/>
                  <a:pt x="35602" y="46241"/>
                </a:cubicBezTo>
                <a:cubicBezTo>
                  <a:pt x="35281" y="44236"/>
                  <a:pt x="34724" y="42458"/>
                  <a:pt x="33931" y="40908"/>
                </a:cubicBezTo>
                <a:cubicBezTo>
                  <a:pt x="33138" y="39357"/>
                  <a:pt x="32109" y="38118"/>
                  <a:pt x="30844" y="37192"/>
                </a:cubicBezTo>
                <a:cubicBezTo>
                  <a:pt x="29579" y="36264"/>
                  <a:pt x="27983" y="35801"/>
                  <a:pt x="26057" y="35801"/>
                </a:cubicBezTo>
                <a:cubicBezTo>
                  <a:pt x="25113" y="35801"/>
                  <a:pt x="24188" y="35933"/>
                  <a:pt x="23282" y="36197"/>
                </a:cubicBezTo>
                <a:cubicBezTo>
                  <a:pt x="22375" y="36460"/>
                  <a:pt x="21441" y="36912"/>
                  <a:pt x="20478" y="37553"/>
                </a:cubicBezTo>
                <a:cubicBezTo>
                  <a:pt x="19515" y="38194"/>
                  <a:pt x="18523" y="39023"/>
                  <a:pt x="17504" y="40042"/>
                </a:cubicBezTo>
                <a:cubicBezTo>
                  <a:pt x="16484" y="41059"/>
                  <a:pt x="15408" y="42321"/>
                  <a:pt x="14275" y="43828"/>
                </a:cubicBezTo>
                <a:lnTo>
                  <a:pt x="14275" y="60629"/>
                </a:lnTo>
                <a:cubicBezTo>
                  <a:pt x="16276" y="63210"/>
                  <a:pt x="18193" y="65175"/>
                  <a:pt x="20024" y="66522"/>
                </a:cubicBezTo>
                <a:cubicBezTo>
                  <a:pt x="21856" y="67869"/>
                  <a:pt x="23773" y="68542"/>
                  <a:pt x="25774" y="68542"/>
                </a:cubicBezTo>
                <a:cubicBezTo>
                  <a:pt x="27625" y="68542"/>
                  <a:pt x="29192" y="68069"/>
                  <a:pt x="30476" y="67124"/>
                </a:cubicBezTo>
                <a:cubicBezTo>
                  <a:pt x="31760" y="66178"/>
                  <a:pt x="32827" y="64948"/>
                  <a:pt x="33676" y="63435"/>
                </a:cubicBezTo>
                <a:cubicBezTo>
                  <a:pt x="34526" y="61922"/>
                  <a:pt x="35140" y="60201"/>
                  <a:pt x="35517" y="58271"/>
                </a:cubicBezTo>
                <a:cubicBezTo>
                  <a:pt x="35895" y="56342"/>
                  <a:pt x="36084" y="54412"/>
                  <a:pt x="36084" y="52483"/>
                </a:cubicBezTo>
                <a:close/>
                <a:moveTo>
                  <a:pt x="110453" y="77379"/>
                </a:moveTo>
                <a:cubicBezTo>
                  <a:pt x="110453" y="77757"/>
                  <a:pt x="110359" y="78087"/>
                  <a:pt x="110170" y="78370"/>
                </a:cubicBezTo>
                <a:cubicBezTo>
                  <a:pt x="109981" y="78653"/>
                  <a:pt x="109651" y="78890"/>
                  <a:pt x="109179" y="79078"/>
                </a:cubicBezTo>
                <a:cubicBezTo>
                  <a:pt x="108707" y="79267"/>
                  <a:pt x="108083" y="79409"/>
                  <a:pt x="107309" y="79503"/>
                </a:cubicBezTo>
                <a:cubicBezTo>
                  <a:pt x="106535" y="79598"/>
                  <a:pt x="105563" y="79645"/>
                  <a:pt x="104392" y="79645"/>
                </a:cubicBezTo>
                <a:cubicBezTo>
                  <a:pt x="103146" y="79645"/>
                  <a:pt x="102136" y="79598"/>
                  <a:pt x="101361" y="79503"/>
                </a:cubicBezTo>
                <a:cubicBezTo>
                  <a:pt x="100587" y="79409"/>
                  <a:pt x="99974" y="79267"/>
                  <a:pt x="99520" y="79078"/>
                </a:cubicBezTo>
                <a:cubicBezTo>
                  <a:pt x="99067" y="78890"/>
                  <a:pt x="98746" y="78653"/>
                  <a:pt x="98557" y="78370"/>
                </a:cubicBezTo>
                <a:cubicBezTo>
                  <a:pt x="98369" y="78087"/>
                  <a:pt x="98274" y="77757"/>
                  <a:pt x="98274" y="77379"/>
                </a:cubicBezTo>
                <a:lnTo>
                  <a:pt x="98274" y="71544"/>
                </a:lnTo>
                <a:cubicBezTo>
                  <a:pt x="95480" y="74584"/>
                  <a:pt x="92638" y="76864"/>
                  <a:pt x="89749" y="78384"/>
                </a:cubicBezTo>
                <a:cubicBezTo>
                  <a:pt x="86860" y="79904"/>
                  <a:pt x="83867" y="80664"/>
                  <a:pt x="80770" y="80664"/>
                </a:cubicBezTo>
                <a:cubicBezTo>
                  <a:pt x="77296" y="80664"/>
                  <a:pt x="74379" y="80097"/>
                  <a:pt x="72019" y="78963"/>
                </a:cubicBezTo>
                <a:cubicBezTo>
                  <a:pt x="69658" y="77829"/>
                  <a:pt x="67751" y="76280"/>
                  <a:pt x="66297" y="74315"/>
                </a:cubicBezTo>
                <a:cubicBezTo>
                  <a:pt x="64843" y="72349"/>
                  <a:pt x="63805" y="70071"/>
                  <a:pt x="63182" y="67482"/>
                </a:cubicBezTo>
                <a:cubicBezTo>
                  <a:pt x="62559" y="64891"/>
                  <a:pt x="62247" y="61668"/>
                  <a:pt x="62247" y="57813"/>
                </a:cubicBezTo>
                <a:lnTo>
                  <a:pt x="62247" y="26852"/>
                </a:lnTo>
                <a:cubicBezTo>
                  <a:pt x="62247" y="26475"/>
                  <a:pt x="62351" y="26144"/>
                  <a:pt x="62559" y="25861"/>
                </a:cubicBezTo>
                <a:cubicBezTo>
                  <a:pt x="62766" y="25576"/>
                  <a:pt x="63144" y="25340"/>
                  <a:pt x="63692" y="25151"/>
                </a:cubicBezTo>
                <a:cubicBezTo>
                  <a:pt x="64239" y="24962"/>
                  <a:pt x="64976" y="24821"/>
                  <a:pt x="65901" y="24726"/>
                </a:cubicBezTo>
                <a:cubicBezTo>
                  <a:pt x="66826" y="24632"/>
                  <a:pt x="67968" y="24585"/>
                  <a:pt x="69328" y="24585"/>
                </a:cubicBezTo>
                <a:cubicBezTo>
                  <a:pt x="70725" y="24585"/>
                  <a:pt x="71877" y="24632"/>
                  <a:pt x="72783" y="24726"/>
                </a:cubicBezTo>
                <a:cubicBezTo>
                  <a:pt x="73690" y="24821"/>
                  <a:pt x="74417" y="24962"/>
                  <a:pt x="74964" y="25151"/>
                </a:cubicBezTo>
                <a:cubicBezTo>
                  <a:pt x="75512" y="25340"/>
                  <a:pt x="75899" y="25576"/>
                  <a:pt x="76125" y="25859"/>
                </a:cubicBezTo>
                <a:cubicBezTo>
                  <a:pt x="76352" y="26142"/>
                  <a:pt x="76465" y="26473"/>
                  <a:pt x="76465" y="26850"/>
                </a:cubicBezTo>
                <a:lnTo>
                  <a:pt x="76465" y="55400"/>
                </a:lnTo>
                <a:cubicBezTo>
                  <a:pt x="76465" y="58044"/>
                  <a:pt x="76635" y="60064"/>
                  <a:pt x="76975" y="61461"/>
                </a:cubicBezTo>
                <a:cubicBezTo>
                  <a:pt x="77315" y="62859"/>
                  <a:pt x="77834" y="64058"/>
                  <a:pt x="78533" y="65058"/>
                </a:cubicBezTo>
                <a:cubicBezTo>
                  <a:pt x="79232" y="66059"/>
                  <a:pt x="80119" y="66833"/>
                  <a:pt x="81195" y="67381"/>
                </a:cubicBezTo>
                <a:cubicBezTo>
                  <a:pt x="82272" y="67928"/>
                  <a:pt x="83527" y="68202"/>
                  <a:pt x="84962" y="68202"/>
                </a:cubicBezTo>
                <a:cubicBezTo>
                  <a:pt x="86775" y="68202"/>
                  <a:pt x="88597" y="67541"/>
                  <a:pt x="90429" y="66220"/>
                </a:cubicBezTo>
                <a:cubicBezTo>
                  <a:pt x="92260" y="64898"/>
                  <a:pt x="94215" y="62972"/>
                  <a:pt x="96292" y="60442"/>
                </a:cubicBezTo>
                <a:lnTo>
                  <a:pt x="96292" y="26850"/>
                </a:lnTo>
                <a:cubicBezTo>
                  <a:pt x="96292" y="26473"/>
                  <a:pt x="96395" y="26142"/>
                  <a:pt x="96603" y="25859"/>
                </a:cubicBezTo>
                <a:cubicBezTo>
                  <a:pt x="96811" y="25576"/>
                  <a:pt x="97188" y="25340"/>
                  <a:pt x="97736" y="25151"/>
                </a:cubicBezTo>
                <a:cubicBezTo>
                  <a:pt x="98284" y="24962"/>
                  <a:pt x="99011" y="24821"/>
                  <a:pt x="99917" y="24726"/>
                </a:cubicBezTo>
                <a:cubicBezTo>
                  <a:pt x="100823" y="24632"/>
                  <a:pt x="101975" y="24585"/>
                  <a:pt x="103372" y="24585"/>
                </a:cubicBezTo>
                <a:cubicBezTo>
                  <a:pt x="104770" y="24585"/>
                  <a:pt x="105921" y="24632"/>
                  <a:pt x="106828" y="24726"/>
                </a:cubicBezTo>
                <a:cubicBezTo>
                  <a:pt x="107734" y="24821"/>
                  <a:pt x="108452" y="24962"/>
                  <a:pt x="108980" y="25151"/>
                </a:cubicBezTo>
                <a:cubicBezTo>
                  <a:pt x="109509" y="25340"/>
                  <a:pt x="109887" y="25576"/>
                  <a:pt x="110113" y="25859"/>
                </a:cubicBezTo>
                <a:cubicBezTo>
                  <a:pt x="110340" y="26142"/>
                  <a:pt x="110453" y="26473"/>
                  <a:pt x="110453" y="26850"/>
                </a:cubicBezTo>
                <a:lnTo>
                  <a:pt x="110453" y="77379"/>
                </a:lnTo>
                <a:close/>
                <a:moveTo>
                  <a:pt x="170604" y="30362"/>
                </a:moveTo>
                <a:cubicBezTo>
                  <a:pt x="170604" y="32175"/>
                  <a:pt x="170397" y="33516"/>
                  <a:pt x="169981" y="34384"/>
                </a:cubicBezTo>
                <a:cubicBezTo>
                  <a:pt x="169566" y="35253"/>
                  <a:pt x="169056" y="35687"/>
                  <a:pt x="168452" y="35687"/>
                </a:cubicBezTo>
                <a:lnTo>
                  <a:pt x="162504" y="35687"/>
                </a:lnTo>
                <a:cubicBezTo>
                  <a:pt x="163335" y="36585"/>
                  <a:pt x="163930" y="37606"/>
                  <a:pt x="164288" y="38748"/>
                </a:cubicBezTo>
                <a:cubicBezTo>
                  <a:pt x="164647" y="39890"/>
                  <a:pt x="164826" y="41079"/>
                  <a:pt x="164826" y="42315"/>
                </a:cubicBezTo>
                <a:cubicBezTo>
                  <a:pt x="164826" y="45260"/>
                  <a:pt x="164335" y="47876"/>
                  <a:pt x="163354" y="50160"/>
                </a:cubicBezTo>
                <a:cubicBezTo>
                  <a:pt x="162372" y="52445"/>
                  <a:pt x="160965" y="54371"/>
                  <a:pt x="159133" y="55938"/>
                </a:cubicBezTo>
                <a:cubicBezTo>
                  <a:pt x="157302" y="57506"/>
                  <a:pt x="155093" y="58695"/>
                  <a:pt x="152506" y="59507"/>
                </a:cubicBezTo>
                <a:cubicBezTo>
                  <a:pt x="149919" y="60319"/>
                  <a:pt x="147039" y="60725"/>
                  <a:pt x="143867" y="60725"/>
                </a:cubicBezTo>
                <a:cubicBezTo>
                  <a:pt x="142243" y="60725"/>
                  <a:pt x="140695" y="60527"/>
                  <a:pt x="139222" y="60130"/>
                </a:cubicBezTo>
                <a:cubicBezTo>
                  <a:pt x="137749" y="59734"/>
                  <a:pt x="136617" y="59271"/>
                  <a:pt x="135823" y="58742"/>
                </a:cubicBezTo>
                <a:cubicBezTo>
                  <a:pt x="135370" y="59233"/>
                  <a:pt x="134964" y="59819"/>
                  <a:pt x="134606" y="60498"/>
                </a:cubicBezTo>
                <a:cubicBezTo>
                  <a:pt x="134247" y="61178"/>
                  <a:pt x="134067" y="61933"/>
                  <a:pt x="134067" y="62764"/>
                </a:cubicBezTo>
                <a:cubicBezTo>
                  <a:pt x="134067" y="63859"/>
                  <a:pt x="134549" y="64756"/>
                  <a:pt x="135512" y="65455"/>
                </a:cubicBezTo>
                <a:cubicBezTo>
                  <a:pt x="136475" y="66154"/>
                  <a:pt x="137825" y="66541"/>
                  <a:pt x="139562" y="66616"/>
                </a:cubicBezTo>
                <a:lnTo>
                  <a:pt x="151854" y="67071"/>
                </a:lnTo>
                <a:cubicBezTo>
                  <a:pt x="154724" y="67184"/>
                  <a:pt x="157283" y="67592"/>
                  <a:pt x="159530" y="68293"/>
                </a:cubicBezTo>
                <a:cubicBezTo>
                  <a:pt x="161777" y="68994"/>
                  <a:pt x="163665" y="69979"/>
                  <a:pt x="165195" y="71249"/>
                </a:cubicBezTo>
                <a:cubicBezTo>
                  <a:pt x="166724" y="72519"/>
                  <a:pt x="167895" y="74044"/>
                  <a:pt x="168707" y="75825"/>
                </a:cubicBezTo>
                <a:cubicBezTo>
                  <a:pt x="169519" y="77606"/>
                  <a:pt x="169925" y="79632"/>
                  <a:pt x="169925" y="81905"/>
                </a:cubicBezTo>
                <a:cubicBezTo>
                  <a:pt x="169925" y="84406"/>
                  <a:pt x="169377" y="86765"/>
                  <a:pt x="168282" y="88981"/>
                </a:cubicBezTo>
                <a:cubicBezTo>
                  <a:pt x="167187" y="91198"/>
                  <a:pt x="165544" y="93122"/>
                  <a:pt x="163354" y="94752"/>
                </a:cubicBezTo>
                <a:cubicBezTo>
                  <a:pt x="161163" y="96381"/>
                  <a:pt x="158416" y="97670"/>
                  <a:pt x="155112" y="98616"/>
                </a:cubicBezTo>
                <a:cubicBezTo>
                  <a:pt x="151807" y="99564"/>
                  <a:pt x="147946" y="100037"/>
                  <a:pt x="143527" y="100037"/>
                </a:cubicBezTo>
                <a:cubicBezTo>
                  <a:pt x="139222" y="100037"/>
                  <a:pt x="135550" y="99697"/>
                  <a:pt x="132510" y="99016"/>
                </a:cubicBezTo>
                <a:cubicBezTo>
                  <a:pt x="129470" y="98335"/>
                  <a:pt x="126977" y="97389"/>
                  <a:pt x="125032" y="96178"/>
                </a:cubicBezTo>
                <a:cubicBezTo>
                  <a:pt x="123087" y="94969"/>
                  <a:pt x="121671" y="93523"/>
                  <a:pt x="120784" y="91840"/>
                </a:cubicBezTo>
                <a:cubicBezTo>
                  <a:pt x="119896" y="90157"/>
                  <a:pt x="119453" y="88313"/>
                  <a:pt x="119453" y="86310"/>
                </a:cubicBezTo>
                <a:cubicBezTo>
                  <a:pt x="119453" y="85061"/>
                  <a:pt x="119613" y="83869"/>
                  <a:pt x="119934" y="82734"/>
                </a:cubicBezTo>
                <a:cubicBezTo>
                  <a:pt x="120255" y="81600"/>
                  <a:pt x="120727" y="80512"/>
                  <a:pt x="121350" y="79471"/>
                </a:cubicBezTo>
                <a:cubicBezTo>
                  <a:pt x="121973" y="78432"/>
                  <a:pt x="122738" y="77439"/>
                  <a:pt x="123645" y="76494"/>
                </a:cubicBezTo>
                <a:cubicBezTo>
                  <a:pt x="124551" y="75549"/>
                  <a:pt x="125589" y="74641"/>
                  <a:pt x="126760" y="73771"/>
                </a:cubicBezTo>
                <a:cubicBezTo>
                  <a:pt x="125136" y="72899"/>
                  <a:pt x="123881" y="71715"/>
                  <a:pt x="122993" y="70218"/>
                </a:cubicBezTo>
                <a:cubicBezTo>
                  <a:pt x="122106" y="68721"/>
                  <a:pt x="121662" y="67081"/>
                  <a:pt x="121662" y="65299"/>
                </a:cubicBezTo>
                <a:cubicBezTo>
                  <a:pt x="121662" y="63063"/>
                  <a:pt x="122172" y="61025"/>
                  <a:pt x="123191" y="59187"/>
                </a:cubicBezTo>
                <a:cubicBezTo>
                  <a:pt x="124211" y="57348"/>
                  <a:pt x="125533" y="55689"/>
                  <a:pt x="127157" y="54211"/>
                </a:cubicBezTo>
                <a:cubicBezTo>
                  <a:pt x="125835" y="52889"/>
                  <a:pt x="124777" y="51303"/>
                  <a:pt x="123984" y="49452"/>
                </a:cubicBezTo>
                <a:cubicBezTo>
                  <a:pt x="123191" y="47602"/>
                  <a:pt x="122795" y="45298"/>
                  <a:pt x="122795" y="42541"/>
                </a:cubicBezTo>
                <a:cubicBezTo>
                  <a:pt x="122795" y="39596"/>
                  <a:pt x="123314" y="36962"/>
                  <a:pt x="124353" y="34639"/>
                </a:cubicBezTo>
                <a:cubicBezTo>
                  <a:pt x="125391" y="32317"/>
                  <a:pt x="126836" y="30353"/>
                  <a:pt x="128686" y="28748"/>
                </a:cubicBezTo>
                <a:cubicBezTo>
                  <a:pt x="130536" y="27143"/>
                  <a:pt x="132746" y="25916"/>
                  <a:pt x="135314" y="25066"/>
                </a:cubicBezTo>
                <a:cubicBezTo>
                  <a:pt x="137882" y="24216"/>
                  <a:pt x="140714" y="23791"/>
                  <a:pt x="143811" y="23791"/>
                </a:cubicBezTo>
                <a:cubicBezTo>
                  <a:pt x="145397" y="23791"/>
                  <a:pt x="146917" y="23891"/>
                  <a:pt x="148371" y="24091"/>
                </a:cubicBezTo>
                <a:cubicBezTo>
                  <a:pt x="149825" y="24289"/>
                  <a:pt x="151175" y="24567"/>
                  <a:pt x="152421" y="24924"/>
                </a:cubicBezTo>
                <a:lnTo>
                  <a:pt x="168452" y="24924"/>
                </a:lnTo>
                <a:cubicBezTo>
                  <a:pt x="169094" y="24924"/>
                  <a:pt x="169613" y="25340"/>
                  <a:pt x="170010" y="26171"/>
                </a:cubicBezTo>
                <a:cubicBezTo>
                  <a:pt x="170406" y="27001"/>
                  <a:pt x="170604" y="28399"/>
                  <a:pt x="170604" y="30362"/>
                </a:cubicBezTo>
                <a:moveTo>
                  <a:pt x="152308" y="42230"/>
                </a:moveTo>
                <a:cubicBezTo>
                  <a:pt x="152308" y="39520"/>
                  <a:pt x="151552" y="37413"/>
                  <a:pt x="150042" y="35907"/>
                </a:cubicBezTo>
                <a:cubicBezTo>
                  <a:pt x="148531" y="34401"/>
                  <a:pt x="146397" y="33648"/>
                  <a:pt x="143641" y="33648"/>
                </a:cubicBezTo>
                <a:cubicBezTo>
                  <a:pt x="142243" y="33648"/>
                  <a:pt x="141016" y="33883"/>
                  <a:pt x="139959" y="34354"/>
                </a:cubicBezTo>
                <a:cubicBezTo>
                  <a:pt x="138901" y="34824"/>
                  <a:pt x="138023" y="35464"/>
                  <a:pt x="137325" y="36273"/>
                </a:cubicBezTo>
                <a:cubicBezTo>
                  <a:pt x="136626" y="37083"/>
                  <a:pt x="136107" y="38024"/>
                  <a:pt x="135767" y="39097"/>
                </a:cubicBezTo>
                <a:cubicBezTo>
                  <a:pt x="135427" y="40169"/>
                  <a:pt x="135257" y="41289"/>
                  <a:pt x="135257" y="42456"/>
                </a:cubicBezTo>
                <a:cubicBezTo>
                  <a:pt x="135257" y="45015"/>
                  <a:pt x="136012" y="47038"/>
                  <a:pt x="137523" y="48525"/>
                </a:cubicBezTo>
                <a:cubicBezTo>
                  <a:pt x="139033" y="50012"/>
                  <a:pt x="141129" y="50755"/>
                  <a:pt x="143811" y="50755"/>
                </a:cubicBezTo>
                <a:cubicBezTo>
                  <a:pt x="145246" y="50755"/>
                  <a:pt x="146492" y="50530"/>
                  <a:pt x="147549" y="50079"/>
                </a:cubicBezTo>
                <a:cubicBezTo>
                  <a:pt x="148607" y="49627"/>
                  <a:pt x="149485" y="49006"/>
                  <a:pt x="150183" y="48215"/>
                </a:cubicBezTo>
                <a:cubicBezTo>
                  <a:pt x="150882" y="47424"/>
                  <a:pt x="151411" y="46511"/>
                  <a:pt x="151769" y="45476"/>
                </a:cubicBezTo>
                <a:cubicBezTo>
                  <a:pt x="152128" y="44441"/>
                  <a:pt x="152308" y="43359"/>
                  <a:pt x="152308" y="42230"/>
                </a:cubicBezTo>
                <a:moveTo>
                  <a:pt x="155650" y="82638"/>
                </a:moveTo>
                <a:cubicBezTo>
                  <a:pt x="155650" y="80925"/>
                  <a:pt x="154970" y="79611"/>
                  <a:pt x="153610" y="78698"/>
                </a:cubicBezTo>
                <a:cubicBezTo>
                  <a:pt x="152251" y="77783"/>
                  <a:pt x="150382" y="77287"/>
                  <a:pt x="148002" y="77211"/>
                </a:cubicBezTo>
                <a:lnTo>
                  <a:pt x="137863" y="76926"/>
                </a:lnTo>
                <a:cubicBezTo>
                  <a:pt x="136881" y="77649"/>
                  <a:pt x="136097" y="78344"/>
                  <a:pt x="135512" y="79011"/>
                </a:cubicBezTo>
                <a:cubicBezTo>
                  <a:pt x="134927" y="79678"/>
                  <a:pt x="134455" y="80316"/>
                  <a:pt x="134096" y="80925"/>
                </a:cubicBezTo>
                <a:cubicBezTo>
                  <a:pt x="133737" y="81535"/>
                  <a:pt x="133501" y="82125"/>
                  <a:pt x="133388" y="82697"/>
                </a:cubicBezTo>
                <a:cubicBezTo>
                  <a:pt x="133274" y="83268"/>
                  <a:pt x="133218" y="83858"/>
                  <a:pt x="133218" y="84467"/>
                </a:cubicBezTo>
                <a:cubicBezTo>
                  <a:pt x="133218" y="86372"/>
                  <a:pt x="134171" y="87819"/>
                  <a:pt x="136078" y="88809"/>
                </a:cubicBezTo>
                <a:cubicBezTo>
                  <a:pt x="137985" y="89799"/>
                  <a:pt x="140676" y="90294"/>
                  <a:pt x="144150" y="90294"/>
                </a:cubicBezTo>
                <a:cubicBezTo>
                  <a:pt x="146303" y="90294"/>
                  <a:pt x="148116" y="90075"/>
                  <a:pt x="149589" y="89638"/>
                </a:cubicBezTo>
                <a:cubicBezTo>
                  <a:pt x="151061" y="89200"/>
                  <a:pt x="152251" y="88619"/>
                  <a:pt x="153157" y="87894"/>
                </a:cubicBezTo>
                <a:cubicBezTo>
                  <a:pt x="154064" y="87170"/>
                  <a:pt x="154706" y="86361"/>
                  <a:pt x="155083" y="85465"/>
                </a:cubicBezTo>
                <a:cubicBezTo>
                  <a:pt x="155461" y="84571"/>
                  <a:pt x="155650" y="83628"/>
                  <a:pt x="155650" y="82638"/>
                </a:cubicBezTo>
                <a:close/>
                <a:moveTo>
                  <a:pt x="204972" y="50755"/>
                </a:moveTo>
                <a:cubicBezTo>
                  <a:pt x="204972" y="52945"/>
                  <a:pt x="204764" y="54475"/>
                  <a:pt x="204349" y="55343"/>
                </a:cubicBezTo>
                <a:cubicBezTo>
                  <a:pt x="203933" y="56212"/>
                  <a:pt x="203273" y="56646"/>
                  <a:pt x="202366" y="56646"/>
                </a:cubicBezTo>
                <a:lnTo>
                  <a:pt x="178801" y="56646"/>
                </a:lnTo>
                <a:cubicBezTo>
                  <a:pt x="177857" y="56646"/>
                  <a:pt x="177177" y="56203"/>
                  <a:pt x="176762" y="55315"/>
                </a:cubicBezTo>
                <a:cubicBezTo>
                  <a:pt x="176347" y="54428"/>
                  <a:pt x="176139" y="52908"/>
                  <a:pt x="176139" y="50755"/>
                </a:cubicBezTo>
                <a:cubicBezTo>
                  <a:pt x="176139" y="48640"/>
                  <a:pt x="176347" y="47149"/>
                  <a:pt x="176762" y="46280"/>
                </a:cubicBezTo>
                <a:cubicBezTo>
                  <a:pt x="177177" y="45412"/>
                  <a:pt x="177857" y="44977"/>
                  <a:pt x="178801" y="44977"/>
                </a:cubicBezTo>
                <a:lnTo>
                  <a:pt x="202366" y="44977"/>
                </a:lnTo>
                <a:cubicBezTo>
                  <a:pt x="202819" y="44977"/>
                  <a:pt x="203206" y="45072"/>
                  <a:pt x="203527" y="45260"/>
                </a:cubicBezTo>
                <a:cubicBezTo>
                  <a:pt x="203848" y="45449"/>
                  <a:pt x="204122" y="45770"/>
                  <a:pt x="204349" y="46223"/>
                </a:cubicBezTo>
                <a:cubicBezTo>
                  <a:pt x="204575" y="46677"/>
                  <a:pt x="204736" y="47281"/>
                  <a:pt x="204830" y="48036"/>
                </a:cubicBezTo>
                <a:cubicBezTo>
                  <a:pt x="204925" y="48791"/>
                  <a:pt x="204972" y="49698"/>
                  <a:pt x="204972" y="50755"/>
                </a:cubicBezTo>
                <a:close/>
                <a:moveTo>
                  <a:pt x="245794" y="7591"/>
                </a:moveTo>
                <a:cubicBezTo>
                  <a:pt x="245794" y="8686"/>
                  <a:pt x="245756" y="9564"/>
                  <a:pt x="245680" y="10225"/>
                </a:cubicBezTo>
                <a:cubicBezTo>
                  <a:pt x="245605" y="10886"/>
                  <a:pt x="245491" y="11395"/>
                  <a:pt x="245340" y="11754"/>
                </a:cubicBezTo>
                <a:cubicBezTo>
                  <a:pt x="245189" y="12113"/>
                  <a:pt x="245019" y="12358"/>
                  <a:pt x="244831" y="12491"/>
                </a:cubicBezTo>
                <a:cubicBezTo>
                  <a:pt x="244642" y="12623"/>
                  <a:pt x="244434" y="12689"/>
                  <a:pt x="244207" y="12689"/>
                </a:cubicBezTo>
                <a:cubicBezTo>
                  <a:pt x="243943" y="12689"/>
                  <a:pt x="243650" y="12623"/>
                  <a:pt x="243329" y="12491"/>
                </a:cubicBezTo>
                <a:cubicBezTo>
                  <a:pt x="243008" y="12358"/>
                  <a:pt x="242612" y="12217"/>
                  <a:pt x="242140" y="12066"/>
                </a:cubicBezTo>
                <a:cubicBezTo>
                  <a:pt x="241668" y="11915"/>
                  <a:pt x="241111" y="11773"/>
                  <a:pt x="240469" y="11641"/>
                </a:cubicBezTo>
                <a:cubicBezTo>
                  <a:pt x="239827" y="11509"/>
                  <a:pt x="239072" y="11443"/>
                  <a:pt x="238203" y="11443"/>
                </a:cubicBezTo>
                <a:cubicBezTo>
                  <a:pt x="237183" y="11443"/>
                  <a:pt x="236305" y="11603"/>
                  <a:pt x="235569" y="11924"/>
                </a:cubicBezTo>
                <a:cubicBezTo>
                  <a:pt x="234832" y="12245"/>
                  <a:pt x="234219" y="12755"/>
                  <a:pt x="233728" y="13454"/>
                </a:cubicBezTo>
                <a:cubicBezTo>
                  <a:pt x="233237" y="14152"/>
                  <a:pt x="232878" y="15058"/>
                  <a:pt x="232652" y="16173"/>
                </a:cubicBezTo>
                <a:cubicBezTo>
                  <a:pt x="232425" y="17287"/>
                  <a:pt x="232312" y="18656"/>
                  <a:pt x="232312" y="20279"/>
                </a:cubicBezTo>
                <a:lnTo>
                  <a:pt x="232312" y="24924"/>
                </a:lnTo>
                <a:lnTo>
                  <a:pt x="241545" y="24924"/>
                </a:lnTo>
                <a:cubicBezTo>
                  <a:pt x="241885" y="24924"/>
                  <a:pt x="242196" y="25019"/>
                  <a:pt x="242480" y="25208"/>
                </a:cubicBezTo>
                <a:cubicBezTo>
                  <a:pt x="242763" y="25396"/>
                  <a:pt x="242999" y="25708"/>
                  <a:pt x="243188" y="26142"/>
                </a:cubicBezTo>
                <a:cubicBezTo>
                  <a:pt x="243377" y="26577"/>
                  <a:pt x="243518" y="27171"/>
                  <a:pt x="243613" y="27927"/>
                </a:cubicBezTo>
                <a:cubicBezTo>
                  <a:pt x="243707" y="28682"/>
                  <a:pt x="243754" y="29607"/>
                  <a:pt x="243754" y="30702"/>
                </a:cubicBezTo>
                <a:cubicBezTo>
                  <a:pt x="243754" y="32779"/>
                  <a:pt x="243565" y="34262"/>
                  <a:pt x="243188" y="35149"/>
                </a:cubicBezTo>
                <a:cubicBezTo>
                  <a:pt x="242810" y="36037"/>
                  <a:pt x="242263" y="36480"/>
                  <a:pt x="241545" y="36480"/>
                </a:cubicBezTo>
                <a:lnTo>
                  <a:pt x="232312" y="36480"/>
                </a:lnTo>
                <a:lnTo>
                  <a:pt x="232312" y="77379"/>
                </a:lnTo>
                <a:cubicBezTo>
                  <a:pt x="232312" y="77757"/>
                  <a:pt x="232198" y="78087"/>
                  <a:pt x="231972" y="78370"/>
                </a:cubicBezTo>
                <a:cubicBezTo>
                  <a:pt x="231745" y="78653"/>
                  <a:pt x="231368" y="78890"/>
                  <a:pt x="230839" y="79078"/>
                </a:cubicBezTo>
                <a:cubicBezTo>
                  <a:pt x="230310" y="79267"/>
                  <a:pt x="229574" y="79409"/>
                  <a:pt x="228630" y="79503"/>
                </a:cubicBezTo>
                <a:cubicBezTo>
                  <a:pt x="227686" y="79598"/>
                  <a:pt x="226534" y="79645"/>
                  <a:pt x="225174" y="79645"/>
                </a:cubicBezTo>
                <a:cubicBezTo>
                  <a:pt x="223815" y="79645"/>
                  <a:pt x="222672" y="79598"/>
                  <a:pt x="221747" y="79503"/>
                </a:cubicBezTo>
                <a:cubicBezTo>
                  <a:pt x="220822" y="79409"/>
                  <a:pt x="220086" y="79267"/>
                  <a:pt x="219538" y="79078"/>
                </a:cubicBezTo>
                <a:cubicBezTo>
                  <a:pt x="218990" y="78890"/>
                  <a:pt x="218613" y="78653"/>
                  <a:pt x="218405" y="78370"/>
                </a:cubicBezTo>
                <a:cubicBezTo>
                  <a:pt x="218197" y="78087"/>
                  <a:pt x="218093" y="77757"/>
                  <a:pt x="218093" y="77379"/>
                </a:cubicBezTo>
                <a:lnTo>
                  <a:pt x="218093" y="36480"/>
                </a:lnTo>
                <a:lnTo>
                  <a:pt x="211749" y="36480"/>
                </a:lnTo>
                <a:cubicBezTo>
                  <a:pt x="211032" y="36480"/>
                  <a:pt x="210493" y="36037"/>
                  <a:pt x="210135" y="35149"/>
                </a:cubicBezTo>
                <a:cubicBezTo>
                  <a:pt x="209776" y="34262"/>
                  <a:pt x="209597" y="32779"/>
                  <a:pt x="209597" y="30702"/>
                </a:cubicBezTo>
                <a:cubicBezTo>
                  <a:pt x="209597" y="29607"/>
                  <a:pt x="209644" y="28682"/>
                  <a:pt x="209738" y="27927"/>
                </a:cubicBezTo>
                <a:cubicBezTo>
                  <a:pt x="209833" y="27171"/>
                  <a:pt x="209965" y="26577"/>
                  <a:pt x="210135" y="26142"/>
                </a:cubicBezTo>
                <a:cubicBezTo>
                  <a:pt x="210305" y="25708"/>
                  <a:pt x="210531" y="25396"/>
                  <a:pt x="210814" y="25208"/>
                </a:cubicBezTo>
                <a:cubicBezTo>
                  <a:pt x="211098" y="25019"/>
                  <a:pt x="211428" y="24924"/>
                  <a:pt x="211806" y="24924"/>
                </a:cubicBezTo>
                <a:lnTo>
                  <a:pt x="218093" y="24924"/>
                </a:lnTo>
                <a:lnTo>
                  <a:pt x="218093" y="20676"/>
                </a:lnTo>
                <a:cubicBezTo>
                  <a:pt x="218093" y="17239"/>
                  <a:pt x="218433" y="14228"/>
                  <a:pt x="219113" y="11641"/>
                </a:cubicBezTo>
                <a:cubicBezTo>
                  <a:pt x="219793" y="9054"/>
                  <a:pt x="220860" y="6901"/>
                  <a:pt x="222314" y="5183"/>
                </a:cubicBezTo>
                <a:cubicBezTo>
                  <a:pt x="223768" y="3465"/>
                  <a:pt x="225618" y="2171"/>
                  <a:pt x="227865" y="1303"/>
                </a:cubicBezTo>
                <a:cubicBezTo>
                  <a:pt x="230112" y="434"/>
                  <a:pt x="232765" y="0"/>
                  <a:pt x="235824" y="0"/>
                </a:cubicBezTo>
                <a:cubicBezTo>
                  <a:pt x="237297" y="0"/>
                  <a:pt x="238694" y="123"/>
                  <a:pt x="240016" y="368"/>
                </a:cubicBezTo>
                <a:cubicBezTo>
                  <a:pt x="241337" y="614"/>
                  <a:pt x="242376" y="878"/>
                  <a:pt x="243131" y="1161"/>
                </a:cubicBezTo>
                <a:cubicBezTo>
                  <a:pt x="243886" y="1444"/>
                  <a:pt x="244396" y="1709"/>
                  <a:pt x="244661" y="1954"/>
                </a:cubicBezTo>
                <a:cubicBezTo>
                  <a:pt x="244925" y="2200"/>
                  <a:pt x="245142" y="2559"/>
                  <a:pt x="245312" y="3031"/>
                </a:cubicBezTo>
                <a:cubicBezTo>
                  <a:pt x="245482" y="3503"/>
                  <a:pt x="245605" y="4107"/>
                  <a:pt x="245680" y="4843"/>
                </a:cubicBezTo>
                <a:cubicBezTo>
                  <a:pt x="245756" y="5580"/>
                  <a:pt x="245794" y="6495"/>
                  <a:pt x="245794" y="7591"/>
                </a:cubicBezTo>
                <a:close/>
                <a:moveTo>
                  <a:pt x="266415" y="77379"/>
                </a:moveTo>
                <a:cubicBezTo>
                  <a:pt x="266415" y="77757"/>
                  <a:pt x="266302" y="78087"/>
                  <a:pt x="266075" y="78370"/>
                </a:cubicBezTo>
                <a:cubicBezTo>
                  <a:pt x="265848" y="78653"/>
                  <a:pt x="265461" y="78890"/>
                  <a:pt x="264914" y="79078"/>
                </a:cubicBezTo>
                <a:cubicBezTo>
                  <a:pt x="264366" y="79267"/>
                  <a:pt x="263639" y="79409"/>
                  <a:pt x="262733" y="79503"/>
                </a:cubicBezTo>
                <a:cubicBezTo>
                  <a:pt x="261826" y="79598"/>
                  <a:pt x="260675" y="79645"/>
                  <a:pt x="259277" y="79645"/>
                </a:cubicBezTo>
                <a:cubicBezTo>
                  <a:pt x="257880" y="79645"/>
                  <a:pt x="256728" y="79598"/>
                  <a:pt x="255822" y="79503"/>
                </a:cubicBezTo>
                <a:cubicBezTo>
                  <a:pt x="254916" y="79409"/>
                  <a:pt x="254189" y="79267"/>
                  <a:pt x="253641" y="79078"/>
                </a:cubicBezTo>
                <a:cubicBezTo>
                  <a:pt x="253093" y="78890"/>
                  <a:pt x="252706" y="78653"/>
                  <a:pt x="252480" y="78370"/>
                </a:cubicBezTo>
                <a:cubicBezTo>
                  <a:pt x="252253" y="78087"/>
                  <a:pt x="252140" y="77757"/>
                  <a:pt x="252140" y="77379"/>
                </a:cubicBezTo>
                <a:lnTo>
                  <a:pt x="252140" y="26964"/>
                </a:lnTo>
                <a:cubicBezTo>
                  <a:pt x="252140" y="26586"/>
                  <a:pt x="252253" y="26256"/>
                  <a:pt x="252480" y="25972"/>
                </a:cubicBezTo>
                <a:cubicBezTo>
                  <a:pt x="252706" y="25689"/>
                  <a:pt x="253093" y="25444"/>
                  <a:pt x="253641" y="25236"/>
                </a:cubicBezTo>
                <a:cubicBezTo>
                  <a:pt x="254189" y="25028"/>
                  <a:pt x="254916" y="24868"/>
                  <a:pt x="255822" y="24754"/>
                </a:cubicBezTo>
                <a:cubicBezTo>
                  <a:pt x="256728" y="24641"/>
                  <a:pt x="257880" y="24585"/>
                  <a:pt x="259277" y="24585"/>
                </a:cubicBezTo>
                <a:cubicBezTo>
                  <a:pt x="260675" y="24585"/>
                  <a:pt x="261826" y="24641"/>
                  <a:pt x="262733" y="24754"/>
                </a:cubicBezTo>
                <a:cubicBezTo>
                  <a:pt x="263639" y="24868"/>
                  <a:pt x="264366" y="25028"/>
                  <a:pt x="264914" y="25236"/>
                </a:cubicBezTo>
                <a:cubicBezTo>
                  <a:pt x="265461" y="25444"/>
                  <a:pt x="265848" y="25689"/>
                  <a:pt x="266075" y="25972"/>
                </a:cubicBezTo>
                <a:cubicBezTo>
                  <a:pt x="266302" y="26256"/>
                  <a:pt x="266415" y="26586"/>
                  <a:pt x="266415" y="26964"/>
                </a:cubicBezTo>
                <a:lnTo>
                  <a:pt x="266415" y="77379"/>
                </a:lnTo>
                <a:moveTo>
                  <a:pt x="267491" y="9743"/>
                </a:moveTo>
                <a:cubicBezTo>
                  <a:pt x="267491" y="12613"/>
                  <a:pt x="266906" y="14596"/>
                  <a:pt x="265735" y="15691"/>
                </a:cubicBezTo>
                <a:cubicBezTo>
                  <a:pt x="264564" y="16786"/>
                  <a:pt x="262393" y="17334"/>
                  <a:pt x="259221" y="17334"/>
                </a:cubicBezTo>
                <a:cubicBezTo>
                  <a:pt x="256011" y="17334"/>
                  <a:pt x="253849" y="16805"/>
                  <a:pt x="252735" y="15748"/>
                </a:cubicBezTo>
                <a:cubicBezTo>
                  <a:pt x="251621" y="14690"/>
                  <a:pt x="251064" y="12783"/>
                  <a:pt x="251064" y="10026"/>
                </a:cubicBezTo>
                <a:cubicBezTo>
                  <a:pt x="251064" y="7156"/>
                  <a:pt x="251640" y="5164"/>
                  <a:pt x="252791" y="4050"/>
                </a:cubicBezTo>
                <a:cubicBezTo>
                  <a:pt x="253943" y="2936"/>
                  <a:pt x="256124" y="2379"/>
                  <a:pt x="259334" y="2379"/>
                </a:cubicBezTo>
                <a:cubicBezTo>
                  <a:pt x="262506" y="2379"/>
                  <a:pt x="264659" y="2917"/>
                  <a:pt x="265792" y="3994"/>
                </a:cubicBezTo>
                <a:cubicBezTo>
                  <a:pt x="266925" y="5070"/>
                  <a:pt x="267491" y="6986"/>
                  <a:pt x="267491" y="9743"/>
                </a:cubicBezTo>
                <a:close/>
                <a:moveTo>
                  <a:pt x="324522" y="76359"/>
                </a:moveTo>
                <a:cubicBezTo>
                  <a:pt x="324824" y="77001"/>
                  <a:pt x="324965" y="77530"/>
                  <a:pt x="324947" y="77945"/>
                </a:cubicBezTo>
                <a:cubicBezTo>
                  <a:pt x="324928" y="78361"/>
                  <a:pt x="324654" y="78701"/>
                  <a:pt x="324125" y="78965"/>
                </a:cubicBezTo>
                <a:cubicBezTo>
                  <a:pt x="323597" y="79229"/>
                  <a:pt x="322785" y="79409"/>
                  <a:pt x="321689" y="79503"/>
                </a:cubicBezTo>
                <a:cubicBezTo>
                  <a:pt x="320594" y="79598"/>
                  <a:pt x="319140" y="79645"/>
                  <a:pt x="317328" y="79645"/>
                </a:cubicBezTo>
                <a:cubicBezTo>
                  <a:pt x="315628" y="79645"/>
                  <a:pt x="314259" y="79616"/>
                  <a:pt x="313221" y="79560"/>
                </a:cubicBezTo>
                <a:cubicBezTo>
                  <a:pt x="312182" y="79503"/>
                  <a:pt x="311370" y="79390"/>
                  <a:pt x="310785" y="79220"/>
                </a:cubicBezTo>
                <a:cubicBezTo>
                  <a:pt x="310200" y="79050"/>
                  <a:pt x="309765" y="78842"/>
                  <a:pt x="309482" y="78597"/>
                </a:cubicBezTo>
                <a:cubicBezTo>
                  <a:pt x="309199" y="78351"/>
                  <a:pt x="308982" y="78040"/>
                  <a:pt x="308831" y="77662"/>
                </a:cubicBezTo>
                <a:lnTo>
                  <a:pt x="299484" y="59705"/>
                </a:lnTo>
                <a:lnTo>
                  <a:pt x="290137" y="77662"/>
                </a:lnTo>
                <a:cubicBezTo>
                  <a:pt x="289986" y="78040"/>
                  <a:pt x="289779" y="78351"/>
                  <a:pt x="289514" y="78597"/>
                </a:cubicBezTo>
                <a:cubicBezTo>
                  <a:pt x="289250" y="78842"/>
                  <a:pt x="288844" y="79050"/>
                  <a:pt x="288296" y="79220"/>
                </a:cubicBezTo>
                <a:cubicBezTo>
                  <a:pt x="287749" y="79390"/>
                  <a:pt x="286984" y="79503"/>
                  <a:pt x="286002" y="79560"/>
                </a:cubicBezTo>
                <a:cubicBezTo>
                  <a:pt x="285020" y="79616"/>
                  <a:pt x="283736" y="79645"/>
                  <a:pt x="282150" y="79645"/>
                </a:cubicBezTo>
                <a:cubicBezTo>
                  <a:pt x="280489" y="79645"/>
                  <a:pt x="279167" y="79598"/>
                  <a:pt x="278185" y="79503"/>
                </a:cubicBezTo>
                <a:cubicBezTo>
                  <a:pt x="277203" y="79409"/>
                  <a:pt x="276486" y="79229"/>
                  <a:pt x="276032" y="78965"/>
                </a:cubicBezTo>
                <a:cubicBezTo>
                  <a:pt x="275579" y="78701"/>
                  <a:pt x="275343" y="78361"/>
                  <a:pt x="275324" y="77945"/>
                </a:cubicBezTo>
                <a:cubicBezTo>
                  <a:pt x="275305" y="77530"/>
                  <a:pt x="275466" y="77001"/>
                  <a:pt x="275806" y="76359"/>
                </a:cubicBezTo>
                <a:lnTo>
                  <a:pt x="289798" y="51492"/>
                </a:lnTo>
                <a:lnTo>
                  <a:pt x="276882" y="28153"/>
                </a:lnTo>
                <a:cubicBezTo>
                  <a:pt x="276542" y="27473"/>
                  <a:pt x="276363" y="26898"/>
                  <a:pt x="276344" y="26426"/>
                </a:cubicBezTo>
                <a:cubicBezTo>
                  <a:pt x="276325" y="25953"/>
                  <a:pt x="276561" y="25585"/>
                  <a:pt x="277052" y="25321"/>
                </a:cubicBezTo>
                <a:cubicBezTo>
                  <a:pt x="277543" y="25057"/>
                  <a:pt x="278327" y="24868"/>
                  <a:pt x="279403" y="24754"/>
                </a:cubicBezTo>
                <a:cubicBezTo>
                  <a:pt x="280479" y="24641"/>
                  <a:pt x="281943" y="24585"/>
                  <a:pt x="283793" y="24585"/>
                </a:cubicBezTo>
                <a:cubicBezTo>
                  <a:pt x="285455" y="24585"/>
                  <a:pt x="286786" y="24613"/>
                  <a:pt x="287787" y="24669"/>
                </a:cubicBezTo>
                <a:cubicBezTo>
                  <a:pt x="288787" y="24726"/>
                  <a:pt x="289571" y="24811"/>
                  <a:pt x="290137" y="24924"/>
                </a:cubicBezTo>
                <a:cubicBezTo>
                  <a:pt x="290704" y="25038"/>
                  <a:pt x="291119" y="25217"/>
                  <a:pt x="291384" y="25463"/>
                </a:cubicBezTo>
                <a:cubicBezTo>
                  <a:pt x="291648" y="25708"/>
                  <a:pt x="291875" y="26020"/>
                  <a:pt x="292063" y="26397"/>
                </a:cubicBezTo>
                <a:lnTo>
                  <a:pt x="301070" y="43278"/>
                </a:lnTo>
                <a:lnTo>
                  <a:pt x="310020" y="26397"/>
                </a:lnTo>
                <a:cubicBezTo>
                  <a:pt x="310134" y="26095"/>
                  <a:pt x="310304" y="25831"/>
                  <a:pt x="310530" y="25604"/>
                </a:cubicBezTo>
                <a:cubicBezTo>
                  <a:pt x="310757" y="25378"/>
                  <a:pt x="311115" y="25189"/>
                  <a:pt x="311606" y="25038"/>
                </a:cubicBezTo>
                <a:cubicBezTo>
                  <a:pt x="312097" y="24887"/>
                  <a:pt x="312768" y="24773"/>
                  <a:pt x="313617" y="24698"/>
                </a:cubicBezTo>
                <a:cubicBezTo>
                  <a:pt x="314467" y="24622"/>
                  <a:pt x="315628" y="24585"/>
                  <a:pt x="317101" y="24585"/>
                </a:cubicBezTo>
                <a:cubicBezTo>
                  <a:pt x="318763" y="24585"/>
                  <a:pt x="320094" y="24622"/>
                  <a:pt x="321095" y="24698"/>
                </a:cubicBezTo>
                <a:cubicBezTo>
                  <a:pt x="322095" y="24773"/>
                  <a:pt x="322813" y="24943"/>
                  <a:pt x="323247" y="25208"/>
                </a:cubicBezTo>
                <a:cubicBezTo>
                  <a:pt x="323681" y="25472"/>
                  <a:pt x="323889" y="25840"/>
                  <a:pt x="323870" y="26312"/>
                </a:cubicBezTo>
                <a:cubicBezTo>
                  <a:pt x="323851" y="26784"/>
                  <a:pt x="323634" y="27398"/>
                  <a:pt x="323219" y="28153"/>
                </a:cubicBezTo>
                <a:lnTo>
                  <a:pt x="310643" y="51095"/>
                </a:lnTo>
                <a:lnTo>
                  <a:pt x="324522" y="76359"/>
                </a:lnTo>
                <a:close/>
                <a:moveTo>
                  <a:pt x="348377" y="77379"/>
                </a:moveTo>
                <a:cubicBezTo>
                  <a:pt x="348377" y="77757"/>
                  <a:pt x="348264" y="78087"/>
                  <a:pt x="348037" y="78370"/>
                </a:cubicBezTo>
                <a:cubicBezTo>
                  <a:pt x="347811" y="78653"/>
                  <a:pt x="347424" y="78890"/>
                  <a:pt x="346876" y="79078"/>
                </a:cubicBezTo>
                <a:cubicBezTo>
                  <a:pt x="346328" y="79267"/>
                  <a:pt x="345601" y="79409"/>
                  <a:pt x="344695" y="79503"/>
                </a:cubicBezTo>
                <a:cubicBezTo>
                  <a:pt x="343789" y="79598"/>
                  <a:pt x="342637" y="79645"/>
                  <a:pt x="341240" y="79645"/>
                </a:cubicBezTo>
                <a:cubicBezTo>
                  <a:pt x="339842" y="79645"/>
                  <a:pt x="338691" y="79598"/>
                  <a:pt x="337784" y="79503"/>
                </a:cubicBezTo>
                <a:cubicBezTo>
                  <a:pt x="336878" y="79409"/>
                  <a:pt x="336151" y="79267"/>
                  <a:pt x="335603" y="79078"/>
                </a:cubicBezTo>
                <a:cubicBezTo>
                  <a:pt x="335056" y="78890"/>
                  <a:pt x="334669" y="78653"/>
                  <a:pt x="334442" y="78370"/>
                </a:cubicBezTo>
                <a:cubicBezTo>
                  <a:pt x="334216" y="78087"/>
                  <a:pt x="334102" y="77757"/>
                  <a:pt x="334102" y="77379"/>
                </a:cubicBezTo>
                <a:lnTo>
                  <a:pt x="334102" y="26964"/>
                </a:lnTo>
                <a:cubicBezTo>
                  <a:pt x="334102" y="26586"/>
                  <a:pt x="334216" y="26256"/>
                  <a:pt x="334442" y="25972"/>
                </a:cubicBezTo>
                <a:cubicBezTo>
                  <a:pt x="334669" y="25689"/>
                  <a:pt x="335056" y="25444"/>
                  <a:pt x="335603" y="25236"/>
                </a:cubicBezTo>
                <a:cubicBezTo>
                  <a:pt x="336151" y="25028"/>
                  <a:pt x="336878" y="24868"/>
                  <a:pt x="337784" y="24754"/>
                </a:cubicBezTo>
                <a:cubicBezTo>
                  <a:pt x="338691" y="24641"/>
                  <a:pt x="339842" y="24585"/>
                  <a:pt x="341240" y="24585"/>
                </a:cubicBezTo>
                <a:cubicBezTo>
                  <a:pt x="342637" y="24585"/>
                  <a:pt x="343789" y="24641"/>
                  <a:pt x="344695" y="24754"/>
                </a:cubicBezTo>
                <a:cubicBezTo>
                  <a:pt x="345601" y="24868"/>
                  <a:pt x="346328" y="25028"/>
                  <a:pt x="346876" y="25236"/>
                </a:cubicBezTo>
                <a:cubicBezTo>
                  <a:pt x="347424" y="25444"/>
                  <a:pt x="347811" y="25689"/>
                  <a:pt x="348037" y="25972"/>
                </a:cubicBezTo>
                <a:cubicBezTo>
                  <a:pt x="348264" y="26256"/>
                  <a:pt x="348377" y="26586"/>
                  <a:pt x="348377" y="26964"/>
                </a:cubicBezTo>
                <a:lnTo>
                  <a:pt x="348377" y="77379"/>
                </a:lnTo>
                <a:moveTo>
                  <a:pt x="349453" y="9743"/>
                </a:moveTo>
                <a:cubicBezTo>
                  <a:pt x="349453" y="12613"/>
                  <a:pt x="348868" y="14596"/>
                  <a:pt x="347697" y="15691"/>
                </a:cubicBezTo>
                <a:cubicBezTo>
                  <a:pt x="346527" y="16786"/>
                  <a:pt x="344355" y="17334"/>
                  <a:pt x="341183" y="17334"/>
                </a:cubicBezTo>
                <a:cubicBezTo>
                  <a:pt x="337973" y="17334"/>
                  <a:pt x="335811" y="16805"/>
                  <a:pt x="334697" y="15748"/>
                </a:cubicBezTo>
                <a:cubicBezTo>
                  <a:pt x="333583" y="14690"/>
                  <a:pt x="333026" y="12783"/>
                  <a:pt x="333026" y="10026"/>
                </a:cubicBezTo>
                <a:cubicBezTo>
                  <a:pt x="333026" y="7156"/>
                  <a:pt x="333602" y="5164"/>
                  <a:pt x="334754" y="4050"/>
                </a:cubicBezTo>
                <a:cubicBezTo>
                  <a:pt x="335905" y="2936"/>
                  <a:pt x="338086" y="2379"/>
                  <a:pt x="341296" y="2379"/>
                </a:cubicBezTo>
                <a:cubicBezTo>
                  <a:pt x="344469" y="2379"/>
                  <a:pt x="346621" y="2917"/>
                  <a:pt x="347754" y="3994"/>
                </a:cubicBezTo>
                <a:cubicBezTo>
                  <a:pt x="348887" y="5070"/>
                  <a:pt x="349453" y="6986"/>
                  <a:pt x="349453" y="9743"/>
                </a:cubicBezTo>
                <a:close/>
                <a:moveTo>
                  <a:pt x="410904" y="77377"/>
                </a:moveTo>
                <a:cubicBezTo>
                  <a:pt x="410904" y="77755"/>
                  <a:pt x="410791" y="78086"/>
                  <a:pt x="410564" y="78370"/>
                </a:cubicBezTo>
                <a:cubicBezTo>
                  <a:pt x="410337" y="78653"/>
                  <a:pt x="409960" y="78890"/>
                  <a:pt x="409431" y="79078"/>
                </a:cubicBezTo>
                <a:cubicBezTo>
                  <a:pt x="408902" y="79267"/>
                  <a:pt x="408175" y="79409"/>
                  <a:pt x="407250" y="79503"/>
                </a:cubicBezTo>
                <a:cubicBezTo>
                  <a:pt x="406325" y="79598"/>
                  <a:pt x="405183" y="79645"/>
                  <a:pt x="403823" y="79645"/>
                </a:cubicBezTo>
                <a:cubicBezTo>
                  <a:pt x="402426" y="79645"/>
                  <a:pt x="401265" y="79598"/>
                  <a:pt x="400339" y="79503"/>
                </a:cubicBezTo>
                <a:cubicBezTo>
                  <a:pt x="399414" y="79409"/>
                  <a:pt x="398687" y="79267"/>
                  <a:pt x="398158" y="79078"/>
                </a:cubicBezTo>
                <a:cubicBezTo>
                  <a:pt x="397630" y="78890"/>
                  <a:pt x="397252" y="78653"/>
                  <a:pt x="397025" y="78370"/>
                </a:cubicBezTo>
                <a:cubicBezTo>
                  <a:pt x="396799" y="78087"/>
                  <a:pt x="396686" y="77757"/>
                  <a:pt x="396686" y="77379"/>
                </a:cubicBezTo>
                <a:lnTo>
                  <a:pt x="396686" y="48546"/>
                </a:lnTo>
                <a:cubicBezTo>
                  <a:pt x="396686" y="46091"/>
                  <a:pt x="396506" y="44165"/>
                  <a:pt x="396147" y="42768"/>
                </a:cubicBezTo>
                <a:cubicBezTo>
                  <a:pt x="395789" y="41371"/>
                  <a:pt x="395269" y="40172"/>
                  <a:pt x="394590" y="39171"/>
                </a:cubicBezTo>
                <a:cubicBezTo>
                  <a:pt x="393910" y="38170"/>
                  <a:pt x="393032" y="37396"/>
                  <a:pt x="391956" y="36848"/>
                </a:cubicBezTo>
                <a:cubicBezTo>
                  <a:pt x="390879" y="36301"/>
                  <a:pt x="389624" y="36027"/>
                  <a:pt x="388189" y="36027"/>
                </a:cubicBezTo>
                <a:cubicBezTo>
                  <a:pt x="386376" y="36027"/>
                  <a:pt x="384544" y="36688"/>
                  <a:pt x="382694" y="38010"/>
                </a:cubicBezTo>
                <a:cubicBezTo>
                  <a:pt x="380844" y="39331"/>
                  <a:pt x="378918" y="41257"/>
                  <a:pt x="376916" y="43788"/>
                </a:cubicBezTo>
                <a:lnTo>
                  <a:pt x="376916" y="77379"/>
                </a:lnTo>
                <a:cubicBezTo>
                  <a:pt x="376916" y="77757"/>
                  <a:pt x="376803" y="78087"/>
                  <a:pt x="376576" y="78370"/>
                </a:cubicBezTo>
                <a:cubicBezTo>
                  <a:pt x="376350" y="78653"/>
                  <a:pt x="375962" y="78890"/>
                  <a:pt x="375415" y="79078"/>
                </a:cubicBezTo>
                <a:cubicBezTo>
                  <a:pt x="374867" y="79267"/>
                  <a:pt x="374140" y="79409"/>
                  <a:pt x="373234" y="79503"/>
                </a:cubicBezTo>
                <a:cubicBezTo>
                  <a:pt x="372328" y="79598"/>
                  <a:pt x="371176" y="79645"/>
                  <a:pt x="369779" y="79645"/>
                </a:cubicBezTo>
                <a:cubicBezTo>
                  <a:pt x="368381" y="79645"/>
                  <a:pt x="367230" y="79598"/>
                  <a:pt x="366323" y="79503"/>
                </a:cubicBezTo>
                <a:cubicBezTo>
                  <a:pt x="365417" y="79409"/>
                  <a:pt x="364690" y="79267"/>
                  <a:pt x="364142" y="79078"/>
                </a:cubicBezTo>
                <a:cubicBezTo>
                  <a:pt x="363595" y="78890"/>
                  <a:pt x="363208" y="78653"/>
                  <a:pt x="362981" y="78370"/>
                </a:cubicBezTo>
                <a:cubicBezTo>
                  <a:pt x="362754" y="78087"/>
                  <a:pt x="362641" y="77757"/>
                  <a:pt x="362641" y="77379"/>
                </a:cubicBezTo>
                <a:lnTo>
                  <a:pt x="362641" y="26850"/>
                </a:lnTo>
                <a:cubicBezTo>
                  <a:pt x="362641" y="26473"/>
                  <a:pt x="362736" y="26142"/>
                  <a:pt x="362924" y="25859"/>
                </a:cubicBezTo>
                <a:cubicBezTo>
                  <a:pt x="363113" y="25576"/>
                  <a:pt x="363453" y="25340"/>
                  <a:pt x="363944" y="25151"/>
                </a:cubicBezTo>
                <a:cubicBezTo>
                  <a:pt x="364435" y="24962"/>
                  <a:pt x="365068" y="24821"/>
                  <a:pt x="365842" y="24726"/>
                </a:cubicBezTo>
                <a:cubicBezTo>
                  <a:pt x="366616" y="24632"/>
                  <a:pt x="367588" y="24585"/>
                  <a:pt x="368759" y="24585"/>
                </a:cubicBezTo>
                <a:cubicBezTo>
                  <a:pt x="369967" y="24585"/>
                  <a:pt x="370968" y="24632"/>
                  <a:pt x="371761" y="24726"/>
                </a:cubicBezTo>
                <a:cubicBezTo>
                  <a:pt x="372554" y="24821"/>
                  <a:pt x="373168" y="24962"/>
                  <a:pt x="373602" y="25151"/>
                </a:cubicBezTo>
                <a:cubicBezTo>
                  <a:pt x="374037" y="25340"/>
                  <a:pt x="374348" y="25576"/>
                  <a:pt x="374537" y="25859"/>
                </a:cubicBezTo>
                <a:cubicBezTo>
                  <a:pt x="374726" y="26142"/>
                  <a:pt x="374820" y="26473"/>
                  <a:pt x="374820" y="26850"/>
                </a:cubicBezTo>
                <a:lnTo>
                  <a:pt x="374820" y="32685"/>
                </a:lnTo>
                <a:cubicBezTo>
                  <a:pt x="377615" y="29645"/>
                  <a:pt x="380456" y="27365"/>
                  <a:pt x="383345" y="25845"/>
                </a:cubicBezTo>
                <a:cubicBezTo>
                  <a:pt x="386234" y="24325"/>
                  <a:pt x="389246" y="23565"/>
                  <a:pt x="392380" y="23565"/>
                </a:cubicBezTo>
                <a:cubicBezTo>
                  <a:pt x="395817" y="23565"/>
                  <a:pt x="398715" y="24132"/>
                  <a:pt x="401076" y="25266"/>
                </a:cubicBezTo>
                <a:cubicBezTo>
                  <a:pt x="403436" y="26400"/>
                  <a:pt x="405343" y="27941"/>
                  <a:pt x="406797" y="29888"/>
                </a:cubicBezTo>
                <a:cubicBezTo>
                  <a:pt x="408251" y="31834"/>
                  <a:pt x="409299" y="34112"/>
                  <a:pt x="409941" y="36721"/>
                </a:cubicBezTo>
                <a:cubicBezTo>
                  <a:pt x="410583" y="39329"/>
                  <a:pt x="410904" y="42466"/>
                  <a:pt x="410904" y="46133"/>
                </a:cubicBezTo>
                <a:lnTo>
                  <a:pt x="410904" y="77377"/>
                </a:lnTo>
                <a:close/>
                <a:moveTo>
                  <a:pt x="470704" y="30362"/>
                </a:moveTo>
                <a:cubicBezTo>
                  <a:pt x="470704" y="32175"/>
                  <a:pt x="470496" y="33516"/>
                  <a:pt x="470080" y="34384"/>
                </a:cubicBezTo>
                <a:cubicBezTo>
                  <a:pt x="469665" y="35253"/>
                  <a:pt x="469155" y="35687"/>
                  <a:pt x="468551" y="35687"/>
                </a:cubicBezTo>
                <a:lnTo>
                  <a:pt x="462603" y="35687"/>
                </a:lnTo>
                <a:cubicBezTo>
                  <a:pt x="463434" y="36585"/>
                  <a:pt x="464029" y="37606"/>
                  <a:pt x="464387" y="38748"/>
                </a:cubicBezTo>
                <a:cubicBezTo>
                  <a:pt x="464746" y="39890"/>
                  <a:pt x="464926" y="41079"/>
                  <a:pt x="464926" y="42315"/>
                </a:cubicBezTo>
                <a:cubicBezTo>
                  <a:pt x="464926" y="45260"/>
                  <a:pt x="464435" y="47876"/>
                  <a:pt x="463453" y="50160"/>
                </a:cubicBezTo>
                <a:cubicBezTo>
                  <a:pt x="462471" y="52445"/>
                  <a:pt x="461064" y="54371"/>
                  <a:pt x="459233" y="55938"/>
                </a:cubicBezTo>
                <a:cubicBezTo>
                  <a:pt x="457401" y="57506"/>
                  <a:pt x="455192" y="58695"/>
                  <a:pt x="452605" y="59507"/>
                </a:cubicBezTo>
                <a:cubicBezTo>
                  <a:pt x="450018" y="60319"/>
                  <a:pt x="447139" y="60725"/>
                  <a:pt x="443966" y="60725"/>
                </a:cubicBezTo>
                <a:cubicBezTo>
                  <a:pt x="442343" y="60725"/>
                  <a:pt x="440794" y="60527"/>
                  <a:pt x="439321" y="60130"/>
                </a:cubicBezTo>
                <a:cubicBezTo>
                  <a:pt x="437849" y="59734"/>
                  <a:pt x="436716" y="59271"/>
                  <a:pt x="435923" y="58742"/>
                </a:cubicBezTo>
                <a:cubicBezTo>
                  <a:pt x="435470" y="59233"/>
                  <a:pt x="435064" y="59819"/>
                  <a:pt x="434705" y="60498"/>
                </a:cubicBezTo>
                <a:cubicBezTo>
                  <a:pt x="434346" y="61178"/>
                  <a:pt x="434167" y="61933"/>
                  <a:pt x="434167" y="62764"/>
                </a:cubicBezTo>
                <a:cubicBezTo>
                  <a:pt x="434167" y="63859"/>
                  <a:pt x="434648" y="64756"/>
                  <a:pt x="435611" y="65455"/>
                </a:cubicBezTo>
                <a:cubicBezTo>
                  <a:pt x="436574" y="66154"/>
                  <a:pt x="437924" y="66541"/>
                  <a:pt x="439661" y="66616"/>
                </a:cubicBezTo>
                <a:lnTo>
                  <a:pt x="451954" y="67071"/>
                </a:lnTo>
                <a:cubicBezTo>
                  <a:pt x="454824" y="67184"/>
                  <a:pt x="457382" y="67592"/>
                  <a:pt x="459629" y="68293"/>
                </a:cubicBezTo>
                <a:cubicBezTo>
                  <a:pt x="461876" y="68994"/>
                  <a:pt x="463764" y="69979"/>
                  <a:pt x="465294" y="71249"/>
                </a:cubicBezTo>
                <a:cubicBezTo>
                  <a:pt x="466823" y="72519"/>
                  <a:pt x="467994" y="74044"/>
                  <a:pt x="468806" y="75825"/>
                </a:cubicBezTo>
                <a:cubicBezTo>
                  <a:pt x="469618" y="77606"/>
                  <a:pt x="470024" y="79632"/>
                  <a:pt x="470024" y="81905"/>
                </a:cubicBezTo>
                <a:cubicBezTo>
                  <a:pt x="470024" y="84406"/>
                  <a:pt x="469476" y="86765"/>
                  <a:pt x="468381" y="88981"/>
                </a:cubicBezTo>
                <a:cubicBezTo>
                  <a:pt x="467286" y="91198"/>
                  <a:pt x="465643" y="93122"/>
                  <a:pt x="463453" y="94752"/>
                </a:cubicBezTo>
                <a:cubicBezTo>
                  <a:pt x="461262" y="96381"/>
                  <a:pt x="458515" y="97670"/>
                  <a:pt x="455211" y="98616"/>
                </a:cubicBezTo>
                <a:cubicBezTo>
                  <a:pt x="451906" y="99564"/>
                  <a:pt x="448045" y="100037"/>
                  <a:pt x="443627" y="100037"/>
                </a:cubicBezTo>
                <a:cubicBezTo>
                  <a:pt x="439321" y="100037"/>
                  <a:pt x="435649" y="99697"/>
                  <a:pt x="432609" y="99016"/>
                </a:cubicBezTo>
                <a:cubicBezTo>
                  <a:pt x="429569" y="98335"/>
                  <a:pt x="427076" y="97389"/>
                  <a:pt x="425132" y="96178"/>
                </a:cubicBezTo>
                <a:cubicBezTo>
                  <a:pt x="423187" y="94969"/>
                  <a:pt x="421771" y="93523"/>
                  <a:pt x="420883" y="91840"/>
                </a:cubicBezTo>
                <a:cubicBezTo>
                  <a:pt x="419996" y="90157"/>
                  <a:pt x="419552" y="88313"/>
                  <a:pt x="419552" y="86310"/>
                </a:cubicBezTo>
                <a:cubicBezTo>
                  <a:pt x="419552" y="85061"/>
                  <a:pt x="419712" y="83869"/>
                  <a:pt x="420033" y="82734"/>
                </a:cubicBezTo>
                <a:cubicBezTo>
                  <a:pt x="420354" y="81600"/>
                  <a:pt x="420826" y="80512"/>
                  <a:pt x="421450" y="79471"/>
                </a:cubicBezTo>
                <a:cubicBezTo>
                  <a:pt x="422073" y="78432"/>
                  <a:pt x="422837" y="77439"/>
                  <a:pt x="423744" y="76494"/>
                </a:cubicBezTo>
                <a:cubicBezTo>
                  <a:pt x="424650" y="75549"/>
                  <a:pt x="425689" y="74641"/>
                  <a:pt x="426859" y="73771"/>
                </a:cubicBezTo>
                <a:cubicBezTo>
                  <a:pt x="425235" y="72899"/>
                  <a:pt x="423980" y="71715"/>
                  <a:pt x="423092" y="70218"/>
                </a:cubicBezTo>
                <a:cubicBezTo>
                  <a:pt x="422205" y="68721"/>
                  <a:pt x="421761" y="67081"/>
                  <a:pt x="421761" y="65299"/>
                </a:cubicBezTo>
                <a:cubicBezTo>
                  <a:pt x="421761" y="63063"/>
                  <a:pt x="422271" y="61025"/>
                  <a:pt x="423291" y="59187"/>
                </a:cubicBezTo>
                <a:cubicBezTo>
                  <a:pt x="424310" y="57348"/>
                  <a:pt x="425632" y="55689"/>
                  <a:pt x="427256" y="54211"/>
                </a:cubicBezTo>
                <a:cubicBezTo>
                  <a:pt x="425934" y="52889"/>
                  <a:pt x="424877" y="51303"/>
                  <a:pt x="424084" y="49452"/>
                </a:cubicBezTo>
                <a:cubicBezTo>
                  <a:pt x="423291" y="47602"/>
                  <a:pt x="422894" y="45298"/>
                  <a:pt x="422894" y="42541"/>
                </a:cubicBezTo>
                <a:cubicBezTo>
                  <a:pt x="422894" y="39596"/>
                  <a:pt x="423413" y="36962"/>
                  <a:pt x="424452" y="34639"/>
                </a:cubicBezTo>
                <a:cubicBezTo>
                  <a:pt x="425490" y="32317"/>
                  <a:pt x="426935" y="30353"/>
                  <a:pt x="428785" y="28748"/>
                </a:cubicBezTo>
                <a:cubicBezTo>
                  <a:pt x="430636" y="27143"/>
                  <a:pt x="432845" y="25916"/>
                  <a:pt x="435413" y="25066"/>
                </a:cubicBezTo>
                <a:cubicBezTo>
                  <a:pt x="437981" y="24216"/>
                  <a:pt x="440813" y="23791"/>
                  <a:pt x="443910" y="23791"/>
                </a:cubicBezTo>
                <a:cubicBezTo>
                  <a:pt x="445496" y="23791"/>
                  <a:pt x="447016" y="23891"/>
                  <a:pt x="448470" y="24091"/>
                </a:cubicBezTo>
                <a:cubicBezTo>
                  <a:pt x="449924" y="24289"/>
                  <a:pt x="451274" y="24567"/>
                  <a:pt x="452520" y="24924"/>
                </a:cubicBezTo>
                <a:lnTo>
                  <a:pt x="468551" y="24924"/>
                </a:lnTo>
                <a:cubicBezTo>
                  <a:pt x="469193" y="24924"/>
                  <a:pt x="469712" y="25340"/>
                  <a:pt x="470109" y="26171"/>
                </a:cubicBezTo>
                <a:cubicBezTo>
                  <a:pt x="470505" y="27001"/>
                  <a:pt x="470704" y="28399"/>
                  <a:pt x="470704" y="30362"/>
                </a:cubicBezTo>
                <a:moveTo>
                  <a:pt x="452407" y="42230"/>
                </a:moveTo>
                <a:cubicBezTo>
                  <a:pt x="452407" y="39520"/>
                  <a:pt x="451651" y="37413"/>
                  <a:pt x="450141" y="35907"/>
                </a:cubicBezTo>
                <a:cubicBezTo>
                  <a:pt x="448630" y="34401"/>
                  <a:pt x="446497" y="33648"/>
                  <a:pt x="443740" y="33648"/>
                </a:cubicBezTo>
                <a:cubicBezTo>
                  <a:pt x="442343" y="33648"/>
                  <a:pt x="441115" y="33883"/>
                  <a:pt x="440058" y="34354"/>
                </a:cubicBezTo>
                <a:cubicBezTo>
                  <a:pt x="439000" y="34824"/>
                  <a:pt x="438122" y="35464"/>
                  <a:pt x="437424" y="36273"/>
                </a:cubicBezTo>
                <a:cubicBezTo>
                  <a:pt x="436725" y="37083"/>
                  <a:pt x="436206" y="38024"/>
                  <a:pt x="435866" y="39097"/>
                </a:cubicBezTo>
                <a:cubicBezTo>
                  <a:pt x="435526" y="40169"/>
                  <a:pt x="435356" y="41289"/>
                  <a:pt x="435356" y="42456"/>
                </a:cubicBezTo>
                <a:cubicBezTo>
                  <a:pt x="435356" y="45015"/>
                  <a:pt x="436112" y="47038"/>
                  <a:pt x="437622" y="48525"/>
                </a:cubicBezTo>
                <a:cubicBezTo>
                  <a:pt x="439133" y="50012"/>
                  <a:pt x="441229" y="50755"/>
                  <a:pt x="443910" y="50755"/>
                </a:cubicBezTo>
                <a:cubicBezTo>
                  <a:pt x="445345" y="50755"/>
                  <a:pt x="446591" y="50530"/>
                  <a:pt x="447648" y="50079"/>
                </a:cubicBezTo>
                <a:cubicBezTo>
                  <a:pt x="448706" y="49627"/>
                  <a:pt x="449584" y="49006"/>
                  <a:pt x="450283" y="48215"/>
                </a:cubicBezTo>
                <a:cubicBezTo>
                  <a:pt x="450981" y="47424"/>
                  <a:pt x="451510" y="46511"/>
                  <a:pt x="451869" y="45476"/>
                </a:cubicBezTo>
                <a:cubicBezTo>
                  <a:pt x="452227" y="44441"/>
                  <a:pt x="452407" y="43359"/>
                  <a:pt x="452407" y="42230"/>
                </a:cubicBezTo>
                <a:moveTo>
                  <a:pt x="455749" y="82638"/>
                </a:moveTo>
                <a:cubicBezTo>
                  <a:pt x="455749" y="80925"/>
                  <a:pt x="455069" y="79611"/>
                  <a:pt x="453710" y="78698"/>
                </a:cubicBezTo>
                <a:cubicBezTo>
                  <a:pt x="452350" y="77783"/>
                  <a:pt x="450481" y="77287"/>
                  <a:pt x="448102" y="77211"/>
                </a:cubicBezTo>
                <a:lnTo>
                  <a:pt x="437962" y="76926"/>
                </a:lnTo>
                <a:cubicBezTo>
                  <a:pt x="436980" y="77649"/>
                  <a:pt x="436196" y="78344"/>
                  <a:pt x="435611" y="79011"/>
                </a:cubicBezTo>
                <a:cubicBezTo>
                  <a:pt x="435026" y="79678"/>
                  <a:pt x="434554" y="80316"/>
                  <a:pt x="434195" y="80925"/>
                </a:cubicBezTo>
                <a:cubicBezTo>
                  <a:pt x="433836" y="81535"/>
                  <a:pt x="433600" y="82125"/>
                  <a:pt x="433487" y="82697"/>
                </a:cubicBezTo>
                <a:cubicBezTo>
                  <a:pt x="433374" y="83268"/>
                  <a:pt x="433317" y="83858"/>
                  <a:pt x="433317" y="84467"/>
                </a:cubicBezTo>
                <a:cubicBezTo>
                  <a:pt x="433317" y="86372"/>
                  <a:pt x="434271" y="87819"/>
                  <a:pt x="436178" y="88809"/>
                </a:cubicBezTo>
                <a:cubicBezTo>
                  <a:pt x="438085" y="89799"/>
                  <a:pt x="440775" y="90294"/>
                  <a:pt x="444250" y="90294"/>
                </a:cubicBezTo>
                <a:cubicBezTo>
                  <a:pt x="446402" y="90294"/>
                  <a:pt x="448215" y="90075"/>
                  <a:pt x="449688" y="89638"/>
                </a:cubicBezTo>
                <a:cubicBezTo>
                  <a:pt x="451161" y="89200"/>
                  <a:pt x="452350" y="88619"/>
                  <a:pt x="453256" y="87894"/>
                </a:cubicBezTo>
                <a:cubicBezTo>
                  <a:pt x="454163" y="87170"/>
                  <a:pt x="454805" y="86361"/>
                  <a:pt x="455182" y="85465"/>
                </a:cubicBezTo>
                <a:cubicBezTo>
                  <a:pt x="455560" y="84571"/>
                  <a:pt x="455749" y="83628"/>
                  <a:pt x="455749" y="826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commit">
            <a:extLst xmlns:a="http://schemas.openxmlformats.org/drawingml/2006/main">
              <a:ext uri="{FF2B5EF4-FFF2-40B4-BE49-F238E27FC236}">
                <a16:creationId xmlns:a16="http://schemas.microsoft.com/office/drawing/2014/main" id="{F2817984-3EF1-499B-AF4D-208A5BD4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17" y="2723198"/>
            <a:ext cx="360783" cy="78285"/>
          </a:xfrm>
          <a:custGeom xmlns:a="http://schemas.openxmlformats.org/drawingml/2006/main">
            <a:pathLst>
              <a:path w="360783" h="78285">
                <a:moveTo>
                  <a:pt x="41295" y="66956"/>
                </a:moveTo>
                <a:cubicBezTo>
                  <a:pt x="41295" y="67938"/>
                  <a:pt x="41267" y="68759"/>
                  <a:pt x="41210" y="69420"/>
                </a:cubicBezTo>
                <a:cubicBezTo>
                  <a:pt x="41154" y="70081"/>
                  <a:pt x="41078" y="70638"/>
                  <a:pt x="40984" y="71091"/>
                </a:cubicBezTo>
                <a:cubicBezTo>
                  <a:pt x="40889" y="71544"/>
                  <a:pt x="40776" y="71913"/>
                  <a:pt x="40644" y="72196"/>
                </a:cubicBezTo>
                <a:cubicBezTo>
                  <a:pt x="40512" y="72479"/>
                  <a:pt x="40219" y="72838"/>
                  <a:pt x="39766" y="73272"/>
                </a:cubicBezTo>
                <a:cubicBezTo>
                  <a:pt x="39313" y="73706"/>
                  <a:pt x="38538" y="74235"/>
                  <a:pt x="37443" y="74858"/>
                </a:cubicBezTo>
                <a:cubicBezTo>
                  <a:pt x="36348" y="75481"/>
                  <a:pt x="35102" y="76038"/>
                  <a:pt x="33705" y="76529"/>
                </a:cubicBezTo>
                <a:cubicBezTo>
                  <a:pt x="32307" y="77020"/>
                  <a:pt x="30787" y="77417"/>
                  <a:pt x="29145" y="77719"/>
                </a:cubicBezTo>
                <a:cubicBezTo>
                  <a:pt x="27502" y="78021"/>
                  <a:pt x="25812" y="78172"/>
                  <a:pt x="24075" y="78172"/>
                </a:cubicBezTo>
                <a:cubicBezTo>
                  <a:pt x="20185" y="78172"/>
                  <a:pt x="16739" y="77568"/>
                  <a:pt x="13737" y="76359"/>
                </a:cubicBezTo>
                <a:cubicBezTo>
                  <a:pt x="10734" y="75151"/>
                  <a:pt x="8214" y="73366"/>
                  <a:pt x="6174" y="71006"/>
                </a:cubicBezTo>
                <a:cubicBezTo>
                  <a:pt x="4135" y="68646"/>
                  <a:pt x="2596" y="65766"/>
                  <a:pt x="1558" y="62368"/>
                </a:cubicBezTo>
                <a:cubicBezTo>
                  <a:pt x="519" y="58969"/>
                  <a:pt x="0" y="55079"/>
                  <a:pt x="0" y="50698"/>
                </a:cubicBezTo>
                <a:cubicBezTo>
                  <a:pt x="0" y="45638"/>
                  <a:pt x="633" y="41267"/>
                  <a:pt x="1898" y="37585"/>
                </a:cubicBezTo>
                <a:cubicBezTo>
                  <a:pt x="3163" y="33903"/>
                  <a:pt x="4928" y="30853"/>
                  <a:pt x="7194" y="28436"/>
                </a:cubicBezTo>
                <a:cubicBezTo>
                  <a:pt x="9460" y="26020"/>
                  <a:pt x="12141" y="24226"/>
                  <a:pt x="15238" y="23055"/>
                </a:cubicBezTo>
                <a:cubicBezTo>
                  <a:pt x="18335" y="21884"/>
                  <a:pt x="21733" y="21299"/>
                  <a:pt x="25434" y="21299"/>
                </a:cubicBezTo>
                <a:cubicBezTo>
                  <a:pt x="26945" y="21299"/>
                  <a:pt x="28427" y="21431"/>
                  <a:pt x="29881" y="21696"/>
                </a:cubicBezTo>
                <a:cubicBezTo>
                  <a:pt x="31335" y="21960"/>
                  <a:pt x="32694" y="22319"/>
                  <a:pt x="33959" y="22772"/>
                </a:cubicBezTo>
                <a:cubicBezTo>
                  <a:pt x="35225" y="23225"/>
                  <a:pt x="36358" y="23735"/>
                  <a:pt x="37358" y="24301"/>
                </a:cubicBezTo>
                <a:cubicBezTo>
                  <a:pt x="38359" y="24868"/>
                  <a:pt x="39067" y="25359"/>
                  <a:pt x="39483" y="25774"/>
                </a:cubicBezTo>
                <a:cubicBezTo>
                  <a:pt x="39898" y="26190"/>
                  <a:pt x="40191" y="26539"/>
                  <a:pt x="40361" y="26822"/>
                </a:cubicBezTo>
                <a:cubicBezTo>
                  <a:pt x="40530" y="27105"/>
                  <a:pt x="40663" y="27473"/>
                  <a:pt x="40757" y="27927"/>
                </a:cubicBezTo>
                <a:cubicBezTo>
                  <a:pt x="40851" y="28380"/>
                  <a:pt x="40927" y="28937"/>
                  <a:pt x="40984" y="29598"/>
                </a:cubicBezTo>
                <a:cubicBezTo>
                  <a:pt x="41040" y="30259"/>
                  <a:pt x="41069" y="31061"/>
                  <a:pt x="41069" y="32005"/>
                </a:cubicBezTo>
                <a:cubicBezTo>
                  <a:pt x="41069" y="34196"/>
                  <a:pt x="40880" y="35734"/>
                  <a:pt x="40502" y="36622"/>
                </a:cubicBezTo>
                <a:cubicBezTo>
                  <a:pt x="40125" y="37509"/>
                  <a:pt x="39634" y="37953"/>
                  <a:pt x="39029" y="37953"/>
                </a:cubicBezTo>
                <a:cubicBezTo>
                  <a:pt x="38387" y="37953"/>
                  <a:pt x="37708" y="37689"/>
                  <a:pt x="36990" y="37160"/>
                </a:cubicBezTo>
                <a:cubicBezTo>
                  <a:pt x="36273" y="36631"/>
                  <a:pt x="35423" y="36046"/>
                  <a:pt x="34441" y="35404"/>
                </a:cubicBezTo>
                <a:cubicBezTo>
                  <a:pt x="33459" y="34762"/>
                  <a:pt x="32288" y="34177"/>
                  <a:pt x="30929" y="33648"/>
                </a:cubicBezTo>
                <a:cubicBezTo>
                  <a:pt x="29569" y="33119"/>
                  <a:pt x="27946" y="32855"/>
                  <a:pt x="26057" y="32855"/>
                </a:cubicBezTo>
                <a:cubicBezTo>
                  <a:pt x="22356" y="32855"/>
                  <a:pt x="19524" y="34280"/>
                  <a:pt x="17560" y="37132"/>
                </a:cubicBezTo>
                <a:cubicBezTo>
                  <a:pt x="15597" y="39983"/>
                  <a:pt x="14615" y="44165"/>
                  <a:pt x="14615" y="49679"/>
                </a:cubicBezTo>
                <a:cubicBezTo>
                  <a:pt x="14615" y="52398"/>
                  <a:pt x="14860" y="54796"/>
                  <a:pt x="15351" y="56873"/>
                </a:cubicBezTo>
                <a:cubicBezTo>
                  <a:pt x="15842" y="58950"/>
                  <a:pt x="16569" y="60687"/>
                  <a:pt x="17532" y="62084"/>
                </a:cubicBezTo>
                <a:cubicBezTo>
                  <a:pt x="18495" y="63482"/>
                  <a:pt x="19703" y="64530"/>
                  <a:pt x="21157" y="65228"/>
                </a:cubicBezTo>
                <a:cubicBezTo>
                  <a:pt x="22611" y="65927"/>
                  <a:pt x="24301" y="66276"/>
                  <a:pt x="26227" y="66276"/>
                </a:cubicBezTo>
                <a:cubicBezTo>
                  <a:pt x="28191" y="66276"/>
                  <a:pt x="29881" y="65984"/>
                  <a:pt x="31297" y="65398"/>
                </a:cubicBezTo>
                <a:cubicBezTo>
                  <a:pt x="32713" y="64813"/>
                  <a:pt x="33950" y="64161"/>
                  <a:pt x="35007" y="63444"/>
                </a:cubicBezTo>
                <a:cubicBezTo>
                  <a:pt x="36065" y="62726"/>
                  <a:pt x="36952" y="62075"/>
                  <a:pt x="37670" y="61490"/>
                </a:cubicBezTo>
                <a:cubicBezTo>
                  <a:pt x="38387" y="60904"/>
                  <a:pt x="38992" y="60612"/>
                  <a:pt x="39483" y="60612"/>
                </a:cubicBezTo>
                <a:cubicBezTo>
                  <a:pt x="39822" y="60612"/>
                  <a:pt x="40106" y="60706"/>
                  <a:pt x="40332" y="60895"/>
                </a:cubicBezTo>
                <a:cubicBezTo>
                  <a:pt x="40559" y="61084"/>
                  <a:pt x="40738" y="61433"/>
                  <a:pt x="40870" y="61943"/>
                </a:cubicBezTo>
                <a:cubicBezTo>
                  <a:pt x="41003" y="62453"/>
                  <a:pt x="41106" y="63104"/>
                  <a:pt x="41182" y="63897"/>
                </a:cubicBezTo>
                <a:cubicBezTo>
                  <a:pt x="41257" y="64690"/>
                  <a:pt x="41295" y="65710"/>
                  <a:pt x="41295" y="66956"/>
                </a:cubicBezTo>
                <a:close/>
                <a:moveTo>
                  <a:pt x="102090" y="49224"/>
                </a:moveTo>
                <a:cubicBezTo>
                  <a:pt x="102090" y="53538"/>
                  <a:pt x="101524" y="57474"/>
                  <a:pt x="100391" y="61031"/>
                </a:cubicBezTo>
                <a:cubicBezTo>
                  <a:pt x="99258" y="64588"/>
                  <a:pt x="97539" y="67653"/>
                  <a:pt x="95236" y="70226"/>
                </a:cubicBezTo>
                <a:cubicBezTo>
                  <a:pt x="92932" y="72798"/>
                  <a:pt x="90043" y="74785"/>
                  <a:pt x="86569" y="76186"/>
                </a:cubicBezTo>
                <a:cubicBezTo>
                  <a:pt x="83095" y="77585"/>
                  <a:pt x="79035" y="78285"/>
                  <a:pt x="74390" y="78285"/>
                </a:cubicBezTo>
                <a:cubicBezTo>
                  <a:pt x="69896" y="78285"/>
                  <a:pt x="65987" y="77661"/>
                  <a:pt x="62664" y="76412"/>
                </a:cubicBezTo>
                <a:cubicBezTo>
                  <a:pt x="59341" y="75164"/>
                  <a:pt x="56584" y="73348"/>
                  <a:pt x="54394" y="70964"/>
                </a:cubicBezTo>
                <a:cubicBezTo>
                  <a:pt x="52203" y="68580"/>
                  <a:pt x="50580" y="65647"/>
                  <a:pt x="49522" y="62166"/>
                </a:cubicBezTo>
                <a:cubicBezTo>
                  <a:pt x="48465" y="58684"/>
                  <a:pt x="47936" y="54712"/>
                  <a:pt x="47936" y="50247"/>
                </a:cubicBezTo>
                <a:cubicBezTo>
                  <a:pt x="47936" y="45933"/>
                  <a:pt x="48512" y="41987"/>
                  <a:pt x="49664" y="38412"/>
                </a:cubicBezTo>
                <a:cubicBezTo>
                  <a:pt x="50816" y="34836"/>
                  <a:pt x="52543" y="31771"/>
                  <a:pt x="54847" y="29217"/>
                </a:cubicBezTo>
                <a:cubicBezTo>
                  <a:pt x="57151" y="26663"/>
                  <a:pt x="60030" y="24687"/>
                  <a:pt x="63486" y="23287"/>
                </a:cubicBezTo>
                <a:cubicBezTo>
                  <a:pt x="66941" y="21886"/>
                  <a:pt x="70991" y="21186"/>
                  <a:pt x="75636" y="21186"/>
                </a:cubicBezTo>
                <a:cubicBezTo>
                  <a:pt x="80168" y="21186"/>
                  <a:pt x="84095" y="21801"/>
                  <a:pt x="87419" y="23030"/>
                </a:cubicBezTo>
                <a:cubicBezTo>
                  <a:pt x="90742" y="24260"/>
                  <a:pt x="93489" y="26067"/>
                  <a:pt x="95661" y="28451"/>
                </a:cubicBezTo>
                <a:cubicBezTo>
                  <a:pt x="97832" y="30835"/>
                  <a:pt x="99447" y="33767"/>
                  <a:pt x="100504" y="37249"/>
                </a:cubicBezTo>
                <a:cubicBezTo>
                  <a:pt x="101561" y="40730"/>
                  <a:pt x="102090" y="44722"/>
                  <a:pt x="102090" y="49224"/>
                </a:cubicBezTo>
                <a:moveTo>
                  <a:pt x="87419" y="49792"/>
                </a:moveTo>
                <a:cubicBezTo>
                  <a:pt x="87419" y="47300"/>
                  <a:pt x="87220" y="45006"/>
                  <a:pt x="86824" y="42910"/>
                </a:cubicBezTo>
                <a:cubicBezTo>
                  <a:pt x="86427" y="40814"/>
                  <a:pt x="85757" y="38992"/>
                  <a:pt x="84813" y="37443"/>
                </a:cubicBezTo>
                <a:cubicBezTo>
                  <a:pt x="83869" y="35895"/>
                  <a:pt x="82613" y="34686"/>
                  <a:pt x="81046" y="33818"/>
                </a:cubicBezTo>
                <a:cubicBezTo>
                  <a:pt x="79479" y="32949"/>
                  <a:pt x="77505" y="32515"/>
                  <a:pt x="75126" y="32515"/>
                </a:cubicBezTo>
                <a:cubicBezTo>
                  <a:pt x="73012" y="32515"/>
                  <a:pt x="71161" y="32902"/>
                  <a:pt x="69575" y="33676"/>
                </a:cubicBezTo>
                <a:cubicBezTo>
                  <a:pt x="67989" y="34450"/>
                  <a:pt x="66686" y="35583"/>
                  <a:pt x="65666" y="37075"/>
                </a:cubicBezTo>
                <a:cubicBezTo>
                  <a:pt x="64647" y="38567"/>
                  <a:pt x="63882" y="40361"/>
                  <a:pt x="63372" y="42456"/>
                </a:cubicBezTo>
                <a:cubicBezTo>
                  <a:pt x="62862" y="44552"/>
                  <a:pt x="62607" y="46941"/>
                  <a:pt x="62607" y="49622"/>
                </a:cubicBezTo>
                <a:cubicBezTo>
                  <a:pt x="62607" y="52115"/>
                  <a:pt x="62815" y="54409"/>
                  <a:pt x="63231" y="56505"/>
                </a:cubicBezTo>
                <a:cubicBezTo>
                  <a:pt x="63646" y="58601"/>
                  <a:pt x="64316" y="60423"/>
                  <a:pt x="65242" y="61971"/>
                </a:cubicBezTo>
                <a:cubicBezTo>
                  <a:pt x="66167" y="63519"/>
                  <a:pt x="67422" y="64718"/>
                  <a:pt x="69009" y="65568"/>
                </a:cubicBezTo>
                <a:cubicBezTo>
                  <a:pt x="70595" y="66418"/>
                  <a:pt x="72558" y="66843"/>
                  <a:pt x="74900" y="66843"/>
                </a:cubicBezTo>
                <a:cubicBezTo>
                  <a:pt x="77052" y="66843"/>
                  <a:pt x="78922" y="66456"/>
                  <a:pt x="80508" y="65681"/>
                </a:cubicBezTo>
                <a:cubicBezTo>
                  <a:pt x="82094" y="64907"/>
                  <a:pt x="83397" y="63784"/>
                  <a:pt x="84416" y="62311"/>
                </a:cubicBezTo>
                <a:cubicBezTo>
                  <a:pt x="85436" y="60838"/>
                  <a:pt x="86191" y="59054"/>
                  <a:pt x="86682" y="56958"/>
                </a:cubicBezTo>
                <a:cubicBezTo>
                  <a:pt x="87173" y="54862"/>
                  <a:pt x="87419" y="52473"/>
                  <a:pt x="87419" y="49792"/>
                </a:cubicBezTo>
                <a:close/>
                <a:moveTo>
                  <a:pt x="193907" y="74998"/>
                </a:moveTo>
                <a:cubicBezTo>
                  <a:pt x="193907" y="75376"/>
                  <a:pt x="193793" y="75707"/>
                  <a:pt x="193567" y="75991"/>
                </a:cubicBezTo>
                <a:cubicBezTo>
                  <a:pt x="193340" y="76274"/>
                  <a:pt x="192962" y="76510"/>
                  <a:pt x="192434" y="76699"/>
                </a:cubicBezTo>
                <a:cubicBezTo>
                  <a:pt x="191905" y="76888"/>
                  <a:pt x="191188" y="77030"/>
                  <a:pt x="190281" y="77124"/>
                </a:cubicBezTo>
                <a:cubicBezTo>
                  <a:pt x="189375" y="77218"/>
                  <a:pt x="188223" y="77266"/>
                  <a:pt x="186826" y="77266"/>
                </a:cubicBezTo>
                <a:cubicBezTo>
                  <a:pt x="185391" y="77266"/>
                  <a:pt x="184220" y="77218"/>
                  <a:pt x="183314" y="77124"/>
                </a:cubicBezTo>
                <a:cubicBezTo>
                  <a:pt x="182407" y="77030"/>
                  <a:pt x="181680" y="76888"/>
                  <a:pt x="181133" y="76699"/>
                </a:cubicBezTo>
                <a:cubicBezTo>
                  <a:pt x="180585" y="76510"/>
                  <a:pt x="180208" y="76274"/>
                  <a:pt x="180000" y="75991"/>
                </a:cubicBezTo>
                <a:cubicBezTo>
                  <a:pt x="179792" y="75708"/>
                  <a:pt x="179688" y="75377"/>
                  <a:pt x="179688" y="75000"/>
                </a:cubicBezTo>
                <a:lnTo>
                  <a:pt x="179688" y="45034"/>
                </a:lnTo>
                <a:cubicBezTo>
                  <a:pt x="179688" y="43334"/>
                  <a:pt x="179528" y="41786"/>
                  <a:pt x="179207" y="40389"/>
                </a:cubicBezTo>
                <a:cubicBezTo>
                  <a:pt x="178886" y="38992"/>
                  <a:pt x="178395" y="37793"/>
                  <a:pt x="177734" y="36792"/>
                </a:cubicBezTo>
                <a:cubicBezTo>
                  <a:pt x="177073" y="35791"/>
                  <a:pt x="176242" y="35017"/>
                  <a:pt x="175242" y="34469"/>
                </a:cubicBezTo>
                <a:cubicBezTo>
                  <a:pt x="174241" y="33922"/>
                  <a:pt x="173042" y="33648"/>
                  <a:pt x="171645" y="33648"/>
                </a:cubicBezTo>
                <a:cubicBezTo>
                  <a:pt x="169945" y="33648"/>
                  <a:pt x="168227" y="34309"/>
                  <a:pt x="166490" y="35631"/>
                </a:cubicBezTo>
                <a:cubicBezTo>
                  <a:pt x="164753" y="36952"/>
                  <a:pt x="162864" y="38878"/>
                  <a:pt x="160825" y="41408"/>
                </a:cubicBezTo>
                <a:lnTo>
                  <a:pt x="160825" y="75000"/>
                </a:lnTo>
                <a:cubicBezTo>
                  <a:pt x="160825" y="75377"/>
                  <a:pt x="160712" y="75708"/>
                  <a:pt x="160485" y="75991"/>
                </a:cubicBezTo>
                <a:cubicBezTo>
                  <a:pt x="160259" y="76274"/>
                  <a:pt x="159872" y="76510"/>
                  <a:pt x="159324" y="76699"/>
                </a:cubicBezTo>
                <a:cubicBezTo>
                  <a:pt x="158776" y="76888"/>
                  <a:pt x="158049" y="77030"/>
                  <a:pt x="157143" y="77124"/>
                </a:cubicBezTo>
                <a:cubicBezTo>
                  <a:pt x="156237" y="77218"/>
                  <a:pt x="155104" y="77266"/>
                  <a:pt x="153744" y="77266"/>
                </a:cubicBezTo>
                <a:cubicBezTo>
                  <a:pt x="152347" y="77266"/>
                  <a:pt x="151195" y="77218"/>
                  <a:pt x="150289" y="77124"/>
                </a:cubicBezTo>
                <a:cubicBezTo>
                  <a:pt x="149382" y="77030"/>
                  <a:pt x="148656" y="76888"/>
                  <a:pt x="148108" y="76699"/>
                </a:cubicBezTo>
                <a:cubicBezTo>
                  <a:pt x="147560" y="76510"/>
                  <a:pt x="147173" y="76274"/>
                  <a:pt x="146947" y="75991"/>
                </a:cubicBezTo>
                <a:cubicBezTo>
                  <a:pt x="146720" y="75708"/>
                  <a:pt x="146607" y="75377"/>
                  <a:pt x="146607" y="75000"/>
                </a:cubicBezTo>
                <a:lnTo>
                  <a:pt x="146607" y="45034"/>
                </a:lnTo>
                <a:cubicBezTo>
                  <a:pt x="146607" y="43334"/>
                  <a:pt x="146446" y="41786"/>
                  <a:pt x="146125" y="40389"/>
                </a:cubicBezTo>
                <a:cubicBezTo>
                  <a:pt x="145804" y="38992"/>
                  <a:pt x="145323" y="37793"/>
                  <a:pt x="144681" y="36792"/>
                </a:cubicBezTo>
                <a:cubicBezTo>
                  <a:pt x="144039" y="35791"/>
                  <a:pt x="143208" y="35017"/>
                  <a:pt x="142188" y="34469"/>
                </a:cubicBezTo>
                <a:cubicBezTo>
                  <a:pt x="141169" y="33922"/>
                  <a:pt x="139979" y="33648"/>
                  <a:pt x="138620" y="33648"/>
                </a:cubicBezTo>
                <a:cubicBezTo>
                  <a:pt x="136883" y="33648"/>
                  <a:pt x="135145" y="34309"/>
                  <a:pt x="133408" y="35631"/>
                </a:cubicBezTo>
                <a:cubicBezTo>
                  <a:pt x="131671" y="36952"/>
                  <a:pt x="129802" y="38878"/>
                  <a:pt x="127800" y="41408"/>
                </a:cubicBezTo>
                <a:lnTo>
                  <a:pt x="127800" y="75000"/>
                </a:lnTo>
                <a:cubicBezTo>
                  <a:pt x="127800" y="75377"/>
                  <a:pt x="127687" y="75708"/>
                  <a:pt x="127460" y="75991"/>
                </a:cubicBezTo>
                <a:cubicBezTo>
                  <a:pt x="127234" y="76274"/>
                  <a:pt x="126847" y="76510"/>
                  <a:pt x="126299" y="76699"/>
                </a:cubicBezTo>
                <a:cubicBezTo>
                  <a:pt x="125752" y="76888"/>
                  <a:pt x="125025" y="77030"/>
                  <a:pt x="124118" y="77124"/>
                </a:cubicBezTo>
                <a:cubicBezTo>
                  <a:pt x="123212" y="77218"/>
                  <a:pt x="122060" y="77266"/>
                  <a:pt x="120663" y="77266"/>
                </a:cubicBezTo>
                <a:cubicBezTo>
                  <a:pt x="119266" y="77266"/>
                  <a:pt x="118114" y="77218"/>
                  <a:pt x="117207" y="77124"/>
                </a:cubicBezTo>
                <a:cubicBezTo>
                  <a:pt x="116301" y="77030"/>
                  <a:pt x="115574" y="76888"/>
                  <a:pt x="115026" y="76699"/>
                </a:cubicBezTo>
                <a:cubicBezTo>
                  <a:pt x="114479" y="76510"/>
                  <a:pt x="114092" y="76274"/>
                  <a:pt x="113865" y="75991"/>
                </a:cubicBezTo>
                <a:cubicBezTo>
                  <a:pt x="113639" y="75708"/>
                  <a:pt x="113525" y="75377"/>
                  <a:pt x="113525" y="75000"/>
                </a:cubicBezTo>
                <a:lnTo>
                  <a:pt x="113525" y="24471"/>
                </a:lnTo>
                <a:cubicBezTo>
                  <a:pt x="113525" y="24094"/>
                  <a:pt x="113620" y="23763"/>
                  <a:pt x="113809" y="23480"/>
                </a:cubicBezTo>
                <a:cubicBezTo>
                  <a:pt x="113997" y="23197"/>
                  <a:pt x="114337" y="22961"/>
                  <a:pt x="114828" y="22772"/>
                </a:cubicBezTo>
                <a:cubicBezTo>
                  <a:pt x="115319" y="22583"/>
                  <a:pt x="115952" y="22441"/>
                  <a:pt x="116726" y="22347"/>
                </a:cubicBezTo>
                <a:cubicBezTo>
                  <a:pt x="117500" y="22253"/>
                  <a:pt x="118472" y="22205"/>
                  <a:pt x="119643" y="22205"/>
                </a:cubicBezTo>
                <a:cubicBezTo>
                  <a:pt x="120852" y="22205"/>
                  <a:pt x="121852" y="22253"/>
                  <a:pt x="122645" y="22347"/>
                </a:cubicBezTo>
                <a:cubicBezTo>
                  <a:pt x="123438" y="22441"/>
                  <a:pt x="124052" y="22583"/>
                  <a:pt x="124486" y="22772"/>
                </a:cubicBezTo>
                <a:cubicBezTo>
                  <a:pt x="124921" y="22961"/>
                  <a:pt x="125232" y="23197"/>
                  <a:pt x="125421" y="23480"/>
                </a:cubicBezTo>
                <a:cubicBezTo>
                  <a:pt x="125610" y="23763"/>
                  <a:pt x="125704" y="24094"/>
                  <a:pt x="125704" y="24471"/>
                </a:cubicBezTo>
                <a:lnTo>
                  <a:pt x="125704" y="30306"/>
                </a:lnTo>
                <a:cubicBezTo>
                  <a:pt x="128499" y="27266"/>
                  <a:pt x="131284" y="24986"/>
                  <a:pt x="134060" y="23466"/>
                </a:cubicBezTo>
                <a:cubicBezTo>
                  <a:pt x="136835" y="21946"/>
                  <a:pt x="139734" y="21186"/>
                  <a:pt x="142755" y="21186"/>
                </a:cubicBezTo>
                <a:cubicBezTo>
                  <a:pt x="144832" y="21186"/>
                  <a:pt x="146701" y="21405"/>
                  <a:pt x="148363" y="21842"/>
                </a:cubicBezTo>
                <a:cubicBezTo>
                  <a:pt x="150024" y="22279"/>
                  <a:pt x="151507" y="22906"/>
                  <a:pt x="152810" y="23722"/>
                </a:cubicBezTo>
                <a:cubicBezTo>
                  <a:pt x="154112" y="24539"/>
                  <a:pt x="155236" y="25517"/>
                  <a:pt x="156180" y="26657"/>
                </a:cubicBezTo>
                <a:cubicBezTo>
                  <a:pt x="157124" y="27797"/>
                  <a:pt x="157917" y="29070"/>
                  <a:pt x="158559" y="30476"/>
                </a:cubicBezTo>
                <a:cubicBezTo>
                  <a:pt x="160070" y="28842"/>
                  <a:pt x="161552" y="27437"/>
                  <a:pt x="163006" y="26259"/>
                </a:cubicBezTo>
                <a:cubicBezTo>
                  <a:pt x="164460" y="25080"/>
                  <a:pt x="165895" y="24121"/>
                  <a:pt x="167311" y="23381"/>
                </a:cubicBezTo>
                <a:cubicBezTo>
                  <a:pt x="168727" y="22640"/>
                  <a:pt x="170143" y="22089"/>
                  <a:pt x="171560" y="21727"/>
                </a:cubicBezTo>
                <a:cubicBezTo>
                  <a:pt x="172976" y="21366"/>
                  <a:pt x="174420" y="21186"/>
                  <a:pt x="175893" y="21186"/>
                </a:cubicBezTo>
                <a:cubicBezTo>
                  <a:pt x="179254" y="21186"/>
                  <a:pt x="182086" y="21753"/>
                  <a:pt x="184390" y="22887"/>
                </a:cubicBezTo>
                <a:cubicBezTo>
                  <a:pt x="186694" y="24021"/>
                  <a:pt x="188553" y="25562"/>
                  <a:pt x="189970" y="27509"/>
                </a:cubicBezTo>
                <a:cubicBezTo>
                  <a:pt x="191386" y="29455"/>
                  <a:pt x="192396" y="31733"/>
                  <a:pt x="193000" y="34342"/>
                </a:cubicBezTo>
                <a:cubicBezTo>
                  <a:pt x="193604" y="36950"/>
                  <a:pt x="193907" y="39709"/>
                  <a:pt x="193907" y="42619"/>
                </a:cubicBezTo>
                <a:lnTo>
                  <a:pt x="193907" y="74998"/>
                </a:lnTo>
                <a:close/>
                <a:moveTo>
                  <a:pt x="288340" y="74998"/>
                </a:moveTo>
                <a:cubicBezTo>
                  <a:pt x="288340" y="75376"/>
                  <a:pt x="288227" y="75707"/>
                  <a:pt x="288000" y="75991"/>
                </a:cubicBezTo>
                <a:cubicBezTo>
                  <a:pt x="287774" y="76274"/>
                  <a:pt x="287396" y="76510"/>
                  <a:pt x="286867" y="76699"/>
                </a:cubicBezTo>
                <a:cubicBezTo>
                  <a:pt x="286339" y="76888"/>
                  <a:pt x="285621" y="77030"/>
                  <a:pt x="284715" y="77124"/>
                </a:cubicBezTo>
                <a:cubicBezTo>
                  <a:pt x="283808" y="77218"/>
                  <a:pt x="282657" y="77266"/>
                  <a:pt x="281259" y="77266"/>
                </a:cubicBezTo>
                <a:cubicBezTo>
                  <a:pt x="279824" y="77266"/>
                  <a:pt x="278654" y="77218"/>
                  <a:pt x="277747" y="77124"/>
                </a:cubicBezTo>
                <a:cubicBezTo>
                  <a:pt x="276841" y="77030"/>
                  <a:pt x="276114" y="76888"/>
                  <a:pt x="275566" y="76699"/>
                </a:cubicBezTo>
                <a:cubicBezTo>
                  <a:pt x="275019" y="76510"/>
                  <a:pt x="274641" y="76274"/>
                  <a:pt x="274433" y="75991"/>
                </a:cubicBezTo>
                <a:cubicBezTo>
                  <a:pt x="274226" y="75708"/>
                  <a:pt x="274122" y="75377"/>
                  <a:pt x="274122" y="75000"/>
                </a:cubicBezTo>
                <a:lnTo>
                  <a:pt x="274122" y="45034"/>
                </a:lnTo>
                <a:cubicBezTo>
                  <a:pt x="274122" y="43334"/>
                  <a:pt x="273961" y="41786"/>
                  <a:pt x="273640" y="40389"/>
                </a:cubicBezTo>
                <a:cubicBezTo>
                  <a:pt x="273319" y="38992"/>
                  <a:pt x="272828" y="37793"/>
                  <a:pt x="272168" y="36792"/>
                </a:cubicBezTo>
                <a:cubicBezTo>
                  <a:pt x="271507" y="35791"/>
                  <a:pt x="270676" y="35017"/>
                  <a:pt x="269675" y="34469"/>
                </a:cubicBezTo>
                <a:cubicBezTo>
                  <a:pt x="268674" y="33922"/>
                  <a:pt x="267475" y="33648"/>
                  <a:pt x="266078" y="33648"/>
                </a:cubicBezTo>
                <a:cubicBezTo>
                  <a:pt x="264379" y="33648"/>
                  <a:pt x="262660" y="34309"/>
                  <a:pt x="260923" y="35631"/>
                </a:cubicBezTo>
                <a:cubicBezTo>
                  <a:pt x="259186" y="36952"/>
                  <a:pt x="257298" y="38878"/>
                  <a:pt x="255259" y="41408"/>
                </a:cubicBezTo>
                <a:lnTo>
                  <a:pt x="255259" y="75000"/>
                </a:lnTo>
                <a:cubicBezTo>
                  <a:pt x="255259" y="75377"/>
                  <a:pt x="255145" y="75708"/>
                  <a:pt x="254919" y="75991"/>
                </a:cubicBezTo>
                <a:cubicBezTo>
                  <a:pt x="254692" y="76274"/>
                  <a:pt x="254305" y="76510"/>
                  <a:pt x="253757" y="76699"/>
                </a:cubicBezTo>
                <a:cubicBezTo>
                  <a:pt x="253210" y="76888"/>
                  <a:pt x="252483" y="77030"/>
                  <a:pt x="251577" y="77124"/>
                </a:cubicBezTo>
                <a:cubicBezTo>
                  <a:pt x="250670" y="77218"/>
                  <a:pt x="249537" y="77266"/>
                  <a:pt x="248178" y="77266"/>
                </a:cubicBezTo>
                <a:cubicBezTo>
                  <a:pt x="246781" y="77266"/>
                  <a:pt x="245629" y="77218"/>
                  <a:pt x="244722" y="77124"/>
                </a:cubicBezTo>
                <a:cubicBezTo>
                  <a:pt x="243816" y="77030"/>
                  <a:pt x="243089" y="76888"/>
                  <a:pt x="242542" y="76699"/>
                </a:cubicBezTo>
                <a:cubicBezTo>
                  <a:pt x="241994" y="76510"/>
                  <a:pt x="241607" y="76274"/>
                  <a:pt x="241380" y="75991"/>
                </a:cubicBezTo>
                <a:cubicBezTo>
                  <a:pt x="241154" y="75708"/>
                  <a:pt x="241040" y="75377"/>
                  <a:pt x="241040" y="75000"/>
                </a:cubicBezTo>
                <a:lnTo>
                  <a:pt x="241040" y="45034"/>
                </a:lnTo>
                <a:cubicBezTo>
                  <a:pt x="241040" y="43334"/>
                  <a:pt x="240880" y="41786"/>
                  <a:pt x="240559" y="40389"/>
                </a:cubicBezTo>
                <a:cubicBezTo>
                  <a:pt x="240238" y="38992"/>
                  <a:pt x="239756" y="37793"/>
                  <a:pt x="239114" y="36792"/>
                </a:cubicBezTo>
                <a:cubicBezTo>
                  <a:pt x="238472" y="35791"/>
                  <a:pt x="237642" y="35017"/>
                  <a:pt x="236622" y="34469"/>
                </a:cubicBezTo>
                <a:cubicBezTo>
                  <a:pt x="235602" y="33922"/>
                  <a:pt x="234413" y="33648"/>
                  <a:pt x="233053" y="33648"/>
                </a:cubicBezTo>
                <a:cubicBezTo>
                  <a:pt x="231316" y="33648"/>
                  <a:pt x="229579" y="34309"/>
                  <a:pt x="227842" y="35631"/>
                </a:cubicBezTo>
                <a:cubicBezTo>
                  <a:pt x="226105" y="36952"/>
                  <a:pt x="224235" y="38878"/>
                  <a:pt x="222234" y="41408"/>
                </a:cubicBezTo>
                <a:lnTo>
                  <a:pt x="222234" y="75000"/>
                </a:lnTo>
                <a:cubicBezTo>
                  <a:pt x="222234" y="75377"/>
                  <a:pt x="222121" y="75708"/>
                  <a:pt x="221894" y="75991"/>
                </a:cubicBezTo>
                <a:cubicBezTo>
                  <a:pt x="221667" y="76274"/>
                  <a:pt x="221280" y="76510"/>
                  <a:pt x="220733" y="76699"/>
                </a:cubicBezTo>
                <a:cubicBezTo>
                  <a:pt x="220185" y="76888"/>
                  <a:pt x="219458" y="77030"/>
                  <a:pt x="218552" y="77124"/>
                </a:cubicBezTo>
                <a:cubicBezTo>
                  <a:pt x="217645" y="77218"/>
                  <a:pt x="216494" y="77266"/>
                  <a:pt x="215096" y="77266"/>
                </a:cubicBezTo>
                <a:cubicBezTo>
                  <a:pt x="213699" y="77266"/>
                  <a:pt x="212547" y="77218"/>
                  <a:pt x="211641" y="77124"/>
                </a:cubicBezTo>
                <a:cubicBezTo>
                  <a:pt x="210735" y="77030"/>
                  <a:pt x="210008" y="76888"/>
                  <a:pt x="209460" y="76699"/>
                </a:cubicBezTo>
                <a:cubicBezTo>
                  <a:pt x="208912" y="76510"/>
                  <a:pt x="208525" y="76274"/>
                  <a:pt x="208299" y="75991"/>
                </a:cubicBezTo>
                <a:cubicBezTo>
                  <a:pt x="208072" y="75708"/>
                  <a:pt x="207959" y="75377"/>
                  <a:pt x="207959" y="75000"/>
                </a:cubicBezTo>
                <a:lnTo>
                  <a:pt x="207959" y="24471"/>
                </a:lnTo>
                <a:cubicBezTo>
                  <a:pt x="207959" y="24094"/>
                  <a:pt x="208053" y="23763"/>
                  <a:pt x="208242" y="23480"/>
                </a:cubicBezTo>
                <a:cubicBezTo>
                  <a:pt x="208431" y="23197"/>
                  <a:pt x="208771" y="22961"/>
                  <a:pt x="209262" y="22772"/>
                </a:cubicBezTo>
                <a:cubicBezTo>
                  <a:pt x="209753" y="22583"/>
                  <a:pt x="210385" y="22441"/>
                  <a:pt x="211159" y="22347"/>
                </a:cubicBezTo>
                <a:cubicBezTo>
                  <a:pt x="211934" y="22253"/>
                  <a:pt x="212906" y="22205"/>
                  <a:pt x="214077" y="22205"/>
                </a:cubicBezTo>
                <a:cubicBezTo>
                  <a:pt x="215285" y="22205"/>
                  <a:pt x="216286" y="22253"/>
                  <a:pt x="217079" y="22347"/>
                </a:cubicBezTo>
                <a:cubicBezTo>
                  <a:pt x="217872" y="22441"/>
                  <a:pt x="218486" y="22583"/>
                  <a:pt x="218920" y="22772"/>
                </a:cubicBezTo>
                <a:cubicBezTo>
                  <a:pt x="219354" y="22961"/>
                  <a:pt x="219666" y="23197"/>
                  <a:pt x="219855" y="23480"/>
                </a:cubicBezTo>
                <a:cubicBezTo>
                  <a:pt x="220043" y="23763"/>
                  <a:pt x="220138" y="24094"/>
                  <a:pt x="220138" y="24471"/>
                </a:cubicBezTo>
                <a:lnTo>
                  <a:pt x="220138" y="30306"/>
                </a:lnTo>
                <a:cubicBezTo>
                  <a:pt x="222932" y="27266"/>
                  <a:pt x="225718" y="24986"/>
                  <a:pt x="228493" y="23466"/>
                </a:cubicBezTo>
                <a:cubicBezTo>
                  <a:pt x="231269" y="21946"/>
                  <a:pt x="234167" y="21186"/>
                  <a:pt x="237188" y="21186"/>
                </a:cubicBezTo>
                <a:cubicBezTo>
                  <a:pt x="239265" y="21186"/>
                  <a:pt x="241135" y="21405"/>
                  <a:pt x="242796" y="21842"/>
                </a:cubicBezTo>
                <a:cubicBezTo>
                  <a:pt x="244458" y="22279"/>
                  <a:pt x="245940" y="22906"/>
                  <a:pt x="247243" y="23722"/>
                </a:cubicBezTo>
                <a:cubicBezTo>
                  <a:pt x="248546" y="24539"/>
                  <a:pt x="249670" y="25517"/>
                  <a:pt x="250614" y="26657"/>
                </a:cubicBezTo>
                <a:cubicBezTo>
                  <a:pt x="251558" y="27797"/>
                  <a:pt x="252351" y="29070"/>
                  <a:pt x="252993" y="30476"/>
                </a:cubicBezTo>
                <a:cubicBezTo>
                  <a:pt x="254503" y="28842"/>
                  <a:pt x="255986" y="27437"/>
                  <a:pt x="257440" y="26259"/>
                </a:cubicBezTo>
                <a:cubicBezTo>
                  <a:pt x="258893" y="25080"/>
                  <a:pt x="260328" y="24121"/>
                  <a:pt x="261745" y="23381"/>
                </a:cubicBezTo>
                <a:cubicBezTo>
                  <a:pt x="263161" y="22640"/>
                  <a:pt x="264577" y="22089"/>
                  <a:pt x="265993" y="21727"/>
                </a:cubicBezTo>
                <a:cubicBezTo>
                  <a:pt x="267409" y="21366"/>
                  <a:pt x="268854" y="21186"/>
                  <a:pt x="270327" y="21186"/>
                </a:cubicBezTo>
                <a:cubicBezTo>
                  <a:pt x="273688" y="21186"/>
                  <a:pt x="276520" y="21753"/>
                  <a:pt x="278824" y="22887"/>
                </a:cubicBezTo>
                <a:cubicBezTo>
                  <a:pt x="281127" y="24021"/>
                  <a:pt x="282987" y="25562"/>
                  <a:pt x="284403" y="27509"/>
                </a:cubicBezTo>
                <a:cubicBezTo>
                  <a:pt x="285819" y="29455"/>
                  <a:pt x="286830" y="31733"/>
                  <a:pt x="287434" y="34342"/>
                </a:cubicBezTo>
                <a:cubicBezTo>
                  <a:pt x="288038" y="36950"/>
                  <a:pt x="288340" y="39709"/>
                  <a:pt x="288340" y="42619"/>
                </a:cubicBezTo>
                <a:lnTo>
                  <a:pt x="288340" y="74998"/>
                </a:lnTo>
                <a:close/>
                <a:moveTo>
                  <a:pt x="316667" y="75000"/>
                </a:moveTo>
                <a:cubicBezTo>
                  <a:pt x="316667" y="75377"/>
                  <a:pt x="316554" y="75708"/>
                  <a:pt x="316327" y="75991"/>
                </a:cubicBezTo>
                <a:cubicBezTo>
                  <a:pt x="316101" y="76274"/>
                  <a:pt x="315714" y="76510"/>
                  <a:pt x="315166" y="76699"/>
                </a:cubicBezTo>
                <a:cubicBezTo>
                  <a:pt x="314619" y="76888"/>
                  <a:pt x="313892" y="77030"/>
                  <a:pt x="312985" y="77124"/>
                </a:cubicBezTo>
                <a:cubicBezTo>
                  <a:pt x="312079" y="77218"/>
                  <a:pt x="310927" y="77266"/>
                  <a:pt x="309530" y="77266"/>
                </a:cubicBezTo>
                <a:cubicBezTo>
                  <a:pt x="308133" y="77266"/>
                  <a:pt x="306981" y="77218"/>
                  <a:pt x="306074" y="77124"/>
                </a:cubicBezTo>
                <a:cubicBezTo>
                  <a:pt x="305168" y="77030"/>
                  <a:pt x="304441" y="76888"/>
                  <a:pt x="303894" y="76699"/>
                </a:cubicBezTo>
                <a:cubicBezTo>
                  <a:pt x="303346" y="76510"/>
                  <a:pt x="302959" y="76274"/>
                  <a:pt x="302732" y="75991"/>
                </a:cubicBezTo>
                <a:cubicBezTo>
                  <a:pt x="302506" y="75708"/>
                  <a:pt x="302392" y="75377"/>
                  <a:pt x="302392" y="75000"/>
                </a:cubicBezTo>
                <a:lnTo>
                  <a:pt x="302392" y="24585"/>
                </a:lnTo>
                <a:cubicBezTo>
                  <a:pt x="302392" y="24207"/>
                  <a:pt x="302506" y="23876"/>
                  <a:pt x="302732" y="23593"/>
                </a:cubicBezTo>
                <a:cubicBezTo>
                  <a:pt x="302959" y="23310"/>
                  <a:pt x="303346" y="23065"/>
                  <a:pt x="303894" y="22857"/>
                </a:cubicBezTo>
                <a:cubicBezTo>
                  <a:pt x="304441" y="22649"/>
                  <a:pt x="305168" y="22489"/>
                  <a:pt x="306074" y="22375"/>
                </a:cubicBezTo>
                <a:cubicBezTo>
                  <a:pt x="306981" y="22262"/>
                  <a:pt x="308133" y="22205"/>
                  <a:pt x="309530" y="22205"/>
                </a:cubicBezTo>
                <a:cubicBezTo>
                  <a:pt x="310927" y="22205"/>
                  <a:pt x="312079" y="22262"/>
                  <a:pt x="312985" y="22375"/>
                </a:cubicBezTo>
                <a:cubicBezTo>
                  <a:pt x="313892" y="22489"/>
                  <a:pt x="314619" y="22649"/>
                  <a:pt x="315166" y="22857"/>
                </a:cubicBezTo>
                <a:cubicBezTo>
                  <a:pt x="315714" y="23065"/>
                  <a:pt x="316101" y="23310"/>
                  <a:pt x="316327" y="23593"/>
                </a:cubicBezTo>
                <a:cubicBezTo>
                  <a:pt x="316554" y="23876"/>
                  <a:pt x="316667" y="24207"/>
                  <a:pt x="316667" y="24585"/>
                </a:cubicBezTo>
                <a:lnTo>
                  <a:pt x="316667" y="75000"/>
                </a:lnTo>
                <a:moveTo>
                  <a:pt x="317744" y="7364"/>
                </a:moveTo>
                <a:cubicBezTo>
                  <a:pt x="317744" y="10234"/>
                  <a:pt x="317158" y="12217"/>
                  <a:pt x="315988" y="13312"/>
                </a:cubicBezTo>
                <a:cubicBezTo>
                  <a:pt x="314817" y="14407"/>
                  <a:pt x="312645" y="14955"/>
                  <a:pt x="309473" y="14955"/>
                </a:cubicBezTo>
                <a:cubicBezTo>
                  <a:pt x="306263" y="14955"/>
                  <a:pt x="304101" y="14426"/>
                  <a:pt x="302987" y="13369"/>
                </a:cubicBezTo>
                <a:cubicBezTo>
                  <a:pt x="301873" y="12311"/>
                  <a:pt x="301316" y="10404"/>
                  <a:pt x="301316" y="7647"/>
                </a:cubicBezTo>
                <a:cubicBezTo>
                  <a:pt x="301316" y="4777"/>
                  <a:pt x="301892" y="2785"/>
                  <a:pt x="303044" y="1671"/>
                </a:cubicBezTo>
                <a:cubicBezTo>
                  <a:pt x="304196" y="557"/>
                  <a:pt x="306377" y="0"/>
                  <a:pt x="309587" y="0"/>
                </a:cubicBezTo>
                <a:cubicBezTo>
                  <a:pt x="312759" y="0"/>
                  <a:pt x="314911" y="538"/>
                  <a:pt x="316044" y="1614"/>
                </a:cubicBezTo>
                <a:cubicBezTo>
                  <a:pt x="317177" y="2691"/>
                  <a:pt x="317744" y="4607"/>
                  <a:pt x="317744" y="7364"/>
                </a:cubicBezTo>
                <a:close/>
                <a:moveTo>
                  <a:pt x="360783" y="69976"/>
                </a:moveTo>
                <a:cubicBezTo>
                  <a:pt x="360783" y="71646"/>
                  <a:pt x="360679" y="72927"/>
                  <a:pt x="360471" y="73819"/>
                </a:cubicBezTo>
                <a:cubicBezTo>
                  <a:pt x="360263" y="74710"/>
                  <a:pt x="359990" y="75336"/>
                  <a:pt x="359650" y="75697"/>
                </a:cubicBezTo>
                <a:cubicBezTo>
                  <a:pt x="359310" y="76057"/>
                  <a:pt x="358809" y="76379"/>
                  <a:pt x="358149" y="76664"/>
                </a:cubicBezTo>
                <a:cubicBezTo>
                  <a:pt x="357488" y="76948"/>
                  <a:pt x="356714" y="77195"/>
                  <a:pt x="355826" y="77404"/>
                </a:cubicBezTo>
                <a:cubicBezTo>
                  <a:pt x="354939" y="77613"/>
                  <a:pt x="353976" y="77774"/>
                  <a:pt x="352937" y="77887"/>
                </a:cubicBezTo>
                <a:cubicBezTo>
                  <a:pt x="351899" y="78001"/>
                  <a:pt x="350851" y="78059"/>
                  <a:pt x="349793" y="78059"/>
                </a:cubicBezTo>
                <a:cubicBezTo>
                  <a:pt x="346961" y="78059"/>
                  <a:pt x="344506" y="77700"/>
                  <a:pt x="342429" y="76982"/>
                </a:cubicBezTo>
                <a:cubicBezTo>
                  <a:pt x="340352" y="76265"/>
                  <a:pt x="338634" y="75160"/>
                  <a:pt x="337274" y="73669"/>
                </a:cubicBezTo>
                <a:cubicBezTo>
                  <a:pt x="335915" y="72177"/>
                  <a:pt x="334914" y="70298"/>
                  <a:pt x="334272" y="68032"/>
                </a:cubicBezTo>
                <a:cubicBezTo>
                  <a:pt x="333630" y="65766"/>
                  <a:pt x="333309" y="63085"/>
                  <a:pt x="333309" y="59989"/>
                </a:cubicBezTo>
                <a:lnTo>
                  <a:pt x="333309" y="34101"/>
                </a:lnTo>
                <a:lnTo>
                  <a:pt x="327248" y="34101"/>
                </a:lnTo>
                <a:cubicBezTo>
                  <a:pt x="326530" y="34101"/>
                  <a:pt x="325983" y="33657"/>
                  <a:pt x="325605" y="32770"/>
                </a:cubicBezTo>
                <a:cubicBezTo>
                  <a:pt x="325228" y="31882"/>
                  <a:pt x="325039" y="30400"/>
                  <a:pt x="325039" y="28323"/>
                </a:cubicBezTo>
                <a:cubicBezTo>
                  <a:pt x="325039" y="27228"/>
                  <a:pt x="325086" y="26303"/>
                  <a:pt x="325180" y="25548"/>
                </a:cubicBezTo>
                <a:cubicBezTo>
                  <a:pt x="325275" y="24792"/>
                  <a:pt x="325416" y="24197"/>
                  <a:pt x="325605" y="23763"/>
                </a:cubicBezTo>
                <a:cubicBezTo>
                  <a:pt x="325794" y="23329"/>
                  <a:pt x="326030" y="23017"/>
                  <a:pt x="326313" y="22828"/>
                </a:cubicBezTo>
                <a:cubicBezTo>
                  <a:pt x="326597" y="22640"/>
                  <a:pt x="326927" y="22545"/>
                  <a:pt x="327305" y="22545"/>
                </a:cubicBezTo>
                <a:lnTo>
                  <a:pt x="333309" y="22545"/>
                </a:lnTo>
                <a:lnTo>
                  <a:pt x="333309" y="11227"/>
                </a:lnTo>
                <a:cubicBezTo>
                  <a:pt x="333309" y="10847"/>
                  <a:pt x="333413" y="10505"/>
                  <a:pt x="333621" y="10202"/>
                </a:cubicBezTo>
                <a:cubicBezTo>
                  <a:pt x="333828" y="9898"/>
                  <a:pt x="334206" y="9643"/>
                  <a:pt x="334754" y="9435"/>
                </a:cubicBezTo>
                <a:cubicBezTo>
                  <a:pt x="335301" y="9226"/>
                  <a:pt x="336038" y="9075"/>
                  <a:pt x="336963" y="8980"/>
                </a:cubicBezTo>
                <a:cubicBezTo>
                  <a:pt x="337888" y="8885"/>
                  <a:pt x="339030" y="8837"/>
                  <a:pt x="340390" y="8837"/>
                </a:cubicBezTo>
                <a:cubicBezTo>
                  <a:pt x="341787" y="8837"/>
                  <a:pt x="342948" y="8885"/>
                  <a:pt x="343874" y="8980"/>
                </a:cubicBezTo>
                <a:cubicBezTo>
                  <a:pt x="344799" y="9075"/>
                  <a:pt x="345526" y="9226"/>
                  <a:pt x="346055" y="9435"/>
                </a:cubicBezTo>
                <a:cubicBezTo>
                  <a:pt x="346583" y="9643"/>
                  <a:pt x="346961" y="9898"/>
                  <a:pt x="347187" y="10202"/>
                </a:cubicBezTo>
                <a:cubicBezTo>
                  <a:pt x="347414" y="10505"/>
                  <a:pt x="347527" y="10847"/>
                  <a:pt x="347527" y="11227"/>
                </a:cubicBezTo>
                <a:lnTo>
                  <a:pt x="347527" y="22545"/>
                </a:lnTo>
                <a:lnTo>
                  <a:pt x="358517" y="22545"/>
                </a:lnTo>
                <a:cubicBezTo>
                  <a:pt x="358894" y="22545"/>
                  <a:pt x="359225" y="22640"/>
                  <a:pt x="359508" y="22828"/>
                </a:cubicBezTo>
                <a:cubicBezTo>
                  <a:pt x="359791" y="23017"/>
                  <a:pt x="360027" y="23329"/>
                  <a:pt x="360216" y="23763"/>
                </a:cubicBezTo>
                <a:cubicBezTo>
                  <a:pt x="360405" y="24197"/>
                  <a:pt x="360547" y="24792"/>
                  <a:pt x="360641" y="25548"/>
                </a:cubicBezTo>
                <a:cubicBezTo>
                  <a:pt x="360735" y="26303"/>
                  <a:pt x="360783" y="27228"/>
                  <a:pt x="360783" y="28323"/>
                </a:cubicBezTo>
                <a:cubicBezTo>
                  <a:pt x="360783" y="30400"/>
                  <a:pt x="360594" y="31882"/>
                  <a:pt x="360216" y="32770"/>
                </a:cubicBezTo>
                <a:cubicBezTo>
                  <a:pt x="359839" y="33657"/>
                  <a:pt x="359291" y="34101"/>
                  <a:pt x="358573" y="34101"/>
                </a:cubicBezTo>
                <a:lnTo>
                  <a:pt x="347527" y="34101"/>
                </a:lnTo>
                <a:lnTo>
                  <a:pt x="347527" y="57793"/>
                </a:lnTo>
                <a:cubicBezTo>
                  <a:pt x="347527" y="60546"/>
                  <a:pt x="347962" y="62610"/>
                  <a:pt x="348830" y="63986"/>
                </a:cubicBezTo>
                <a:cubicBezTo>
                  <a:pt x="349699" y="65362"/>
                  <a:pt x="351247" y="66050"/>
                  <a:pt x="353475" y="66050"/>
                </a:cubicBezTo>
                <a:cubicBezTo>
                  <a:pt x="354231" y="66050"/>
                  <a:pt x="354910" y="65984"/>
                  <a:pt x="355515" y="65851"/>
                </a:cubicBezTo>
                <a:cubicBezTo>
                  <a:pt x="356119" y="65719"/>
                  <a:pt x="356657" y="65568"/>
                  <a:pt x="357129" y="65398"/>
                </a:cubicBezTo>
                <a:cubicBezTo>
                  <a:pt x="357601" y="65228"/>
                  <a:pt x="357997" y="65077"/>
                  <a:pt x="358318" y="64945"/>
                </a:cubicBezTo>
                <a:cubicBezTo>
                  <a:pt x="358639" y="64813"/>
                  <a:pt x="358932" y="64747"/>
                  <a:pt x="359197" y="64747"/>
                </a:cubicBezTo>
                <a:cubicBezTo>
                  <a:pt x="359423" y="64747"/>
                  <a:pt x="359640" y="64813"/>
                  <a:pt x="359848" y="64945"/>
                </a:cubicBezTo>
                <a:cubicBezTo>
                  <a:pt x="360056" y="65077"/>
                  <a:pt x="360216" y="65342"/>
                  <a:pt x="360329" y="65740"/>
                </a:cubicBezTo>
                <a:cubicBezTo>
                  <a:pt x="360443" y="66136"/>
                  <a:pt x="360547" y="66676"/>
                  <a:pt x="360641" y="67360"/>
                </a:cubicBezTo>
                <a:cubicBezTo>
                  <a:pt x="360735" y="68042"/>
                  <a:pt x="360783" y="68914"/>
                  <a:pt x="360783" y="699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54D3E-DE38-4990-8880-0AB6D7E9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707" y="2111526"/>
            <a:ext cx="299384" cy="936482"/>
          </a:xfrm>
          <a:custGeom xmlns:a="http://schemas.openxmlformats.org/drawingml/2006/main">
            <a:pathLst>
              <a:path w="299384" h="936482" fill="none">
                <a:moveTo>
                  <a:pt x="0" y="936482"/>
                </a:moveTo>
                <a:lnTo>
                  <a:pt x="189133" y="936482"/>
                </a:lnTo>
                <a:lnTo>
                  <a:pt x="189133" y="0"/>
                </a:lnTo>
                <a:lnTo>
                  <a:pt x="2993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00000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95970-0B31-4874-9284-8EB8460A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580" y="2091990"/>
            <a:ext cx="39076" cy="39076"/>
          </a:xfrm>
          <a:custGeom xmlns:a="http://schemas.openxmlformats.org/drawingml/2006/main">
            <a:pathLst>
              <a:path w="39076" h="39076">
                <a:moveTo>
                  <a:pt x="0" y="39076"/>
                </a:moveTo>
                <a:lnTo>
                  <a:pt x="0" y="0"/>
                </a:lnTo>
                <a:lnTo>
                  <a:pt x="39076" y="19538"/>
                </a:lnTo>
                <a:lnTo>
                  <a:pt x="0" y="39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470FF-094E-4BD7-B1D0-4A474F4D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473" y="662621"/>
            <a:ext cx="203617" cy="1448908"/>
          </a:xfrm>
          <a:custGeom xmlns:a="http://schemas.openxmlformats.org/drawingml/2006/main">
            <a:pathLst>
              <a:path w="203617" h="1448908" fill="none">
                <a:moveTo>
                  <a:pt x="0" y="0"/>
                </a:moveTo>
                <a:lnTo>
                  <a:pt x="98795" y="0"/>
                </a:lnTo>
                <a:lnTo>
                  <a:pt x="98795" y="1448908"/>
                </a:lnTo>
                <a:lnTo>
                  <a:pt x="203617" y="1448908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9E23B-4F52-470C-8B89-A03B393A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580" y="2091987"/>
            <a:ext cx="39076" cy="39076"/>
          </a:xfrm>
          <a:custGeom xmlns:a="http://schemas.openxmlformats.org/drawingml/2006/main">
            <a:pathLst>
              <a:path w="39076" h="39076">
                <a:moveTo>
                  <a:pt x="0" y="0"/>
                </a:moveTo>
                <a:lnTo>
                  <a:pt x="39076" y="19538"/>
                </a:lnTo>
                <a:lnTo>
                  <a:pt x="0" y="390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bacf7ba1a4cd4"/>
          <a:stretch xmlns:a="http://schemas.openxmlformats.org/drawingml/2006/main"/>
        </p:blipFill>
        <p:spPr>
          <a:xfrm xmlns:a="http://schemas.openxmlformats.org/drawingml/2006/main">
            <a:off x="1889655" y="1949286"/>
            <a:ext cx="324480" cy="324480"/>
          </a:xfrm>
          <a:prstGeom xmlns:a="http://schemas.openxmlformats.org/drawingml/2006/main" prst="rect">
            <a:avLst/>
          </a:prstGeom>
        </p:spPr>
      </p:pic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b3530c73d4712"/>
          <a:stretch xmlns:a="http://schemas.openxmlformats.org/drawingml/2006/main"/>
        </p:blipFill>
        <p:spPr>
          <a:xfrm xmlns:a="http://schemas.openxmlformats.org/drawingml/2006/main">
            <a:off x="1284895" y="1969911"/>
            <a:ext cx="271752" cy="319013"/>
          </a:xfrm>
          <a:prstGeom xmlns:a="http://schemas.openxmlformats.org/drawingml/2006/main" prst="rect">
            <a:avLst/>
          </a:prstGeom>
        </p:spPr>
      </p:pic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700D0-5A06-4A0C-A96C-B3A1B3B2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02" y="268115"/>
            <a:ext cx="1346066" cy="789019"/>
          </a:xfrm>
          <a:custGeom xmlns:a="http://schemas.openxmlformats.org/drawingml/2006/main">
            <a:pathLst>
              <a:path w="1346066" h="789019">
                <a:moveTo>
                  <a:pt x="0" y="0"/>
                </a:moveTo>
                <a:lnTo>
                  <a:pt x="1346066" y="0"/>
                </a:lnTo>
                <a:lnTo>
                  <a:pt x="1346066" y="789019"/>
                </a:lnTo>
                <a:lnTo>
                  <a:pt x="0" y="7890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E7C38-FD25-4076-AF4B-A9A9D770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02" y="268115"/>
            <a:ext cx="1346066" cy="789019"/>
          </a:xfrm>
          <a:custGeom xmlns:a="http://schemas.openxmlformats.org/drawingml/2006/main">
            <a:pathLst>
              <a:path w="1346066" h="789019" fill="none">
                <a:moveTo>
                  <a:pt x="0" y="0"/>
                </a:moveTo>
                <a:lnTo>
                  <a:pt x="1346066" y="0"/>
                </a:lnTo>
                <a:lnTo>
                  <a:pt x="1346066" y="789019"/>
                </a:lnTo>
                <a:lnTo>
                  <a:pt x="0" y="789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172C51"/>
            </a:solidFill>
            <a:miter/>
          </a:ln>
        </p:spPr>
      </p:sp>
      <p:sp>
        <p:nvSpPr>
          <p:cNvPr id="78" name="Text Basedonthesummaryandcommit">
            <a:extLst xmlns:a="http://schemas.openxmlformats.org/drawingml/2006/main">
              <a:ext uri="{FF2B5EF4-FFF2-40B4-BE49-F238E27FC236}">
                <a16:creationId xmlns:a16="http://schemas.microsoft.com/office/drawing/2014/main" id="{7332B542-E6AE-4362-B46B-05E5891D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11" y="391253"/>
            <a:ext cx="1172996" cy="69769"/>
          </a:xfrm>
          <a:custGeom xmlns:a="http://schemas.openxmlformats.org/drawingml/2006/main">
            <a:pathLst>
              <a:path w="1172996" h="69769">
                <a:moveTo>
                  <a:pt x="33852" y="40599"/>
                </a:moveTo>
                <a:cubicBezTo>
                  <a:pt x="33852" y="42213"/>
                  <a:pt x="33647" y="43701"/>
                  <a:pt x="33237" y="45064"/>
                </a:cubicBezTo>
                <a:cubicBezTo>
                  <a:pt x="32827" y="46426"/>
                  <a:pt x="32252" y="47650"/>
                  <a:pt x="31511" y="48735"/>
                </a:cubicBezTo>
                <a:cubicBezTo>
                  <a:pt x="30770" y="49820"/>
                  <a:pt x="29877" y="50772"/>
                  <a:pt x="28832" y="51592"/>
                </a:cubicBezTo>
                <a:cubicBezTo>
                  <a:pt x="27787" y="52412"/>
                  <a:pt x="26610" y="53100"/>
                  <a:pt x="25300" y="53656"/>
                </a:cubicBezTo>
                <a:cubicBezTo>
                  <a:pt x="23990" y="54212"/>
                  <a:pt x="22588" y="54628"/>
                  <a:pt x="21093" y="54906"/>
                </a:cubicBezTo>
                <a:cubicBezTo>
                  <a:pt x="19598" y="55184"/>
                  <a:pt x="17885" y="55323"/>
                  <a:pt x="15954" y="55323"/>
                </a:cubicBezTo>
                <a:lnTo>
                  <a:pt x="2540" y="55323"/>
                </a:lnTo>
                <a:cubicBezTo>
                  <a:pt x="1931" y="55323"/>
                  <a:pt x="1356" y="55118"/>
                  <a:pt x="814" y="54708"/>
                </a:cubicBezTo>
                <a:cubicBezTo>
                  <a:pt x="271" y="54298"/>
                  <a:pt x="0" y="53577"/>
                  <a:pt x="0" y="52545"/>
                </a:cubicBezTo>
                <a:lnTo>
                  <a:pt x="0" y="6747"/>
                </a:lnTo>
                <a:cubicBezTo>
                  <a:pt x="0" y="5715"/>
                  <a:pt x="271" y="4994"/>
                  <a:pt x="814" y="4584"/>
                </a:cubicBezTo>
                <a:cubicBezTo>
                  <a:pt x="1356" y="4174"/>
                  <a:pt x="1931" y="3969"/>
                  <a:pt x="2540" y="3969"/>
                </a:cubicBezTo>
                <a:lnTo>
                  <a:pt x="14208" y="3969"/>
                </a:lnTo>
                <a:cubicBezTo>
                  <a:pt x="17277" y="3969"/>
                  <a:pt x="19790" y="4260"/>
                  <a:pt x="21748" y="4842"/>
                </a:cubicBezTo>
                <a:cubicBezTo>
                  <a:pt x="23706" y="5424"/>
                  <a:pt x="25340" y="6270"/>
                  <a:pt x="26649" y="7382"/>
                </a:cubicBezTo>
                <a:cubicBezTo>
                  <a:pt x="27959" y="8493"/>
                  <a:pt x="28945" y="9855"/>
                  <a:pt x="29606" y="11469"/>
                </a:cubicBezTo>
                <a:cubicBezTo>
                  <a:pt x="30267" y="13083"/>
                  <a:pt x="30598" y="14909"/>
                  <a:pt x="30598" y="16946"/>
                </a:cubicBezTo>
                <a:cubicBezTo>
                  <a:pt x="30598" y="18163"/>
                  <a:pt x="30453" y="19327"/>
                  <a:pt x="30162" y="20438"/>
                </a:cubicBezTo>
                <a:cubicBezTo>
                  <a:pt x="29871" y="21550"/>
                  <a:pt x="29441" y="22575"/>
                  <a:pt x="28872" y="23514"/>
                </a:cubicBezTo>
                <a:cubicBezTo>
                  <a:pt x="28303" y="24453"/>
                  <a:pt x="27589" y="25293"/>
                  <a:pt x="26729" y="26034"/>
                </a:cubicBezTo>
                <a:cubicBezTo>
                  <a:pt x="25869" y="26775"/>
                  <a:pt x="24883" y="27384"/>
                  <a:pt x="23772" y="27860"/>
                </a:cubicBezTo>
                <a:cubicBezTo>
                  <a:pt x="25174" y="28124"/>
                  <a:pt x="26484" y="28607"/>
                  <a:pt x="27701" y="29308"/>
                </a:cubicBezTo>
                <a:cubicBezTo>
                  <a:pt x="28918" y="30010"/>
                  <a:pt x="29983" y="30902"/>
                  <a:pt x="30896" y="31987"/>
                </a:cubicBezTo>
                <a:cubicBezTo>
                  <a:pt x="31809" y="33072"/>
                  <a:pt x="32530" y="34342"/>
                  <a:pt x="33059" y="35797"/>
                </a:cubicBezTo>
                <a:cubicBezTo>
                  <a:pt x="33588" y="37252"/>
                  <a:pt x="33852" y="38853"/>
                  <a:pt x="33852" y="40599"/>
                </a:cubicBezTo>
                <a:moveTo>
                  <a:pt x="23574" y="17621"/>
                </a:moveTo>
                <a:cubicBezTo>
                  <a:pt x="23574" y="16377"/>
                  <a:pt x="23402" y="15253"/>
                  <a:pt x="23058" y="14247"/>
                </a:cubicBezTo>
                <a:cubicBezTo>
                  <a:pt x="22714" y="13242"/>
                  <a:pt x="22171" y="12389"/>
                  <a:pt x="21431" y="11688"/>
                </a:cubicBezTo>
                <a:cubicBezTo>
                  <a:pt x="20690" y="10987"/>
                  <a:pt x="19724" y="10451"/>
                  <a:pt x="18534" y="10080"/>
                </a:cubicBezTo>
                <a:cubicBezTo>
                  <a:pt x="17343" y="9710"/>
                  <a:pt x="15769" y="9525"/>
                  <a:pt x="13811" y="9525"/>
                </a:cubicBezTo>
                <a:lnTo>
                  <a:pt x="6747" y="9525"/>
                </a:lnTo>
                <a:lnTo>
                  <a:pt x="6747" y="26153"/>
                </a:lnTo>
                <a:lnTo>
                  <a:pt x="14525" y="26153"/>
                </a:lnTo>
                <a:cubicBezTo>
                  <a:pt x="16298" y="26153"/>
                  <a:pt x="17727" y="25922"/>
                  <a:pt x="18811" y="25459"/>
                </a:cubicBezTo>
                <a:cubicBezTo>
                  <a:pt x="19896" y="24996"/>
                  <a:pt x="20796" y="24374"/>
                  <a:pt x="21510" y="23594"/>
                </a:cubicBezTo>
                <a:cubicBezTo>
                  <a:pt x="22224" y="22813"/>
                  <a:pt x="22747" y="21900"/>
                  <a:pt x="23078" y="20855"/>
                </a:cubicBezTo>
                <a:cubicBezTo>
                  <a:pt x="23408" y="19810"/>
                  <a:pt x="23574" y="18732"/>
                  <a:pt x="23574" y="17621"/>
                </a:cubicBezTo>
                <a:moveTo>
                  <a:pt x="26669" y="40996"/>
                </a:moveTo>
                <a:cubicBezTo>
                  <a:pt x="26669" y="39461"/>
                  <a:pt x="26425" y="38112"/>
                  <a:pt x="25935" y="36948"/>
                </a:cubicBezTo>
                <a:cubicBezTo>
                  <a:pt x="25446" y="35784"/>
                  <a:pt x="24731" y="34805"/>
                  <a:pt x="23792" y="34011"/>
                </a:cubicBezTo>
                <a:cubicBezTo>
                  <a:pt x="22853" y="33217"/>
                  <a:pt x="21675" y="32616"/>
                  <a:pt x="20260" y="32205"/>
                </a:cubicBezTo>
                <a:cubicBezTo>
                  <a:pt x="18844" y="31795"/>
                  <a:pt x="17065" y="31590"/>
                  <a:pt x="14922" y="31590"/>
                </a:cubicBezTo>
                <a:lnTo>
                  <a:pt x="6747" y="31590"/>
                </a:lnTo>
                <a:lnTo>
                  <a:pt x="6747" y="49687"/>
                </a:lnTo>
                <a:lnTo>
                  <a:pt x="16668" y="49687"/>
                </a:lnTo>
                <a:cubicBezTo>
                  <a:pt x="18229" y="49687"/>
                  <a:pt x="19592" y="49502"/>
                  <a:pt x="20756" y="49132"/>
                </a:cubicBezTo>
                <a:cubicBezTo>
                  <a:pt x="21920" y="48761"/>
                  <a:pt x="22945" y="48212"/>
                  <a:pt x="23832" y="47485"/>
                </a:cubicBezTo>
                <a:cubicBezTo>
                  <a:pt x="24718" y="46757"/>
                  <a:pt x="25413" y="45851"/>
                  <a:pt x="25915" y="44766"/>
                </a:cubicBezTo>
                <a:cubicBezTo>
                  <a:pt x="26418" y="43681"/>
                  <a:pt x="26669" y="42425"/>
                  <a:pt x="26669" y="40996"/>
                </a:cubicBezTo>
                <a:close/>
                <a:moveTo>
                  <a:pt x="70612" y="54370"/>
                </a:moveTo>
                <a:cubicBezTo>
                  <a:pt x="70612" y="54688"/>
                  <a:pt x="70506" y="54926"/>
                  <a:pt x="70295" y="55085"/>
                </a:cubicBezTo>
                <a:cubicBezTo>
                  <a:pt x="70083" y="55243"/>
                  <a:pt x="69792" y="55362"/>
                  <a:pt x="69422" y="55442"/>
                </a:cubicBezTo>
                <a:cubicBezTo>
                  <a:pt x="69051" y="55521"/>
                  <a:pt x="68509" y="55561"/>
                  <a:pt x="67795" y="55561"/>
                </a:cubicBezTo>
                <a:cubicBezTo>
                  <a:pt x="67107" y="55561"/>
                  <a:pt x="66558" y="55521"/>
                  <a:pt x="66148" y="55442"/>
                </a:cubicBezTo>
                <a:cubicBezTo>
                  <a:pt x="65737" y="55362"/>
                  <a:pt x="65440" y="55243"/>
                  <a:pt x="65255" y="55085"/>
                </a:cubicBezTo>
                <a:cubicBezTo>
                  <a:pt x="65069" y="54926"/>
                  <a:pt x="64977" y="54688"/>
                  <a:pt x="64977" y="54370"/>
                </a:cubicBezTo>
                <a:lnTo>
                  <a:pt x="64977" y="50799"/>
                </a:lnTo>
                <a:cubicBezTo>
                  <a:pt x="63416" y="52465"/>
                  <a:pt x="61676" y="53768"/>
                  <a:pt x="59758" y="54708"/>
                </a:cubicBezTo>
                <a:cubicBezTo>
                  <a:pt x="57840" y="55647"/>
                  <a:pt x="55809" y="56117"/>
                  <a:pt x="53666" y="56117"/>
                </a:cubicBezTo>
                <a:cubicBezTo>
                  <a:pt x="51788" y="56117"/>
                  <a:pt x="50088" y="55871"/>
                  <a:pt x="48566" y="55380"/>
                </a:cubicBezTo>
                <a:cubicBezTo>
                  <a:pt x="47045" y="54889"/>
                  <a:pt x="45749" y="54179"/>
                  <a:pt x="44677" y="53249"/>
                </a:cubicBezTo>
                <a:cubicBezTo>
                  <a:pt x="43606" y="52320"/>
                  <a:pt x="42772" y="51178"/>
                  <a:pt x="42177" y="49825"/>
                </a:cubicBezTo>
                <a:cubicBezTo>
                  <a:pt x="41582" y="48471"/>
                  <a:pt x="41284" y="46930"/>
                  <a:pt x="41284" y="45204"/>
                </a:cubicBezTo>
                <a:cubicBezTo>
                  <a:pt x="41284" y="43187"/>
                  <a:pt x="41694" y="41435"/>
                  <a:pt x="42514" y="39948"/>
                </a:cubicBezTo>
                <a:cubicBezTo>
                  <a:pt x="43334" y="38461"/>
                  <a:pt x="44512" y="37226"/>
                  <a:pt x="46046" y="36244"/>
                </a:cubicBezTo>
                <a:cubicBezTo>
                  <a:pt x="47581" y="35261"/>
                  <a:pt x="49459" y="34525"/>
                  <a:pt x="51682" y="34034"/>
                </a:cubicBezTo>
                <a:cubicBezTo>
                  <a:pt x="53904" y="33542"/>
                  <a:pt x="56405" y="33297"/>
                  <a:pt x="59183" y="33297"/>
                </a:cubicBezTo>
                <a:lnTo>
                  <a:pt x="64104" y="33297"/>
                </a:lnTo>
                <a:lnTo>
                  <a:pt x="64104" y="30529"/>
                </a:lnTo>
                <a:cubicBezTo>
                  <a:pt x="64104" y="29158"/>
                  <a:pt x="63958" y="27945"/>
                  <a:pt x="63667" y="26891"/>
                </a:cubicBezTo>
                <a:cubicBezTo>
                  <a:pt x="63376" y="25836"/>
                  <a:pt x="62906" y="24959"/>
                  <a:pt x="62258" y="24261"/>
                </a:cubicBezTo>
                <a:cubicBezTo>
                  <a:pt x="61610" y="23562"/>
                  <a:pt x="60770" y="23035"/>
                  <a:pt x="59738" y="22680"/>
                </a:cubicBezTo>
                <a:cubicBezTo>
                  <a:pt x="58706" y="22323"/>
                  <a:pt x="57436" y="22145"/>
                  <a:pt x="55928" y="22145"/>
                </a:cubicBezTo>
                <a:cubicBezTo>
                  <a:pt x="54314" y="22145"/>
                  <a:pt x="52866" y="22335"/>
                  <a:pt x="51583" y="22714"/>
                </a:cubicBezTo>
                <a:cubicBezTo>
                  <a:pt x="50299" y="23094"/>
                  <a:pt x="49175" y="23513"/>
                  <a:pt x="48209" y="23971"/>
                </a:cubicBezTo>
                <a:cubicBezTo>
                  <a:pt x="47244" y="24429"/>
                  <a:pt x="46437" y="24847"/>
                  <a:pt x="45788" y="25227"/>
                </a:cubicBezTo>
                <a:cubicBezTo>
                  <a:pt x="45140" y="25606"/>
                  <a:pt x="44657" y="25796"/>
                  <a:pt x="44340" y="25796"/>
                </a:cubicBezTo>
                <a:cubicBezTo>
                  <a:pt x="44128" y="25796"/>
                  <a:pt x="43943" y="25743"/>
                  <a:pt x="43784" y="25637"/>
                </a:cubicBezTo>
                <a:cubicBezTo>
                  <a:pt x="43626" y="25532"/>
                  <a:pt x="43487" y="25373"/>
                  <a:pt x="43368" y="25161"/>
                </a:cubicBezTo>
                <a:cubicBezTo>
                  <a:pt x="43248" y="24950"/>
                  <a:pt x="43163" y="24678"/>
                  <a:pt x="43110" y="24348"/>
                </a:cubicBezTo>
                <a:cubicBezTo>
                  <a:pt x="43057" y="24017"/>
                  <a:pt x="43030" y="23653"/>
                  <a:pt x="43030" y="23256"/>
                </a:cubicBezTo>
                <a:cubicBezTo>
                  <a:pt x="43030" y="22595"/>
                  <a:pt x="43077" y="22072"/>
                  <a:pt x="43169" y="21689"/>
                </a:cubicBezTo>
                <a:cubicBezTo>
                  <a:pt x="43262" y="21305"/>
                  <a:pt x="43487" y="20941"/>
                  <a:pt x="43844" y="20597"/>
                </a:cubicBezTo>
                <a:cubicBezTo>
                  <a:pt x="44201" y="20253"/>
                  <a:pt x="44816" y="19853"/>
                  <a:pt x="45689" y="19395"/>
                </a:cubicBezTo>
                <a:cubicBezTo>
                  <a:pt x="46562" y="18937"/>
                  <a:pt x="47568" y="18519"/>
                  <a:pt x="48705" y="18140"/>
                </a:cubicBezTo>
                <a:cubicBezTo>
                  <a:pt x="49843" y="17762"/>
                  <a:pt x="51087" y="17448"/>
                  <a:pt x="52436" y="17200"/>
                </a:cubicBezTo>
                <a:cubicBezTo>
                  <a:pt x="53785" y="16951"/>
                  <a:pt x="55148" y="16827"/>
                  <a:pt x="56524" y="16827"/>
                </a:cubicBezTo>
                <a:cubicBezTo>
                  <a:pt x="59090" y="16827"/>
                  <a:pt x="61273" y="17118"/>
                  <a:pt x="63072" y="17700"/>
                </a:cubicBezTo>
                <a:cubicBezTo>
                  <a:pt x="64871" y="18282"/>
                  <a:pt x="66326" y="19135"/>
                  <a:pt x="67437" y="20260"/>
                </a:cubicBezTo>
                <a:cubicBezTo>
                  <a:pt x="68549" y="21384"/>
                  <a:pt x="69356" y="22780"/>
                  <a:pt x="69858" y="24447"/>
                </a:cubicBezTo>
                <a:cubicBezTo>
                  <a:pt x="70361" y="26114"/>
                  <a:pt x="70612" y="28058"/>
                  <a:pt x="70612" y="30281"/>
                </a:cubicBezTo>
                <a:lnTo>
                  <a:pt x="70612" y="54370"/>
                </a:lnTo>
                <a:moveTo>
                  <a:pt x="64104" y="38020"/>
                </a:moveTo>
                <a:lnTo>
                  <a:pt x="58508" y="38020"/>
                </a:lnTo>
                <a:cubicBezTo>
                  <a:pt x="56709" y="38020"/>
                  <a:pt x="55148" y="38173"/>
                  <a:pt x="53825" y="38480"/>
                </a:cubicBezTo>
                <a:cubicBezTo>
                  <a:pt x="52502" y="38786"/>
                  <a:pt x="51404" y="39238"/>
                  <a:pt x="50531" y="39836"/>
                </a:cubicBezTo>
                <a:cubicBezTo>
                  <a:pt x="49658" y="40435"/>
                  <a:pt x="49016" y="41154"/>
                  <a:pt x="48606" y="41993"/>
                </a:cubicBezTo>
                <a:cubicBezTo>
                  <a:pt x="48196" y="42832"/>
                  <a:pt x="47991" y="43796"/>
                  <a:pt x="47991" y="44888"/>
                </a:cubicBezTo>
                <a:cubicBezTo>
                  <a:pt x="47991" y="46751"/>
                  <a:pt x="48580" y="48235"/>
                  <a:pt x="49757" y="49340"/>
                </a:cubicBezTo>
                <a:cubicBezTo>
                  <a:pt x="50934" y="50445"/>
                  <a:pt x="52581" y="50997"/>
                  <a:pt x="54698" y="50997"/>
                </a:cubicBezTo>
                <a:cubicBezTo>
                  <a:pt x="56418" y="50997"/>
                  <a:pt x="58012" y="50558"/>
                  <a:pt x="59480" y="49680"/>
                </a:cubicBezTo>
                <a:cubicBezTo>
                  <a:pt x="60949" y="48801"/>
                  <a:pt x="62490" y="47457"/>
                  <a:pt x="64104" y="45647"/>
                </a:cubicBezTo>
                <a:lnTo>
                  <a:pt x="64104" y="38020"/>
                </a:lnTo>
                <a:close/>
                <a:moveTo>
                  <a:pt x="105027" y="44636"/>
                </a:moveTo>
                <a:cubicBezTo>
                  <a:pt x="105027" y="46463"/>
                  <a:pt x="104690" y="48092"/>
                  <a:pt x="104015" y="49522"/>
                </a:cubicBezTo>
                <a:cubicBezTo>
                  <a:pt x="103341" y="50952"/>
                  <a:pt x="102381" y="52157"/>
                  <a:pt x="101138" y="53138"/>
                </a:cubicBezTo>
                <a:cubicBezTo>
                  <a:pt x="99894" y="54117"/>
                  <a:pt x="98413" y="54859"/>
                  <a:pt x="96693" y="55361"/>
                </a:cubicBezTo>
                <a:cubicBezTo>
                  <a:pt x="94973" y="55865"/>
                  <a:pt x="93082" y="56117"/>
                  <a:pt x="91018" y="56117"/>
                </a:cubicBezTo>
                <a:cubicBezTo>
                  <a:pt x="89748" y="56117"/>
                  <a:pt x="88537" y="56017"/>
                  <a:pt x="87387" y="55819"/>
                </a:cubicBezTo>
                <a:cubicBezTo>
                  <a:pt x="86236" y="55620"/>
                  <a:pt x="85204" y="55369"/>
                  <a:pt x="84291" y="55065"/>
                </a:cubicBezTo>
                <a:cubicBezTo>
                  <a:pt x="83378" y="54761"/>
                  <a:pt x="82604" y="54443"/>
                  <a:pt x="81969" y="54112"/>
                </a:cubicBezTo>
                <a:cubicBezTo>
                  <a:pt x="81334" y="53782"/>
                  <a:pt x="80871" y="53484"/>
                  <a:pt x="80580" y="53219"/>
                </a:cubicBezTo>
                <a:cubicBezTo>
                  <a:pt x="80289" y="52955"/>
                  <a:pt x="80078" y="52584"/>
                  <a:pt x="79945" y="52108"/>
                </a:cubicBezTo>
                <a:cubicBezTo>
                  <a:pt x="79813" y="51632"/>
                  <a:pt x="79747" y="50984"/>
                  <a:pt x="79747" y="50164"/>
                </a:cubicBezTo>
                <a:cubicBezTo>
                  <a:pt x="79747" y="49661"/>
                  <a:pt x="79773" y="49238"/>
                  <a:pt x="79826" y="48894"/>
                </a:cubicBezTo>
                <a:cubicBezTo>
                  <a:pt x="79879" y="48550"/>
                  <a:pt x="79945" y="48272"/>
                  <a:pt x="80025" y="48060"/>
                </a:cubicBezTo>
                <a:cubicBezTo>
                  <a:pt x="80104" y="47849"/>
                  <a:pt x="80217" y="47696"/>
                  <a:pt x="80362" y="47604"/>
                </a:cubicBezTo>
                <a:cubicBezTo>
                  <a:pt x="80508" y="47511"/>
                  <a:pt x="80673" y="47465"/>
                  <a:pt x="80858" y="47465"/>
                </a:cubicBezTo>
                <a:cubicBezTo>
                  <a:pt x="81149" y="47465"/>
                  <a:pt x="81579" y="47643"/>
                  <a:pt x="82148" y="48001"/>
                </a:cubicBezTo>
                <a:cubicBezTo>
                  <a:pt x="82717" y="48358"/>
                  <a:pt x="83418" y="48748"/>
                  <a:pt x="84251" y="49171"/>
                </a:cubicBezTo>
                <a:cubicBezTo>
                  <a:pt x="85085" y="49595"/>
                  <a:pt x="86070" y="49985"/>
                  <a:pt x="87208" y="50342"/>
                </a:cubicBezTo>
                <a:cubicBezTo>
                  <a:pt x="88346" y="50699"/>
                  <a:pt x="89655" y="50878"/>
                  <a:pt x="91137" y="50878"/>
                </a:cubicBezTo>
                <a:cubicBezTo>
                  <a:pt x="92248" y="50878"/>
                  <a:pt x="93254" y="50759"/>
                  <a:pt x="94153" y="50521"/>
                </a:cubicBezTo>
                <a:cubicBezTo>
                  <a:pt x="95053" y="50282"/>
                  <a:pt x="95833" y="49930"/>
                  <a:pt x="96495" y="49467"/>
                </a:cubicBezTo>
                <a:cubicBezTo>
                  <a:pt x="97156" y="49003"/>
                  <a:pt x="97665" y="48413"/>
                  <a:pt x="98023" y="47697"/>
                </a:cubicBezTo>
                <a:cubicBezTo>
                  <a:pt x="98380" y="46981"/>
                  <a:pt x="98558" y="46133"/>
                  <a:pt x="98558" y="45152"/>
                </a:cubicBezTo>
                <a:cubicBezTo>
                  <a:pt x="98558" y="44146"/>
                  <a:pt x="98300" y="43298"/>
                  <a:pt x="97784" y="42610"/>
                </a:cubicBezTo>
                <a:cubicBezTo>
                  <a:pt x="97268" y="41921"/>
                  <a:pt x="96587" y="41312"/>
                  <a:pt x="95741" y="40783"/>
                </a:cubicBezTo>
                <a:cubicBezTo>
                  <a:pt x="94894" y="40253"/>
                  <a:pt x="93941" y="39783"/>
                  <a:pt x="92883" y="39373"/>
                </a:cubicBezTo>
                <a:cubicBezTo>
                  <a:pt x="91825" y="38962"/>
                  <a:pt x="90733" y="38531"/>
                  <a:pt x="89609" y="38082"/>
                </a:cubicBezTo>
                <a:cubicBezTo>
                  <a:pt x="88485" y="37631"/>
                  <a:pt x="87387" y="37121"/>
                  <a:pt x="86315" y="36551"/>
                </a:cubicBezTo>
                <a:cubicBezTo>
                  <a:pt x="85244" y="35981"/>
                  <a:pt x="84284" y="35286"/>
                  <a:pt x="83438" y="34465"/>
                </a:cubicBezTo>
                <a:cubicBezTo>
                  <a:pt x="82591" y="33644"/>
                  <a:pt x="81910" y="32664"/>
                  <a:pt x="81394" y="31526"/>
                </a:cubicBezTo>
                <a:cubicBezTo>
                  <a:pt x="80878" y="30387"/>
                  <a:pt x="80620" y="29024"/>
                  <a:pt x="80620" y="27434"/>
                </a:cubicBezTo>
                <a:cubicBezTo>
                  <a:pt x="80620" y="26031"/>
                  <a:pt x="80891" y="24687"/>
                  <a:pt x="81434" y="23403"/>
                </a:cubicBezTo>
                <a:cubicBezTo>
                  <a:pt x="81976" y="22118"/>
                  <a:pt x="82790" y="20992"/>
                  <a:pt x="83874" y="20025"/>
                </a:cubicBezTo>
                <a:cubicBezTo>
                  <a:pt x="84959" y="19058"/>
                  <a:pt x="86315" y="18283"/>
                  <a:pt x="87942" y="17701"/>
                </a:cubicBezTo>
                <a:cubicBezTo>
                  <a:pt x="89569" y="17118"/>
                  <a:pt x="91468" y="16827"/>
                  <a:pt x="93637" y="16827"/>
                </a:cubicBezTo>
                <a:cubicBezTo>
                  <a:pt x="94590" y="16827"/>
                  <a:pt x="95542" y="16908"/>
                  <a:pt x="96495" y="17069"/>
                </a:cubicBezTo>
                <a:cubicBezTo>
                  <a:pt x="97447" y="17230"/>
                  <a:pt x="98307" y="17431"/>
                  <a:pt x="99074" y="17673"/>
                </a:cubicBezTo>
                <a:cubicBezTo>
                  <a:pt x="99841" y="17914"/>
                  <a:pt x="100496" y="18176"/>
                  <a:pt x="101039" y="18458"/>
                </a:cubicBezTo>
                <a:cubicBezTo>
                  <a:pt x="101581" y="18740"/>
                  <a:pt x="101991" y="18988"/>
                  <a:pt x="102269" y="19203"/>
                </a:cubicBezTo>
                <a:cubicBezTo>
                  <a:pt x="102547" y="19418"/>
                  <a:pt x="102732" y="19605"/>
                  <a:pt x="102825" y="19764"/>
                </a:cubicBezTo>
                <a:cubicBezTo>
                  <a:pt x="102917" y="19923"/>
                  <a:pt x="102983" y="20101"/>
                  <a:pt x="103023" y="20300"/>
                </a:cubicBezTo>
                <a:cubicBezTo>
                  <a:pt x="103063" y="20498"/>
                  <a:pt x="103102" y="20743"/>
                  <a:pt x="103142" y="21034"/>
                </a:cubicBezTo>
                <a:cubicBezTo>
                  <a:pt x="103182" y="21325"/>
                  <a:pt x="103202" y="21682"/>
                  <a:pt x="103202" y="22105"/>
                </a:cubicBezTo>
                <a:cubicBezTo>
                  <a:pt x="103202" y="22555"/>
                  <a:pt x="103182" y="22945"/>
                  <a:pt x="103142" y="23276"/>
                </a:cubicBezTo>
                <a:cubicBezTo>
                  <a:pt x="103102" y="23607"/>
                  <a:pt x="103036" y="23878"/>
                  <a:pt x="102944" y="24090"/>
                </a:cubicBezTo>
                <a:cubicBezTo>
                  <a:pt x="102851" y="24301"/>
                  <a:pt x="102739" y="24453"/>
                  <a:pt x="102606" y="24546"/>
                </a:cubicBezTo>
                <a:cubicBezTo>
                  <a:pt x="102474" y="24639"/>
                  <a:pt x="102329" y="24685"/>
                  <a:pt x="102170" y="24685"/>
                </a:cubicBezTo>
                <a:cubicBezTo>
                  <a:pt x="101932" y="24685"/>
                  <a:pt x="101588" y="24537"/>
                  <a:pt x="101138" y="24242"/>
                </a:cubicBezTo>
                <a:cubicBezTo>
                  <a:pt x="100688" y="23947"/>
                  <a:pt x="100106" y="23632"/>
                  <a:pt x="99392" y="23296"/>
                </a:cubicBezTo>
                <a:cubicBezTo>
                  <a:pt x="98677" y="22960"/>
                  <a:pt x="97837" y="22645"/>
                  <a:pt x="96872" y="22350"/>
                </a:cubicBezTo>
                <a:cubicBezTo>
                  <a:pt x="95906" y="22054"/>
                  <a:pt x="94801" y="21907"/>
                  <a:pt x="93558" y="21907"/>
                </a:cubicBezTo>
                <a:cubicBezTo>
                  <a:pt x="92447" y="21907"/>
                  <a:pt x="91468" y="22033"/>
                  <a:pt x="90621" y="22285"/>
                </a:cubicBezTo>
                <a:cubicBezTo>
                  <a:pt x="89774" y="22536"/>
                  <a:pt x="89080" y="22894"/>
                  <a:pt x="88537" y="23358"/>
                </a:cubicBezTo>
                <a:cubicBezTo>
                  <a:pt x="87995" y="23822"/>
                  <a:pt x="87585" y="24372"/>
                  <a:pt x="87307" y="25009"/>
                </a:cubicBezTo>
                <a:cubicBezTo>
                  <a:pt x="87029" y="25644"/>
                  <a:pt x="86891" y="26334"/>
                  <a:pt x="86891" y="27076"/>
                </a:cubicBezTo>
                <a:cubicBezTo>
                  <a:pt x="86891" y="28109"/>
                  <a:pt x="87155" y="28976"/>
                  <a:pt x="87684" y="29678"/>
                </a:cubicBezTo>
                <a:cubicBezTo>
                  <a:pt x="88213" y="30380"/>
                  <a:pt x="88901" y="30996"/>
                  <a:pt x="89748" y="31526"/>
                </a:cubicBezTo>
                <a:cubicBezTo>
                  <a:pt x="90595" y="32055"/>
                  <a:pt x="91560" y="32532"/>
                  <a:pt x="92645" y="32956"/>
                </a:cubicBezTo>
                <a:cubicBezTo>
                  <a:pt x="93730" y="33379"/>
                  <a:pt x="94834" y="33816"/>
                  <a:pt x="95959" y="34267"/>
                </a:cubicBezTo>
                <a:cubicBezTo>
                  <a:pt x="97083" y="34716"/>
                  <a:pt x="98195" y="35220"/>
                  <a:pt x="99292" y="35776"/>
                </a:cubicBezTo>
                <a:cubicBezTo>
                  <a:pt x="100390" y="36332"/>
                  <a:pt x="101363" y="37008"/>
                  <a:pt x="102209" y="37803"/>
                </a:cubicBezTo>
                <a:cubicBezTo>
                  <a:pt x="103056" y="38597"/>
                  <a:pt x="103737" y="39551"/>
                  <a:pt x="104253" y="40664"/>
                </a:cubicBezTo>
                <a:cubicBezTo>
                  <a:pt x="104769" y="41776"/>
                  <a:pt x="105027" y="43100"/>
                  <a:pt x="105027" y="44636"/>
                </a:cubicBezTo>
                <a:close/>
                <a:moveTo>
                  <a:pt x="145042" y="34924"/>
                </a:moveTo>
                <a:cubicBezTo>
                  <a:pt x="145042" y="35956"/>
                  <a:pt x="144784" y="36690"/>
                  <a:pt x="144268" y="37127"/>
                </a:cubicBezTo>
                <a:cubicBezTo>
                  <a:pt x="143752" y="37563"/>
                  <a:pt x="143163" y="37781"/>
                  <a:pt x="142502" y="37781"/>
                </a:cubicBezTo>
                <a:lnTo>
                  <a:pt x="119087" y="37781"/>
                </a:lnTo>
                <a:cubicBezTo>
                  <a:pt x="119087" y="39772"/>
                  <a:pt x="119285" y="41563"/>
                  <a:pt x="119682" y="43155"/>
                </a:cubicBezTo>
                <a:cubicBezTo>
                  <a:pt x="120079" y="44748"/>
                  <a:pt x="120741" y="46114"/>
                  <a:pt x="121667" y="47255"/>
                </a:cubicBezTo>
                <a:cubicBezTo>
                  <a:pt x="122593" y="48396"/>
                  <a:pt x="123796" y="49272"/>
                  <a:pt x="125278" y="49883"/>
                </a:cubicBezTo>
                <a:cubicBezTo>
                  <a:pt x="126760" y="50493"/>
                  <a:pt x="128572" y="50799"/>
                  <a:pt x="130715" y="50799"/>
                </a:cubicBezTo>
                <a:cubicBezTo>
                  <a:pt x="132408" y="50799"/>
                  <a:pt x="133917" y="50660"/>
                  <a:pt x="135239" y="50382"/>
                </a:cubicBezTo>
                <a:cubicBezTo>
                  <a:pt x="136562" y="50104"/>
                  <a:pt x="137707" y="49793"/>
                  <a:pt x="138672" y="49449"/>
                </a:cubicBezTo>
                <a:cubicBezTo>
                  <a:pt x="139638" y="49105"/>
                  <a:pt x="140432" y="48794"/>
                  <a:pt x="141053" y="48517"/>
                </a:cubicBezTo>
                <a:cubicBezTo>
                  <a:pt x="141675" y="48239"/>
                  <a:pt x="142145" y="48100"/>
                  <a:pt x="142462" y="48100"/>
                </a:cubicBezTo>
                <a:cubicBezTo>
                  <a:pt x="142648" y="48100"/>
                  <a:pt x="142813" y="48146"/>
                  <a:pt x="142958" y="48239"/>
                </a:cubicBezTo>
                <a:cubicBezTo>
                  <a:pt x="143104" y="48331"/>
                  <a:pt x="143216" y="48470"/>
                  <a:pt x="143296" y="48655"/>
                </a:cubicBezTo>
                <a:cubicBezTo>
                  <a:pt x="143375" y="48841"/>
                  <a:pt x="143435" y="49099"/>
                  <a:pt x="143474" y="49429"/>
                </a:cubicBezTo>
                <a:cubicBezTo>
                  <a:pt x="143514" y="49760"/>
                  <a:pt x="143534" y="50164"/>
                  <a:pt x="143534" y="50640"/>
                </a:cubicBezTo>
                <a:cubicBezTo>
                  <a:pt x="143534" y="50984"/>
                  <a:pt x="143521" y="51281"/>
                  <a:pt x="143494" y="51533"/>
                </a:cubicBezTo>
                <a:cubicBezTo>
                  <a:pt x="143468" y="51784"/>
                  <a:pt x="143435" y="52009"/>
                  <a:pt x="143395" y="52207"/>
                </a:cubicBezTo>
                <a:cubicBezTo>
                  <a:pt x="143355" y="52406"/>
                  <a:pt x="143289" y="52584"/>
                  <a:pt x="143197" y="52743"/>
                </a:cubicBezTo>
                <a:cubicBezTo>
                  <a:pt x="143104" y="52902"/>
                  <a:pt x="142985" y="53054"/>
                  <a:pt x="142839" y="53200"/>
                </a:cubicBezTo>
                <a:cubicBezTo>
                  <a:pt x="142694" y="53345"/>
                  <a:pt x="142264" y="53583"/>
                  <a:pt x="141550" y="53914"/>
                </a:cubicBezTo>
                <a:cubicBezTo>
                  <a:pt x="140835" y="54245"/>
                  <a:pt x="139909" y="54569"/>
                  <a:pt x="138771" y="54886"/>
                </a:cubicBezTo>
                <a:cubicBezTo>
                  <a:pt x="137634" y="55204"/>
                  <a:pt x="136318" y="55488"/>
                  <a:pt x="134823" y="55740"/>
                </a:cubicBezTo>
                <a:cubicBezTo>
                  <a:pt x="133328" y="55991"/>
                  <a:pt x="131734" y="56117"/>
                  <a:pt x="130040" y="56117"/>
                </a:cubicBezTo>
                <a:cubicBezTo>
                  <a:pt x="127104" y="56117"/>
                  <a:pt x="124531" y="55706"/>
                  <a:pt x="122321" y="54885"/>
                </a:cubicBezTo>
                <a:cubicBezTo>
                  <a:pt x="120112" y="54064"/>
                  <a:pt x="118254" y="52846"/>
                  <a:pt x="116746" y="51230"/>
                </a:cubicBezTo>
                <a:cubicBezTo>
                  <a:pt x="115237" y="49615"/>
                  <a:pt x="114100" y="47589"/>
                  <a:pt x="113333" y="45152"/>
                </a:cubicBezTo>
                <a:cubicBezTo>
                  <a:pt x="112565" y="42715"/>
                  <a:pt x="112182" y="39882"/>
                  <a:pt x="112182" y="36650"/>
                </a:cubicBezTo>
                <a:cubicBezTo>
                  <a:pt x="112182" y="33578"/>
                  <a:pt x="112578" y="30817"/>
                  <a:pt x="113372" y="28367"/>
                </a:cubicBezTo>
                <a:cubicBezTo>
                  <a:pt x="114166" y="25917"/>
                  <a:pt x="115310" y="23838"/>
                  <a:pt x="116805" y="22130"/>
                </a:cubicBezTo>
                <a:cubicBezTo>
                  <a:pt x="118300" y="20422"/>
                  <a:pt x="120106" y="19111"/>
                  <a:pt x="122222" y="18197"/>
                </a:cubicBezTo>
                <a:cubicBezTo>
                  <a:pt x="124339" y="17284"/>
                  <a:pt x="126707" y="16827"/>
                  <a:pt x="129326" y="16827"/>
                </a:cubicBezTo>
                <a:cubicBezTo>
                  <a:pt x="132131" y="16827"/>
                  <a:pt x="134518" y="17277"/>
                  <a:pt x="136490" y="18176"/>
                </a:cubicBezTo>
                <a:cubicBezTo>
                  <a:pt x="138461" y="19076"/>
                  <a:pt x="140081" y="20286"/>
                  <a:pt x="141351" y="21808"/>
                </a:cubicBezTo>
                <a:cubicBezTo>
                  <a:pt x="142621" y="23329"/>
                  <a:pt x="143554" y="25115"/>
                  <a:pt x="144149" y="27165"/>
                </a:cubicBezTo>
                <a:cubicBezTo>
                  <a:pt x="144744" y="29216"/>
                  <a:pt x="145042" y="31405"/>
                  <a:pt x="145042" y="33733"/>
                </a:cubicBezTo>
                <a:lnTo>
                  <a:pt x="145042" y="34924"/>
                </a:lnTo>
                <a:moveTo>
                  <a:pt x="138454" y="32979"/>
                </a:moveTo>
                <a:cubicBezTo>
                  <a:pt x="138533" y="29540"/>
                  <a:pt x="137773" y="26841"/>
                  <a:pt x="136172" y="24883"/>
                </a:cubicBezTo>
                <a:cubicBezTo>
                  <a:pt x="134571" y="22925"/>
                  <a:pt x="132197" y="21947"/>
                  <a:pt x="129048" y="21947"/>
                </a:cubicBezTo>
                <a:cubicBezTo>
                  <a:pt x="127434" y="21947"/>
                  <a:pt x="126019" y="22251"/>
                  <a:pt x="124802" y="22859"/>
                </a:cubicBezTo>
                <a:cubicBezTo>
                  <a:pt x="123585" y="23468"/>
                  <a:pt x="122566" y="24275"/>
                  <a:pt x="121746" y="25280"/>
                </a:cubicBezTo>
                <a:cubicBezTo>
                  <a:pt x="120926" y="26286"/>
                  <a:pt x="120291" y="27456"/>
                  <a:pt x="119841" y="28792"/>
                </a:cubicBezTo>
                <a:cubicBezTo>
                  <a:pt x="119391" y="30129"/>
                  <a:pt x="119140" y="31524"/>
                  <a:pt x="119087" y="32979"/>
                </a:cubicBezTo>
                <a:lnTo>
                  <a:pt x="138454" y="32979"/>
                </a:lnTo>
                <a:close/>
                <a:moveTo>
                  <a:pt x="185450" y="54329"/>
                </a:moveTo>
                <a:cubicBezTo>
                  <a:pt x="185450" y="54541"/>
                  <a:pt x="185404" y="54727"/>
                  <a:pt x="185311" y="54886"/>
                </a:cubicBezTo>
                <a:cubicBezTo>
                  <a:pt x="185219" y="55045"/>
                  <a:pt x="185060" y="55171"/>
                  <a:pt x="184835" y="55263"/>
                </a:cubicBezTo>
                <a:cubicBezTo>
                  <a:pt x="184610" y="55356"/>
                  <a:pt x="184313" y="55429"/>
                  <a:pt x="183942" y="55482"/>
                </a:cubicBezTo>
                <a:cubicBezTo>
                  <a:pt x="183572" y="55534"/>
                  <a:pt x="183122" y="55561"/>
                  <a:pt x="182593" y="55561"/>
                </a:cubicBezTo>
                <a:cubicBezTo>
                  <a:pt x="182037" y="55561"/>
                  <a:pt x="181574" y="55534"/>
                  <a:pt x="181204" y="55482"/>
                </a:cubicBezTo>
                <a:cubicBezTo>
                  <a:pt x="180833" y="55429"/>
                  <a:pt x="180529" y="55358"/>
                  <a:pt x="180291" y="55266"/>
                </a:cubicBezTo>
                <a:cubicBezTo>
                  <a:pt x="180053" y="55173"/>
                  <a:pt x="179881" y="55048"/>
                  <a:pt x="179775" y="54890"/>
                </a:cubicBezTo>
                <a:cubicBezTo>
                  <a:pt x="179669" y="54732"/>
                  <a:pt x="179616" y="54548"/>
                  <a:pt x="179616" y="54338"/>
                </a:cubicBezTo>
                <a:lnTo>
                  <a:pt x="179616" y="49641"/>
                </a:lnTo>
                <a:cubicBezTo>
                  <a:pt x="177738" y="51680"/>
                  <a:pt x="175787" y="53269"/>
                  <a:pt x="173763" y="54409"/>
                </a:cubicBezTo>
                <a:cubicBezTo>
                  <a:pt x="171739" y="55547"/>
                  <a:pt x="169523" y="56117"/>
                  <a:pt x="167115" y="56117"/>
                </a:cubicBezTo>
                <a:cubicBezTo>
                  <a:pt x="164496" y="56117"/>
                  <a:pt x="162260" y="55607"/>
                  <a:pt x="160408" y="54587"/>
                </a:cubicBezTo>
                <a:cubicBezTo>
                  <a:pt x="158556" y="53568"/>
                  <a:pt x="157055" y="52191"/>
                  <a:pt x="155904" y="50456"/>
                </a:cubicBezTo>
                <a:cubicBezTo>
                  <a:pt x="154753" y="48721"/>
                  <a:pt x="153913" y="46682"/>
                  <a:pt x="153384" y="44338"/>
                </a:cubicBezTo>
                <a:cubicBezTo>
                  <a:pt x="152855" y="41994"/>
                  <a:pt x="152590" y="39524"/>
                  <a:pt x="152590" y="36928"/>
                </a:cubicBezTo>
                <a:cubicBezTo>
                  <a:pt x="152590" y="33857"/>
                  <a:pt x="152921" y="31083"/>
                  <a:pt x="153582" y="28606"/>
                </a:cubicBezTo>
                <a:cubicBezTo>
                  <a:pt x="154244" y="26130"/>
                  <a:pt x="155223" y="24018"/>
                  <a:pt x="156519" y="22270"/>
                </a:cubicBezTo>
                <a:cubicBezTo>
                  <a:pt x="157815" y="20522"/>
                  <a:pt x="159423" y="19177"/>
                  <a:pt x="161341" y="18237"/>
                </a:cubicBezTo>
                <a:cubicBezTo>
                  <a:pt x="163259" y="17297"/>
                  <a:pt x="165475" y="16827"/>
                  <a:pt x="167988" y="16827"/>
                </a:cubicBezTo>
                <a:cubicBezTo>
                  <a:pt x="170078" y="16827"/>
                  <a:pt x="171990" y="17284"/>
                  <a:pt x="173723" y="18197"/>
                </a:cubicBezTo>
                <a:cubicBezTo>
                  <a:pt x="175456" y="19111"/>
                  <a:pt x="177169" y="20455"/>
                  <a:pt x="178862" y="22229"/>
                </a:cubicBezTo>
                <a:lnTo>
                  <a:pt x="178862" y="1431"/>
                </a:lnTo>
                <a:cubicBezTo>
                  <a:pt x="178862" y="1246"/>
                  <a:pt x="178909" y="1067"/>
                  <a:pt x="179001" y="895"/>
                </a:cubicBezTo>
                <a:cubicBezTo>
                  <a:pt x="179094" y="723"/>
                  <a:pt x="179272" y="590"/>
                  <a:pt x="179537" y="497"/>
                </a:cubicBezTo>
                <a:cubicBezTo>
                  <a:pt x="179802" y="404"/>
                  <a:pt x="180139" y="324"/>
                  <a:pt x="180549" y="258"/>
                </a:cubicBezTo>
                <a:cubicBezTo>
                  <a:pt x="180959" y="192"/>
                  <a:pt x="181482" y="159"/>
                  <a:pt x="182117" y="159"/>
                </a:cubicBezTo>
                <a:cubicBezTo>
                  <a:pt x="182778" y="159"/>
                  <a:pt x="183320" y="192"/>
                  <a:pt x="183744" y="258"/>
                </a:cubicBezTo>
                <a:cubicBezTo>
                  <a:pt x="184167" y="324"/>
                  <a:pt x="184498" y="403"/>
                  <a:pt x="184736" y="496"/>
                </a:cubicBezTo>
                <a:cubicBezTo>
                  <a:pt x="184974" y="589"/>
                  <a:pt x="185153" y="721"/>
                  <a:pt x="185272" y="894"/>
                </a:cubicBezTo>
                <a:cubicBezTo>
                  <a:pt x="185391" y="1066"/>
                  <a:pt x="185450" y="1245"/>
                  <a:pt x="185450" y="1430"/>
                </a:cubicBezTo>
                <a:lnTo>
                  <a:pt x="185450" y="54329"/>
                </a:lnTo>
                <a:moveTo>
                  <a:pt x="178862" y="29222"/>
                </a:moveTo>
                <a:cubicBezTo>
                  <a:pt x="177090" y="27021"/>
                  <a:pt x="175377" y="25345"/>
                  <a:pt x="173723" y="24193"/>
                </a:cubicBezTo>
                <a:cubicBezTo>
                  <a:pt x="172069" y="23039"/>
                  <a:pt x="170343" y="22462"/>
                  <a:pt x="168544" y="22462"/>
                </a:cubicBezTo>
                <a:cubicBezTo>
                  <a:pt x="166877" y="22462"/>
                  <a:pt x="165462" y="22860"/>
                  <a:pt x="164297" y="23656"/>
                </a:cubicBezTo>
                <a:cubicBezTo>
                  <a:pt x="163133" y="24450"/>
                  <a:pt x="162187" y="25496"/>
                  <a:pt x="161460" y="26795"/>
                </a:cubicBezTo>
                <a:cubicBezTo>
                  <a:pt x="160732" y="28093"/>
                  <a:pt x="160203" y="29563"/>
                  <a:pt x="159872" y="31206"/>
                </a:cubicBezTo>
                <a:cubicBezTo>
                  <a:pt x="159542" y="32849"/>
                  <a:pt x="159376" y="34518"/>
                  <a:pt x="159376" y="36214"/>
                </a:cubicBezTo>
                <a:cubicBezTo>
                  <a:pt x="159376" y="38015"/>
                  <a:pt x="159515" y="39777"/>
                  <a:pt x="159793" y="41500"/>
                </a:cubicBezTo>
                <a:cubicBezTo>
                  <a:pt x="160071" y="43222"/>
                  <a:pt x="160554" y="44752"/>
                  <a:pt x="161242" y="46090"/>
                </a:cubicBezTo>
                <a:cubicBezTo>
                  <a:pt x="161930" y="47427"/>
                  <a:pt x="162842" y="48500"/>
                  <a:pt x="163980" y="49309"/>
                </a:cubicBezTo>
                <a:cubicBezTo>
                  <a:pt x="165118" y="50117"/>
                  <a:pt x="166546" y="50521"/>
                  <a:pt x="168266" y="50521"/>
                </a:cubicBezTo>
                <a:cubicBezTo>
                  <a:pt x="169139" y="50521"/>
                  <a:pt x="169979" y="50402"/>
                  <a:pt x="170786" y="50164"/>
                </a:cubicBezTo>
                <a:cubicBezTo>
                  <a:pt x="171593" y="49925"/>
                  <a:pt x="172420" y="49527"/>
                  <a:pt x="173267" y="48971"/>
                </a:cubicBezTo>
                <a:cubicBezTo>
                  <a:pt x="174113" y="48414"/>
                  <a:pt x="175000" y="47692"/>
                  <a:pt x="175926" y="46804"/>
                </a:cubicBezTo>
                <a:cubicBezTo>
                  <a:pt x="176852" y="45916"/>
                  <a:pt x="177831" y="44822"/>
                  <a:pt x="178862" y="43524"/>
                </a:cubicBezTo>
                <a:lnTo>
                  <a:pt x="178862" y="29222"/>
                </a:lnTo>
                <a:close/>
                <a:moveTo>
                  <a:pt x="248459" y="36095"/>
                </a:moveTo>
                <a:cubicBezTo>
                  <a:pt x="248459" y="39008"/>
                  <a:pt x="248075" y="41689"/>
                  <a:pt x="247308" y="44139"/>
                </a:cubicBezTo>
                <a:cubicBezTo>
                  <a:pt x="246541" y="46588"/>
                  <a:pt x="245396" y="48701"/>
                  <a:pt x="243875" y="50476"/>
                </a:cubicBezTo>
                <a:cubicBezTo>
                  <a:pt x="242354" y="52250"/>
                  <a:pt x="240449" y="53634"/>
                  <a:pt x="238160" y="54627"/>
                </a:cubicBezTo>
                <a:cubicBezTo>
                  <a:pt x="235872" y="55620"/>
                  <a:pt x="233219" y="56117"/>
                  <a:pt x="230203" y="56117"/>
                </a:cubicBezTo>
                <a:cubicBezTo>
                  <a:pt x="227266" y="56117"/>
                  <a:pt x="224707" y="55680"/>
                  <a:pt x="222524" y="54806"/>
                </a:cubicBezTo>
                <a:cubicBezTo>
                  <a:pt x="220341" y="53932"/>
                  <a:pt x="218522" y="52661"/>
                  <a:pt x="217067" y="50992"/>
                </a:cubicBezTo>
                <a:cubicBezTo>
                  <a:pt x="215612" y="49324"/>
                  <a:pt x="214527" y="47297"/>
                  <a:pt x="213813" y="44914"/>
                </a:cubicBezTo>
                <a:cubicBezTo>
                  <a:pt x="213098" y="42530"/>
                  <a:pt x="212741" y="39829"/>
                  <a:pt x="212741" y="36809"/>
                </a:cubicBezTo>
                <a:cubicBezTo>
                  <a:pt x="212741" y="33896"/>
                  <a:pt x="213118" y="31215"/>
                  <a:pt x="213872" y="28765"/>
                </a:cubicBezTo>
                <a:cubicBezTo>
                  <a:pt x="214626" y="26315"/>
                  <a:pt x="215764" y="24203"/>
                  <a:pt x="217285" y="22429"/>
                </a:cubicBezTo>
                <a:cubicBezTo>
                  <a:pt x="218807" y="20654"/>
                  <a:pt x="220705" y="19276"/>
                  <a:pt x="222980" y="18297"/>
                </a:cubicBezTo>
                <a:cubicBezTo>
                  <a:pt x="225256" y="17317"/>
                  <a:pt x="227915" y="16827"/>
                  <a:pt x="230957" y="16827"/>
                </a:cubicBezTo>
                <a:cubicBezTo>
                  <a:pt x="233894" y="16827"/>
                  <a:pt x="236454" y="17264"/>
                  <a:pt x="238637" y="18138"/>
                </a:cubicBezTo>
                <a:cubicBezTo>
                  <a:pt x="240819" y="19012"/>
                  <a:pt x="242638" y="20283"/>
                  <a:pt x="244093" y="21952"/>
                </a:cubicBezTo>
                <a:cubicBezTo>
                  <a:pt x="245549" y="23620"/>
                  <a:pt x="246640" y="25646"/>
                  <a:pt x="247368" y="28030"/>
                </a:cubicBezTo>
                <a:cubicBezTo>
                  <a:pt x="248095" y="30413"/>
                  <a:pt x="248459" y="33102"/>
                  <a:pt x="248459" y="36095"/>
                </a:cubicBezTo>
                <a:moveTo>
                  <a:pt x="241554" y="36531"/>
                </a:moveTo>
                <a:cubicBezTo>
                  <a:pt x="241554" y="34597"/>
                  <a:pt x="241375" y="32769"/>
                  <a:pt x="241018" y="31047"/>
                </a:cubicBezTo>
                <a:cubicBezTo>
                  <a:pt x="240661" y="29325"/>
                  <a:pt x="240072" y="27815"/>
                  <a:pt x="239252" y="26517"/>
                </a:cubicBezTo>
                <a:cubicBezTo>
                  <a:pt x="238432" y="25219"/>
                  <a:pt x="237320" y="24192"/>
                  <a:pt x="235918" y="23437"/>
                </a:cubicBezTo>
                <a:cubicBezTo>
                  <a:pt x="234516" y="22682"/>
                  <a:pt x="232770" y="22304"/>
                  <a:pt x="230679" y="22304"/>
                </a:cubicBezTo>
                <a:cubicBezTo>
                  <a:pt x="228748" y="22304"/>
                  <a:pt x="227088" y="22648"/>
                  <a:pt x="225699" y="23337"/>
                </a:cubicBezTo>
                <a:cubicBezTo>
                  <a:pt x="224310" y="24026"/>
                  <a:pt x="223166" y="25000"/>
                  <a:pt x="222266" y="26259"/>
                </a:cubicBezTo>
                <a:cubicBezTo>
                  <a:pt x="221366" y="27517"/>
                  <a:pt x="220698" y="29007"/>
                  <a:pt x="220262" y="30730"/>
                </a:cubicBezTo>
                <a:cubicBezTo>
                  <a:pt x="219825" y="32451"/>
                  <a:pt x="219607" y="34332"/>
                  <a:pt x="219607" y="36373"/>
                </a:cubicBezTo>
                <a:cubicBezTo>
                  <a:pt x="219607" y="38333"/>
                  <a:pt x="219786" y="40174"/>
                  <a:pt x="220143" y="41896"/>
                </a:cubicBezTo>
                <a:cubicBezTo>
                  <a:pt x="220500" y="43619"/>
                  <a:pt x="221095" y="45122"/>
                  <a:pt x="221929" y="46407"/>
                </a:cubicBezTo>
                <a:cubicBezTo>
                  <a:pt x="222762" y="47692"/>
                  <a:pt x="223880" y="48712"/>
                  <a:pt x="225282" y="49468"/>
                </a:cubicBezTo>
                <a:cubicBezTo>
                  <a:pt x="226684" y="50223"/>
                  <a:pt x="228431" y="50600"/>
                  <a:pt x="230521" y="50600"/>
                </a:cubicBezTo>
                <a:cubicBezTo>
                  <a:pt x="232426" y="50600"/>
                  <a:pt x="234079" y="50256"/>
                  <a:pt x="235482" y="49567"/>
                </a:cubicBezTo>
                <a:cubicBezTo>
                  <a:pt x="236884" y="48878"/>
                  <a:pt x="238035" y="47911"/>
                  <a:pt x="238934" y="46666"/>
                </a:cubicBezTo>
                <a:cubicBezTo>
                  <a:pt x="239834" y="45420"/>
                  <a:pt x="240495" y="43937"/>
                  <a:pt x="240919" y="42215"/>
                </a:cubicBezTo>
                <a:cubicBezTo>
                  <a:pt x="241342" y="40493"/>
                  <a:pt x="241554" y="38598"/>
                  <a:pt x="241554" y="36531"/>
                </a:cubicBezTo>
                <a:close/>
                <a:moveTo>
                  <a:pt x="289067" y="54331"/>
                </a:moveTo>
                <a:cubicBezTo>
                  <a:pt x="289067" y="54542"/>
                  <a:pt x="289015" y="54721"/>
                  <a:pt x="288909" y="54866"/>
                </a:cubicBezTo>
                <a:cubicBezTo>
                  <a:pt x="288803" y="55012"/>
                  <a:pt x="288631" y="55138"/>
                  <a:pt x="288393" y="55243"/>
                </a:cubicBezTo>
                <a:cubicBezTo>
                  <a:pt x="288155" y="55349"/>
                  <a:pt x="287824" y="55429"/>
                  <a:pt x="287401" y="55482"/>
                </a:cubicBezTo>
                <a:cubicBezTo>
                  <a:pt x="286977" y="55534"/>
                  <a:pt x="286448" y="55561"/>
                  <a:pt x="285813" y="55561"/>
                </a:cubicBezTo>
                <a:cubicBezTo>
                  <a:pt x="285152" y="55561"/>
                  <a:pt x="284609" y="55534"/>
                  <a:pt x="284186" y="55482"/>
                </a:cubicBezTo>
                <a:cubicBezTo>
                  <a:pt x="283763" y="55429"/>
                  <a:pt x="283432" y="55349"/>
                  <a:pt x="283194" y="55243"/>
                </a:cubicBezTo>
                <a:cubicBezTo>
                  <a:pt x="282956" y="55138"/>
                  <a:pt x="282784" y="55012"/>
                  <a:pt x="282678" y="54866"/>
                </a:cubicBezTo>
                <a:cubicBezTo>
                  <a:pt x="282572" y="54721"/>
                  <a:pt x="282519" y="54542"/>
                  <a:pt x="282519" y="54331"/>
                </a:cubicBezTo>
                <a:lnTo>
                  <a:pt x="282519" y="33416"/>
                </a:lnTo>
                <a:cubicBezTo>
                  <a:pt x="282519" y="31379"/>
                  <a:pt x="282360" y="29738"/>
                  <a:pt x="282043" y="28495"/>
                </a:cubicBezTo>
                <a:cubicBezTo>
                  <a:pt x="281725" y="27251"/>
                  <a:pt x="281262" y="26180"/>
                  <a:pt x="280654" y="25280"/>
                </a:cubicBezTo>
                <a:cubicBezTo>
                  <a:pt x="280045" y="24381"/>
                  <a:pt x="279258" y="23693"/>
                  <a:pt x="278293" y="23217"/>
                </a:cubicBezTo>
                <a:cubicBezTo>
                  <a:pt x="277327" y="22740"/>
                  <a:pt x="276209" y="22502"/>
                  <a:pt x="274939" y="22502"/>
                </a:cubicBezTo>
                <a:cubicBezTo>
                  <a:pt x="273299" y="22502"/>
                  <a:pt x="271658" y="23084"/>
                  <a:pt x="270018" y="24248"/>
                </a:cubicBezTo>
                <a:cubicBezTo>
                  <a:pt x="268378" y="25413"/>
                  <a:pt x="266658" y="27119"/>
                  <a:pt x="264859" y="29368"/>
                </a:cubicBezTo>
                <a:lnTo>
                  <a:pt x="264859" y="54331"/>
                </a:lnTo>
                <a:cubicBezTo>
                  <a:pt x="264859" y="54542"/>
                  <a:pt x="264806" y="54721"/>
                  <a:pt x="264700" y="54866"/>
                </a:cubicBezTo>
                <a:cubicBezTo>
                  <a:pt x="264594" y="55012"/>
                  <a:pt x="264422" y="55138"/>
                  <a:pt x="264184" y="55243"/>
                </a:cubicBezTo>
                <a:cubicBezTo>
                  <a:pt x="263946" y="55349"/>
                  <a:pt x="263615" y="55429"/>
                  <a:pt x="263192" y="55482"/>
                </a:cubicBezTo>
                <a:cubicBezTo>
                  <a:pt x="262769" y="55534"/>
                  <a:pt x="262226" y="55561"/>
                  <a:pt x="261565" y="55561"/>
                </a:cubicBezTo>
                <a:cubicBezTo>
                  <a:pt x="260930" y="55561"/>
                  <a:pt x="260401" y="55534"/>
                  <a:pt x="259977" y="55482"/>
                </a:cubicBezTo>
                <a:cubicBezTo>
                  <a:pt x="259554" y="55429"/>
                  <a:pt x="259217" y="55349"/>
                  <a:pt x="258965" y="55243"/>
                </a:cubicBezTo>
                <a:cubicBezTo>
                  <a:pt x="258714" y="55138"/>
                  <a:pt x="258542" y="55012"/>
                  <a:pt x="258449" y="54866"/>
                </a:cubicBezTo>
                <a:cubicBezTo>
                  <a:pt x="258357" y="54721"/>
                  <a:pt x="258311" y="54542"/>
                  <a:pt x="258311" y="54331"/>
                </a:cubicBezTo>
                <a:lnTo>
                  <a:pt x="258311" y="18613"/>
                </a:lnTo>
                <a:cubicBezTo>
                  <a:pt x="258311" y="18401"/>
                  <a:pt x="258350" y="18223"/>
                  <a:pt x="258430" y="18077"/>
                </a:cubicBezTo>
                <a:cubicBezTo>
                  <a:pt x="258509" y="17932"/>
                  <a:pt x="258668" y="17799"/>
                  <a:pt x="258906" y="17680"/>
                </a:cubicBezTo>
                <a:cubicBezTo>
                  <a:pt x="259144" y="17561"/>
                  <a:pt x="259448" y="17482"/>
                  <a:pt x="259819" y="17442"/>
                </a:cubicBezTo>
                <a:cubicBezTo>
                  <a:pt x="260189" y="17402"/>
                  <a:pt x="260678" y="17383"/>
                  <a:pt x="261287" y="17383"/>
                </a:cubicBezTo>
                <a:cubicBezTo>
                  <a:pt x="261869" y="17383"/>
                  <a:pt x="262352" y="17402"/>
                  <a:pt x="262736" y="17442"/>
                </a:cubicBezTo>
                <a:cubicBezTo>
                  <a:pt x="263119" y="17482"/>
                  <a:pt x="263417" y="17561"/>
                  <a:pt x="263629" y="17680"/>
                </a:cubicBezTo>
                <a:cubicBezTo>
                  <a:pt x="263840" y="17799"/>
                  <a:pt x="263992" y="17932"/>
                  <a:pt x="264085" y="18077"/>
                </a:cubicBezTo>
                <a:cubicBezTo>
                  <a:pt x="264178" y="18223"/>
                  <a:pt x="264224" y="18401"/>
                  <a:pt x="264224" y="18613"/>
                </a:cubicBezTo>
                <a:lnTo>
                  <a:pt x="264224" y="23336"/>
                </a:lnTo>
                <a:cubicBezTo>
                  <a:pt x="266235" y="21087"/>
                  <a:pt x="268239" y="19440"/>
                  <a:pt x="270236" y="18395"/>
                </a:cubicBezTo>
                <a:cubicBezTo>
                  <a:pt x="272234" y="17350"/>
                  <a:pt x="274251" y="16827"/>
                  <a:pt x="276288" y="16827"/>
                </a:cubicBezTo>
                <a:cubicBezTo>
                  <a:pt x="278670" y="16827"/>
                  <a:pt x="280674" y="17231"/>
                  <a:pt x="282301" y="18037"/>
                </a:cubicBezTo>
                <a:cubicBezTo>
                  <a:pt x="283928" y="18844"/>
                  <a:pt x="285244" y="19923"/>
                  <a:pt x="286250" y="21272"/>
                </a:cubicBezTo>
                <a:cubicBezTo>
                  <a:pt x="287255" y="22621"/>
                  <a:pt x="287976" y="24202"/>
                  <a:pt x="288413" y="26014"/>
                </a:cubicBezTo>
                <a:cubicBezTo>
                  <a:pt x="288849" y="27827"/>
                  <a:pt x="289067" y="30003"/>
                  <a:pt x="289067" y="32543"/>
                </a:cubicBezTo>
                <a:lnTo>
                  <a:pt x="289067" y="54331"/>
                </a:lnTo>
                <a:close/>
                <a:moveTo>
                  <a:pt x="337273" y="51751"/>
                </a:moveTo>
                <a:cubicBezTo>
                  <a:pt x="337273" y="52518"/>
                  <a:pt x="337220" y="53127"/>
                  <a:pt x="337114" y="53577"/>
                </a:cubicBezTo>
                <a:cubicBezTo>
                  <a:pt x="337009" y="54026"/>
                  <a:pt x="336850" y="54357"/>
                  <a:pt x="336638" y="54569"/>
                </a:cubicBezTo>
                <a:cubicBezTo>
                  <a:pt x="336426" y="54780"/>
                  <a:pt x="336109" y="54979"/>
                  <a:pt x="335686" y="55164"/>
                </a:cubicBezTo>
                <a:cubicBezTo>
                  <a:pt x="335262" y="55349"/>
                  <a:pt x="334780" y="55501"/>
                  <a:pt x="334237" y="55620"/>
                </a:cubicBezTo>
                <a:cubicBezTo>
                  <a:pt x="333695" y="55740"/>
                  <a:pt x="333119" y="55839"/>
                  <a:pt x="332511" y="55918"/>
                </a:cubicBezTo>
                <a:cubicBezTo>
                  <a:pt x="331902" y="55997"/>
                  <a:pt x="331294" y="56037"/>
                  <a:pt x="330685" y="56037"/>
                </a:cubicBezTo>
                <a:cubicBezTo>
                  <a:pt x="328833" y="56037"/>
                  <a:pt x="327246" y="55792"/>
                  <a:pt x="325923" y="55302"/>
                </a:cubicBezTo>
                <a:cubicBezTo>
                  <a:pt x="324600" y="54811"/>
                  <a:pt x="323515" y="54068"/>
                  <a:pt x="322669" y="53073"/>
                </a:cubicBezTo>
                <a:cubicBezTo>
                  <a:pt x="321822" y="52078"/>
                  <a:pt x="321207" y="50819"/>
                  <a:pt x="320823" y="49294"/>
                </a:cubicBezTo>
                <a:cubicBezTo>
                  <a:pt x="320439" y="47770"/>
                  <a:pt x="320248" y="45973"/>
                  <a:pt x="320248" y="43904"/>
                </a:cubicBezTo>
                <a:lnTo>
                  <a:pt x="320248" y="22978"/>
                </a:lnTo>
                <a:lnTo>
                  <a:pt x="315247" y="22978"/>
                </a:lnTo>
                <a:cubicBezTo>
                  <a:pt x="314850" y="22978"/>
                  <a:pt x="314533" y="22767"/>
                  <a:pt x="314295" y="22343"/>
                </a:cubicBezTo>
                <a:cubicBezTo>
                  <a:pt x="314057" y="21920"/>
                  <a:pt x="313938" y="21232"/>
                  <a:pt x="313938" y="20280"/>
                </a:cubicBezTo>
                <a:cubicBezTo>
                  <a:pt x="313938" y="19777"/>
                  <a:pt x="313971" y="19354"/>
                  <a:pt x="314037" y="19010"/>
                </a:cubicBezTo>
                <a:cubicBezTo>
                  <a:pt x="314103" y="18666"/>
                  <a:pt x="314189" y="18381"/>
                  <a:pt x="314295" y="18157"/>
                </a:cubicBezTo>
                <a:cubicBezTo>
                  <a:pt x="314401" y="17932"/>
                  <a:pt x="314539" y="17773"/>
                  <a:pt x="314711" y="17680"/>
                </a:cubicBezTo>
                <a:cubicBezTo>
                  <a:pt x="314883" y="17588"/>
                  <a:pt x="315075" y="17541"/>
                  <a:pt x="315287" y="17541"/>
                </a:cubicBezTo>
                <a:lnTo>
                  <a:pt x="320248" y="17541"/>
                </a:lnTo>
                <a:lnTo>
                  <a:pt x="320248" y="9048"/>
                </a:lnTo>
                <a:cubicBezTo>
                  <a:pt x="320248" y="8863"/>
                  <a:pt x="320294" y="8691"/>
                  <a:pt x="320387" y="8533"/>
                </a:cubicBezTo>
                <a:cubicBezTo>
                  <a:pt x="320479" y="8374"/>
                  <a:pt x="320651" y="8235"/>
                  <a:pt x="320903" y="8116"/>
                </a:cubicBezTo>
                <a:cubicBezTo>
                  <a:pt x="321154" y="7997"/>
                  <a:pt x="321491" y="7911"/>
                  <a:pt x="321915" y="7858"/>
                </a:cubicBezTo>
                <a:cubicBezTo>
                  <a:pt x="322338" y="7805"/>
                  <a:pt x="322867" y="7779"/>
                  <a:pt x="323502" y="7779"/>
                </a:cubicBezTo>
                <a:cubicBezTo>
                  <a:pt x="324163" y="7779"/>
                  <a:pt x="324706" y="7805"/>
                  <a:pt x="325129" y="7858"/>
                </a:cubicBezTo>
                <a:cubicBezTo>
                  <a:pt x="325552" y="7911"/>
                  <a:pt x="325883" y="7997"/>
                  <a:pt x="326121" y="8116"/>
                </a:cubicBezTo>
                <a:cubicBezTo>
                  <a:pt x="326359" y="8235"/>
                  <a:pt x="326531" y="8374"/>
                  <a:pt x="326637" y="8533"/>
                </a:cubicBezTo>
                <a:cubicBezTo>
                  <a:pt x="326743" y="8691"/>
                  <a:pt x="326796" y="8863"/>
                  <a:pt x="326796" y="9048"/>
                </a:cubicBezTo>
                <a:lnTo>
                  <a:pt x="326796" y="17541"/>
                </a:lnTo>
                <a:lnTo>
                  <a:pt x="335963" y="17541"/>
                </a:lnTo>
                <a:cubicBezTo>
                  <a:pt x="336175" y="17541"/>
                  <a:pt x="336360" y="17588"/>
                  <a:pt x="336519" y="17680"/>
                </a:cubicBezTo>
                <a:cubicBezTo>
                  <a:pt x="336678" y="17773"/>
                  <a:pt x="336817" y="17932"/>
                  <a:pt x="336936" y="18157"/>
                </a:cubicBezTo>
                <a:cubicBezTo>
                  <a:pt x="337055" y="18381"/>
                  <a:pt x="337141" y="18666"/>
                  <a:pt x="337194" y="19010"/>
                </a:cubicBezTo>
                <a:cubicBezTo>
                  <a:pt x="337247" y="19354"/>
                  <a:pt x="337273" y="19777"/>
                  <a:pt x="337273" y="20280"/>
                </a:cubicBezTo>
                <a:cubicBezTo>
                  <a:pt x="337273" y="21232"/>
                  <a:pt x="337154" y="21920"/>
                  <a:pt x="336916" y="22343"/>
                </a:cubicBezTo>
                <a:cubicBezTo>
                  <a:pt x="336678" y="22767"/>
                  <a:pt x="336360" y="22978"/>
                  <a:pt x="335963" y="22978"/>
                </a:cubicBezTo>
                <a:lnTo>
                  <a:pt x="326796" y="22978"/>
                </a:lnTo>
                <a:lnTo>
                  <a:pt x="326796" y="42959"/>
                </a:lnTo>
                <a:cubicBezTo>
                  <a:pt x="326796" y="45426"/>
                  <a:pt x="327160" y="47290"/>
                  <a:pt x="327887" y="48551"/>
                </a:cubicBezTo>
                <a:cubicBezTo>
                  <a:pt x="328615" y="49811"/>
                  <a:pt x="329918" y="50441"/>
                  <a:pt x="331796" y="50441"/>
                </a:cubicBezTo>
                <a:cubicBezTo>
                  <a:pt x="332405" y="50441"/>
                  <a:pt x="332947" y="50382"/>
                  <a:pt x="333424" y="50263"/>
                </a:cubicBezTo>
                <a:cubicBezTo>
                  <a:pt x="333900" y="50144"/>
                  <a:pt x="334323" y="50018"/>
                  <a:pt x="334694" y="49886"/>
                </a:cubicBezTo>
                <a:cubicBezTo>
                  <a:pt x="335064" y="49753"/>
                  <a:pt x="335381" y="49628"/>
                  <a:pt x="335646" y="49509"/>
                </a:cubicBezTo>
                <a:cubicBezTo>
                  <a:pt x="335911" y="49390"/>
                  <a:pt x="336149" y="49330"/>
                  <a:pt x="336360" y="49330"/>
                </a:cubicBezTo>
                <a:cubicBezTo>
                  <a:pt x="336493" y="49330"/>
                  <a:pt x="336618" y="49363"/>
                  <a:pt x="336737" y="49429"/>
                </a:cubicBezTo>
                <a:cubicBezTo>
                  <a:pt x="336856" y="49496"/>
                  <a:pt x="336949" y="49621"/>
                  <a:pt x="337015" y="49806"/>
                </a:cubicBezTo>
                <a:cubicBezTo>
                  <a:pt x="337081" y="49992"/>
                  <a:pt x="337141" y="50243"/>
                  <a:pt x="337194" y="50560"/>
                </a:cubicBezTo>
                <a:cubicBezTo>
                  <a:pt x="337247" y="50878"/>
                  <a:pt x="337273" y="51275"/>
                  <a:pt x="337273" y="51751"/>
                </a:cubicBezTo>
                <a:close/>
                <a:moveTo>
                  <a:pt x="376547" y="54331"/>
                </a:moveTo>
                <a:cubicBezTo>
                  <a:pt x="376547" y="54542"/>
                  <a:pt x="376494" y="54721"/>
                  <a:pt x="376388" y="54866"/>
                </a:cubicBezTo>
                <a:cubicBezTo>
                  <a:pt x="376282" y="55012"/>
                  <a:pt x="376110" y="55138"/>
                  <a:pt x="375872" y="55243"/>
                </a:cubicBezTo>
                <a:cubicBezTo>
                  <a:pt x="375634" y="55349"/>
                  <a:pt x="375303" y="55429"/>
                  <a:pt x="374880" y="55482"/>
                </a:cubicBezTo>
                <a:cubicBezTo>
                  <a:pt x="374457" y="55534"/>
                  <a:pt x="373927" y="55561"/>
                  <a:pt x="373292" y="55561"/>
                </a:cubicBezTo>
                <a:cubicBezTo>
                  <a:pt x="372631" y="55561"/>
                  <a:pt x="372089" y="55534"/>
                  <a:pt x="371665" y="55482"/>
                </a:cubicBezTo>
                <a:cubicBezTo>
                  <a:pt x="371242" y="55429"/>
                  <a:pt x="370911" y="55349"/>
                  <a:pt x="370673" y="55243"/>
                </a:cubicBezTo>
                <a:cubicBezTo>
                  <a:pt x="370435" y="55138"/>
                  <a:pt x="370263" y="55012"/>
                  <a:pt x="370157" y="54866"/>
                </a:cubicBezTo>
                <a:cubicBezTo>
                  <a:pt x="370051" y="54721"/>
                  <a:pt x="369998" y="54542"/>
                  <a:pt x="369998" y="54331"/>
                </a:cubicBezTo>
                <a:lnTo>
                  <a:pt x="369998" y="33416"/>
                </a:lnTo>
                <a:cubicBezTo>
                  <a:pt x="369998" y="31379"/>
                  <a:pt x="369840" y="29738"/>
                  <a:pt x="369522" y="28495"/>
                </a:cubicBezTo>
                <a:cubicBezTo>
                  <a:pt x="369205" y="27251"/>
                  <a:pt x="368742" y="26180"/>
                  <a:pt x="368133" y="25280"/>
                </a:cubicBezTo>
                <a:cubicBezTo>
                  <a:pt x="367525" y="24381"/>
                  <a:pt x="366738" y="23693"/>
                  <a:pt x="365772" y="23217"/>
                </a:cubicBezTo>
                <a:cubicBezTo>
                  <a:pt x="364806" y="22740"/>
                  <a:pt x="363688" y="22502"/>
                  <a:pt x="362418" y="22502"/>
                </a:cubicBezTo>
                <a:cubicBezTo>
                  <a:pt x="360778" y="22502"/>
                  <a:pt x="359138" y="23084"/>
                  <a:pt x="357497" y="24248"/>
                </a:cubicBezTo>
                <a:cubicBezTo>
                  <a:pt x="355857" y="25413"/>
                  <a:pt x="354137" y="27119"/>
                  <a:pt x="352338" y="29368"/>
                </a:cubicBezTo>
                <a:lnTo>
                  <a:pt x="352338" y="54331"/>
                </a:lnTo>
                <a:cubicBezTo>
                  <a:pt x="352338" y="54542"/>
                  <a:pt x="352285" y="54721"/>
                  <a:pt x="352179" y="54866"/>
                </a:cubicBezTo>
                <a:cubicBezTo>
                  <a:pt x="352073" y="55012"/>
                  <a:pt x="351901" y="55138"/>
                  <a:pt x="351663" y="55243"/>
                </a:cubicBezTo>
                <a:cubicBezTo>
                  <a:pt x="351425" y="55349"/>
                  <a:pt x="351095" y="55429"/>
                  <a:pt x="350671" y="55482"/>
                </a:cubicBezTo>
                <a:cubicBezTo>
                  <a:pt x="350248" y="55534"/>
                  <a:pt x="349705" y="55561"/>
                  <a:pt x="349044" y="55561"/>
                </a:cubicBezTo>
                <a:cubicBezTo>
                  <a:pt x="348409" y="55561"/>
                  <a:pt x="347880" y="55534"/>
                  <a:pt x="347457" y="55482"/>
                </a:cubicBezTo>
                <a:cubicBezTo>
                  <a:pt x="347033" y="55429"/>
                  <a:pt x="346696" y="55349"/>
                  <a:pt x="346445" y="55243"/>
                </a:cubicBezTo>
                <a:cubicBezTo>
                  <a:pt x="346193" y="55138"/>
                  <a:pt x="346021" y="55012"/>
                  <a:pt x="345929" y="54866"/>
                </a:cubicBezTo>
                <a:cubicBezTo>
                  <a:pt x="345836" y="54720"/>
                  <a:pt x="345790" y="54541"/>
                  <a:pt x="345790" y="54329"/>
                </a:cubicBezTo>
                <a:lnTo>
                  <a:pt x="345790" y="1271"/>
                </a:lnTo>
                <a:cubicBezTo>
                  <a:pt x="345790" y="1060"/>
                  <a:pt x="345836" y="874"/>
                  <a:pt x="345929" y="716"/>
                </a:cubicBezTo>
                <a:cubicBezTo>
                  <a:pt x="346021" y="556"/>
                  <a:pt x="346193" y="423"/>
                  <a:pt x="346445" y="317"/>
                </a:cubicBezTo>
                <a:cubicBezTo>
                  <a:pt x="346696" y="212"/>
                  <a:pt x="347033" y="132"/>
                  <a:pt x="347457" y="79"/>
                </a:cubicBezTo>
                <a:cubicBezTo>
                  <a:pt x="347880" y="26"/>
                  <a:pt x="348409" y="0"/>
                  <a:pt x="349044" y="0"/>
                </a:cubicBezTo>
                <a:cubicBezTo>
                  <a:pt x="349705" y="0"/>
                  <a:pt x="350248" y="26"/>
                  <a:pt x="350671" y="79"/>
                </a:cubicBezTo>
                <a:cubicBezTo>
                  <a:pt x="351095" y="132"/>
                  <a:pt x="351425" y="212"/>
                  <a:pt x="351663" y="319"/>
                </a:cubicBezTo>
                <a:cubicBezTo>
                  <a:pt x="351901" y="425"/>
                  <a:pt x="352073" y="557"/>
                  <a:pt x="352179" y="716"/>
                </a:cubicBezTo>
                <a:cubicBezTo>
                  <a:pt x="352285" y="874"/>
                  <a:pt x="352338" y="1060"/>
                  <a:pt x="352338" y="1272"/>
                </a:cubicBezTo>
                <a:lnTo>
                  <a:pt x="352338" y="22701"/>
                </a:lnTo>
                <a:cubicBezTo>
                  <a:pt x="354216" y="20716"/>
                  <a:pt x="356108" y="19241"/>
                  <a:pt x="358013" y="18276"/>
                </a:cubicBezTo>
                <a:cubicBezTo>
                  <a:pt x="359918" y="17310"/>
                  <a:pt x="361836" y="16827"/>
                  <a:pt x="363768" y="16827"/>
                </a:cubicBezTo>
                <a:cubicBezTo>
                  <a:pt x="366149" y="16827"/>
                  <a:pt x="368153" y="17231"/>
                  <a:pt x="369780" y="18037"/>
                </a:cubicBezTo>
                <a:cubicBezTo>
                  <a:pt x="371407" y="18844"/>
                  <a:pt x="372724" y="19923"/>
                  <a:pt x="373729" y="21272"/>
                </a:cubicBezTo>
                <a:cubicBezTo>
                  <a:pt x="374734" y="22621"/>
                  <a:pt x="375455" y="24202"/>
                  <a:pt x="375892" y="26014"/>
                </a:cubicBezTo>
                <a:cubicBezTo>
                  <a:pt x="376328" y="27827"/>
                  <a:pt x="376547" y="30016"/>
                  <a:pt x="376547" y="32583"/>
                </a:cubicBezTo>
                <a:lnTo>
                  <a:pt x="376547" y="54331"/>
                </a:lnTo>
                <a:close/>
                <a:moveTo>
                  <a:pt x="418615" y="34924"/>
                </a:moveTo>
                <a:cubicBezTo>
                  <a:pt x="418615" y="35956"/>
                  <a:pt x="418357" y="36690"/>
                  <a:pt x="417841" y="37127"/>
                </a:cubicBezTo>
                <a:cubicBezTo>
                  <a:pt x="417325" y="37563"/>
                  <a:pt x="416736" y="37781"/>
                  <a:pt x="416075" y="37781"/>
                </a:cubicBezTo>
                <a:lnTo>
                  <a:pt x="392660" y="37781"/>
                </a:lnTo>
                <a:cubicBezTo>
                  <a:pt x="392660" y="39772"/>
                  <a:pt x="392858" y="41563"/>
                  <a:pt x="393255" y="43155"/>
                </a:cubicBezTo>
                <a:cubicBezTo>
                  <a:pt x="393652" y="44748"/>
                  <a:pt x="394313" y="46114"/>
                  <a:pt x="395239" y="47255"/>
                </a:cubicBezTo>
                <a:cubicBezTo>
                  <a:pt x="396165" y="48396"/>
                  <a:pt x="397369" y="49272"/>
                  <a:pt x="398851" y="49883"/>
                </a:cubicBezTo>
                <a:cubicBezTo>
                  <a:pt x="400332" y="50493"/>
                  <a:pt x="402145" y="50799"/>
                  <a:pt x="404288" y="50799"/>
                </a:cubicBezTo>
                <a:cubicBezTo>
                  <a:pt x="405981" y="50799"/>
                  <a:pt x="407489" y="50660"/>
                  <a:pt x="408812" y="50382"/>
                </a:cubicBezTo>
                <a:cubicBezTo>
                  <a:pt x="410135" y="50104"/>
                  <a:pt x="411279" y="49793"/>
                  <a:pt x="412245" y="49449"/>
                </a:cubicBezTo>
                <a:cubicBezTo>
                  <a:pt x="413211" y="49105"/>
                  <a:pt x="414004" y="48794"/>
                  <a:pt x="414626" y="48517"/>
                </a:cubicBezTo>
                <a:cubicBezTo>
                  <a:pt x="415248" y="48239"/>
                  <a:pt x="415718" y="48100"/>
                  <a:pt x="416035" y="48100"/>
                </a:cubicBezTo>
                <a:cubicBezTo>
                  <a:pt x="416220" y="48100"/>
                  <a:pt x="416386" y="48146"/>
                  <a:pt x="416531" y="48239"/>
                </a:cubicBezTo>
                <a:cubicBezTo>
                  <a:pt x="416677" y="48331"/>
                  <a:pt x="416789" y="48470"/>
                  <a:pt x="416868" y="48655"/>
                </a:cubicBezTo>
                <a:cubicBezTo>
                  <a:pt x="416948" y="48841"/>
                  <a:pt x="417007" y="49099"/>
                  <a:pt x="417047" y="49429"/>
                </a:cubicBezTo>
                <a:cubicBezTo>
                  <a:pt x="417087" y="49760"/>
                  <a:pt x="417107" y="50164"/>
                  <a:pt x="417107" y="50640"/>
                </a:cubicBezTo>
                <a:cubicBezTo>
                  <a:pt x="417107" y="50984"/>
                  <a:pt x="417093" y="51281"/>
                  <a:pt x="417067" y="51533"/>
                </a:cubicBezTo>
                <a:cubicBezTo>
                  <a:pt x="417040" y="51784"/>
                  <a:pt x="417007" y="52009"/>
                  <a:pt x="416968" y="52207"/>
                </a:cubicBezTo>
                <a:cubicBezTo>
                  <a:pt x="416928" y="52406"/>
                  <a:pt x="416862" y="52584"/>
                  <a:pt x="416769" y="52743"/>
                </a:cubicBezTo>
                <a:cubicBezTo>
                  <a:pt x="416677" y="52902"/>
                  <a:pt x="416558" y="53054"/>
                  <a:pt x="416412" y="53200"/>
                </a:cubicBezTo>
                <a:cubicBezTo>
                  <a:pt x="416267" y="53345"/>
                  <a:pt x="415837" y="53583"/>
                  <a:pt x="415122" y="53914"/>
                </a:cubicBezTo>
                <a:cubicBezTo>
                  <a:pt x="414408" y="54245"/>
                  <a:pt x="413482" y="54569"/>
                  <a:pt x="412344" y="54886"/>
                </a:cubicBezTo>
                <a:cubicBezTo>
                  <a:pt x="411206" y="55204"/>
                  <a:pt x="409890" y="55488"/>
                  <a:pt x="408395" y="55740"/>
                </a:cubicBezTo>
                <a:cubicBezTo>
                  <a:pt x="406901" y="55991"/>
                  <a:pt x="405306" y="56117"/>
                  <a:pt x="403613" y="56117"/>
                </a:cubicBezTo>
                <a:cubicBezTo>
                  <a:pt x="400676" y="56117"/>
                  <a:pt x="398103" y="55706"/>
                  <a:pt x="395894" y="54885"/>
                </a:cubicBezTo>
                <a:cubicBezTo>
                  <a:pt x="393685" y="54064"/>
                  <a:pt x="391826" y="52846"/>
                  <a:pt x="390318" y="51230"/>
                </a:cubicBezTo>
                <a:cubicBezTo>
                  <a:pt x="388810" y="49615"/>
                  <a:pt x="387672" y="47589"/>
                  <a:pt x="386905" y="45152"/>
                </a:cubicBezTo>
                <a:cubicBezTo>
                  <a:pt x="386138" y="42715"/>
                  <a:pt x="385754" y="39882"/>
                  <a:pt x="385754" y="36650"/>
                </a:cubicBezTo>
                <a:cubicBezTo>
                  <a:pt x="385754" y="33578"/>
                  <a:pt x="386151" y="30817"/>
                  <a:pt x="386945" y="28367"/>
                </a:cubicBezTo>
                <a:cubicBezTo>
                  <a:pt x="387739" y="25917"/>
                  <a:pt x="388883" y="23838"/>
                  <a:pt x="390378" y="22130"/>
                </a:cubicBezTo>
                <a:cubicBezTo>
                  <a:pt x="391873" y="20422"/>
                  <a:pt x="393678" y="19111"/>
                  <a:pt x="395795" y="18197"/>
                </a:cubicBezTo>
                <a:cubicBezTo>
                  <a:pt x="397912" y="17284"/>
                  <a:pt x="400280" y="16827"/>
                  <a:pt x="402899" y="16827"/>
                </a:cubicBezTo>
                <a:cubicBezTo>
                  <a:pt x="405703" y="16827"/>
                  <a:pt x="408091" y="17277"/>
                  <a:pt x="410062" y="18176"/>
                </a:cubicBezTo>
                <a:cubicBezTo>
                  <a:pt x="412033" y="19076"/>
                  <a:pt x="413654" y="20286"/>
                  <a:pt x="414924" y="21808"/>
                </a:cubicBezTo>
                <a:cubicBezTo>
                  <a:pt x="416194" y="23329"/>
                  <a:pt x="417126" y="25115"/>
                  <a:pt x="417722" y="27165"/>
                </a:cubicBezTo>
                <a:cubicBezTo>
                  <a:pt x="418317" y="29216"/>
                  <a:pt x="418615" y="31405"/>
                  <a:pt x="418615" y="33733"/>
                </a:cubicBezTo>
                <a:lnTo>
                  <a:pt x="418615" y="34924"/>
                </a:lnTo>
                <a:moveTo>
                  <a:pt x="412027" y="32979"/>
                </a:moveTo>
                <a:cubicBezTo>
                  <a:pt x="412106" y="29540"/>
                  <a:pt x="411345" y="26841"/>
                  <a:pt x="409745" y="24883"/>
                </a:cubicBezTo>
                <a:cubicBezTo>
                  <a:pt x="408144" y="22925"/>
                  <a:pt x="405769" y="21947"/>
                  <a:pt x="402621" y="21947"/>
                </a:cubicBezTo>
                <a:cubicBezTo>
                  <a:pt x="401007" y="21947"/>
                  <a:pt x="399592" y="22251"/>
                  <a:pt x="398375" y="22859"/>
                </a:cubicBezTo>
                <a:cubicBezTo>
                  <a:pt x="397158" y="23468"/>
                  <a:pt x="396139" y="24275"/>
                  <a:pt x="395319" y="25280"/>
                </a:cubicBezTo>
                <a:cubicBezTo>
                  <a:pt x="394499" y="26286"/>
                  <a:pt x="393864" y="27456"/>
                  <a:pt x="393414" y="28792"/>
                </a:cubicBezTo>
                <a:cubicBezTo>
                  <a:pt x="392964" y="30129"/>
                  <a:pt x="392713" y="31524"/>
                  <a:pt x="392660" y="32979"/>
                </a:cubicBezTo>
                <a:lnTo>
                  <a:pt x="412027" y="32979"/>
                </a:lnTo>
                <a:close/>
                <a:moveTo>
                  <a:pt x="471832" y="43987"/>
                </a:moveTo>
                <a:cubicBezTo>
                  <a:pt x="471832" y="46002"/>
                  <a:pt x="471455" y="47779"/>
                  <a:pt x="470700" y="49317"/>
                </a:cubicBezTo>
                <a:cubicBezTo>
                  <a:pt x="469946" y="50854"/>
                  <a:pt x="468882" y="52139"/>
                  <a:pt x="467506" y="53174"/>
                </a:cubicBezTo>
                <a:cubicBezTo>
                  <a:pt x="466130" y="54207"/>
                  <a:pt x="464503" y="54982"/>
                  <a:pt x="462624" y="55499"/>
                </a:cubicBezTo>
                <a:cubicBezTo>
                  <a:pt x="460746" y="56016"/>
                  <a:pt x="458709" y="56275"/>
                  <a:pt x="456513" y="56275"/>
                </a:cubicBezTo>
                <a:cubicBezTo>
                  <a:pt x="455190" y="56275"/>
                  <a:pt x="453926" y="56175"/>
                  <a:pt x="452723" y="55974"/>
                </a:cubicBezTo>
                <a:cubicBezTo>
                  <a:pt x="451519" y="55773"/>
                  <a:pt x="450441" y="55519"/>
                  <a:pt x="449488" y="55211"/>
                </a:cubicBezTo>
                <a:cubicBezTo>
                  <a:pt x="448536" y="54903"/>
                  <a:pt x="447742" y="54588"/>
                  <a:pt x="447107" y="54267"/>
                </a:cubicBezTo>
                <a:cubicBezTo>
                  <a:pt x="446472" y="53946"/>
                  <a:pt x="446009" y="53644"/>
                  <a:pt x="445718" y="53363"/>
                </a:cubicBezTo>
                <a:cubicBezTo>
                  <a:pt x="445427" y="53082"/>
                  <a:pt x="445202" y="52642"/>
                  <a:pt x="445043" y="52044"/>
                </a:cubicBezTo>
                <a:cubicBezTo>
                  <a:pt x="444884" y="51445"/>
                  <a:pt x="444805" y="50560"/>
                  <a:pt x="444805" y="49390"/>
                </a:cubicBezTo>
                <a:cubicBezTo>
                  <a:pt x="444805" y="48618"/>
                  <a:pt x="444832" y="48000"/>
                  <a:pt x="444884" y="47534"/>
                </a:cubicBezTo>
                <a:cubicBezTo>
                  <a:pt x="444937" y="47069"/>
                  <a:pt x="445017" y="46696"/>
                  <a:pt x="445123" y="46417"/>
                </a:cubicBezTo>
                <a:cubicBezTo>
                  <a:pt x="445228" y="46137"/>
                  <a:pt x="445361" y="45951"/>
                  <a:pt x="445519" y="45859"/>
                </a:cubicBezTo>
                <a:cubicBezTo>
                  <a:pt x="445678" y="45765"/>
                  <a:pt x="445877" y="45719"/>
                  <a:pt x="446115" y="45719"/>
                </a:cubicBezTo>
                <a:cubicBezTo>
                  <a:pt x="446406" y="45719"/>
                  <a:pt x="446836" y="45886"/>
                  <a:pt x="447405" y="46221"/>
                </a:cubicBezTo>
                <a:cubicBezTo>
                  <a:pt x="447973" y="46556"/>
                  <a:pt x="448681" y="46924"/>
                  <a:pt x="449528" y="47326"/>
                </a:cubicBezTo>
                <a:cubicBezTo>
                  <a:pt x="450374" y="47728"/>
                  <a:pt x="451360" y="48103"/>
                  <a:pt x="452484" y="48451"/>
                </a:cubicBezTo>
                <a:cubicBezTo>
                  <a:pt x="453609" y="48799"/>
                  <a:pt x="454885" y="48973"/>
                  <a:pt x="456314" y="48973"/>
                </a:cubicBezTo>
                <a:cubicBezTo>
                  <a:pt x="457214" y="48973"/>
                  <a:pt x="458014" y="48881"/>
                  <a:pt x="458715" y="48696"/>
                </a:cubicBezTo>
                <a:cubicBezTo>
                  <a:pt x="459416" y="48512"/>
                  <a:pt x="460025" y="48249"/>
                  <a:pt x="460541" y="47906"/>
                </a:cubicBezTo>
                <a:cubicBezTo>
                  <a:pt x="461057" y="47563"/>
                  <a:pt x="461447" y="47128"/>
                  <a:pt x="461712" y="46602"/>
                </a:cubicBezTo>
                <a:cubicBezTo>
                  <a:pt x="461976" y="46075"/>
                  <a:pt x="462108" y="45469"/>
                  <a:pt x="462108" y="44784"/>
                </a:cubicBezTo>
                <a:cubicBezTo>
                  <a:pt x="462108" y="43988"/>
                  <a:pt x="461864" y="43306"/>
                  <a:pt x="461374" y="42736"/>
                </a:cubicBezTo>
                <a:cubicBezTo>
                  <a:pt x="460885" y="42166"/>
                  <a:pt x="460236" y="41668"/>
                  <a:pt x="459430" y="41244"/>
                </a:cubicBezTo>
                <a:cubicBezTo>
                  <a:pt x="458623" y="40820"/>
                  <a:pt x="457710" y="40422"/>
                  <a:pt x="456691" y="40051"/>
                </a:cubicBezTo>
                <a:cubicBezTo>
                  <a:pt x="455673" y="39680"/>
                  <a:pt x="454627" y="39269"/>
                  <a:pt x="453556" y="38818"/>
                </a:cubicBezTo>
                <a:cubicBezTo>
                  <a:pt x="452484" y="38368"/>
                  <a:pt x="451439" y="37851"/>
                  <a:pt x="450421" y="37268"/>
                </a:cubicBezTo>
                <a:cubicBezTo>
                  <a:pt x="449402" y="36684"/>
                  <a:pt x="448489" y="35968"/>
                  <a:pt x="447682" y="35120"/>
                </a:cubicBezTo>
                <a:cubicBezTo>
                  <a:pt x="446875" y="34272"/>
                  <a:pt x="446227" y="33251"/>
                  <a:pt x="445738" y="32059"/>
                </a:cubicBezTo>
                <a:cubicBezTo>
                  <a:pt x="445248" y="30866"/>
                  <a:pt x="445004" y="29434"/>
                  <a:pt x="445004" y="27764"/>
                </a:cubicBezTo>
                <a:cubicBezTo>
                  <a:pt x="445004" y="26067"/>
                  <a:pt x="445334" y="24509"/>
                  <a:pt x="445996" y="23091"/>
                </a:cubicBezTo>
                <a:cubicBezTo>
                  <a:pt x="446657" y="21673"/>
                  <a:pt x="447610" y="20461"/>
                  <a:pt x="448853" y="19454"/>
                </a:cubicBezTo>
                <a:cubicBezTo>
                  <a:pt x="450097" y="18446"/>
                  <a:pt x="451611" y="17664"/>
                  <a:pt x="453397" y="17107"/>
                </a:cubicBezTo>
                <a:cubicBezTo>
                  <a:pt x="455183" y="16550"/>
                  <a:pt x="457187" y="16271"/>
                  <a:pt x="459410" y="16271"/>
                </a:cubicBezTo>
                <a:cubicBezTo>
                  <a:pt x="460521" y="16271"/>
                  <a:pt x="461599" y="16351"/>
                  <a:pt x="462644" y="16510"/>
                </a:cubicBezTo>
                <a:cubicBezTo>
                  <a:pt x="463689" y="16668"/>
                  <a:pt x="464635" y="16867"/>
                  <a:pt x="465482" y="17105"/>
                </a:cubicBezTo>
                <a:cubicBezTo>
                  <a:pt x="466328" y="17343"/>
                  <a:pt x="467043" y="17601"/>
                  <a:pt x="467625" y="17879"/>
                </a:cubicBezTo>
                <a:cubicBezTo>
                  <a:pt x="468207" y="18157"/>
                  <a:pt x="468624" y="18395"/>
                  <a:pt x="468875" y="18593"/>
                </a:cubicBezTo>
                <a:cubicBezTo>
                  <a:pt x="469126" y="18791"/>
                  <a:pt x="469305" y="18990"/>
                  <a:pt x="469411" y="19188"/>
                </a:cubicBezTo>
                <a:cubicBezTo>
                  <a:pt x="469516" y="19387"/>
                  <a:pt x="469596" y="19625"/>
                  <a:pt x="469649" y="19903"/>
                </a:cubicBezTo>
                <a:cubicBezTo>
                  <a:pt x="469702" y="20181"/>
                  <a:pt x="469748" y="20524"/>
                  <a:pt x="469788" y="20935"/>
                </a:cubicBezTo>
                <a:cubicBezTo>
                  <a:pt x="469827" y="21345"/>
                  <a:pt x="469847" y="21854"/>
                  <a:pt x="469847" y="22462"/>
                </a:cubicBezTo>
                <a:cubicBezTo>
                  <a:pt x="469847" y="23177"/>
                  <a:pt x="469827" y="23759"/>
                  <a:pt x="469788" y="24209"/>
                </a:cubicBezTo>
                <a:cubicBezTo>
                  <a:pt x="469748" y="24658"/>
                  <a:pt x="469682" y="25016"/>
                  <a:pt x="469589" y="25280"/>
                </a:cubicBezTo>
                <a:cubicBezTo>
                  <a:pt x="469497" y="25545"/>
                  <a:pt x="469371" y="25723"/>
                  <a:pt x="469212" y="25816"/>
                </a:cubicBezTo>
                <a:cubicBezTo>
                  <a:pt x="469053" y="25909"/>
                  <a:pt x="468868" y="25955"/>
                  <a:pt x="468657" y="25955"/>
                </a:cubicBezTo>
                <a:cubicBezTo>
                  <a:pt x="468418" y="25955"/>
                  <a:pt x="468048" y="25816"/>
                  <a:pt x="467545" y="25538"/>
                </a:cubicBezTo>
                <a:cubicBezTo>
                  <a:pt x="467043" y="25260"/>
                  <a:pt x="466414" y="24963"/>
                  <a:pt x="465660" y="24645"/>
                </a:cubicBezTo>
                <a:cubicBezTo>
                  <a:pt x="464906" y="24328"/>
                  <a:pt x="464033" y="24030"/>
                  <a:pt x="463041" y="23752"/>
                </a:cubicBezTo>
                <a:cubicBezTo>
                  <a:pt x="462049" y="23474"/>
                  <a:pt x="460918" y="23336"/>
                  <a:pt x="459648" y="23336"/>
                </a:cubicBezTo>
                <a:cubicBezTo>
                  <a:pt x="458748" y="23336"/>
                  <a:pt x="457968" y="23429"/>
                  <a:pt x="457306" y="23616"/>
                </a:cubicBezTo>
                <a:cubicBezTo>
                  <a:pt x="456645" y="23802"/>
                  <a:pt x="456102" y="24068"/>
                  <a:pt x="455679" y="24413"/>
                </a:cubicBezTo>
                <a:cubicBezTo>
                  <a:pt x="455256" y="24759"/>
                  <a:pt x="454938" y="25164"/>
                  <a:pt x="454727" y="25630"/>
                </a:cubicBezTo>
                <a:cubicBezTo>
                  <a:pt x="454515" y="26095"/>
                  <a:pt x="454409" y="26594"/>
                  <a:pt x="454409" y="27127"/>
                </a:cubicBezTo>
                <a:cubicBezTo>
                  <a:pt x="454409" y="27949"/>
                  <a:pt x="454661" y="28638"/>
                  <a:pt x="455163" y="29196"/>
                </a:cubicBezTo>
                <a:cubicBezTo>
                  <a:pt x="455666" y="29752"/>
                  <a:pt x="456327" y="30242"/>
                  <a:pt x="457148" y="30666"/>
                </a:cubicBezTo>
                <a:cubicBezTo>
                  <a:pt x="457968" y="31091"/>
                  <a:pt x="458900" y="31488"/>
                  <a:pt x="459945" y="31859"/>
                </a:cubicBezTo>
                <a:cubicBezTo>
                  <a:pt x="460991" y="32231"/>
                  <a:pt x="462049" y="32635"/>
                  <a:pt x="463120" y="33072"/>
                </a:cubicBezTo>
                <a:cubicBezTo>
                  <a:pt x="464192" y="33510"/>
                  <a:pt x="465250" y="34020"/>
                  <a:pt x="466295" y="34603"/>
                </a:cubicBezTo>
                <a:cubicBezTo>
                  <a:pt x="467340" y="35186"/>
                  <a:pt x="468273" y="35902"/>
                  <a:pt x="469093" y="36751"/>
                </a:cubicBezTo>
                <a:cubicBezTo>
                  <a:pt x="469913" y="37599"/>
                  <a:pt x="470575" y="38613"/>
                  <a:pt x="471077" y="39793"/>
                </a:cubicBezTo>
                <a:cubicBezTo>
                  <a:pt x="471580" y="40972"/>
                  <a:pt x="471832" y="42370"/>
                  <a:pt x="471832" y="43987"/>
                </a:cubicBezTo>
                <a:close/>
                <a:moveTo>
                  <a:pt x="513132" y="53973"/>
                </a:moveTo>
                <a:cubicBezTo>
                  <a:pt x="513132" y="54238"/>
                  <a:pt x="513066" y="54470"/>
                  <a:pt x="512934" y="54668"/>
                </a:cubicBezTo>
                <a:cubicBezTo>
                  <a:pt x="512802" y="54866"/>
                  <a:pt x="512570" y="55032"/>
                  <a:pt x="512239" y="55164"/>
                </a:cubicBezTo>
                <a:cubicBezTo>
                  <a:pt x="511909" y="55296"/>
                  <a:pt x="511472" y="55396"/>
                  <a:pt x="510930" y="55462"/>
                </a:cubicBezTo>
                <a:cubicBezTo>
                  <a:pt x="510387" y="55528"/>
                  <a:pt x="509706" y="55561"/>
                  <a:pt x="508886" y="55561"/>
                </a:cubicBezTo>
                <a:cubicBezTo>
                  <a:pt x="508013" y="55561"/>
                  <a:pt x="507305" y="55528"/>
                  <a:pt x="506763" y="55462"/>
                </a:cubicBezTo>
                <a:cubicBezTo>
                  <a:pt x="506220" y="55396"/>
                  <a:pt x="505790" y="55296"/>
                  <a:pt x="505473" y="55164"/>
                </a:cubicBezTo>
                <a:cubicBezTo>
                  <a:pt x="505155" y="55032"/>
                  <a:pt x="504931" y="54866"/>
                  <a:pt x="504798" y="54668"/>
                </a:cubicBezTo>
                <a:cubicBezTo>
                  <a:pt x="504666" y="54470"/>
                  <a:pt x="504600" y="54238"/>
                  <a:pt x="504600" y="53973"/>
                </a:cubicBezTo>
                <a:lnTo>
                  <a:pt x="504600" y="49886"/>
                </a:lnTo>
                <a:cubicBezTo>
                  <a:pt x="502642" y="52016"/>
                  <a:pt x="500651" y="53613"/>
                  <a:pt x="498627" y="54678"/>
                </a:cubicBezTo>
                <a:cubicBezTo>
                  <a:pt x="496603" y="55743"/>
                  <a:pt x="494506" y="56275"/>
                  <a:pt x="492337" y="56275"/>
                </a:cubicBezTo>
                <a:cubicBezTo>
                  <a:pt x="489903" y="56275"/>
                  <a:pt x="487859" y="55878"/>
                  <a:pt x="486205" y="55083"/>
                </a:cubicBezTo>
                <a:cubicBezTo>
                  <a:pt x="484552" y="54289"/>
                  <a:pt x="483215" y="53203"/>
                  <a:pt x="482197" y="51827"/>
                </a:cubicBezTo>
                <a:cubicBezTo>
                  <a:pt x="481178" y="50449"/>
                  <a:pt x="480451" y="48854"/>
                  <a:pt x="480014" y="47040"/>
                </a:cubicBezTo>
                <a:cubicBezTo>
                  <a:pt x="479578" y="45225"/>
                  <a:pt x="479359" y="42967"/>
                  <a:pt x="479359" y="40266"/>
                </a:cubicBezTo>
                <a:lnTo>
                  <a:pt x="479359" y="18574"/>
                </a:lnTo>
                <a:cubicBezTo>
                  <a:pt x="479359" y="18310"/>
                  <a:pt x="479432" y="18078"/>
                  <a:pt x="479578" y="17880"/>
                </a:cubicBezTo>
                <a:cubicBezTo>
                  <a:pt x="479723" y="17681"/>
                  <a:pt x="479988" y="17515"/>
                  <a:pt x="480371" y="17383"/>
                </a:cubicBezTo>
                <a:cubicBezTo>
                  <a:pt x="480755" y="17250"/>
                  <a:pt x="481271" y="17151"/>
                  <a:pt x="481919" y="17085"/>
                </a:cubicBezTo>
                <a:cubicBezTo>
                  <a:pt x="482567" y="17019"/>
                  <a:pt x="483368" y="16986"/>
                  <a:pt x="484320" y="16986"/>
                </a:cubicBezTo>
                <a:cubicBezTo>
                  <a:pt x="485299" y="16986"/>
                  <a:pt x="486106" y="17019"/>
                  <a:pt x="486741" y="17085"/>
                </a:cubicBezTo>
                <a:cubicBezTo>
                  <a:pt x="487376" y="17151"/>
                  <a:pt x="487885" y="17250"/>
                  <a:pt x="488269" y="17383"/>
                </a:cubicBezTo>
                <a:cubicBezTo>
                  <a:pt x="488653" y="17515"/>
                  <a:pt x="488924" y="17680"/>
                  <a:pt x="489082" y="17879"/>
                </a:cubicBezTo>
                <a:cubicBezTo>
                  <a:pt x="489241" y="18077"/>
                  <a:pt x="489321" y="18309"/>
                  <a:pt x="489321" y="18573"/>
                </a:cubicBezTo>
                <a:lnTo>
                  <a:pt x="489321" y="38575"/>
                </a:lnTo>
                <a:cubicBezTo>
                  <a:pt x="489321" y="40427"/>
                  <a:pt x="489440" y="41843"/>
                  <a:pt x="489678" y="42822"/>
                </a:cubicBezTo>
                <a:cubicBezTo>
                  <a:pt x="489916" y="43801"/>
                  <a:pt x="490280" y="44641"/>
                  <a:pt x="490769" y="45342"/>
                </a:cubicBezTo>
                <a:cubicBezTo>
                  <a:pt x="491259" y="46043"/>
                  <a:pt x="491880" y="46585"/>
                  <a:pt x="492634" y="46969"/>
                </a:cubicBezTo>
                <a:cubicBezTo>
                  <a:pt x="493388" y="47352"/>
                  <a:pt x="494268" y="47544"/>
                  <a:pt x="495274" y="47544"/>
                </a:cubicBezTo>
                <a:cubicBezTo>
                  <a:pt x="496543" y="47544"/>
                  <a:pt x="497820" y="47081"/>
                  <a:pt x="499103" y="46155"/>
                </a:cubicBezTo>
                <a:cubicBezTo>
                  <a:pt x="500386" y="45229"/>
                  <a:pt x="501756" y="43880"/>
                  <a:pt x="503211" y="42107"/>
                </a:cubicBezTo>
                <a:lnTo>
                  <a:pt x="503211" y="18573"/>
                </a:lnTo>
                <a:cubicBezTo>
                  <a:pt x="503211" y="18309"/>
                  <a:pt x="503284" y="18077"/>
                  <a:pt x="503429" y="17879"/>
                </a:cubicBezTo>
                <a:cubicBezTo>
                  <a:pt x="503575" y="17680"/>
                  <a:pt x="503839" y="17515"/>
                  <a:pt x="504223" y="17383"/>
                </a:cubicBezTo>
                <a:cubicBezTo>
                  <a:pt x="504606" y="17250"/>
                  <a:pt x="505116" y="17151"/>
                  <a:pt x="505751" y="17085"/>
                </a:cubicBezTo>
                <a:cubicBezTo>
                  <a:pt x="506386" y="17019"/>
                  <a:pt x="507193" y="16986"/>
                  <a:pt x="508172" y="16986"/>
                </a:cubicBezTo>
                <a:cubicBezTo>
                  <a:pt x="509151" y="16986"/>
                  <a:pt x="509957" y="17019"/>
                  <a:pt x="510592" y="17085"/>
                </a:cubicBezTo>
                <a:cubicBezTo>
                  <a:pt x="511227" y="17151"/>
                  <a:pt x="511730" y="17250"/>
                  <a:pt x="512101" y="17383"/>
                </a:cubicBezTo>
                <a:cubicBezTo>
                  <a:pt x="512471" y="17515"/>
                  <a:pt x="512736" y="17680"/>
                  <a:pt x="512894" y="17879"/>
                </a:cubicBezTo>
                <a:cubicBezTo>
                  <a:pt x="513053" y="18077"/>
                  <a:pt x="513132" y="18309"/>
                  <a:pt x="513132" y="18573"/>
                </a:cubicBezTo>
                <a:lnTo>
                  <a:pt x="513132" y="53973"/>
                </a:lnTo>
                <a:close/>
                <a:moveTo>
                  <a:pt x="579641" y="53972"/>
                </a:moveTo>
                <a:cubicBezTo>
                  <a:pt x="579641" y="54237"/>
                  <a:pt x="579561" y="54469"/>
                  <a:pt x="579403" y="54668"/>
                </a:cubicBezTo>
                <a:cubicBezTo>
                  <a:pt x="579244" y="54866"/>
                  <a:pt x="578979" y="55032"/>
                  <a:pt x="578609" y="55164"/>
                </a:cubicBezTo>
                <a:cubicBezTo>
                  <a:pt x="578238" y="55296"/>
                  <a:pt x="577736" y="55396"/>
                  <a:pt x="577101" y="55462"/>
                </a:cubicBezTo>
                <a:cubicBezTo>
                  <a:pt x="576466" y="55528"/>
                  <a:pt x="575659" y="55561"/>
                  <a:pt x="574680" y="55561"/>
                </a:cubicBezTo>
                <a:cubicBezTo>
                  <a:pt x="573675" y="55561"/>
                  <a:pt x="572854" y="55528"/>
                  <a:pt x="572219" y="55462"/>
                </a:cubicBezTo>
                <a:cubicBezTo>
                  <a:pt x="571584" y="55396"/>
                  <a:pt x="571075" y="55296"/>
                  <a:pt x="570691" y="55164"/>
                </a:cubicBezTo>
                <a:cubicBezTo>
                  <a:pt x="570308" y="55032"/>
                  <a:pt x="570043" y="54866"/>
                  <a:pt x="569898" y="54668"/>
                </a:cubicBezTo>
                <a:cubicBezTo>
                  <a:pt x="569752" y="54470"/>
                  <a:pt x="569679" y="54238"/>
                  <a:pt x="569679" y="53973"/>
                </a:cubicBezTo>
                <a:lnTo>
                  <a:pt x="569679" y="32979"/>
                </a:lnTo>
                <a:cubicBezTo>
                  <a:pt x="569679" y="31789"/>
                  <a:pt x="569567" y="30704"/>
                  <a:pt x="569342" y="29725"/>
                </a:cubicBezTo>
                <a:cubicBezTo>
                  <a:pt x="569117" y="28746"/>
                  <a:pt x="568773" y="27906"/>
                  <a:pt x="568310" y="27205"/>
                </a:cubicBezTo>
                <a:cubicBezTo>
                  <a:pt x="567847" y="26504"/>
                  <a:pt x="567265" y="25962"/>
                  <a:pt x="566564" y="25578"/>
                </a:cubicBezTo>
                <a:cubicBezTo>
                  <a:pt x="565863" y="25194"/>
                  <a:pt x="565023" y="25002"/>
                  <a:pt x="564044" y="25002"/>
                </a:cubicBezTo>
                <a:cubicBezTo>
                  <a:pt x="562853" y="25002"/>
                  <a:pt x="561650" y="25465"/>
                  <a:pt x="560432" y="26391"/>
                </a:cubicBezTo>
                <a:cubicBezTo>
                  <a:pt x="559215" y="27317"/>
                  <a:pt x="557893" y="28667"/>
                  <a:pt x="556464" y="30439"/>
                </a:cubicBezTo>
                <a:lnTo>
                  <a:pt x="556464" y="53973"/>
                </a:lnTo>
                <a:cubicBezTo>
                  <a:pt x="556464" y="54238"/>
                  <a:pt x="556384" y="54470"/>
                  <a:pt x="556226" y="54668"/>
                </a:cubicBezTo>
                <a:cubicBezTo>
                  <a:pt x="556067" y="54866"/>
                  <a:pt x="555796" y="55032"/>
                  <a:pt x="555412" y="55164"/>
                </a:cubicBezTo>
                <a:cubicBezTo>
                  <a:pt x="555029" y="55296"/>
                  <a:pt x="554519" y="55396"/>
                  <a:pt x="553884" y="55462"/>
                </a:cubicBezTo>
                <a:cubicBezTo>
                  <a:pt x="553249" y="55528"/>
                  <a:pt x="552456" y="55561"/>
                  <a:pt x="551503" y="55561"/>
                </a:cubicBezTo>
                <a:cubicBezTo>
                  <a:pt x="550524" y="55561"/>
                  <a:pt x="549717" y="55528"/>
                  <a:pt x="549082" y="55462"/>
                </a:cubicBezTo>
                <a:cubicBezTo>
                  <a:pt x="548447" y="55396"/>
                  <a:pt x="547938" y="55296"/>
                  <a:pt x="547554" y="55164"/>
                </a:cubicBezTo>
                <a:cubicBezTo>
                  <a:pt x="547171" y="55032"/>
                  <a:pt x="546899" y="54866"/>
                  <a:pt x="546741" y="54668"/>
                </a:cubicBezTo>
                <a:cubicBezTo>
                  <a:pt x="546582" y="54470"/>
                  <a:pt x="546503" y="54238"/>
                  <a:pt x="546503" y="53973"/>
                </a:cubicBezTo>
                <a:lnTo>
                  <a:pt x="546503" y="32979"/>
                </a:lnTo>
                <a:cubicBezTo>
                  <a:pt x="546503" y="31789"/>
                  <a:pt x="546390" y="30704"/>
                  <a:pt x="546165" y="29725"/>
                </a:cubicBezTo>
                <a:cubicBezTo>
                  <a:pt x="545940" y="28746"/>
                  <a:pt x="545603" y="27906"/>
                  <a:pt x="545153" y="27205"/>
                </a:cubicBezTo>
                <a:cubicBezTo>
                  <a:pt x="544703" y="26504"/>
                  <a:pt x="544121" y="25962"/>
                  <a:pt x="543407" y="25578"/>
                </a:cubicBezTo>
                <a:cubicBezTo>
                  <a:pt x="542693" y="25194"/>
                  <a:pt x="541859" y="25002"/>
                  <a:pt x="540907" y="25002"/>
                </a:cubicBezTo>
                <a:cubicBezTo>
                  <a:pt x="539690" y="25002"/>
                  <a:pt x="538473" y="25465"/>
                  <a:pt x="537256" y="26391"/>
                </a:cubicBezTo>
                <a:cubicBezTo>
                  <a:pt x="536039" y="27317"/>
                  <a:pt x="534729" y="28667"/>
                  <a:pt x="533327" y="30439"/>
                </a:cubicBezTo>
                <a:lnTo>
                  <a:pt x="533327" y="53973"/>
                </a:lnTo>
                <a:cubicBezTo>
                  <a:pt x="533327" y="54238"/>
                  <a:pt x="533247" y="54470"/>
                  <a:pt x="533089" y="54668"/>
                </a:cubicBezTo>
                <a:cubicBezTo>
                  <a:pt x="532930" y="54866"/>
                  <a:pt x="532659" y="55032"/>
                  <a:pt x="532275" y="55164"/>
                </a:cubicBezTo>
                <a:cubicBezTo>
                  <a:pt x="531891" y="55296"/>
                  <a:pt x="531382" y="55396"/>
                  <a:pt x="530747" y="55462"/>
                </a:cubicBezTo>
                <a:cubicBezTo>
                  <a:pt x="530112" y="55528"/>
                  <a:pt x="529305" y="55561"/>
                  <a:pt x="528326" y="55561"/>
                </a:cubicBezTo>
                <a:cubicBezTo>
                  <a:pt x="527347" y="55561"/>
                  <a:pt x="526540" y="55528"/>
                  <a:pt x="525905" y="55462"/>
                </a:cubicBezTo>
                <a:cubicBezTo>
                  <a:pt x="525270" y="55396"/>
                  <a:pt x="524761" y="55296"/>
                  <a:pt x="524377" y="55164"/>
                </a:cubicBezTo>
                <a:cubicBezTo>
                  <a:pt x="523994" y="55032"/>
                  <a:pt x="523723" y="54866"/>
                  <a:pt x="523564" y="54668"/>
                </a:cubicBezTo>
                <a:cubicBezTo>
                  <a:pt x="523405" y="54470"/>
                  <a:pt x="523326" y="54238"/>
                  <a:pt x="523326" y="53973"/>
                </a:cubicBezTo>
                <a:lnTo>
                  <a:pt x="523326" y="18573"/>
                </a:lnTo>
                <a:cubicBezTo>
                  <a:pt x="523326" y="18309"/>
                  <a:pt x="523392" y="18077"/>
                  <a:pt x="523524" y="17879"/>
                </a:cubicBezTo>
                <a:cubicBezTo>
                  <a:pt x="523656" y="17680"/>
                  <a:pt x="523895" y="17515"/>
                  <a:pt x="524239" y="17383"/>
                </a:cubicBezTo>
                <a:cubicBezTo>
                  <a:pt x="524582" y="17250"/>
                  <a:pt x="525026" y="17151"/>
                  <a:pt x="525568" y="17085"/>
                </a:cubicBezTo>
                <a:cubicBezTo>
                  <a:pt x="526110" y="17019"/>
                  <a:pt x="526792" y="16986"/>
                  <a:pt x="527612" y="16986"/>
                </a:cubicBezTo>
                <a:cubicBezTo>
                  <a:pt x="528458" y="16986"/>
                  <a:pt x="529160" y="17019"/>
                  <a:pt x="529715" y="17085"/>
                </a:cubicBezTo>
                <a:cubicBezTo>
                  <a:pt x="530271" y="17151"/>
                  <a:pt x="530701" y="17250"/>
                  <a:pt x="531005" y="17383"/>
                </a:cubicBezTo>
                <a:cubicBezTo>
                  <a:pt x="531309" y="17515"/>
                  <a:pt x="531528" y="17680"/>
                  <a:pt x="531660" y="17879"/>
                </a:cubicBezTo>
                <a:cubicBezTo>
                  <a:pt x="531792" y="18077"/>
                  <a:pt x="531858" y="18309"/>
                  <a:pt x="531858" y="18573"/>
                </a:cubicBezTo>
                <a:lnTo>
                  <a:pt x="531858" y="22661"/>
                </a:lnTo>
                <a:cubicBezTo>
                  <a:pt x="533816" y="20531"/>
                  <a:pt x="535767" y="18934"/>
                  <a:pt x="537712" y="17869"/>
                </a:cubicBezTo>
                <a:cubicBezTo>
                  <a:pt x="539657" y="16804"/>
                  <a:pt x="541687" y="16271"/>
                  <a:pt x="543804" y="16271"/>
                </a:cubicBezTo>
                <a:cubicBezTo>
                  <a:pt x="545259" y="16271"/>
                  <a:pt x="546569" y="16425"/>
                  <a:pt x="547733" y="16732"/>
                </a:cubicBezTo>
                <a:cubicBezTo>
                  <a:pt x="548897" y="17037"/>
                  <a:pt x="549935" y="17476"/>
                  <a:pt x="550848" y="18049"/>
                </a:cubicBezTo>
                <a:cubicBezTo>
                  <a:pt x="551761" y="18621"/>
                  <a:pt x="552548" y="19306"/>
                  <a:pt x="553210" y="20105"/>
                </a:cubicBezTo>
                <a:cubicBezTo>
                  <a:pt x="553871" y="20904"/>
                  <a:pt x="554427" y="21795"/>
                  <a:pt x="554876" y="22780"/>
                </a:cubicBezTo>
                <a:cubicBezTo>
                  <a:pt x="555935" y="21636"/>
                  <a:pt x="556973" y="20651"/>
                  <a:pt x="557992" y="19826"/>
                </a:cubicBezTo>
                <a:cubicBezTo>
                  <a:pt x="559010" y="19000"/>
                  <a:pt x="560016" y="18328"/>
                  <a:pt x="561008" y="17809"/>
                </a:cubicBezTo>
                <a:cubicBezTo>
                  <a:pt x="562000" y="17290"/>
                  <a:pt x="562992" y="16904"/>
                  <a:pt x="563984" y="16651"/>
                </a:cubicBezTo>
                <a:cubicBezTo>
                  <a:pt x="564977" y="16398"/>
                  <a:pt x="565989" y="16271"/>
                  <a:pt x="567020" y="16271"/>
                </a:cubicBezTo>
                <a:cubicBezTo>
                  <a:pt x="569375" y="16271"/>
                  <a:pt x="571359" y="16669"/>
                  <a:pt x="572973" y="17463"/>
                </a:cubicBezTo>
                <a:cubicBezTo>
                  <a:pt x="574587" y="18258"/>
                  <a:pt x="575890" y="19337"/>
                  <a:pt x="576882" y="20701"/>
                </a:cubicBezTo>
                <a:cubicBezTo>
                  <a:pt x="577875" y="22065"/>
                  <a:pt x="578582" y="23661"/>
                  <a:pt x="579006" y="25489"/>
                </a:cubicBezTo>
                <a:cubicBezTo>
                  <a:pt x="579429" y="27316"/>
                  <a:pt x="579641" y="29249"/>
                  <a:pt x="579641" y="31288"/>
                </a:cubicBezTo>
                <a:lnTo>
                  <a:pt x="579641" y="53972"/>
                </a:lnTo>
                <a:close/>
                <a:moveTo>
                  <a:pt x="645638" y="53972"/>
                </a:moveTo>
                <a:cubicBezTo>
                  <a:pt x="645638" y="54237"/>
                  <a:pt x="645559" y="54469"/>
                  <a:pt x="645400" y="54668"/>
                </a:cubicBezTo>
                <a:cubicBezTo>
                  <a:pt x="645241" y="54866"/>
                  <a:pt x="644977" y="55032"/>
                  <a:pt x="644606" y="55164"/>
                </a:cubicBezTo>
                <a:cubicBezTo>
                  <a:pt x="644236" y="55296"/>
                  <a:pt x="643733" y="55396"/>
                  <a:pt x="643098" y="55462"/>
                </a:cubicBezTo>
                <a:cubicBezTo>
                  <a:pt x="642463" y="55528"/>
                  <a:pt x="641656" y="55561"/>
                  <a:pt x="640677" y="55561"/>
                </a:cubicBezTo>
                <a:cubicBezTo>
                  <a:pt x="639672" y="55561"/>
                  <a:pt x="638852" y="55528"/>
                  <a:pt x="638217" y="55462"/>
                </a:cubicBezTo>
                <a:cubicBezTo>
                  <a:pt x="637582" y="55396"/>
                  <a:pt x="637073" y="55296"/>
                  <a:pt x="636689" y="55164"/>
                </a:cubicBezTo>
                <a:cubicBezTo>
                  <a:pt x="636305" y="55032"/>
                  <a:pt x="636041" y="54866"/>
                  <a:pt x="635895" y="54668"/>
                </a:cubicBezTo>
                <a:cubicBezTo>
                  <a:pt x="635750" y="54470"/>
                  <a:pt x="635677" y="54238"/>
                  <a:pt x="635677" y="53973"/>
                </a:cubicBezTo>
                <a:lnTo>
                  <a:pt x="635677" y="32979"/>
                </a:lnTo>
                <a:cubicBezTo>
                  <a:pt x="635677" y="31789"/>
                  <a:pt x="635565" y="30704"/>
                  <a:pt x="635340" y="29725"/>
                </a:cubicBezTo>
                <a:cubicBezTo>
                  <a:pt x="635115" y="28746"/>
                  <a:pt x="634771" y="27906"/>
                  <a:pt x="634308" y="27205"/>
                </a:cubicBezTo>
                <a:cubicBezTo>
                  <a:pt x="633845" y="26504"/>
                  <a:pt x="633263" y="25962"/>
                  <a:pt x="632562" y="25578"/>
                </a:cubicBezTo>
                <a:cubicBezTo>
                  <a:pt x="631860" y="25194"/>
                  <a:pt x="631020" y="25002"/>
                  <a:pt x="630042" y="25002"/>
                </a:cubicBezTo>
                <a:cubicBezTo>
                  <a:pt x="628851" y="25002"/>
                  <a:pt x="627647" y="25465"/>
                  <a:pt x="626430" y="26391"/>
                </a:cubicBezTo>
                <a:cubicBezTo>
                  <a:pt x="625213" y="27317"/>
                  <a:pt x="623890" y="28667"/>
                  <a:pt x="622461" y="30439"/>
                </a:cubicBezTo>
                <a:lnTo>
                  <a:pt x="622461" y="53973"/>
                </a:lnTo>
                <a:cubicBezTo>
                  <a:pt x="622461" y="54238"/>
                  <a:pt x="622382" y="54470"/>
                  <a:pt x="622223" y="54668"/>
                </a:cubicBezTo>
                <a:cubicBezTo>
                  <a:pt x="622065" y="54866"/>
                  <a:pt x="621793" y="55032"/>
                  <a:pt x="621410" y="55164"/>
                </a:cubicBezTo>
                <a:cubicBezTo>
                  <a:pt x="621026" y="55296"/>
                  <a:pt x="620517" y="55396"/>
                  <a:pt x="619882" y="55462"/>
                </a:cubicBezTo>
                <a:cubicBezTo>
                  <a:pt x="619247" y="55528"/>
                  <a:pt x="618453" y="55561"/>
                  <a:pt x="617501" y="55561"/>
                </a:cubicBezTo>
                <a:cubicBezTo>
                  <a:pt x="616522" y="55561"/>
                  <a:pt x="615715" y="55528"/>
                  <a:pt x="615080" y="55462"/>
                </a:cubicBezTo>
                <a:cubicBezTo>
                  <a:pt x="614445" y="55396"/>
                  <a:pt x="613935" y="55296"/>
                  <a:pt x="613552" y="55164"/>
                </a:cubicBezTo>
                <a:cubicBezTo>
                  <a:pt x="613168" y="55032"/>
                  <a:pt x="612897" y="54866"/>
                  <a:pt x="612738" y="54668"/>
                </a:cubicBezTo>
                <a:cubicBezTo>
                  <a:pt x="612579" y="54470"/>
                  <a:pt x="612500" y="54238"/>
                  <a:pt x="612500" y="53973"/>
                </a:cubicBezTo>
                <a:lnTo>
                  <a:pt x="612500" y="32979"/>
                </a:lnTo>
                <a:cubicBezTo>
                  <a:pt x="612500" y="31789"/>
                  <a:pt x="612388" y="30704"/>
                  <a:pt x="612163" y="29725"/>
                </a:cubicBezTo>
                <a:cubicBezTo>
                  <a:pt x="611938" y="28746"/>
                  <a:pt x="611601" y="27906"/>
                  <a:pt x="611151" y="27205"/>
                </a:cubicBezTo>
                <a:cubicBezTo>
                  <a:pt x="610701" y="26504"/>
                  <a:pt x="610119" y="25962"/>
                  <a:pt x="609405" y="25578"/>
                </a:cubicBezTo>
                <a:cubicBezTo>
                  <a:pt x="608690" y="25194"/>
                  <a:pt x="607857" y="25002"/>
                  <a:pt x="606904" y="25002"/>
                </a:cubicBezTo>
                <a:cubicBezTo>
                  <a:pt x="605687" y="25002"/>
                  <a:pt x="604470" y="25465"/>
                  <a:pt x="603253" y="26391"/>
                </a:cubicBezTo>
                <a:cubicBezTo>
                  <a:pt x="602036" y="27317"/>
                  <a:pt x="600727" y="28667"/>
                  <a:pt x="599324" y="30439"/>
                </a:cubicBezTo>
                <a:lnTo>
                  <a:pt x="599324" y="53973"/>
                </a:lnTo>
                <a:cubicBezTo>
                  <a:pt x="599324" y="54238"/>
                  <a:pt x="599245" y="54470"/>
                  <a:pt x="599086" y="54668"/>
                </a:cubicBezTo>
                <a:cubicBezTo>
                  <a:pt x="598927" y="54866"/>
                  <a:pt x="598656" y="55032"/>
                  <a:pt x="598273" y="55164"/>
                </a:cubicBezTo>
                <a:cubicBezTo>
                  <a:pt x="597889" y="55296"/>
                  <a:pt x="597380" y="55396"/>
                  <a:pt x="596745" y="55462"/>
                </a:cubicBezTo>
                <a:cubicBezTo>
                  <a:pt x="596110" y="55528"/>
                  <a:pt x="595303" y="55561"/>
                  <a:pt x="594324" y="55561"/>
                </a:cubicBezTo>
                <a:cubicBezTo>
                  <a:pt x="593345" y="55561"/>
                  <a:pt x="592538" y="55528"/>
                  <a:pt x="591903" y="55462"/>
                </a:cubicBezTo>
                <a:cubicBezTo>
                  <a:pt x="591268" y="55396"/>
                  <a:pt x="590759" y="55296"/>
                  <a:pt x="590375" y="55164"/>
                </a:cubicBezTo>
                <a:cubicBezTo>
                  <a:pt x="589991" y="55032"/>
                  <a:pt x="589720" y="54866"/>
                  <a:pt x="589561" y="54668"/>
                </a:cubicBezTo>
                <a:cubicBezTo>
                  <a:pt x="589403" y="54470"/>
                  <a:pt x="589323" y="54238"/>
                  <a:pt x="589323" y="53973"/>
                </a:cubicBezTo>
                <a:lnTo>
                  <a:pt x="589323" y="18573"/>
                </a:lnTo>
                <a:cubicBezTo>
                  <a:pt x="589323" y="18309"/>
                  <a:pt x="589389" y="18077"/>
                  <a:pt x="589522" y="17879"/>
                </a:cubicBezTo>
                <a:cubicBezTo>
                  <a:pt x="589654" y="17680"/>
                  <a:pt x="589892" y="17515"/>
                  <a:pt x="590236" y="17383"/>
                </a:cubicBezTo>
                <a:cubicBezTo>
                  <a:pt x="590580" y="17250"/>
                  <a:pt x="591023" y="17151"/>
                  <a:pt x="591566" y="17085"/>
                </a:cubicBezTo>
                <a:cubicBezTo>
                  <a:pt x="592108" y="17019"/>
                  <a:pt x="592789" y="16986"/>
                  <a:pt x="593609" y="16986"/>
                </a:cubicBezTo>
                <a:cubicBezTo>
                  <a:pt x="594456" y="16986"/>
                  <a:pt x="595157" y="17019"/>
                  <a:pt x="595713" y="17085"/>
                </a:cubicBezTo>
                <a:cubicBezTo>
                  <a:pt x="596268" y="17151"/>
                  <a:pt x="596698" y="17250"/>
                  <a:pt x="597003" y="17383"/>
                </a:cubicBezTo>
                <a:cubicBezTo>
                  <a:pt x="597307" y="17515"/>
                  <a:pt x="597525" y="17680"/>
                  <a:pt x="597657" y="17879"/>
                </a:cubicBezTo>
                <a:cubicBezTo>
                  <a:pt x="597790" y="18077"/>
                  <a:pt x="597856" y="18309"/>
                  <a:pt x="597856" y="18573"/>
                </a:cubicBezTo>
                <a:lnTo>
                  <a:pt x="597856" y="22661"/>
                </a:lnTo>
                <a:cubicBezTo>
                  <a:pt x="599814" y="20531"/>
                  <a:pt x="601765" y="18934"/>
                  <a:pt x="603710" y="17869"/>
                </a:cubicBezTo>
                <a:cubicBezTo>
                  <a:pt x="605654" y="16804"/>
                  <a:pt x="607685" y="16271"/>
                  <a:pt x="609801" y="16271"/>
                </a:cubicBezTo>
                <a:cubicBezTo>
                  <a:pt x="611257" y="16271"/>
                  <a:pt x="612566" y="16425"/>
                  <a:pt x="613730" y="16732"/>
                </a:cubicBezTo>
                <a:cubicBezTo>
                  <a:pt x="614895" y="17037"/>
                  <a:pt x="615933" y="17476"/>
                  <a:pt x="616846" y="18049"/>
                </a:cubicBezTo>
                <a:cubicBezTo>
                  <a:pt x="617759" y="18621"/>
                  <a:pt x="618546" y="19306"/>
                  <a:pt x="619207" y="20105"/>
                </a:cubicBezTo>
                <a:cubicBezTo>
                  <a:pt x="619869" y="20904"/>
                  <a:pt x="620424" y="21795"/>
                  <a:pt x="620874" y="22780"/>
                </a:cubicBezTo>
                <a:cubicBezTo>
                  <a:pt x="621932" y="21636"/>
                  <a:pt x="622971" y="20651"/>
                  <a:pt x="623989" y="19826"/>
                </a:cubicBezTo>
                <a:cubicBezTo>
                  <a:pt x="625008" y="19000"/>
                  <a:pt x="626013" y="18328"/>
                  <a:pt x="627005" y="17809"/>
                </a:cubicBezTo>
                <a:cubicBezTo>
                  <a:pt x="627998" y="17290"/>
                  <a:pt x="628990" y="16904"/>
                  <a:pt x="629982" y="16651"/>
                </a:cubicBezTo>
                <a:cubicBezTo>
                  <a:pt x="630974" y="16398"/>
                  <a:pt x="631986" y="16271"/>
                  <a:pt x="633018" y="16271"/>
                </a:cubicBezTo>
                <a:cubicBezTo>
                  <a:pt x="635373" y="16271"/>
                  <a:pt x="637357" y="16669"/>
                  <a:pt x="638971" y="17463"/>
                </a:cubicBezTo>
                <a:cubicBezTo>
                  <a:pt x="640585" y="18258"/>
                  <a:pt x="641888" y="19337"/>
                  <a:pt x="642880" y="20701"/>
                </a:cubicBezTo>
                <a:cubicBezTo>
                  <a:pt x="643872" y="22065"/>
                  <a:pt x="644580" y="23661"/>
                  <a:pt x="645003" y="25489"/>
                </a:cubicBezTo>
                <a:cubicBezTo>
                  <a:pt x="645427" y="27316"/>
                  <a:pt x="645638" y="29249"/>
                  <a:pt x="645638" y="31288"/>
                </a:cubicBezTo>
                <a:lnTo>
                  <a:pt x="645638" y="53972"/>
                </a:lnTo>
                <a:close/>
                <a:moveTo>
                  <a:pt x="685482" y="54091"/>
                </a:moveTo>
                <a:cubicBezTo>
                  <a:pt x="685482" y="54462"/>
                  <a:pt x="685350" y="54753"/>
                  <a:pt x="685085" y="54966"/>
                </a:cubicBezTo>
                <a:cubicBezTo>
                  <a:pt x="684821" y="55177"/>
                  <a:pt x="684404" y="55329"/>
                  <a:pt x="683835" y="55422"/>
                </a:cubicBezTo>
                <a:cubicBezTo>
                  <a:pt x="683267" y="55515"/>
                  <a:pt x="682426" y="55561"/>
                  <a:pt x="681315" y="55561"/>
                </a:cubicBezTo>
                <a:cubicBezTo>
                  <a:pt x="680125" y="55561"/>
                  <a:pt x="679258" y="55515"/>
                  <a:pt x="678716" y="55422"/>
                </a:cubicBezTo>
                <a:cubicBezTo>
                  <a:pt x="678173" y="55329"/>
                  <a:pt x="677790" y="55177"/>
                  <a:pt x="677565" y="54966"/>
                </a:cubicBezTo>
                <a:cubicBezTo>
                  <a:pt x="677340" y="54754"/>
                  <a:pt x="677228" y="54463"/>
                  <a:pt x="677228" y="54093"/>
                </a:cubicBezTo>
                <a:lnTo>
                  <a:pt x="677228" y="51275"/>
                </a:lnTo>
                <a:cubicBezTo>
                  <a:pt x="675772" y="52836"/>
                  <a:pt x="674112" y="54059"/>
                  <a:pt x="672247" y="54946"/>
                </a:cubicBezTo>
                <a:cubicBezTo>
                  <a:pt x="670382" y="55832"/>
                  <a:pt x="668311" y="56275"/>
                  <a:pt x="666036" y="56275"/>
                </a:cubicBezTo>
                <a:cubicBezTo>
                  <a:pt x="664158" y="56275"/>
                  <a:pt x="662431" y="56030"/>
                  <a:pt x="660857" y="55539"/>
                </a:cubicBezTo>
                <a:cubicBezTo>
                  <a:pt x="659283" y="55047"/>
                  <a:pt x="657920" y="54317"/>
                  <a:pt x="656769" y="53348"/>
                </a:cubicBezTo>
                <a:cubicBezTo>
                  <a:pt x="655618" y="52379"/>
                  <a:pt x="654725" y="51178"/>
                  <a:pt x="654090" y="49746"/>
                </a:cubicBezTo>
                <a:cubicBezTo>
                  <a:pt x="653455" y="48312"/>
                  <a:pt x="653138" y="46639"/>
                  <a:pt x="653138" y="44728"/>
                </a:cubicBezTo>
                <a:cubicBezTo>
                  <a:pt x="653138" y="42657"/>
                  <a:pt x="653541" y="40858"/>
                  <a:pt x="654348" y="39332"/>
                </a:cubicBezTo>
                <a:cubicBezTo>
                  <a:pt x="655155" y="37805"/>
                  <a:pt x="656359" y="36545"/>
                  <a:pt x="657960" y="35549"/>
                </a:cubicBezTo>
                <a:cubicBezTo>
                  <a:pt x="659561" y="34554"/>
                  <a:pt x="661551" y="33817"/>
                  <a:pt x="663933" y="33339"/>
                </a:cubicBezTo>
                <a:cubicBezTo>
                  <a:pt x="666314" y="32861"/>
                  <a:pt x="669079" y="32622"/>
                  <a:pt x="672227" y="32622"/>
                </a:cubicBezTo>
                <a:lnTo>
                  <a:pt x="675680" y="32622"/>
                </a:lnTo>
                <a:lnTo>
                  <a:pt x="675680" y="30489"/>
                </a:lnTo>
                <a:cubicBezTo>
                  <a:pt x="675680" y="29383"/>
                  <a:pt x="675567" y="28415"/>
                  <a:pt x="675342" y="27586"/>
                </a:cubicBezTo>
                <a:cubicBezTo>
                  <a:pt x="675118" y="26756"/>
                  <a:pt x="674747" y="26064"/>
                  <a:pt x="674231" y="25511"/>
                </a:cubicBezTo>
                <a:cubicBezTo>
                  <a:pt x="673715" y="24958"/>
                  <a:pt x="673027" y="24550"/>
                  <a:pt x="672168" y="24287"/>
                </a:cubicBezTo>
                <a:cubicBezTo>
                  <a:pt x="671308" y="24023"/>
                  <a:pt x="670243" y="23891"/>
                  <a:pt x="668973" y="23891"/>
                </a:cubicBezTo>
                <a:cubicBezTo>
                  <a:pt x="667306" y="23891"/>
                  <a:pt x="665818" y="24076"/>
                  <a:pt x="664508" y="24447"/>
                </a:cubicBezTo>
                <a:cubicBezTo>
                  <a:pt x="663198" y="24817"/>
                  <a:pt x="662041" y="25227"/>
                  <a:pt x="661036" y="25677"/>
                </a:cubicBezTo>
                <a:cubicBezTo>
                  <a:pt x="660030" y="26127"/>
                  <a:pt x="659190" y="26537"/>
                  <a:pt x="658515" y="26907"/>
                </a:cubicBezTo>
                <a:cubicBezTo>
                  <a:pt x="657841" y="27278"/>
                  <a:pt x="657292" y="27463"/>
                  <a:pt x="656868" y="27463"/>
                </a:cubicBezTo>
                <a:cubicBezTo>
                  <a:pt x="656577" y="27463"/>
                  <a:pt x="656319" y="27370"/>
                  <a:pt x="656095" y="27184"/>
                </a:cubicBezTo>
                <a:cubicBezTo>
                  <a:pt x="655870" y="26998"/>
                  <a:pt x="655684" y="26732"/>
                  <a:pt x="655539" y="26386"/>
                </a:cubicBezTo>
                <a:cubicBezTo>
                  <a:pt x="655393" y="26041"/>
                  <a:pt x="655281" y="25615"/>
                  <a:pt x="655202" y="25110"/>
                </a:cubicBezTo>
                <a:cubicBezTo>
                  <a:pt x="655122" y="24604"/>
                  <a:pt x="655083" y="24046"/>
                  <a:pt x="655083" y="23435"/>
                </a:cubicBezTo>
                <a:cubicBezTo>
                  <a:pt x="655083" y="22610"/>
                  <a:pt x="655149" y="21959"/>
                  <a:pt x="655281" y="21480"/>
                </a:cubicBezTo>
                <a:cubicBezTo>
                  <a:pt x="655413" y="21002"/>
                  <a:pt x="655665" y="20570"/>
                  <a:pt x="656035" y="20184"/>
                </a:cubicBezTo>
                <a:cubicBezTo>
                  <a:pt x="656405" y="19798"/>
                  <a:pt x="657054" y="19374"/>
                  <a:pt x="657980" y="18911"/>
                </a:cubicBezTo>
                <a:cubicBezTo>
                  <a:pt x="658906" y="18448"/>
                  <a:pt x="659990" y="18018"/>
                  <a:pt x="661234" y="17621"/>
                </a:cubicBezTo>
                <a:cubicBezTo>
                  <a:pt x="662477" y="17224"/>
                  <a:pt x="663833" y="16900"/>
                  <a:pt x="665302" y="16648"/>
                </a:cubicBezTo>
                <a:cubicBezTo>
                  <a:pt x="666770" y="16397"/>
                  <a:pt x="668285" y="16271"/>
                  <a:pt x="669846" y="16271"/>
                </a:cubicBezTo>
                <a:cubicBezTo>
                  <a:pt x="672624" y="16271"/>
                  <a:pt x="674999" y="16543"/>
                  <a:pt x="676970" y="17086"/>
                </a:cubicBezTo>
                <a:cubicBezTo>
                  <a:pt x="678941" y="17629"/>
                  <a:pt x="680561" y="18463"/>
                  <a:pt x="681831" y="19589"/>
                </a:cubicBezTo>
                <a:cubicBezTo>
                  <a:pt x="683101" y="20714"/>
                  <a:pt x="684027" y="22164"/>
                  <a:pt x="684609" y="23938"/>
                </a:cubicBezTo>
                <a:cubicBezTo>
                  <a:pt x="685191" y="25713"/>
                  <a:pt x="685482" y="27818"/>
                  <a:pt x="685482" y="30255"/>
                </a:cubicBezTo>
                <a:lnTo>
                  <a:pt x="685482" y="54091"/>
                </a:lnTo>
                <a:moveTo>
                  <a:pt x="675680" y="38893"/>
                </a:moveTo>
                <a:lnTo>
                  <a:pt x="671870" y="38893"/>
                </a:lnTo>
                <a:cubicBezTo>
                  <a:pt x="670256" y="38893"/>
                  <a:pt x="668880" y="39013"/>
                  <a:pt x="667743" y="39252"/>
                </a:cubicBezTo>
                <a:cubicBezTo>
                  <a:pt x="666605" y="39492"/>
                  <a:pt x="665679" y="39852"/>
                  <a:pt x="664964" y="40333"/>
                </a:cubicBezTo>
                <a:cubicBezTo>
                  <a:pt x="664250" y="40812"/>
                  <a:pt x="663728" y="41392"/>
                  <a:pt x="663397" y="42073"/>
                </a:cubicBezTo>
                <a:cubicBezTo>
                  <a:pt x="663066" y="42752"/>
                  <a:pt x="662901" y="43532"/>
                  <a:pt x="662901" y="44412"/>
                </a:cubicBezTo>
                <a:cubicBezTo>
                  <a:pt x="662901" y="45905"/>
                  <a:pt x="663370" y="47078"/>
                  <a:pt x="664310" y="47931"/>
                </a:cubicBezTo>
                <a:cubicBezTo>
                  <a:pt x="665249" y="48784"/>
                  <a:pt x="666552" y="49211"/>
                  <a:pt x="668219" y="49211"/>
                </a:cubicBezTo>
                <a:cubicBezTo>
                  <a:pt x="669621" y="49211"/>
                  <a:pt x="670911" y="48851"/>
                  <a:pt x="672088" y="48132"/>
                </a:cubicBezTo>
                <a:cubicBezTo>
                  <a:pt x="673266" y="47412"/>
                  <a:pt x="674463" y="46359"/>
                  <a:pt x="675680" y="44972"/>
                </a:cubicBezTo>
                <a:lnTo>
                  <a:pt x="675680" y="38893"/>
                </a:lnTo>
                <a:close/>
                <a:moveTo>
                  <a:pt x="718358" y="21828"/>
                </a:moveTo>
                <a:cubicBezTo>
                  <a:pt x="718358" y="22780"/>
                  <a:pt x="718332" y="23560"/>
                  <a:pt x="718279" y="24169"/>
                </a:cubicBezTo>
                <a:cubicBezTo>
                  <a:pt x="718226" y="24778"/>
                  <a:pt x="718147" y="25254"/>
                  <a:pt x="718041" y="25598"/>
                </a:cubicBezTo>
                <a:cubicBezTo>
                  <a:pt x="717935" y="25942"/>
                  <a:pt x="717796" y="26180"/>
                  <a:pt x="717624" y="26312"/>
                </a:cubicBezTo>
                <a:cubicBezTo>
                  <a:pt x="717452" y="26444"/>
                  <a:pt x="717234" y="26510"/>
                  <a:pt x="716969" y="26510"/>
                </a:cubicBezTo>
                <a:cubicBezTo>
                  <a:pt x="716758" y="26510"/>
                  <a:pt x="716520" y="26464"/>
                  <a:pt x="716255" y="26372"/>
                </a:cubicBezTo>
                <a:cubicBezTo>
                  <a:pt x="715991" y="26279"/>
                  <a:pt x="715693" y="26180"/>
                  <a:pt x="715362" y="26074"/>
                </a:cubicBezTo>
                <a:cubicBezTo>
                  <a:pt x="715031" y="25968"/>
                  <a:pt x="714668" y="25869"/>
                  <a:pt x="714271" y="25776"/>
                </a:cubicBezTo>
                <a:cubicBezTo>
                  <a:pt x="713874" y="25684"/>
                  <a:pt x="713437" y="25637"/>
                  <a:pt x="712961" y="25637"/>
                </a:cubicBezTo>
                <a:cubicBezTo>
                  <a:pt x="712406" y="25637"/>
                  <a:pt x="711850" y="25751"/>
                  <a:pt x="711294" y="25977"/>
                </a:cubicBezTo>
                <a:cubicBezTo>
                  <a:pt x="710739" y="26203"/>
                  <a:pt x="710163" y="26556"/>
                  <a:pt x="709568" y="27035"/>
                </a:cubicBezTo>
                <a:cubicBezTo>
                  <a:pt x="708973" y="27515"/>
                  <a:pt x="708351" y="28154"/>
                  <a:pt x="707703" y="28952"/>
                </a:cubicBezTo>
                <a:cubicBezTo>
                  <a:pt x="707054" y="29751"/>
                  <a:pt x="706360" y="30736"/>
                  <a:pt x="705619" y="31908"/>
                </a:cubicBezTo>
                <a:lnTo>
                  <a:pt x="705619" y="53973"/>
                </a:lnTo>
                <a:cubicBezTo>
                  <a:pt x="705619" y="54238"/>
                  <a:pt x="705540" y="54470"/>
                  <a:pt x="705381" y="54668"/>
                </a:cubicBezTo>
                <a:cubicBezTo>
                  <a:pt x="705222" y="54866"/>
                  <a:pt x="704951" y="55032"/>
                  <a:pt x="704567" y="55164"/>
                </a:cubicBezTo>
                <a:cubicBezTo>
                  <a:pt x="704184" y="55296"/>
                  <a:pt x="703675" y="55396"/>
                  <a:pt x="703040" y="55462"/>
                </a:cubicBezTo>
                <a:cubicBezTo>
                  <a:pt x="702405" y="55528"/>
                  <a:pt x="701598" y="55561"/>
                  <a:pt x="700619" y="55561"/>
                </a:cubicBezTo>
                <a:cubicBezTo>
                  <a:pt x="699640" y="55561"/>
                  <a:pt x="698833" y="55528"/>
                  <a:pt x="698198" y="55462"/>
                </a:cubicBezTo>
                <a:cubicBezTo>
                  <a:pt x="697563" y="55396"/>
                  <a:pt x="697054" y="55296"/>
                  <a:pt x="696670" y="55164"/>
                </a:cubicBezTo>
                <a:cubicBezTo>
                  <a:pt x="696286" y="55032"/>
                  <a:pt x="696015" y="54866"/>
                  <a:pt x="695856" y="54668"/>
                </a:cubicBezTo>
                <a:cubicBezTo>
                  <a:pt x="695698" y="54470"/>
                  <a:pt x="695618" y="54238"/>
                  <a:pt x="695618" y="53973"/>
                </a:cubicBezTo>
                <a:lnTo>
                  <a:pt x="695618" y="18573"/>
                </a:lnTo>
                <a:cubicBezTo>
                  <a:pt x="695618" y="18309"/>
                  <a:pt x="695684" y="18077"/>
                  <a:pt x="695817" y="17879"/>
                </a:cubicBezTo>
                <a:cubicBezTo>
                  <a:pt x="695949" y="17680"/>
                  <a:pt x="696187" y="17515"/>
                  <a:pt x="696531" y="17383"/>
                </a:cubicBezTo>
                <a:cubicBezTo>
                  <a:pt x="696875" y="17250"/>
                  <a:pt x="697318" y="17151"/>
                  <a:pt x="697860" y="17085"/>
                </a:cubicBezTo>
                <a:cubicBezTo>
                  <a:pt x="698403" y="17019"/>
                  <a:pt x="699084" y="16986"/>
                  <a:pt x="699904" y="16986"/>
                </a:cubicBezTo>
                <a:cubicBezTo>
                  <a:pt x="700751" y="16986"/>
                  <a:pt x="701452" y="17019"/>
                  <a:pt x="702008" y="17085"/>
                </a:cubicBezTo>
                <a:cubicBezTo>
                  <a:pt x="702563" y="17151"/>
                  <a:pt x="702993" y="17250"/>
                  <a:pt x="703298" y="17383"/>
                </a:cubicBezTo>
                <a:cubicBezTo>
                  <a:pt x="703602" y="17515"/>
                  <a:pt x="703820" y="17680"/>
                  <a:pt x="703952" y="17879"/>
                </a:cubicBezTo>
                <a:cubicBezTo>
                  <a:pt x="704085" y="18077"/>
                  <a:pt x="704151" y="18309"/>
                  <a:pt x="704151" y="18573"/>
                </a:cubicBezTo>
                <a:lnTo>
                  <a:pt x="704151" y="22978"/>
                </a:lnTo>
                <a:cubicBezTo>
                  <a:pt x="705077" y="21647"/>
                  <a:pt x="705950" y="20549"/>
                  <a:pt x="706770" y="19684"/>
                </a:cubicBezTo>
                <a:cubicBezTo>
                  <a:pt x="707590" y="18820"/>
                  <a:pt x="708371" y="18135"/>
                  <a:pt x="709112" y="17629"/>
                </a:cubicBezTo>
                <a:cubicBezTo>
                  <a:pt x="709852" y="17123"/>
                  <a:pt x="710593" y="16771"/>
                  <a:pt x="711334" y="16572"/>
                </a:cubicBezTo>
                <a:cubicBezTo>
                  <a:pt x="712075" y="16371"/>
                  <a:pt x="712816" y="16271"/>
                  <a:pt x="713556" y="16271"/>
                </a:cubicBezTo>
                <a:cubicBezTo>
                  <a:pt x="713900" y="16271"/>
                  <a:pt x="714271" y="16291"/>
                  <a:pt x="714668" y="16331"/>
                </a:cubicBezTo>
                <a:cubicBezTo>
                  <a:pt x="715065" y="16371"/>
                  <a:pt x="715475" y="16437"/>
                  <a:pt x="715898" y="16529"/>
                </a:cubicBezTo>
                <a:cubicBezTo>
                  <a:pt x="716321" y="16622"/>
                  <a:pt x="716692" y="16728"/>
                  <a:pt x="717009" y="16847"/>
                </a:cubicBezTo>
                <a:cubicBezTo>
                  <a:pt x="717327" y="16966"/>
                  <a:pt x="717558" y="17092"/>
                  <a:pt x="717704" y="17224"/>
                </a:cubicBezTo>
                <a:cubicBezTo>
                  <a:pt x="717849" y="17356"/>
                  <a:pt x="717955" y="17502"/>
                  <a:pt x="718021" y="17660"/>
                </a:cubicBezTo>
                <a:cubicBezTo>
                  <a:pt x="718087" y="17819"/>
                  <a:pt x="718147" y="18037"/>
                  <a:pt x="718200" y="18315"/>
                </a:cubicBezTo>
                <a:cubicBezTo>
                  <a:pt x="718253" y="18593"/>
                  <a:pt x="718292" y="19010"/>
                  <a:pt x="718319" y="19565"/>
                </a:cubicBezTo>
                <a:cubicBezTo>
                  <a:pt x="718345" y="20121"/>
                  <a:pt x="718358" y="20875"/>
                  <a:pt x="718358" y="21828"/>
                </a:cubicBezTo>
                <a:close/>
                <a:moveTo>
                  <a:pt x="745307" y="55323"/>
                </a:moveTo>
                <a:lnTo>
                  <a:pt x="741021" y="67898"/>
                </a:lnTo>
                <a:cubicBezTo>
                  <a:pt x="740782" y="68562"/>
                  <a:pt x="740134" y="69039"/>
                  <a:pt x="739076" y="69331"/>
                </a:cubicBezTo>
                <a:cubicBezTo>
                  <a:pt x="738018" y="69623"/>
                  <a:pt x="736470" y="69769"/>
                  <a:pt x="734433" y="69769"/>
                </a:cubicBezTo>
                <a:cubicBezTo>
                  <a:pt x="733374" y="69769"/>
                  <a:pt x="732528" y="69722"/>
                  <a:pt x="731893" y="69629"/>
                </a:cubicBezTo>
                <a:cubicBezTo>
                  <a:pt x="731258" y="69536"/>
                  <a:pt x="730781" y="69383"/>
                  <a:pt x="730464" y="69171"/>
                </a:cubicBezTo>
                <a:cubicBezTo>
                  <a:pt x="730146" y="68959"/>
                  <a:pt x="729974" y="68694"/>
                  <a:pt x="729948" y="68376"/>
                </a:cubicBezTo>
                <a:cubicBezTo>
                  <a:pt x="729922" y="68058"/>
                  <a:pt x="730001" y="67673"/>
                  <a:pt x="730186" y="67221"/>
                </a:cubicBezTo>
                <a:lnTo>
                  <a:pt x="734909" y="55323"/>
                </a:lnTo>
                <a:cubicBezTo>
                  <a:pt x="734565" y="55164"/>
                  <a:pt x="734254" y="54919"/>
                  <a:pt x="733976" y="54589"/>
                </a:cubicBezTo>
                <a:cubicBezTo>
                  <a:pt x="733698" y="54258"/>
                  <a:pt x="733493" y="53907"/>
                  <a:pt x="733361" y="53537"/>
                </a:cubicBezTo>
                <a:lnTo>
                  <a:pt x="721177" y="20994"/>
                </a:lnTo>
                <a:cubicBezTo>
                  <a:pt x="720833" y="20068"/>
                  <a:pt x="720661" y="19360"/>
                  <a:pt x="720661" y="18871"/>
                </a:cubicBezTo>
                <a:cubicBezTo>
                  <a:pt x="720661" y="18381"/>
                  <a:pt x="720820" y="17998"/>
                  <a:pt x="721138" y="17720"/>
                </a:cubicBezTo>
                <a:cubicBezTo>
                  <a:pt x="721455" y="17442"/>
                  <a:pt x="721991" y="17250"/>
                  <a:pt x="722745" y="17145"/>
                </a:cubicBezTo>
                <a:cubicBezTo>
                  <a:pt x="723499" y="17039"/>
                  <a:pt x="724498" y="16986"/>
                  <a:pt x="725741" y="16986"/>
                </a:cubicBezTo>
                <a:cubicBezTo>
                  <a:pt x="726879" y="16986"/>
                  <a:pt x="727778" y="17006"/>
                  <a:pt x="728440" y="17045"/>
                </a:cubicBezTo>
                <a:cubicBezTo>
                  <a:pt x="729101" y="17085"/>
                  <a:pt x="729617" y="17184"/>
                  <a:pt x="729988" y="17343"/>
                </a:cubicBezTo>
                <a:cubicBezTo>
                  <a:pt x="730358" y="17502"/>
                  <a:pt x="730636" y="17746"/>
                  <a:pt x="730821" y="18077"/>
                </a:cubicBezTo>
                <a:cubicBezTo>
                  <a:pt x="731006" y="18408"/>
                  <a:pt x="731192" y="18877"/>
                  <a:pt x="731377" y="19486"/>
                </a:cubicBezTo>
                <a:lnTo>
                  <a:pt x="739711" y="43179"/>
                </a:lnTo>
                <a:lnTo>
                  <a:pt x="739830" y="43179"/>
                </a:lnTo>
                <a:lnTo>
                  <a:pt x="747450" y="19010"/>
                </a:lnTo>
                <a:cubicBezTo>
                  <a:pt x="747608" y="18322"/>
                  <a:pt x="747813" y="17865"/>
                  <a:pt x="748065" y="17641"/>
                </a:cubicBezTo>
                <a:cubicBezTo>
                  <a:pt x="748316" y="17416"/>
                  <a:pt x="748733" y="17250"/>
                  <a:pt x="749315" y="17145"/>
                </a:cubicBezTo>
                <a:cubicBezTo>
                  <a:pt x="749897" y="17039"/>
                  <a:pt x="750916" y="16986"/>
                  <a:pt x="752371" y="16986"/>
                </a:cubicBezTo>
                <a:cubicBezTo>
                  <a:pt x="753508" y="16986"/>
                  <a:pt x="754454" y="17039"/>
                  <a:pt x="755208" y="17145"/>
                </a:cubicBezTo>
                <a:cubicBezTo>
                  <a:pt x="755962" y="17250"/>
                  <a:pt x="756518" y="17449"/>
                  <a:pt x="756875" y="17740"/>
                </a:cubicBezTo>
                <a:cubicBezTo>
                  <a:pt x="757232" y="18031"/>
                  <a:pt x="757411" y="18421"/>
                  <a:pt x="757411" y="18911"/>
                </a:cubicBezTo>
                <a:cubicBezTo>
                  <a:pt x="757411" y="19400"/>
                  <a:pt x="757305" y="19975"/>
                  <a:pt x="757093" y="20637"/>
                </a:cubicBezTo>
                <a:lnTo>
                  <a:pt x="745307" y="55323"/>
                </a:lnTo>
                <a:close/>
                <a:moveTo>
                  <a:pt x="808370" y="54370"/>
                </a:moveTo>
                <a:cubicBezTo>
                  <a:pt x="808370" y="54688"/>
                  <a:pt x="808264" y="54926"/>
                  <a:pt x="808052" y="55085"/>
                </a:cubicBezTo>
                <a:cubicBezTo>
                  <a:pt x="807841" y="55243"/>
                  <a:pt x="807550" y="55362"/>
                  <a:pt x="807179" y="55442"/>
                </a:cubicBezTo>
                <a:cubicBezTo>
                  <a:pt x="806809" y="55521"/>
                  <a:pt x="806266" y="55561"/>
                  <a:pt x="805552" y="55561"/>
                </a:cubicBezTo>
                <a:cubicBezTo>
                  <a:pt x="804864" y="55561"/>
                  <a:pt x="804315" y="55521"/>
                  <a:pt x="803905" y="55442"/>
                </a:cubicBezTo>
                <a:cubicBezTo>
                  <a:pt x="803495" y="55362"/>
                  <a:pt x="803197" y="55243"/>
                  <a:pt x="803012" y="55085"/>
                </a:cubicBezTo>
                <a:cubicBezTo>
                  <a:pt x="802827" y="54926"/>
                  <a:pt x="802734" y="54688"/>
                  <a:pt x="802734" y="54370"/>
                </a:cubicBezTo>
                <a:lnTo>
                  <a:pt x="802734" y="50799"/>
                </a:lnTo>
                <a:cubicBezTo>
                  <a:pt x="801173" y="52465"/>
                  <a:pt x="799434" y="53768"/>
                  <a:pt x="797516" y="54708"/>
                </a:cubicBezTo>
                <a:cubicBezTo>
                  <a:pt x="795597" y="55647"/>
                  <a:pt x="793567" y="56117"/>
                  <a:pt x="791424" y="56117"/>
                </a:cubicBezTo>
                <a:cubicBezTo>
                  <a:pt x="789545" y="56117"/>
                  <a:pt x="787845" y="55871"/>
                  <a:pt x="786324" y="55380"/>
                </a:cubicBezTo>
                <a:cubicBezTo>
                  <a:pt x="784803" y="54889"/>
                  <a:pt x="783506" y="54179"/>
                  <a:pt x="782435" y="53249"/>
                </a:cubicBezTo>
                <a:cubicBezTo>
                  <a:pt x="781363" y="52320"/>
                  <a:pt x="780530" y="51178"/>
                  <a:pt x="779935" y="49825"/>
                </a:cubicBezTo>
                <a:cubicBezTo>
                  <a:pt x="779339" y="48471"/>
                  <a:pt x="779042" y="46930"/>
                  <a:pt x="779042" y="45204"/>
                </a:cubicBezTo>
                <a:cubicBezTo>
                  <a:pt x="779042" y="43187"/>
                  <a:pt x="779452" y="41435"/>
                  <a:pt x="780272" y="39948"/>
                </a:cubicBezTo>
                <a:cubicBezTo>
                  <a:pt x="781092" y="38461"/>
                  <a:pt x="782269" y="37226"/>
                  <a:pt x="783804" y="36244"/>
                </a:cubicBezTo>
                <a:cubicBezTo>
                  <a:pt x="785338" y="35261"/>
                  <a:pt x="787217" y="34525"/>
                  <a:pt x="789439" y="34034"/>
                </a:cubicBezTo>
                <a:cubicBezTo>
                  <a:pt x="791662" y="33542"/>
                  <a:pt x="794162" y="33297"/>
                  <a:pt x="796940" y="33297"/>
                </a:cubicBezTo>
                <a:lnTo>
                  <a:pt x="801861" y="33297"/>
                </a:lnTo>
                <a:lnTo>
                  <a:pt x="801861" y="30529"/>
                </a:lnTo>
                <a:cubicBezTo>
                  <a:pt x="801861" y="29158"/>
                  <a:pt x="801716" y="27945"/>
                  <a:pt x="801425" y="26891"/>
                </a:cubicBezTo>
                <a:cubicBezTo>
                  <a:pt x="801134" y="25836"/>
                  <a:pt x="800664" y="24959"/>
                  <a:pt x="800016" y="24261"/>
                </a:cubicBezTo>
                <a:cubicBezTo>
                  <a:pt x="799368" y="23562"/>
                  <a:pt x="798528" y="23035"/>
                  <a:pt x="797496" y="22680"/>
                </a:cubicBezTo>
                <a:cubicBezTo>
                  <a:pt x="796464" y="22323"/>
                  <a:pt x="795194" y="22145"/>
                  <a:pt x="793686" y="22145"/>
                </a:cubicBezTo>
                <a:cubicBezTo>
                  <a:pt x="792072" y="22145"/>
                  <a:pt x="790623" y="22335"/>
                  <a:pt x="789340" y="22714"/>
                </a:cubicBezTo>
                <a:cubicBezTo>
                  <a:pt x="788057" y="23094"/>
                  <a:pt x="786933" y="23513"/>
                  <a:pt x="785967" y="23971"/>
                </a:cubicBezTo>
                <a:cubicBezTo>
                  <a:pt x="785001" y="24429"/>
                  <a:pt x="784194" y="24847"/>
                  <a:pt x="783546" y="25227"/>
                </a:cubicBezTo>
                <a:cubicBezTo>
                  <a:pt x="782898" y="25606"/>
                  <a:pt x="782415" y="25796"/>
                  <a:pt x="782097" y="25796"/>
                </a:cubicBezTo>
                <a:cubicBezTo>
                  <a:pt x="781886" y="25796"/>
                  <a:pt x="781701" y="25743"/>
                  <a:pt x="781542" y="25637"/>
                </a:cubicBezTo>
                <a:cubicBezTo>
                  <a:pt x="781383" y="25532"/>
                  <a:pt x="781244" y="25373"/>
                  <a:pt x="781125" y="25161"/>
                </a:cubicBezTo>
                <a:cubicBezTo>
                  <a:pt x="781006" y="24950"/>
                  <a:pt x="780920" y="24678"/>
                  <a:pt x="780867" y="24348"/>
                </a:cubicBezTo>
                <a:cubicBezTo>
                  <a:pt x="780814" y="24017"/>
                  <a:pt x="780788" y="23653"/>
                  <a:pt x="780788" y="23256"/>
                </a:cubicBezTo>
                <a:cubicBezTo>
                  <a:pt x="780788" y="22595"/>
                  <a:pt x="780834" y="22072"/>
                  <a:pt x="780927" y="21689"/>
                </a:cubicBezTo>
                <a:cubicBezTo>
                  <a:pt x="781019" y="21305"/>
                  <a:pt x="781244" y="20941"/>
                  <a:pt x="781601" y="20597"/>
                </a:cubicBezTo>
                <a:cubicBezTo>
                  <a:pt x="781959" y="20253"/>
                  <a:pt x="782574" y="19853"/>
                  <a:pt x="783447" y="19395"/>
                </a:cubicBezTo>
                <a:cubicBezTo>
                  <a:pt x="784320" y="18937"/>
                  <a:pt x="785325" y="18519"/>
                  <a:pt x="786463" y="18140"/>
                </a:cubicBezTo>
                <a:cubicBezTo>
                  <a:pt x="787601" y="17762"/>
                  <a:pt x="788844" y="17448"/>
                  <a:pt x="790193" y="17200"/>
                </a:cubicBezTo>
                <a:cubicBezTo>
                  <a:pt x="791543" y="16951"/>
                  <a:pt x="792905" y="16827"/>
                  <a:pt x="794281" y="16827"/>
                </a:cubicBezTo>
                <a:cubicBezTo>
                  <a:pt x="796848" y="16827"/>
                  <a:pt x="799030" y="17118"/>
                  <a:pt x="800829" y="17700"/>
                </a:cubicBezTo>
                <a:cubicBezTo>
                  <a:pt x="802629" y="18282"/>
                  <a:pt x="804084" y="19135"/>
                  <a:pt x="805195" y="20260"/>
                </a:cubicBezTo>
                <a:cubicBezTo>
                  <a:pt x="806306" y="21384"/>
                  <a:pt x="807113" y="22780"/>
                  <a:pt x="807616" y="24447"/>
                </a:cubicBezTo>
                <a:cubicBezTo>
                  <a:pt x="808118" y="26114"/>
                  <a:pt x="808370" y="28058"/>
                  <a:pt x="808370" y="30281"/>
                </a:cubicBezTo>
                <a:lnTo>
                  <a:pt x="808370" y="54370"/>
                </a:lnTo>
                <a:moveTo>
                  <a:pt x="801861" y="38020"/>
                </a:moveTo>
                <a:lnTo>
                  <a:pt x="796265" y="38020"/>
                </a:lnTo>
                <a:cubicBezTo>
                  <a:pt x="794466" y="38020"/>
                  <a:pt x="792905" y="38173"/>
                  <a:pt x="791582" y="38480"/>
                </a:cubicBezTo>
                <a:cubicBezTo>
                  <a:pt x="790260" y="38786"/>
                  <a:pt x="789162" y="39238"/>
                  <a:pt x="788288" y="39836"/>
                </a:cubicBezTo>
                <a:cubicBezTo>
                  <a:pt x="787415" y="40435"/>
                  <a:pt x="786774" y="41154"/>
                  <a:pt x="786364" y="41993"/>
                </a:cubicBezTo>
                <a:cubicBezTo>
                  <a:pt x="785954" y="42832"/>
                  <a:pt x="785749" y="43796"/>
                  <a:pt x="785749" y="44888"/>
                </a:cubicBezTo>
                <a:cubicBezTo>
                  <a:pt x="785749" y="46751"/>
                  <a:pt x="786337" y="48235"/>
                  <a:pt x="787515" y="49340"/>
                </a:cubicBezTo>
                <a:cubicBezTo>
                  <a:pt x="788692" y="50445"/>
                  <a:pt x="790339" y="50997"/>
                  <a:pt x="792456" y="50997"/>
                </a:cubicBezTo>
                <a:cubicBezTo>
                  <a:pt x="794175" y="50997"/>
                  <a:pt x="795769" y="50558"/>
                  <a:pt x="797238" y="49680"/>
                </a:cubicBezTo>
                <a:cubicBezTo>
                  <a:pt x="798706" y="48801"/>
                  <a:pt x="800247" y="47457"/>
                  <a:pt x="801861" y="45647"/>
                </a:cubicBezTo>
                <a:lnTo>
                  <a:pt x="801861" y="38020"/>
                </a:lnTo>
                <a:close/>
                <a:moveTo>
                  <a:pt x="851119" y="54331"/>
                </a:moveTo>
                <a:cubicBezTo>
                  <a:pt x="851119" y="54542"/>
                  <a:pt x="851066" y="54721"/>
                  <a:pt x="850960" y="54866"/>
                </a:cubicBezTo>
                <a:cubicBezTo>
                  <a:pt x="850854" y="55012"/>
                  <a:pt x="850682" y="55138"/>
                  <a:pt x="850444" y="55243"/>
                </a:cubicBezTo>
                <a:cubicBezTo>
                  <a:pt x="850206" y="55349"/>
                  <a:pt x="849875" y="55429"/>
                  <a:pt x="849452" y="55482"/>
                </a:cubicBezTo>
                <a:cubicBezTo>
                  <a:pt x="849029" y="55534"/>
                  <a:pt x="848500" y="55561"/>
                  <a:pt x="847865" y="55561"/>
                </a:cubicBezTo>
                <a:cubicBezTo>
                  <a:pt x="847203" y="55561"/>
                  <a:pt x="846661" y="55534"/>
                  <a:pt x="846237" y="55482"/>
                </a:cubicBezTo>
                <a:cubicBezTo>
                  <a:pt x="845814" y="55429"/>
                  <a:pt x="845483" y="55349"/>
                  <a:pt x="845245" y="55243"/>
                </a:cubicBezTo>
                <a:cubicBezTo>
                  <a:pt x="845007" y="55138"/>
                  <a:pt x="844835" y="55012"/>
                  <a:pt x="844729" y="54866"/>
                </a:cubicBezTo>
                <a:cubicBezTo>
                  <a:pt x="844624" y="54721"/>
                  <a:pt x="844571" y="54542"/>
                  <a:pt x="844571" y="54331"/>
                </a:cubicBezTo>
                <a:lnTo>
                  <a:pt x="844571" y="33416"/>
                </a:lnTo>
                <a:cubicBezTo>
                  <a:pt x="844571" y="31379"/>
                  <a:pt x="844412" y="29738"/>
                  <a:pt x="844094" y="28495"/>
                </a:cubicBezTo>
                <a:cubicBezTo>
                  <a:pt x="843777" y="27251"/>
                  <a:pt x="843314" y="26180"/>
                  <a:pt x="842705" y="25280"/>
                </a:cubicBezTo>
                <a:cubicBezTo>
                  <a:pt x="842097" y="24381"/>
                  <a:pt x="841310" y="23693"/>
                  <a:pt x="840344" y="23217"/>
                </a:cubicBezTo>
                <a:cubicBezTo>
                  <a:pt x="839378" y="22740"/>
                  <a:pt x="838261" y="22502"/>
                  <a:pt x="836991" y="22502"/>
                </a:cubicBezTo>
                <a:cubicBezTo>
                  <a:pt x="835350" y="22502"/>
                  <a:pt x="833710" y="23084"/>
                  <a:pt x="832069" y="24248"/>
                </a:cubicBezTo>
                <a:cubicBezTo>
                  <a:pt x="830429" y="25413"/>
                  <a:pt x="828709" y="27119"/>
                  <a:pt x="826910" y="29368"/>
                </a:cubicBezTo>
                <a:lnTo>
                  <a:pt x="826910" y="54331"/>
                </a:lnTo>
                <a:cubicBezTo>
                  <a:pt x="826910" y="54542"/>
                  <a:pt x="826857" y="54721"/>
                  <a:pt x="826751" y="54866"/>
                </a:cubicBezTo>
                <a:cubicBezTo>
                  <a:pt x="826646" y="55012"/>
                  <a:pt x="826474" y="55138"/>
                  <a:pt x="826236" y="55243"/>
                </a:cubicBezTo>
                <a:cubicBezTo>
                  <a:pt x="825997" y="55349"/>
                  <a:pt x="825667" y="55429"/>
                  <a:pt x="825243" y="55482"/>
                </a:cubicBezTo>
                <a:cubicBezTo>
                  <a:pt x="824820" y="55534"/>
                  <a:pt x="824278" y="55561"/>
                  <a:pt x="823616" y="55561"/>
                </a:cubicBezTo>
                <a:cubicBezTo>
                  <a:pt x="822981" y="55561"/>
                  <a:pt x="822452" y="55534"/>
                  <a:pt x="822029" y="55482"/>
                </a:cubicBezTo>
                <a:cubicBezTo>
                  <a:pt x="821605" y="55429"/>
                  <a:pt x="821268" y="55349"/>
                  <a:pt x="821017" y="55243"/>
                </a:cubicBezTo>
                <a:cubicBezTo>
                  <a:pt x="820765" y="55138"/>
                  <a:pt x="820593" y="55012"/>
                  <a:pt x="820501" y="54866"/>
                </a:cubicBezTo>
                <a:cubicBezTo>
                  <a:pt x="820408" y="54721"/>
                  <a:pt x="820362" y="54542"/>
                  <a:pt x="820362" y="54331"/>
                </a:cubicBezTo>
                <a:lnTo>
                  <a:pt x="820362" y="18613"/>
                </a:lnTo>
                <a:cubicBezTo>
                  <a:pt x="820362" y="18401"/>
                  <a:pt x="820402" y="18223"/>
                  <a:pt x="820481" y="18077"/>
                </a:cubicBezTo>
                <a:cubicBezTo>
                  <a:pt x="820560" y="17932"/>
                  <a:pt x="820719" y="17799"/>
                  <a:pt x="820957" y="17680"/>
                </a:cubicBezTo>
                <a:cubicBezTo>
                  <a:pt x="821195" y="17561"/>
                  <a:pt x="821500" y="17482"/>
                  <a:pt x="821870" y="17442"/>
                </a:cubicBezTo>
                <a:cubicBezTo>
                  <a:pt x="822240" y="17402"/>
                  <a:pt x="822730" y="17383"/>
                  <a:pt x="823338" y="17383"/>
                </a:cubicBezTo>
                <a:cubicBezTo>
                  <a:pt x="823921" y="17383"/>
                  <a:pt x="824403" y="17402"/>
                  <a:pt x="824787" y="17442"/>
                </a:cubicBezTo>
                <a:cubicBezTo>
                  <a:pt x="825171" y="17482"/>
                  <a:pt x="825468" y="17561"/>
                  <a:pt x="825680" y="17680"/>
                </a:cubicBezTo>
                <a:cubicBezTo>
                  <a:pt x="825892" y="17799"/>
                  <a:pt x="826044" y="17932"/>
                  <a:pt x="826136" y="18077"/>
                </a:cubicBezTo>
                <a:cubicBezTo>
                  <a:pt x="826229" y="18223"/>
                  <a:pt x="826275" y="18401"/>
                  <a:pt x="826275" y="18613"/>
                </a:cubicBezTo>
                <a:lnTo>
                  <a:pt x="826275" y="23336"/>
                </a:lnTo>
                <a:cubicBezTo>
                  <a:pt x="828286" y="21087"/>
                  <a:pt x="830290" y="19440"/>
                  <a:pt x="832288" y="18395"/>
                </a:cubicBezTo>
                <a:cubicBezTo>
                  <a:pt x="834285" y="17350"/>
                  <a:pt x="836303" y="16827"/>
                  <a:pt x="838340" y="16827"/>
                </a:cubicBezTo>
                <a:cubicBezTo>
                  <a:pt x="840721" y="16827"/>
                  <a:pt x="842725" y="17231"/>
                  <a:pt x="844352" y="18037"/>
                </a:cubicBezTo>
                <a:cubicBezTo>
                  <a:pt x="845980" y="18844"/>
                  <a:pt x="847296" y="19923"/>
                  <a:pt x="848301" y="21272"/>
                </a:cubicBezTo>
                <a:cubicBezTo>
                  <a:pt x="849307" y="22621"/>
                  <a:pt x="850028" y="24202"/>
                  <a:pt x="850464" y="26014"/>
                </a:cubicBezTo>
                <a:cubicBezTo>
                  <a:pt x="850901" y="27827"/>
                  <a:pt x="851119" y="30003"/>
                  <a:pt x="851119" y="32543"/>
                </a:cubicBezTo>
                <a:lnTo>
                  <a:pt x="851119" y="54331"/>
                </a:lnTo>
                <a:close/>
                <a:moveTo>
                  <a:pt x="893306" y="54329"/>
                </a:moveTo>
                <a:cubicBezTo>
                  <a:pt x="893306" y="54541"/>
                  <a:pt x="893259" y="54727"/>
                  <a:pt x="893167" y="54886"/>
                </a:cubicBezTo>
                <a:cubicBezTo>
                  <a:pt x="893074" y="55045"/>
                  <a:pt x="892916" y="55171"/>
                  <a:pt x="892691" y="55263"/>
                </a:cubicBezTo>
                <a:cubicBezTo>
                  <a:pt x="892466" y="55356"/>
                  <a:pt x="892168" y="55429"/>
                  <a:pt x="891798" y="55482"/>
                </a:cubicBezTo>
                <a:cubicBezTo>
                  <a:pt x="891427" y="55534"/>
                  <a:pt x="890977" y="55561"/>
                  <a:pt x="890448" y="55561"/>
                </a:cubicBezTo>
                <a:cubicBezTo>
                  <a:pt x="889893" y="55561"/>
                  <a:pt x="889430" y="55534"/>
                  <a:pt x="889059" y="55482"/>
                </a:cubicBezTo>
                <a:cubicBezTo>
                  <a:pt x="888689" y="55429"/>
                  <a:pt x="888385" y="55358"/>
                  <a:pt x="888147" y="55266"/>
                </a:cubicBezTo>
                <a:cubicBezTo>
                  <a:pt x="887908" y="55173"/>
                  <a:pt x="887736" y="55048"/>
                  <a:pt x="887631" y="54890"/>
                </a:cubicBezTo>
                <a:cubicBezTo>
                  <a:pt x="887525" y="54732"/>
                  <a:pt x="887472" y="54548"/>
                  <a:pt x="887472" y="54338"/>
                </a:cubicBezTo>
                <a:lnTo>
                  <a:pt x="887472" y="49641"/>
                </a:lnTo>
                <a:cubicBezTo>
                  <a:pt x="885593" y="51680"/>
                  <a:pt x="883642" y="53269"/>
                  <a:pt x="881618" y="54409"/>
                </a:cubicBezTo>
                <a:cubicBezTo>
                  <a:pt x="879594" y="55547"/>
                  <a:pt x="877378" y="56117"/>
                  <a:pt x="874971" y="56117"/>
                </a:cubicBezTo>
                <a:cubicBezTo>
                  <a:pt x="872351" y="56117"/>
                  <a:pt x="870116" y="55607"/>
                  <a:pt x="868264" y="54587"/>
                </a:cubicBezTo>
                <a:cubicBezTo>
                  <a:pt x="866412" y="53568"/>
                  <a:pt x="864910" y="52191"/>
                  <a:pt x="863759" y="50456"/>
                </a:cubicBezTo>
                <a:cubicBezTo>
                  <a:pt x="862608" y="48721"/>
                  <a:pt x="861768" y="46682"/>
                  <a:pt x="861239" y="44338"/>
                </a:cubicBezTo>
                <a:cubicBezTo>
                  <a:pt x="860710" y="41994"/>
                  <a:pt x="860445" y="39524"/>
                  <a:pt x="860445" y="36928"/>
                </a:cubicBezTo>
                <a:cubicBezTo>
                  <a:pt x="860445" y="33857"/>
                  <a:pt x="860776" y="31083"/>
                  <a:pt x="861438" y="28606"/>
                </a:cubicBezTo>
                <a:cubicBezTo>
                  <a:pt x="862099" y="26130"/>
                  <a:pt x="863078" y="24018"/>
                  <a:pt x="864374" y="22270"/>
                </a:cubicBezTo>
                <a:cubicBezTo>
                  <a:pt x="865671" y="20522"/>
                  <a:pt x="867278" y="19177"/>
                  <a:pt x="869196" y="18237"/>
                </a:cubicBezTo>
                <a:cubicBezTo>
                  <a:pt x="871114" y="17297"/>
                  <a:pt x="873330" y="16827"/>
                  <a:pt x="875844" y="16827"/>
                </a:cubicBezTo>
                <a:cubicBezTo>
                  <a:pt x="877934" y="16827"/>
                  <a:pt x="879845" y="17284"/>
                  <a:pt x="881578" y="18197"/>
                </a:cubicBezTo>
                <a:cubicBezTo>
                  <a:pt x="883311" y="19111"/>
                  <a:pt x="885025" y="20455"/>
                  <a:pt x="886718" y="22229"/>
                </a:cubicBezTo>
                <a:lnTo>
                  <a:pt x="886718" y="1431"/>
                </a:lnTo>
                <a:cubicBezTo>
                  <a:pt x="886718" y="1246"/>
                  <a:pt x="886764" y="1067"/>
                  <a:pt x="886857" y="895"/>
                </a:cubicBezTo>
                <a:cubicBezTo>
                  <a:pt x="886949" y="723"/>
                  <a:pt x="887128" y="590"/>
                  <a:pt x="887392" y="497"/>
                </a:cubicBezTo>
                <a:cubicBezTo>
                  <a:pt x="887657" y="404"/>
                  <a:pt x="887994" y="324"/>
                  <a:pt x="888404" y="258"/>
                </a:cubicBezTo>
                <a:cubicBezTo>
                  <a:pt x="888815" y="192"/>
                  <a:pt x="889337" y="159"/>
                  <a:pt x="889972" y="159"/>
                </a:cubicBezTo>
                <a:cubicBezTo>
                  <a:pt x="890634" y="159"/>
                  <a:pt x="891176" y="192"/>
                  <a:pt x="891599" y="258"/>
                </a:cubicBezTo>
                <a:cubicBezTo>
                  <a:pt x="892023" y="324"/>
                  <a:pt x="892353" y="403"/>
                  <a:pt x="892591" y="496"/>
                </a:cubicBezTo>
                <a:cubicBezTo>
                  <a:pt x="892830" y="589"/>
                  <a:pt x="893008" y="721"/>
                  <a:pt x="893127" y="894"/>
                </a:cubicBezTo>
                <a:cubicBezTo>
                  <a:pt x="893246" y="1066"/>
                  <a:pt x="893306" y="1245"/>
                  <a:pt x="893306" y="1430"/>
                </a:cubicBezTo>
                <a:lnTo>
                  <a:pt x="893306" y="54329"/>
                </a:lnTo>
                <a:moveTo>
                  <a:pt x="886718" y="29222"/>
                </a:moveTo>
                <a:cubicBezTo>
                  <a:pt x="884945" y="27021"/>
                  <a:pt x="883232" y="25345"/>
                  <a:pt x="881578" y="24193"/>
                </a:cubicBezTo>
                <a:cubicBezTo>
                  <a:pt x="879925" y="23039"/>
                  <a:pt x="878198" y="22462"/>
                  <a:pt x="876399" y="22462"/>
                </a:cubicBezTo>
                <a:cubicBezTo>
                  <a:pt x="874733" y="22462"/>
                  <a:pt x="873317" y="22860"/>
                  <a:pt x="872153" y="23656"/>
                </a:cubicBezTo>
                <a:cubicBezTo>
                  <a:pt x="870989" y="24450"/>
                  <a:pt x="870043" y="25496"/>
                  <a:pt x="869315" y="26795"/>
                </a:cubicBezTo>
                <a:cubicBezTo>
                  <a:pt x="868588" y="28093"/>
                  <a:pt x="868059" y="29563"/>
                  <a:pt x="867728" y="31206"/>
                </a:cubicBezTo>
                <a:cubicBezTo>
                  <a:pt x="867397" y="32849"/>
                  <a:pt x="867232" y="34518"/>
                  <a:pt x="867232" y="36214"/>
                </a:cubicBezTo>
                <a:cubicBezTo>
                  <a:pt x="867232" y="38015"/>
                  <a:pt x="867371" y="39777"/>
                  <a:pt x="867649" y="41500"/>
                </a:cubicBezTo>
                <a:cubicBezTo>
                  <a:pt x="867926" y="43222"/>
                  <a:pt x="868409" y="44752"/>
                  <a:pt x="869097" y="46090"/>
                </a:cubicBezTo>
                <a:cubicBezTo>
                  <a:pt x="869785" y="47427"/>
                  <a:pt x="870698" y="48500"/>
                  <a:pt x="871835" y="49309"/>
                </a:cubicBezTo>
                <a:cubicBezTo>
                  <a:pt x="872973" y="50117"/>
                  <a:pt x="874402" y="50521"/>
                  <a:pt x="876122" y="50521"/>
                </a:cubicBezTo>
                <a:cubicBezTo>
                  <a:pt x="876995" y="50521"/>
                  <a:pt x="877835" y="50402"/>
                  <a:pt x="878642" y="50164"/>
                </a:cubicBezTo>
                <a:cubicBezTo>
                  <a:pt x="879449" y="49925"/>
                  <a:pt x="880275" y="49527"/>
                  <a:pt x="881122" y="48971"/>
                </a:cubicBezTo>
                <a:cubicBezTo>
                  <a:pt x="881969" y="48414"/>
                  <a:pt x="882855" y="47692"/>
                  <a:pt x="883781" y="46804"/>
                </a:cubicBezTo>
                <a:cubicBezTo>
                  <a:pt x="884707" y="45916"/>
                  <a:pt x="885686" y="44822"/>
                  <a:pt x="886718" y="43524"/>
                </a:cubicBezTo>
                <a:lnTo>
                  <a:pt x="886718" y="29222"/>
                </a:lnTo>
                <a:close/>
                <a:moveTo>
                  <a:pt x="949578" y="48338"/>
                </a:moveTo>
                <a:cubicBezTo>
                  <a:pt x="949578" y="49026"/>
                  <a:pt x="949558" y="49601"/>
                  <a:pt x="949518" y="50064"/>
                </a:cubicBezTo>
                <a:cubicBezTo>
                  <a:pt x="949479" y="50527"/>
                  <a:pt x="949426" y="50918"/>
                  <a:pt x="949359" y="51235"/>
                </a:cubicBezTo>
                <a:cubicBezTo>
                  <a:pt x="949293" y="51553"/>
                  <a:pt x="949214" y="51811"/>
                  <a:pt x="949121" y="52009"/>
                </a:cubicBezTo>
                <a:cubicBezTo>
                  <a:pt x="949029" y="52207"/>
                  <a:pt x="948824" y="52459"/>
                  <a:pt x="948506" y="52763"/>
                </a:cubicBezTo>
                <a:cubicBezTo>
                  <a:pt x="948189" y="53067"/>
                  <a:pt x="947646" y="53438"/>
                  <a:pt x="946879" y="53874"/>
                </a:cubicBezTo>
                <a:cubicBezTo>
                  <a:pt x="946112" y="54311"/>
                  <a:pt x="945239" y="54701"/>
                  <a:pt x="944260" y="55045"/>
                </a:cubicBezTo>
                <a:cubicBezTo>
                  <a:pt x="943281" y="55389"/>
                  <a:pt x="942216" y="55667"/>
                  <a:pt x="941065" y="55878"/>
                </a:cubicBezTo>
                <a:cubicBezTo>
                  <a:pt x="939914" y="56090"/>
                  <a:pt x="938730" y="56196"/>
                  <a:pt x="937513" y="56196"/>
                </a:cubicBezTo>
                <a:cubicBezTo>
                  <a:pt x="934788" y="56196"/>
                  <a:pt x="932374" y="55773"/>
                  <a:pt x="930270" y="54926"/>
                </a:cubicBezTo>
                <a:cubicBezTo>
                  <a:pt x="928167" y="54079"/>
                  <a:pt x="926401" y="52829"/>
                  <a:pt x="924972" y="51176"/>
                </a:cubicBezTo>
                <a:cubicBezTo>
                  <a:pt x="923543" y="49522"/>
                  <a:pt x="922465" y="47505"/>
                  <a:pt x="921738" y="45123"/>
                </a:cubicBezTo>
                <a:cubicBezTo>
                  <a:pt x="921010" y="42742"/>
                  <a:pt x="920646" y="40017"/>
                  <a:pt x="920646" y="36948"/>
                </a:cubicBezTo>
                <a:cubicBezTo>
                  <a:pt x="920646" y="33403"/>
                  <a:pt x="921090" y="30340"/>
                  <a:pt x="921976" y="27761"/>
                </a:cubicBezTo>
                <a:cubicBezTo>
                  <a:pt x="922862" y="25181"/>
                  <a:pt x="924099" y="23045"/>
                  <a:pt x="925687" y="21351"/>
                </a:cubicBezTo>
                <a:cubicBezTo>
                  <a:pt x="927274" y="19658"/>
                  <a:pt x="929152" y="18401"/>
                  <a:pt x="931322" y="17581"/>
                </a:cubicBezTo>
                <a:cubicBezTo>
                  <a:pt x="933492" y="16761"/>
                  <a:pt x="935873" y="16351"/>
                  <a:pt x="938466" y="16351"/>
                </a:cubicBezTo>
                <a:cubicBezTo>
                  <a:pt x="939524" y="16351"/>
                  <a:pt x="940562" y="16443"/>
                  <a:pt x="941581" y="16629"/>
                </a:cubicBezTo>
                <a:cubicBezTo>
                  <a:pt x="942600" y="16814"/>
                  <a:pt x="943552" y="17065"/>
                  <a:pt x="944438" y="17383"/>
                </a:cubicBezTo>
                <a:cubicBezTo>
                  <a:pt x="945325" y="17700"/>
                  <a:pt x="946118" y="18057"/>
                  <a:pt x="946820" y="18454"/>
                </a:cubicBezTo>
                <a:cubicBezTo>
                  <a:pt x="947521" y="18851"/>
                  <a:pt x="948017" y="19195"/>
                  <a:pt x="948308" y="19486"/>
                </a:cubicBezTo>
                <a:cubicBezTo>
                  <a:pt x="948599" y="19777"/>
                  <a:pt x="948804" y="20022"/>
                  <a:pt x="948923" y="20220"/>
                </a:cubicBezTo>
                <a:cubicBezTo>
                  <a:pt x="949042" y="20419"/>
                  <a:pt x="949135" y="20677"/>
                  <a:pt x="949201" y="20994"/>
                </a:cubicBezTo>
                <a:cubicBezTo>
                  <a:pt x="949267" y="21312"/>
                  <a:pt x="949320" y="21702"/>
                  <a:pt x="949359" y="22165"/>
                </a:cubicBezTo>
                <a:cubicBezTo>
                  <a:pt x="949399" y="22628"/>
                  <a:pt x="949419" y="23190"/>
                  <a:pt x="949419" y="23852"/>
                </a:cubicBezTo>
                <a:cubicBezTo>
                  <a:pt x="949419" y="25386"/>
                  <a:pt x="949287" y="26464"/>
                  <a:pt x="949022" y="27086"/>
                </a:cubicBezTo>
                <a:cubicBezTo>
                  <a:pt x="948758" y="27708"/>
                  <a:pt x="948414" y="28019"/>
                  <a:pt x="947990" y="28019"/>
                </a:cubicBezTo>
                <a:cubicBezTo>
                  <a:pt x="947541" y="28019"/>
                  <a:pt x="947064" y="27833"/>
                  <a:pt x="946562" y="27463"/>
                </a:cubicBezTo>
                <a:cubicBezTo>
                  <a:pt x="946059" y="27093"/>
                  <a:pt x="945464" y="26682"/>
                  <a:pt x="944776" y="26233"/>
                </a:cubicBezTo>
                <a:cubicBezTo>
                  <a:pt x="944088" y="25783"/>
                  <a:pt x="943268" y="25373"/>
                  <a:pt x="942315" y="25002"/>
                </a:cubicBezTo>
                <a:cubicBezTo>
                  <a:pt x="941363" y="24632"/>
                  <a:pt x="940225" y="24447"/>
                  <a:pt x="938902" y="24447"/>
                </a:cubicBezTo>
                <a:cubicBezTo>
                  <a:pt x="936309" y="24447"/>
                  <a:pt x="934325" y="25446"/>
                  <a:pt x="932949" y="27443"/>
                </a:cubicBezTo>
                <a:cubicBezTo>
                  <a:pt x="931573" y="29441"/>
                  <a:pt x="930885" y="32371"/>
                  <a:pt x="930885" y="36234"/>
                </a:cubicBezTo>
                <a:cubicBezTo>
                  <a:pt x="930885" y="38139"/>
                  <a:pt x="931057" y="39819"/>
                  <a:pt x="931401" y="41274"/>
                </a:cubicBezTo>
                <a:cubicBezTo>
                  <a:pt x="931745" y="42729"/>
                  <a:pt x="932255" y="43946"/>
                  <a:pt x="932929" y="44925"/>
                </a:cubicBezTo>
                <a:cubicBezTo>
                  <a:pt x="933604" y="45904"/>
                  <a:pt x="934451" y="46638"/>
                  <a:pt x="935469" y="47128"/>
                </a:cubicBezTo>
                <a:cubicBezTo>
                  <a:pt x="936488" y="47617"/>
                  <a:pt x="937672" y="47862"/>
                  <a:pt x="939021" y="47862"/>
                </a:cubicBezTo>
                <a:cubicBezTo>
                  <a:pt x="940397" y="47862"/>
                  <a:pt x="941581" y="47657"/>
                  <a:pt x="942573" y="47247"/>
                </a:cubicBezTo>
                <a:cubicBezTo>
                  <a:pt x="943565" y="46837"/>
                  <a:pt x="944432" y="46380"/>
                  <a:pt x="945173" y="45877"/>
                </a:cubicBezTo>
                <a:cubicBezTo>
                  <a:pt x="945913" y="45375"/>
                  <a:pt x="946535" y="44918"/>
                  <a:pt x="947038" y="44508"/>
                </a:cubicBezTo>
                <a:cubicBezTo>
                  <a:pt x="947541" y="44098"/>
                  <a:pt x="947964" y="43893"/>
                  <a:pt x="948308" y="43893"/>
                </a:cubicBezTo>
                <a:cubicBezTo>
                  <a:pt x="948546" y="43893"/>
                  <a:pt x="948744" y="43959"/>
                  <a:pt x="948903" y="44092"/>
                </a:cubicBezTo>
                <a:cubicBezTo>
                  <a:pt x="949062" y="44224"/>
                  <a:pt x="949188" y="44469"/>
                  <a:pt x="949280" y="44826"/>
                </a:cubicBezTo>
                <a:cubicBezTo>
                  <a:pt x="949373" y="45183"/>
                  <a:pt x="949445" y="45639"/>
                  <a:pt x="949498" y="46195"/>
                </a:cubicBezTo>
                <a:cubicBezTo>
                  <a:pt x="949551" y="46751"/>
                  <a:pt x="949578" y="47465"/>
                  <a:pt x="949578" y="48338"/>
                </a:cubicBezTo>
                <a:close/>
                <a:moveTo>
                  <a:pt x="991935" y="35915"/>
                </a:moveTo>
                <a:cubicBezTo>
                  <a:pt x="991935" y="38938"/>
                  <a:pt x="991538" y="41695"/>
                  <a:pt x="990744" y="44187"/>
                </a:cubicBezTo>
                <a:cubicBezTo>
                  <a:pt x="989950" y="46679"/>
                  <a:pt x="988747" y="48826"/>
                  <a:pt x="987133" y="50629"/>
                </a:cubicBezTo>
                <a:cubicBezTo>
                  <a:pt x="985519" y="52431"/>
                  <a:pt x="983495" y="53823"/>
                  <a:pt x="981061" y="54804"/>
                </a:cubicBezTo>
                <a:cubicBezTo>
                  <a:pt x="978627" y="55785"/>
                  <a:pt x="975782" y="56275"/>
                  <a:pt x="972528" y="56275"/>
                </a:cubicBezTo>
                <a:cubicBezTo>
                  <a:pt x="969380" y="56275"/>
                  <a:pt x="966641" y="55838"/>
                  <a:pt x="964313" y="54963"/>
                </a:cubicBezTo>
                <a:cubicBezTo>
                  <a:pt x="961985" y="54088"/>
                  <a:pt x="960053" y="52816"/>
                  <a:pt x="958519" y="51146"/>
                </a:cubicBezTo>
                <a:cubicBezTo>
                  <a:pt x="956984" y="49476"/>
                  <a:pt x="955847" y="47421"/>
                  <a:pt x="955106" y="44982"/>
                </a:cubicBezTo>
                <a:cubicBezTo>
                  <a:pt x="954365" y="42543"/>
                  <a:pt x="953995" y="39760"/>
                  <a:pt x="953995" y="36632"/>
                </a:cubicBezTo>
                <a:cubicBezTo>
                  <a:pt x="953995" y="33609"/>
                  <a:pt x="954398" y="30845"/>
                  <a:pt x="955205" y="28340"/>
                </a:cubicBezTo>
                <a:cubicBezTo>
                  <a:pt x="956012" y="25835"/>
                  <a:pt x="957222" y="23687"/>
                  <a:pt x="958836" y="21898"/>
                </a:cubicBezTo>
                <a:cubicBezTo>
                  <a:pt x="960450" y="20109"/>
                  <a:pt x="962468" y="18724"/>
                  <a:pt x="964889" y="17744"/>
                </a:cubicBezTo>
                <a:cubicBezTo>
                  <a:pt x="967309" y="16762"/>
                  <a:pt x="970147" y="16271"/>
                  <a:pt x="973401" y="16271"/>
                </a:cubicBezTo>
                <a:cubicBezTo>
                  <a:pt x="976576" y="16271"/>
                  <a:pt x="979328" y="16702"/>
                  <a:pt x="981656" y="17564"/>
                </a:cubicBezTo>
                <a:cubicBezTo>
                  <a:pt x="983984" y="18425"/>
                  <a:pt x="985909" y="19691"/>
                  <a:pt x="987430" y="21361"/>
                </a:cubicBezTo>
                <a:cubicBezTo>
                  <a:pt x="988952" y="23031"/>
                  <a:pt x="990083" y="25086"/>
                  <a:pt x="990824" y="27525"/>
                </a:cubicBezTo>
                <a:cubicBezTo>
                  <a:pt x="991564" y="29964"/>
                  <a:pt x="991935" y="32761"/>
                  <a:pt x="991935" y="35915"/>
                </a:cubicBezTo>
                <a:moveTo>
                  <a:pt x="981656" y="36313"/>
                </a:moveTo>
                <a:cubicBezTo>
                  <a:pt x="981656" y="34567"/>
                  <a:pt x="981517" y="32960"/>
                  <a:pt x="981239" y="31491"/>
                </a:cubicBezTo>
                <a:cubicBezTo>
                  <a:pt x="980961" y="30023"/>
                  <a:pt x="980492" y="28746"/>
                  <a:pt x="979830" y="27661"/>
                </a:cubicBezTo>
                <a:cubicBezTo>
                  <a:pt x="979169" y="26577"/>
                  <a:pt x="978289" y="25730"/>
                  <a:pt x="977191" y="25121"/>
                </a:cubicBezTo>
                <a:cubicBezTo>
                  <a:pt x="976093" y="24513"/>
                  <a:pt x="974711" y="24209"/>
                  <a:pt x="973044" y="24209"/>
                </a:cubicBezTo>
                <a:cubicBezTo>
                  <a:pt x="971562" y="24209"/>
                  <a:pt x="970266" y="24480"/>
                  <a:pt x="969155" y="25022"/>
                </a:cubicBezTo>
                <a:cubicBezTo>
                  <a:pt x="968044" y="25565"/>
                  <a:pt x="967131" y="26358"/>
                  <a:pt x="966416" y="27403"/>
                </a:cubicBezTo>
                <a:cubicBezTo>
                  <a:pt x="965702" y="28449"/>
                  <a:pt x="965166" y="29705"/>
                  <a:pt x="964809" y="31174"/>
                </a:cubicBezTo>
                <a:cubicBezTo>
                  <a:pt x="964452" y="32642"/>
                  <a:pt x="964273" y="34315"/>
                  <a:pt x="964273" y="36194"/>
                </a:cubicBezTo>
                <a:cubicBezTo>
                  <a:pt x="964273" y="37940"/>
                  <a:pt x="964419" y="39547"/>
                  <a:pt x="964710" y="41016"/>
                </a:cubicBezTo>
                <a:cubicBezTo>
                  <a:pt x="965001" y="42484"/>
                  <a:pt x="965471" y="43761"/>
                  <a:pt x="966119" y="44846"/>
                </a:cubicBezTo>
                <a:cubicBezTo>
                  <a:pt x="966767" y="45930"/>
                  <a:pt x="967647" y="46770"/>
                  <a:pt x="968758" y="47366"/>
                </a:cubicBezTo>
                <a:cubicBezTo>
                  <a:pt x="969869" y="47961"/>
                  <a:pt x="971245" y="48259"/>
                  <a:pt x="972885" y="48259"/>
                </a:cubicBezTo>
                <a:cubicBezTo>
                  <a:pt x="974393" y="48259"/>
                  <a:pt x="975703" y="47987"/>
                  <a:pt x="976814" y="47445"/>
                </a:cubicBezTo>
                <a:cubicBezTo>
                  <a:pt x="977925" y="46903"/>
                  <a:pt x="978838" y="46116"/>
                  <a:pt x="979553" y="45084"/>
                </a:cubicBezTo>
                <a:cubicBezTo>
                  <a:pt x="980267" y="44052"/>
                  <a:pt x="980796" y="42802"/>
                  <a:pt x="981140" y="41333"/>
                </a:cubicBezTo>
                <a:cubicBezTo>
                  <a:pt x="981484" y="39865"/>
                  <a:pt x="981656" y="38192"/>
                  <a:pt x="981656" y="36313"/>
                </a:cubicBezTo>
                <a:close/>
                <a:moveTo>
                  <a:pt x="1056212" y="53972"/>
                </a:moveTo>
                <a:cubicBezTo>
                  <a:pt x="1056212" y="54237"/>
                  <a:pt x="1056133" y="54469"/>
                  <a:pt x="1055974" y="54668"/>
                </a:cubicBezTo>
                <a:cubicBezTo>
                  <a:pt x="1055816" y="54866"/>
                  <a:pt x="1055551" y="55032"/>
                  <a:pt x="1055181" y="55164"/>
                </a:cubicBezTo>
                <a:cubicBezTo>
                  <a:pt x="1054810" y="55296"/>
                  <a:pt x="1054308" y="55396"/>
                  <a:pt x="1053673" y="55462"/>
                </a:cubicBezTo>
                <a:cubicBezTo>
                  <a:pt x="1053038" y="55528"/>
                  <a:pt x="1052231" y="55561"/>
                  <a:pt x="1051252" y="55561"/>
                </a:cubicBezTo>
                <a:cubicBezTo>
                  <a:pt x="1050246" y="55561"/>
                  <a:pt x="1049426" y="55528"/>
                  <a:pt x="1048791" y="55462"/>
                </a:cubicBezTo>
                <a:cubicBezTo>
                  <a:pt x="1048156" y="55396"/>
                  <a:pt x="1047647" y="55296"/>
                  <a:pt x="1047263" y="55164"/>
                </a:cubicBezTo>
                <a:cubicBezTo>
                  <a:pt x="1046880" y="55032"/>
                  <a:pt x="1046615" y="54866"/>
                  <a:pt x="1046469" y="54668"/>
                </a:cubicBezTo>
                <a:cubicBezTo>
                  <a:pt x="1046324" y="54470"/>
                  <a:pt x="1046251" y="54238"/>
                  <a:pt x="1046251" y="53973"/>
                </a:cubicBezTo>
                <a:lnTo>
                  <a:pt x="1046251" y="32979"/>
                </a:lnTo>
                <a:cubicBezTo>
                  <a:pt x="1046251" y="31789"/>
                  <a:pt x="1046139" y="30704"/>
                  <a:pt x="1045914" y="29725"/>
                </a:cubicBezTo>
                <a:cubicBezTo>
                  <a:pt x="1045689" y="28746"/>
                  <a:pt x="1045345" y="27906"/>
                  <a:pt x="1044882" y="27205"/>
                </a:cubicBezTo>
                <a:cubicBezTo>
                  <a:pt x="1044419" y="26504"/>
                  <a:pt x="1043837" y="25962"/>
                  <a:pt x="1043136" y="25578"/>
                </a:cubicBezTo>
                <a:cubicBezTo>
                  <a:pt x="1042435" y="25194"/>
                  <a:pt x="1041595" y="25002"/>
                  <a:pt x="1040616" y="25002"/>
                </a:cubicBezTo>
                <a:cubicBezTo>
                  <a:pt x="1039425" y="25002"/>
                  <a:pt x="1038221" y="25465"/>
                  <a:pt x="1037004" y="26391"/>
                </a:cubicBezTo>
                <a:cubicBezTo>
                  <a:pt x="1035787" y="27317"/>
                  <a:pt x="1034464" y="28667"/>
                  <a:pt x="1033036" y="30439"/>
                </a:cubicBezTo>
                <a:lnTo>
                  <a:pt x="1033036" y="53973"/>
                </a:lnTo>
                <a:cubicBezTo>
                  <a:pt x="1033036" y="54238"/>
                  <a:pt x="1032956" y="54470"/>
                  <a:pt x="1032797" y="54668"/>
                </a:cubicBezTo>
                <a:cubicBezTo>
                  <a:pt x="1032639" y="54866"/>
                  <a:pt x="1032368" y="55032"/>
                  <a:pt x="1031984" y="55164"/>
                </a:cubicBezTo>
                <a:cubicBezTo>
                  <a:pt x="1031600" y="55296"/>
                  <a:pt x="1031091" y="55396"/>
                  <a:pt x="1030456" y="55462"/>
                </a:cubicBezTo>
                <a:cubicBezTo>
                  <a:pt x="1029821" y="55528"/>
                  <a:pt x="1029027" y="55561"/>
                  <a:pt x="1028075" y="55561"/>
                </a:cubicBezTo>
                <a:cubicBezTo>
                  <a:pt x="1027096" y="55561"/>
                  <a:pt x="1026289" y="55528"/>
                  <a:pt x="1025654" y="55462"/>
                </a:cubicBezTo>
                <a:cubicBezTo>
                  <a:pt x="1025019" y="55396"/>
                  <a:pt x="1024510" y="55296"/>
                  <a:pt x="1024126" y="55164"/>
                </a:cubicBezTo>
                <a:cubicBezTo>
                  <a:pt x="1023742" y="55032"/>
                  <a:pt x="1023471" y="54866"/>
                  <a:pt x="1023312" y="54668"/>
                </a:cubicBezTo>
                <a:cubicBezTo>
                  <a:pt x="1023154" y="54470"/>
                  <a:pt x="1023074" y="54238"/>
                  <a:pt x="1023074" y="53973"/>
                </a:cubicBezTo>
                <a:lnTo>
                  <a:pt x="1023074" y="32979"/>
                </a:lnTo>
                <a:cubicBezTo>
                  <a:pt x="1023074" y="31789"/>
                  <a:pt x="1022962" y="30704"/>
                  <a:pt x="1022737" y="29725"/>
                </a:cubicBezTo>
                <a:cubicBezTo>
                  <a:pt x="1022512" y="28746"/>
                  <a:pt x="1022175" y="27906"/>
                  <a:pt x="1021725" y="27205"/>
                </a:cubicBezTo>
                <a:cubicBezTo>
                  <a:pt x="1021275" y="26504"/>
                  <a:pt x="1020693" y="25962"/>
                  <a:pt x="1019979" y="25578"/>
                </a:cubicBezTo>
                <a:cubicBezTo>
                  <a:pt x="1019264" y="25194"/>
                  <a:pt x="1018431" y="25002"/>
                  <a:pt x="1017479" y="25002"/>
                </a:cubicBezTo>
                <a:cubicBezTo>
                  <a:pt x="1016261" y="25002"/>
                  <a:pt x="1015044" y="25465"/>
                  <a:pt x="1013827" y="26391"/>
                </a:cubicBezTo>
                <a:cubicBezTo>
                  <a:pt x="1012610" y="27317"/>
                  <a:pt x="1011301" y="28667"/>
                  <a:pt x="1009898" y="30439"/>
                </a:cubicBezTo>
                <a:lnTo>
                  <a:pt x="1009898" y="53973"/>
                </a:lnTo>
                <a:cubicBezTo>
                  <a:pt x="1009898" y="54238"/>
                  <a:pt x="1009819" y="54470"/>
                  <a:pt x="1009660" y="54668"/>
                </a:cubicBezTo>
                <a:cubicBezTo>
                  <a:pt x="1009502" y="54866"/>
                  <a:pt x="1009230" y="55032"/>
                  <a:pt x="1008847" y="55164"/>
                </a:cubicBezTo>
                <a:cubicBezTo>
                  <a:pt x="1008463" y="55296"/>
                  <a:pt x="1007954" y="55396"/>
                  <a:pt x="1007319" y="55462"/>
                </a:cubicBezTo>
                <a:cubicBezTo>
                  <a:pt x="1006684" y="55528"/>
                  <a:pt x="1005877" y="55561"/>
                  <a:pt x="1004898" y="55561"/>
                </a:cubicBezTo>
                <a:cubicBezTo>
                  <a:pt x="1003919" y="55561"/>
                  <a:pt x="1003112" y="55528"/>
                  <a:pt x="1002477" y="55462"/>
                </a:cubicBezTo>
                <a:cubicBezTo>
                  <a:pt x="1001842" y="55396"/>
                  <a:pt x="1001333" y="55296"/>
                  <a:pt x="1000949" y="55164"/>
                </a:cubicBezTo>
                <a:cubicBezTo>
                  <a:pt x="1000566" y="55032"/>
                  <a:pt x="1000294" y="54866"/>
                  <a:pt x="1000136" y="54668"/>
                </a:cubicBezTo>
                <a:cubicBezTo>
                  <a:pt x="999977" y="54470"/>
                  <a:pt x="999897" y="54238"/>
                  <a:pt x="999897" y="53973"/>
                </a:cubicBezTo>
                <a:lnTo>
                  <a:pt x="999897" y="18573"/>
                </a:lnTo>
                <a:cubicBezTo>
                  <a:pt x="999897" y="18309"/>
                  <a:pt x="999964" y="18077"/>
                  <a:pt x="1000096" y="17879"/>
                </a:cubicBezTo>
                <a:cubicBezTo>
                  <a:pt x="1000228" y="17680"/>
                  <a:pt x="1000466" y="17515"/>
                  <a:pt x="1000810" y="17383"/>
                </a:cubicBezTo>
                <a:cubicBezTo>
                  <a:pt x="1001154" y="17250"/>
                  <a:pt x="1001597" y="17151"/>
                  <a:pt x="1002140" y="17085"/>
                </a:cubicBezTo>
                <a:cubicBezTo>
                  <a:pt x="1002682" y="17019"/>
                  <a:pt x="1003363" y="16986"/>
                  <a:pt x="1004184" y="16986"/>
                </a:cubicBezTo>
                <a:cubicBezTo>
                  <a:pt x="1005030" y="16986"/>
                  <a:pt x="1005731" y="17019"/>
                  <a:pt x="1006287" y="17085"/>
                </a:cubicBezTo>
                <a:cubicBezTo>
                  <a:pt x="1006843" y="17151"/>
                  <a:pt x="1007273" y="17250"/>
                  <a:pt x="1007577" y="17383"/>
                </a:cubicBezTo>
                <a:cubicBezTo>
                  <a:pt x="1007881" y="17515"/>
                  <a:pt x="1008099" y="17680"/>
                  <a:pt x="1008232" y="17879"/>
                </a:cubicBezTo>
                <a:cubicBezTo>
                  <a:pt x="1008364" y="18077"/>
                  <a:pt x="1008430" y="18309"/>
                  <a:pt x="1008430" y="18573"/>
                </a:cubicBezTo>
                <a:lnTo>
                  <a:pt x="1008430" y="22661"/>
                </a:lnTo>
                <a:cubicBezTo>
                  <a:pt x="1010388" y="20531"/>
                  <a:pt x="1012339" y="18934"/>
                  <a:pt x="1014284" y="17869"/>
                </a:cubicBezTo>
                <a:cubicBezTo>
                  <a:pt x="1016228" y="16804"/>
                  <a:pt x="1018259" y="16271"/>
                  <a:pt x="1020376" y="16271"/>
                </a:cubicBezTo>
                <a:cubicBezTo>
                  <a:pt x="1021831" y="16271"/>
                  <a:pt x="1023140" y="16425"/>
                  <a:pt x="1024305" y="16732"/>
                </a:cubicBezTo>
                <a:cubicBezTo>
                  <a:pt x="1025469" y="17037"/>
                  <a:pt x="1026507" y="17476"/>
                  <a:pt x="1027420" y="18049"/>
                </a:cubicBezTo>
                <a:cubicBezTo>
                  <a:pt x="1028333" y="18621"/>
                  <a:pt x="1029120" y="19306"/>
                  <a:pt x="1029781" y="20105"/>
                </a:cubicBezTo>
                <a:cubicBezTo>
                  <a:pt x="1030443" y="20904"/>
                  <a:pt x="1030998" y="21795"/>
                  <a:pt x="1031448" y="22780"/>
                </a:cubicBezTo>
                <a:cubicBezTo>
                  <a:pt x="1032506" y="21636"/>
                  <a:pt x="1033545" y="20651"/>
                  <a:pt x="1034564" y="19826"/>
                </a:cubicBezTo>
                <a:cubicBezTo>
                  <a:pt x="1035582" y="19000"/>
                  <a:pt x="1036588" y="18328"/>
                  <a:pt x="1037580" y="17809"/>
                </a:cubicBezTo>
                <a:cubicBezTo>
                  <a:pt x="1038572" y="17290"/>
                  <a:pt x="1039564" y="16904"/>
                  <a:pt x="1040556" y="16651"/>
                </a:cubicBezTo>
                <a:cubicBezTo>
                  <a:pt x="1041548" y="16398"/>
                  <a:pt x="1042560" y="16271"/>
                  <a:pt x="1043592" y="16271"/>
                </a:cubicBezTo>
                <a:cubicBezTo>
                  <a:pt x="1045947" y="16271"/>
                  <a:pt x="1047931" y="16669"/>
                  <a:pt x="1049545" y="17463"/>
                </a:cubicBezTo>
                <a:cubicBezTo>
                  <a:pt x="1051159" y="18258"/>
                  <a:pt x="1052462" y="19337"/>
                  <a:pt x="1053454" y="20701"/>
                </a:cubicBezTo>
                <a:cubicBezTo>
                  <a:pt x="1054446" y="22065"/>
                  <a:pt x="1055154" y="23661"/>
                  <a:pt x="1055577" y="25489"/>
                </a:cubicBezTo>
                <a:cubicBezTo>
                  <a:pt x="1056001" y="27316"/>
                  <a:pt x="1056212" y="29249"/>
                  <a:pt x="1056212" y="31288"/>
                </a:cubicBezTo>
                <a:lnTo>
                  <a:pt x="1056212" y="53972"/>
                </a:lnTo>
                <a:close/>
                <a:moveTo>
                  <a:pt x="1122210" y="53972"/>
                </a:moveTo>
                <a:cubicBezTo>
                  <a:pt x="1122210" y="54237"/>
                  <a:pt x="1122131" y="54469"/>
                  <a:pt x="1121972" y="54668"/>
                </a:cubicBezTo>
                <a:cubicBezTo>
                  <a:pt x="1121813" y="54866"/>
                  <a:pt x="1121549" y="55032"/>
                  <a:pt x="1121178" y="55164"/>
                </a:cubicBezTo>
                <a:cubicBezTo>
                  <a:pt x="1120808" y="55296"/>
                  <a:pt x="1120305" y="55396"/>
                  <a:pt x="1119670" y="55462"/>
                </a:cubicBezTo>
                <a:cubicBezTo>
                  <a:pt x="1119035" y="55528"/>
                  <a:pt x="1118228" y="55561"/>
                  <a:pt x="1117249" y="55561"/>
                </a:cubicBezTo>
                <a:cubicBezTo>
                  <a:pt x="1116244" y="55561"/>
                  <a:pt x="1115424" y="55528"/>
                  <a:pt x="1114789" y="55462"/>
                </a:cubicBezTo>
                <a:cubicBezTo>
                  <a:pt x="1114154" y="55396"/>
                  <a:pt x="1113644" y="55296"/>
                  <a:pt x="1113261" y="55164"/>
                </a:cubicBezTo>
                <a:cubicBezTo>
                  <a:pt x="1112877" y="55032"/>
                  <a:pt x="1112612" y="54866"/>
                  <a:pt x="1112467" y="54668"/>
                </a:cubicBezTo>
                <a:cubicBezTo>
                  <a:pt x="1112321" y="54470"/>
                  <a:pt x="1112249" y="54238"/>
                  <a:pt x="1112249" y="53973"/>
                </a:cubicBezTo>
                <a:lnTo>
                  <a:pt x="1112249" y="32979"/>
                </a:lnTo>
                <a:cubicBezTo>
                  <a:pt x="1112249" y="31789"/>
                  <a:pt x="1112136" y="30704"/>
                  <a:pt x="1111911" y="29725"/>
                </a:cubicBezTo>
                <a:cubicBezTo>
                  <a:pt x="1111686" y="28746"/>
                  <a:pt x="1111343" y="27906"/>
                  <a:pt x="1110880" y="27205"/>
                </a:cubicBezTo>
                <a:cubicBezTo>
                  <a:pt x="1110417" y="26504"/>
                  <a:pt x="1109834" y="25962"/>
                  <a:pt x="1109133" y="25578"/>
                </a:cubicBezTo>
                <a:cubicBezTo>
                  <a:pt x="1108432" y="25194"/>
                  <a:pt x="1107592" y="25002"/>
                  <a:pt x="1106613" y="25002"/>
                </a:cubicBezTo>
                <a:cubicBezTo>
                  <a:pt x="1105423" y="25002"/>
                  <a:pt x="1104219" y="25465"/>
                  <a:pt x="1103002" y="26391"/>
                </a:cubicBezTo>
                <a:cubicBezTo>
                  <a:pt x="1101785" y="27317"/>
                  <a:pt x="1100462" y="28667"/>
                  <a:pt x="1099033" y="30439"/>
                </a:cubicBezTo>
                <a:lnTo>
                  <a:pt x="1099033" y="53973"/>
                </a:lnTo>
                <a:cubicBezTo>
                  <a:pt x="1099033" y="54238"/>
                  <a:pt x="1098954" y="54470"/>
                  <a:pt x="1098795" y="54668"/>
                </a:cubicBezTo>
                <a:cubicBezTo>
                  <a:pt x="1098636" y="54866"/>
                  <a:pt x="1098365" y="55032"/>
                  <a:pt x="1097981" y="55164"/>
                </a:cubicBezTo>
                <a:cubicBezTo>
                  <a:pt x="1097598" y="55296"/>
                  <a:pt x="1097089" y="55396"/>
                  <a:pt x="1096454" y="55462"/>
                </a:cubicBezTo>
                <a:cubicBezTo>
                  <a:pt x="1095819" y="55528"/>
                  <a:pt x="1095025" y="55561"/>
                  <a:pt x="1094072" y="55561"/>
                </a:cubicBezTo>
                <a:cubicBezTo>
                  <a:pt x="1093093" y="55561"/>
                  <a:pt x="1092286" y="55528"/>
                  <a:pt x="1091651" y="55462"/>
                </a:cubicBezTo>
                <a:cubicBezTo>
                  <a:pt x="1091016" y="55396"/>
                  <a:pt x="1090507" y="55296"/>
                  <a:pt x="1090124" y="55164"/>
                </a:cubicBezTo>
                <a:cubicBezTo>
                  <a:pt x="1089740" y="55032"/>
                  <a:pt x="1089469" y="54866"/>
                  <a:pt x="1089310" y="54668"/>
                </a:cubicBezTo>
                <a:cubicBezTo>
                  <a:pt x="1089151" y="54470"/>
                  <a:pt x="1089072" y="54238"/>
                  <a:pt x="1089072" y="53973"/>
                </a:cubicBezTo>
                <a:lnTo>
                  <a:pt x="1089072" y="32979"/>
                </a:lnTo>
                <a:cubicBezTo>
                  <a:pt x="1089072" y="31789"/>
                  <a:pt x="1088959" y="30704"/>
                  <a:pt x="1088735" y="29725"/>
                </a:cubicBezTo>
                <a:cubicBezTo>
                  <a:pt x="1088510" y="28746"/>
                  <a:pt x="1088172" y="27906"/>
                  <a:pt x="1087723" y="27205"/>
                </a:cubicBezTo>
                <a:cubicBezTo>
                  <a:pt x="1087273" y="26504"/>
                  <a:pt x="1086691" y="25962"/>
                  <a:pt x="1085976" y="25578"/>
                </a:cubicBezTo>
                <a:cubicBezTo>
                  <a:pt x="1085262" y="25194"/>
                  <a:pt x="1084429" y="25002"/>
                  <a:pt x="1083476" y="25002"/>
                </a:cubicBezTo>
                <a:cubicBezTo>
                  <a:pt x="1082259" y="25002"/>
                  <a:pt x="1081042" y="25465"/>
                  <a:pt x="1079825" y="26391"/>
                </a:cubicBezTo>
                <a:cubicBezTo>
                  <a:pt x="1078608" y="27317"/>
                  <a:pt x="1077298" y="28667"/>
                  <a:pt x="1075896" y="30439"/>
                </a:cubicBezTo>
                <a:lnTo>
                  <a:pt x="1075896" y="53973"/>
                </a:lnTo>
                <a:cubicBezTo>
                  <a:pt x="1075896" y="54238"/>
                  <a:pt x="1075817" y="54470"/>
                  <a:pt x="1075658" y="54668"/>
                </a:cubicBezTo>
                <a:cubicBezTo>
                  <a:pt x="1075499" y="54866"/>
                  <a:pt x="1075228" y="55032"/>
                  <a:pt x="1074844" y="55164"/>
                </a:cubicBezTo>
                <a:cubicBezTo>
                  <a:pt x="1074461" y="55296"/>
                  <a:pt x="1073951" y="55396"/>
                  <a:pt x="1073316" y="55462"/>
                </a:cubicBezTo>
                <a:cubicBezTo>
                  <a:pt x="1072681" y="55528"/>
                  <a:pt x="1071874" y="55561"/>
                  <a:pt x="1070896" y="55561"/>
                </a:cubicBezTo>
                <a:cubicBezTo>
                  <a:pt x="1069917" y="55561"/>
                  <a:pt x="1069110" y="55528"/>
                  <a:pt x="1068475" y="55462"/>
                </a:cubicBezTo>
                <a:cubicBezTo>
                  <a:pt x="1067840" y="55396"/>
                  <a:pt x="1067330" y="55296"/>
                  <a:pt x="1066947" y="55164"/>
                </a:cubicBezTo>
                <a:cubicBezTo>
                  <a:pt x="1066563" y="55032"/>
                  <a:pt x="1066292" y="54866"/>
                  <a:pt x="1066133" y="54668"/>
                </a:cubicBezTo>
                <a:cubicBezTo>
                  <a:pt x="1065974" y="54470"/>
                  <a:pt x="1065895" y="54238"/>
                  <a:pt x="1065895" y="53973"/>
                </a:cubicBezTo>
                <a:lnTo>
                  <a:pt x="1065895" y="18573"/>
                </a:lnTo>
                <a:cubicBezTo>
                  <a:pt x="1065895" y="18309"/>
                  <a:pt x="1065961" y="18077"/>
                  <a:pt x="1066093" y="17879"/>
                </a:cubicBezTo>
                <a:cubicBezTo>
                  <a:pt x="1066226" y="17680"/>
                  <a:pt x="1066464" y="17515"/>
                  <a:pt x="1066808" y="17383"/>
                </a:cubicBezTo>
                <a:cubicBezTo>
                  <a:pt x="1067152" y="17250"/>
                  <a:pt x="1067595" y="17151"/>
                  <a:pt x="1068137" y="17085"/>
                </a:cubicBezTo>
                <a:cubicBezTo>
                  <a:pt x="1068680" y="17019"/>
                  <a:pt x="1069361" y="16986"/>
                  <a:pt x="1070181" y="16986"/>
                </a:cubicBezTo>
                <a:cubicBezTo>
                  <a:pt x="1071028" y="16986"/>
                  <a:pt x="1071729" y="17019"/>
                  <a:pt x="1072285" y="17085"/>
                </a:cubicBezTo>
                <a:cubicBezTo>
                  <a:pt x="1072840" y="17151"/>
                  <a:pt x="1073270" y="17250"/>
                  <a:pt x="1073574" y="17383"/>
                </a:cubicBezTo>
                <a:cubicBezTo>
                  <a:pt x="1073879" y="17515"/>
                  <a:pt x="1074097" y="17680"/>
                  <a:pt x="1074229" y="17879"/>
                </a:cubicBezTo>
                <a:cubicBezTo>
                  <a:pt x="1074361" y="18077"/>
                  <a:pt x="1074428" y="18309"/>
                  <a:pt x="1074428" y="18573"/>
                </a:cubicBezTo>
                <a:lnTo>
                  <a:pt x="1074428" y="22661"/>
                </a:lnTo>
                <a:cubicBezTo>
                  <a:pt x="1076385" y="20531"/>
                  <a:pt x="1078337" y="18934"/>
                  <a:pt x="1080281" y="17869"/>
                </a:cubicBezTo>
                <a:cubicBezTo>
                  <a:pt x="1082226" y="16804"/>
                  <a:pt x="1084257" y="16271"/>
                  <a:pt x="1086373" y="16271"/>
                </a:cubicBezTo>
                <a:cubicBezTo>
                  <a:pt x="1087828" y="16271"/>
                  <a:pt x="1089138" y="16425"/>
                  <a:pt x="1090302" y="16732"/>
                </a:cubicBezTo>
                <a:cubicBezTo>
                  <a:pt x="1091466" y="17037"/>
                  <a:pt x="1092505" y="17476"/>
                  <a:pt x="1093418" y="18049"/>
                </a:cubicBezTo>
                <a:cubicBezTo>
                  <a:pt x="1094330" y="18621"/>
                  <a:pt x="1095117" y="19306"/>
                  <a:pt x="1095779" y="20105"/>
                </a:cubicBezTo>
                <a:cubicBezTo>
                  <a:pt x="1096440" y="20904"/>
                  <a:pt x="1096996" y="21795"/>
                  <a:pt x="1097446" y="22780"/>
                </a:cubicBezTo>
                <a:cubicBezTo>
                  <a:pt x="1098504" y="21636"/>
                  <a:pt x="1099542" y="20651"/>
                  <a:pt x="1100561" y="19826"/>
                </a:cubicBezTo>
                <a:cubicBezTo>
                  <a:pt x="1101580" y="19000"/>
                  <a:pt x="1102585" y="18328"/>
                  <a:pt x="1103577" y="17809"/>
                </a:cubicBezTo>
                <a:cubicBezTo>
                  <a:pt x="1104569" y="17290"/>
                  <a:pt x="1105562" y="16904"/>
                  <a:pt x="1106554" y="16651"/>
                </a:cubicBezTo>
                <a:cubicBezTo>
                  <a:pt x="1107546" y="16398"/>
                  <a:pt x="1108558" y="16271"/>
                  <a:pt x="1109590" y="16271"/>
                </a:cubicBezTo>
                <a:cubicBezTo>
                  <a:pt x="1111944" y="16271"/>
                  <a:pt x="1113929" y="16669"/>
                  <a:pt x="1115543" y="17463"/>
                </a:cubicBezTo>
                <a:cubicBezTo>
                  <a:pt x="1117157" y="18258"/>
                  <a:pt x="1118460" y="19337"/>
                  <a:pt x="1119452" y="20701"/>
                </a:cubicBezTo>
                <a:cubicBezTo>
                  <a:pt x="1120444" y="22065"/>
                  <a:pt x="1121152" y="23661"/>
                  <a:pt x="1121575" y="25489"/>
                </a:cubicBezTo>
                <a:cubicBezTo>
                  <a:pt x="1121998" y="27316"/>
                  <a:pt x="1122210" y="29249"/>
                  <a:pt x="1122210" y="31288"/>
                </a:cubicBezTo>
                <a:lnTo>
                  <a:pt x="1122210" y="53972"/>
                </a:lnTo>
                <a:close/>
                <a:moveTo>
                  <a:pt x="1141893" y="53973"/>
                </a:moveTo>
                <a:cubicBezTo>
                  <a:pt x="1141893" y="54238"/>
                  <a:pt x="1141814" y="54470"/>
                  <a:pt x="1141655" y="54668"/>
                </a:cubicBezTo>
                <a:cubicBezTo>
                  <a:pt x="1141497" y="54866"/>
                  <a:pt x="1141225" y="55032"/>
                  <a:pt x="1140842" y="55164"/>
                </a:cubicBezTo>
                <a:cubicBezTo>
                  <a:pt x="1140458" y="55296"/>
                  <a:pt x="1139949" y="55396"/>
                  <a:pt x="1139314" y="55462"/>
                </a:cubicBezTo>
                <a:cubicBezTo>
                  <a:pt x="1138679" y="55528"/>
                  <a:pt x="1137872" y="55561"/>
                  <a:pt x="1136893" y="55561"/>
                </a:cubicBezTo>
                <a:cubicBezTo>
                  <a:pt x="1135914" y="55561"/>
                  <a:pt x="1135107" y="55528"/>
                  <a:pt x="1134472" y="55462"/>
                </a:cubicBezTo>
                <a:cubicBezTo>
                  <a:pt x="1133837" y="55396"/>
                  <a:pt x="1133328" y="55296"/>
                  <a:pt x="1132944" y="55164"/>
                </a:cubicBezTo>
                <a:cubicBezTo>
                  <a:pt x="1132561" y="55032"/>
                  <a:pt x="1132289" y="54866"/>
                  <a:pt x="1132131" y="54668"/>
                </a:cubicBezTo>
                <a:cubicBezTo>
                  <a:pt x="1131972" y="54470"/>
                  <a:pt x="1131892" y="54238"/>
                  <a:pt x="1131892" y="53973"/>
                </a:cubicBezTo>
                <a:lnTo>
                  <a:pt x="1131892" y="18653"/>
                </a:lnTo>
                <a:cubicBezTo>
                  <a:pt x="1131892" y="18388"/>
                  <a:pt x="1131972" y="18157"/>
                  <a:pt x="1132131" y="17958"/>
                </a:cubicBezTo>
                <a:cubicBezTo>
                  <a:pt x="1132289" y="17760"/>
                  <a:pt x="1132561" y="17588"/>
                  <a:pt x="1132944" y="17442"/>
                </a:cubicBezTo>
                <a:cubicBezTo>
                  <a:pt x="1133328" y="17297"/>
                  <a:pt x="1133837" y="17184"/>
                  <a:pt x="1134472" y="17105"/>
                </a:cubicBezTo>
                <a:cubicBezTo>
                  <a:pt x="1135107" y="17025"/>
                  <a:pt x="1135914" y="16986"/>
                  <a:pt x="1136893" y="16986"/>
                </a:cubicBezTo>
                <a:cubicBezTo>
                  <a:pt x="1137872" y="16986"/>
                  <a:pt x="1138679" y="17025"/>
                  <a:pt x="1139314" y="17105"/>
                </a:cubicBezTo>
                <a:cubicBezTo>
                  <a:pt x="1139949" y="17184"/>
                  <a:pt x="1140458" y="17297"/>
                  <a:pt x="1140842" y="17442"/>
                </a:cubicBezTo>
                <a:cubicBezTo>
                  <a:pt x="1141225" y="17588"/>
                  <a:pt x="1141497" y="17760"/>
                  <a:pt x="1141655" y="17958"/>
                </a:cubicBezTo>
                <a:cubicBezTo>
                  <a:pt x="1141814" y="18157"/>
                  <a:pt x="1141893" y="18388"/>
                  <a:pt x="1141893" y="18653"/>
                </a:cubicBezTo>
                <a:lnTo>
                  <a:pt x="1141893" y="53973"/>
                </a:lnTo>
                <a:moveTo>
                  <a:pt x="1142648" y="6588"/>
                </a:moveTo>
                <a:cubicBezTo>
                  <a:pt x="1142648" y="8599"/>
                  <a:pt x="1142237" y="9988"/>
                  <a:pt x="1141417" y="10755"/>
                </a:cubicBezTo>
                <a:cubicBezTo>
                  <a:pt x="1140597" y="11522"/>
                  <a:pt x="1139076" y="11906"/>
                  <a:pt x="1136853" y="11906"/>
                </a:cubicBezTo>
                <a:cubicBezTo>
                  <a:pt x="1134604" y="11906"/>
                  <a:pt x="1133090" y="11536"/>
                  <a:pt x="1132309" y="10795"/>
                </a:cubicBezTo>
                <a:cubicBezTo>
                  <a:pt x="1131529" y="10054"/>
                  <a:pt x="1131138" y="8718"/>
                  <a:pt x="1131138" y="6786"/>
                </a:cubicBezTo>
                <a:cubicBezTo>
                  <a:pt x="1131138" y="4776"/>
                  <a:pt x="1131542" y="3380"/>
                  <a:pt x="1132349" y="2599"/>
                </a:cubicBezTo>
                <a:cubicBezTo>
                  <a:pt x="1133156" y="1819"/>
                  <a:pt x="1134684" y="1429"/>
                  <a:pt x="1136933" y="1429"/>
                </a:cubicBezTo>
                <a:cubicBezTo>
                  <a:pt x="1139155" y="1429"/>
                  <a:pt x="1140663" y="1806"/>
                  <a:pt x="1141457" y="2560"/>
                </a:cubicBezTo>
                <a:cubicBezTo>
                  <a:pt x="1142251" y="3314"/>
                  <a:pt x="1142648" y="4657"/>
                  <a:pt x="1142648" y="6588"/>
                </a:cubicBezTo>
                <a:close/>
                <a:moveTo>
                  <a:pt x="1172996" y="50454"/>
                </a:moveTo>
                <a:cubicBezTo>
                  <a:pt x="1172996" y="51624"/>
                  <a:pt x="1172923" y="52521"/>
                  <a:pt x="1172777" y="53146"/>
                </a:cubicBezTo>
                <a:cubicBezTo>
                  <a:pt x="1172632" y="53770"/>
                  <a:pt x="1172440" y="54209"/>
                  <a:pt x="1172202" y="54462"/>
                </a:cubicBezTo>
                <a:cubicBezTo>
                  <a:pt x="1171964" y="54714"/>
                  <a:pt x="1171613" y="54940"/>
                  <a:pt x="1171150" y="55139"/>
                </a:cubicBezTo>
                <a:cubicBezTo>
                  <a:pt x="1170687" y="55339"/>
                  <a:pt x="1170145" y="55511"/>
                  <a:pt x="1169523" y="55658"/>
                </a:cubicBezTo>
                <a:cubicBezTo>
                  <a:pt x="1168901" y="55804"/>
                  <a:pt x="1168227" y="55917"/>
                  <a:pt x="1167499" y="55996"/>
                </a:cubicBezTo>
                <a:cubicBezTo>
                  <a:pt x="1166772" y="56076"/>
                  <a:pt x="1166037" y="56117"/>
                  <a:pt x="1165297" y="56117"/>
                </a:cubicBezTo>
                <a:cubicBezTo>
                  <a:pt x="1163312" y="56117"/>
                  <a:pt x="1161592" y="55865"/>
                  <a:pt x="1160137" y="55362"/>
                </a:cubicBezTo>
                <a:cubicBezTo>
                  <a:pt x="1158682" y="54860"/>
                  <a:pt x="1157478" y="54086"/>
                  <a:pt x="1156526" y="53041"/>
                </a:cubicBezTo>
                <a:cubicBezTo>
                  <a:pt x="1155573" y="51996"/>
                  <a:pt x="1154872" y="50680"/>
                  <a:pt x="1154422" y="49092"/>
                </a:cubicBezTo>
                <a:cubicBezTo>
                  <a:pt x="1153973" y="47505"/>
                  <a:pt x="1153748" y="45626"/>
                  <a:pt x="1153748" y="43457"/>
                </a:cubicBezTo>
                <a:lnTo>
                  <a:pt x="1153748" y="25320"/>
                </a:lnTo>
                <a:lnTo>
                  <a:pt x="1149501" y="25320"/>
                </a:lnTo>
                <a:cubicBezTo>
                  <a:pt x="1148999" y="25320"/>
                  <a:pt x="1148615" y="25009"/>
                  <a:pt x="1148350" y="24387"/>
                </a:cubicBezTo>
                <a:cubicBezTo>
                  <a:pt x="1148086" y="23766"/>
                  <a:pt x="1147954" y="22727"/>
                  <a:pt x="1147954" y="21272"/>
                </a:cubicBezTo>
                <a:cubicBezTo>
                  <a:pt x="1147954" y="20505"/>
                  <a:pt x="1147987" y="19856"/>
                  <a:pt x="1148053" y="19327"/>
                </a:cubicBezTo>
                <a:cubicBezTo>
                  <a:pt x="1148119" y="18798"/>
                  <a:pt x="1148218" y="18381"/>
                  <a:pt x="1148350" y="18077"/>
                </a:cubicBezTo>
                <a:cubicBezTo>
                  <a:pt x="1148483" y="17773"/>
                  <a:pt x="1148648" y="17555"/>
                  <a:pt x="1148847" y="17422"/>
                </a:cubicBezTo>
                <a:cubicBezTo>
                  <a:pt x="1149045" y="17290"/>
                  <a:pt x="1149276" y="17224"/>
                  <a:pt x="1149541" y="17224"/>
                </a:cubicBezTo>
                <a:lnTo>
                  <a:pt x="1153748" y="17224"/>
                </a:lnTo>
                <a:lnTo>
                  <a:pt x="1153748" y="9294"/>
                </a:lnTo>
                <a:cubicBezTo>
                  <a:pt x="1153748" y="9028"/>
                  <a:pt x="1153821" y="8788"/>
                  <a:pt x="1153966" y="8576"/>
                </a:cubicBezTo>
                <a:cubicBezTo>
                  <a:pt x="1154112" y="8363"/>
                  <a:pt x="1154376" y="8184"/>
                  <a:pt x="1154760" y="8039"/>
                </a:cubicBezTo>
                <a:cubicBezTo>
                  <a:pt x="1155143" y="7893"/>
                  <a:pt x="1155659" y="7786"/>
                  <a:pt x="1156308" y="7720"/>
                </a:cubicBezTo>
                <a:cubicBezTo>
                  <a:pt x="1156956" y="7653"/>
                  <a:pt x="1157756" y="7620"/>
                  <a:pt x="1158709" y="7620"/>
                </a:cubicBezTo>
                <a:cubicBezTo>
                  <a:pt x="1159688" y="7620"/>
                  <a:pt x="1160501" y="7653"/>
                  <a:pt x="1161149" y="7720"/>
                </a:cubicBezTo>
                <a:cubicBezTo>
                  <a:pt x="1161798" y="7786"/>
                  <a:pt x="1162307" y="7893"/>
                  <a:pt x="1162677" y="8039"/>
                </a:cubicBezTo>
                <a:cubicBezTo>
                  <a:pt x="1163048" y="8184"/>
                  <a:pt x="1163312" y="8363"/>
                  <a:pt x="1163471" y="8576"/>
                </a:cubicBezTo>
                <a:cubicBezTo>
                  <a:pt x="1163630" y="8788"/>
                  <a:pt x="1163709" y="9028"/>
                  <a:pt x="1163709" y="9294"/>
                </a:cubicBezTo>
                <a:lnTo>
                  <a:pt x="1163709" y="17224"/>
                </a:lnTo>
                <a:lnTo>
                  <a:pt x="1171408" y="17224"/>
                </a:lnTo>
                <a:cubicBezTo>
                  <a:pt x="1171673" y="17224"/>
                  <a:pt x="1171904" y="17290"/>
                  <a:pt x="1172103" y="17422"/>
                </a:cubicBezTo>
                <a:cubicBezTo>
                  <a:pt x="1172301" y="17555"/>
                  <a:pt x="1172467" y="17773"/>
                  <a:pt x="1172599" y="18077"/>
                </a:cubicBezTo>
                <a:cubicBezTo>
                  <a:pt x="1172731" y="18381"/>
                  <a:pt x="1172830" y="18798"/>
                  <a:pt x="1172896" y="19327"/>
                </a:cubicBezTo>
                <a:cubicBezTo>
                  <a:pt x="1172963" y="19856"/>
                  <a:pt x="1172996" y="20505"/>
                  <a:pt x="1172996" y="21272"/>
                </a:cubicBezTo>
                <a:cubicBezTo>
                  <a:pt x="1172996" y="22727"/>
                  <a:pt x="1172863" y="23766"/>
                  <a:pt x="1172599" y="24387"/>
                </a:cubicBezTo>
                <a:cubicBezTo>
                  <a:pt x="1172334" y="25009"/>
                  <a:pt x="1171951" y="25320"/>
                  <a:pt x="1171448" y="25320"/>
                </a:cubicBezTo>
                <a:lnTo>
                  <a:pt x="1163709" y="25320"/>
                </a:lnTo>
                <a:lnTo>
                  <a:pt x="1163709" y="41919"/>
                </a:lnTo>
                <a:cubicBezTo>
                  <a:pt x="1163709" y="43847"/>
                  <a:pt x="1164013" y="45293"/>
                  <a:pt x="1164622" y="46257"/>
                </a:cubicBezTo>
                <a:cubicBezTo>
                  <a:pt x="1165230" y="47221"/>
                  <a:pt x="1166315" y="47703"/>
                  <a:pt x="1167876" y="47703"/>
                </a:cubicBezTo>
                <a:cubicBezTo>
                  <a:pt x="1168405" y="47703"/>
                  <a:pt x="1168882" y="47657"/>
                  <a:pt x="1169305" y="47564"/>
                </a:cubicBezTo>
                <a:cubicBezTo>
                  <a:pt x="1169728" y="47472"/>
                  <a:pt x="1170105" y="47366"/>
                  <a:pt x="1170436" y="47247"/>
                </a:cubicBezTo>
                <a:cubicBezTo>
                  <a:pt x="1170767" y="47128"/>
                  <a:pt x="1171044" y="47022"/>
                  <a:pt x="1171269" y="46929"/>
                </a:cubicBezTo>
                <a:cubicBezTo>
                  <a:pt x="1171494" y="46837"/>
                  <a:pt x="1171699" y="46790"/>
                  <a:pt x="1171884" y="46790"/>
                </a:cubicBezTo>
                <a:cubicBezTo>
                  <a:pt x="1172043" y="46790"/>
                  <a:pt x="1172195" y="46837"/>
                  <a:pt x="1172341" y="46929"/>
                </a:cubicBezTo>
                <a:cubicBezTo>
                  <a:pt x="1172486" y="47022"/>
                  <a:pt x="1172599" y="47207"/>
                  <a:pt x="1172678" y="47486"/>
                </a:cubicBezTo>
                <a:cubicBezTo>
                  <a:pt x="1172758" y="47764"/>
                  <a:pt x="1172830" y="48142"/>
                  <a:pt x="1172896" y="48621"/>
                </a:cubicBezTo>
                <a:cubicBezTo>
                  <a:pt x="1172963" y="49099"/>
                  <a:pt x="1172996" y="49710"/>
                  <a:pt x="1172996" y="504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message,youneedto:">
            <a:extLst xmlns:a="http://schemas.openxmlformats.org/drawingml/2006/main">
              <a:ext uri="{FF2B5EF4-FFF2-40B4-BE49-F238E27FC236}">
                <a16:creationId xmlns:a16="http://schemas.microsoft.com/office/drawing/2014/main" id="{9863B2B4-80CD-4514-BB7A-AE74E79B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85" y="488701"/>
            <a:ext cx="731721" cy="69689"/>
          </a:xfrm>
          <a:custGeom xmlns:a="http://schemas.openxmlformats.org/drawingml/2006/main">
            <a:pathLst>
              <a:path w="731721" h="69689">
                <a:moveTo>
                  <a:pt x="56315" y="53813"/>
                </a:moveTo>
                <a:cubicBezTo>
                  <a:pt x="56315" y="54078"/>
                  <a:pt x="56236" y="54310"/>
                  <a:pt x="56077" y="54509"/>
                </a:cubicBezTo>
                <a:cubicBezTo>
                  <a:pt x="55918" y="54708"/>
                  <a:pt x="55654" y="54873"/>
                  <a:pt x="55283" y="55005"/>
                </a:cubicBezTo>
                <a:cubicBezTo>
                  <a:pt x="54913" y="55138"/>
                  <a:pt x="54410" y="55237"/>
                  <a:pt x="53775" y="55303"/>
                </a:cubicBezTo>
                <a:cubicBezTo>
                  <a:pt x="53140" y="55369"/>
                  <a:pt x="52333" y="55402"/>
                  <a:pt x="51354" y="55402"/>
                </a:cubicBezTo>
                <a:cubicBezTo>
                  <a:pt x="50349" y="55402"/>
                  <a:pt x="49529" y="55369"/>
                  <a:pt x="48894" y="55303"/>
                </a:cubicBezTo>
                <a:cubicBezTo>
                  <a:pt x="48259" y="55237"/>
                  <a:pt x="47749" y="55138"/>
                  <a:pt x="47366" y="55005"/>
                </a:cubicBezTo>
                <a:cubicBezTo>
                  <a:pt x="46982" y="54873"/>
                  <a:pt x="46717" y="54708"/>
                  <a:pt x="46572" y="54509"/>
                </a:cubicBezTo>
                <a:cubicBezTo>
                  <a:pt x="46426" y="54311"/>
                  <a:pt x="46354" y="54079"/>
                  <a:pt x="46354" y="53815"/>
                </a:cubicBezTo>
                <a:lnTo>
                  <a:pt x="46354" y="32821"/>
                </a:lnTo>
                <a:cubicBezTo>
                  <a:pt x="46354" y="31630"/>
                  <a:pt x="46241" y="30545"/>
                  <a:pt x="46016" y="29566"/>
                </a:cubicBezTo>
                <a:cubicBezTo>
                  <a:pt x="45791" y="28587"/>
                  <a:pt x="45448" y="27747"/>
                  <a:pt x="44985" y="27046"/>
                </a:cubicBezTo>
                <a:cubicBezTo>
                  <a:pt x="44522" y="26345"/>
                  <a:pt x="43939" y="25803"/>
                  <a:pt x="43238" y="25419"/>
                </a:cubicBezTo>
                <a:cubicBezTo>
                  <a:pt x="42537" y="25035"/>
                  <a:pt x="41697" y="24844"/>
                  <a:pt x="40718" y="24844"/>
                </a:cubicBezTo>
                <a:cubicBezTo>
                  <a:pt x="39528" y="24844"/>
                  <a:pt x="38324" y="25307"/>
                  <a:pt x="37107" y="26233"/>
                </a:cubicBezTo>
                <a:cubicBezTo>
                  <a:pt x="35890" y="27159"/>
                  <a:pt x="34567" y="28508"/>
                  <a:pt x="33138" y="30281"/>
                </a:cubicBezTo>
                <a:lnTo>
                  <a:pt x="33138" y="53815"/>
                </a:lnTo>
                <a:cubicBezTo>
                  <a:pt x="33138" y="54079"/>
                  <a:pt x="33059" y="54311"/>
                  <a:pt x="32900" y="54509"/>
                </a:cubicBezTo>
                <a:cubicBezTo>
                  <a:pt x="32741" y="54708"/>
                  <a:pt x="32470" y="54873"/>
                  <a:pt x="32086" y="55005"/>
                </a:cubicBezTo>
                <a:cubicBezTo>
                  <a:pt x="31703" y="55138"/>
                  <a:pt x="31193" y="55237"/>
                  <a:pt x="30559" y="55303"/>
                </a:cubicBezTo>
                <a:cubicBezTo>
                  <a:pt x="29924" y="55369"/>
                  <a:pt x="29130" y="55402"/>
                  <a:pt x="28177" y="55402"/>
                </a:cubicBezTo>
                <a:cubicBezTo>
                  <a:pt x="27198" y="55402"/>
                  <a:pt x="26391" y="55369"/>
                  <a:pt x="25756" y="55303"/>
                </a:cubicBezTo>
                <a:cubicBezTo>
                  <a:pt x="25121" y="55237"/>
                  <a:pt x="24612" y="55138"/>
                  <a:pt x="24229" y="55005"/>
                </a:cubicBezTo>
                <a:cubicBezTo>
                  <a:pt x="23845" y="54873"/>
                  <a:pt x="23574" y="54708"/>
                  <a:pt x="23415" y="54509"/>
                </a:cubicBezTo>
                <a:cubicBezTo>
                  <a:pt x="23256" y="54311"/>
                  <a:pt x="23177" y="54079"/>
                  <a:pt x="23177" y="53815"/>
                </a:cubicBezTo>
                <a:lnTo>
                  <a:pt x="23177" y="32821"/>
                </a:lnTo>
                <a:cubicBezTo>
                  <a:pt x="23177" y="31630"/>
                  <a:pt x="23064" y="30545"/>
                  <a:pt x="22840" y="29566"/>
                </a:cubicBezTo>
                <a:cubicBezTo>
                  <a:pt x="22615" y="28587"/>
                  <a:pt x="22277" y="27747"/>
                  <a:pt x="21828" y="27046"/>
                </a:cubicBezTo>
                <a:cubicBezTo>
                  <a:pt x="21378" y="26345"/>
                  <a:pt x="20796" y="25803"/>
                  <a:pt x="20081" y="25419"/>
                </a:cubicBezTo>
                <a:cubicBezTo>
                  <a:pt x="19367" y="25035"/>
                  <a:pt x="18534" y="24844"/>
                  <a:pt x="17581" y="24844"/>
                </a:cubicBezTo>
                <a:cubicBezTo>
                  <a:pt x="16364" y="24844"/>
                  <a:pt x="15147" y="25307"/>
                  <a:pt x="13930" y="26233"/>
                </a:cubicBezTo>
                <a:cubicBezTo>
                  <a:pt x="12713" y="27159"/>
                  <a:pt x="11403" y="28508"/>
                  <a:pt x="10001" y="30281"/>
                </a:cubicBezTo>
                <a:lnTo>
                  <a:pt x="10001" y="53815"/>
                </a:lnTo>
                <a:cubicBezTo>
                  <a:pt x="10001" y="54079"/>
                  <a:pt x="9922" y="54311"/>
                  <a:pt x="9763" y="54509"/>
                </a:cubicBezTo>
                <a:cubicBezTo>
                  <a:pt x="9604" y="54708"/>
                  <a:pt x="9333" y="54873"/>
                  <a:pt x="8949" y="55005"/>
                </a:cubicBezTo>
                <a:cubicBezTo>
                  <a:pt x="8566" y="55138"/>
                  <a:pt x="8056" y="55237"/>
                  <a:pt x="7421" y="55303"/>
                </a:cubicBezTo>
                <a:cubicBezTo>
                  <a:pt x="6786" y="55369"/>
                  <a:pt x="5979" y="55402"/>
                  <a:pt x="5000" y="55402"/>
                </a:cubicBezTo>
                <a:cubicBezTo>
                  <a:pt x="4022" y="55402"/>
                  <a:pt x="3215" y="55369"/>
                  <a:pt x="2580" y="55303"/>
                </a:cubicBezTo>
                <a:cubicBezTo>
                  <a:pt x="1945" y="55237"/>
                  <a:pt x="1435" y="55138"/>
                  <a:pt x="1052" y="55005"/>
                </a:cubicBezTo>
                <a:cubicBezTo>
                  <a:pt x="668" y="54873"/>
                  <a:pt x="397" y="54708"/>
                  <a:pt x="238" y="54509"/>
                </a:cubicBezTo>
                <a:cubicBezTo>
                  <a:pt x="79" y="54311"/>
                  <a:pt x="0" y="54079"/>
                  <a:pt x="0" y="53815"/>
                </a:cubicBezTo>
                <a:lnTo>
                  <a:pt x="0" y="18414"/>
                </a:lnTo>
                <a:cubicBezTo>
                  <a:pt x="0" y="18150"/>
                  <a:pt x="66" y="17918"/>
                  <a:pt x="198" y="17720"/>
                </a:cubicBezTo>
                <a:cubicBezTo>
                  <a:pt x="331" y="17522"/>
                  <a:pt x="569" y="17356"/>
                  <a:pt x="913" y="17224"/>
                </a:cubicBezTo>
                <a:cubicBezTo>
                  <a:pt x="1257" y="17092"/>
                  <a:pt x="1700" y="16992"/>
                  <a:pt x="2242" y="16926"/>
                </a:cubicBezTo>
                <a:cubicBezTo>
                  <a:pt x="2785" y="16860"/>
                  <a:pt x="3466" y="16827"/>
                  <a:pt x="4286" y="16827"/>
                </a:cubicBezTo>
                <a:cubicBezTo>
                  <a:pt x="5133" y="16827"/>
                  <a:pt x="5834" y="16860"/>
                  <a:pt x="6390" y="16926"/>
                </a:cubicBezTo>
                <a:cubicBezTo>
                  <a:pt x="6945" y="16992"/>
                  <a:pt x="7375" y="17092"/>
                  <a:pt x="7679" y="17224"/>
                </a:cubicBezTo>
                <a:cubicBezTo>
                  <a:pt x="7984" y="17356"/>
                  <a:pt x="8202" y="17522"/>
                  <a:pt x="8334" y="17720"/>
                </a:cubicBezTo>
                <a:cubicBezTo>
                  <a:pt x="8466" y="17918"/>
                  <a:pt x="8533" y="18150"/>
                  <a:pt x="8533" y="18414"/>
                </a:cubicBezTo>
                <a:lnTo>
                  <a:pt x="8533" y="22502"/>
                </a:lnTo>
                <a:cubicBezTo>
                  <a:pt x="10490" y="20372"/>
                  <a:pt x="12442" y="18775"/>
                  <a:pt x="14386" y="17710"/>
                </a:cubicBezTo>
                <a:cubicBezTo>
                  <a:pt x="16331" y="16645"/>
                  <a:pt x="18362" y="16113"/>
                  <a:pt x="20478" y="16113"/>
                </a:cubicBezTo>
                <a:cubicBezTo>
                  <a:pt x="21933" y="16113"/>
                  <a:pt x="23243" y="16266"/>
                  <a:pt x="24407" y="16573"/>
                </a:cubicBezTo>
                <a:cubicBezTo>
                  <a:pt x="25571" y="16879"/>
                  <a:pt x="26610" y="17318"/>
                  <a:pt x="27523" y="17890"/>
                </a:cubicBezTo>
                <a:cubicBezTo>
                  <a:pt x="28435" y="18462"/>
                  <a:pt x="29222" y="19147"/>
                  <a:pt x="29884" y="19946"/>
                </a:cubicBezTo>
                <a:cubicBezTo>
                  <a:pt x="30545" y="20745"/>
                  <a:pt x="31101" y="21637"/>
                  <a:pt x="31551" y="22621"/>
                </a:cubicBezTo>
                <a:cubicBezTo>
                  <a:pt x="32609" y="21477"/>
                  <a:pt x="33647" y="20492"/>
                  <a:pt x="34666" y="19667"/>
                </a:cubicBezTo>
                <a:cubicBezTo>
                  <a:pt x="35685" y="18841"/>
                  <a:pt x="36690" y="18169"/>
                  <a:pt x="37682" y="17651"/>
                </a:cubicBezTo>
                <a:cubicBezTo>
                  <a:pt x="38674" y="17131"/>
                  <a:pt x="39667" y="16745"/>
                  <a:pt x="40659" y="16492"/>
                </a:cubicBezTo>
                <a:cubicBezTo>
                  <a:pt x="41651" y="16239"/>
                  <a:pt x="42663" y="16113"/>
                  <a:pt x="43695" y="16113"/>
                </a:cubicBezTo>
                <a:cubicBezTo>
                  <a:pt x="46049" y="16113"/>
                  <a:pt x="48034" y="16510"/>
                  <a:pt x="49648" y="17305"/>
                </a:cubicBezTo>
                <a:cubicBezTo>
                  <a:pt x="51262" y="18099"/>
                  <a:pt x="52565" y="19178"/>
                  <a:pt x="53557" y="20543"/>
                </a:cubicBezTo>
                <a:cubicBezTo>
                  <a:pt x="54549" y="21906"/>
                  <a:pt x="55257" y="23502"/>
                  <a:pt x="55680" y="25330"/>
                </a:cubicBezTo>
                <a:cubicBezTo>
                  <a:pt x="56103" y="27157"/>
                  <a:pt x="56315" y="29090"/>
                  <a:pt x="56315" y="31129"/>
                </a:cubicBezTo>
                <a:lnTo>
                  <a:pt x="56315" y="53813"/>
                </a:lnTo>
                <a:close/>
                <a:moveTo>
                  <a:pt x="98699" y="35077"/>
                </a:moveTo>
                <a:cubicBezTo>
                  <a:pt x="98699" y="36296"/>
                  <a:pt x="98428" y="37197"/>
                  <a:pt x="97886" y="37780"/>
                </a:cubicBezTo>
                <a:cubicBezTo>
                  <a:pt x="97343" y="38363"/>
                  <a:pt x="96596" y="38655"/>
                  <a:pt x="95643" y="38655"/>
                </a:cubicBezTo>
                <a:lnTo>
                  <a:pt x="74094" y="38655"/>
                </a:lnTo>
                <a:cubicBezTo>
                  <a:pt x="74094" y="40168"/>
                  <a:pt x="74272" y="41543"/>
                  <a:pt x="74629" y="42778"/>
                </a:cubicBezTo>
                <a:cubicBezTo>
                  <a:pt x="74986" y="44013"/>
                  <a:pt x="75555" y="45063"/>
                  <a:pt x="76336" y="45927"/>
                </a:cubicBezTo>
                <a:cubicBezTo>
                  <a:pt x="77116" y="46790"/>
                  <a:pt x="78122" y="47448"/>
                  <a:pt x="79352" y="47899"/>
                </a:cubicBezTo>
                <a:cubicBezTo>
                  <a:pt x="80582" y="48350"/>
                  <a:pt x="82057" y="48576"/>
                  <a:pt x="83777" y="48576"/>
                </a:cubicBezTo>
                <a:cubicBezTo>
                  <a:pt x="85523" y="48576"/>
                  <a:pt x="87058" y="48448"/>
                  <a:pt x="88381" y="48193"/>
                </a:cubicBezTo>
                <a:cubicBezTo>
                  <a:pt x="89703" y="47937"/>
                  <a:pt x="90848" y="47655"/>
                  <a:pt x="91813" y="47346"/>
                </a:cubicBezTo>
                <a:cubicBezTo>
                  <a:pt x="92779" y="47037"/>
                  <a:pt x="93580" y="46754"/>
                  <a:pt x="94215" y="46499"/>
                </a:cubicBezTo>
                <a:cubicBezTo>
                  <a:pt x="94849" y="46243"/>
                  <a:pt x="95365" y="46116"/>
                  <a:pt x="95762" y="46116"/>
                </a:cubicBezTo>
                <a:cubicBezTo>
                  <a:pt x="96000" y="46116"/>
                  <a:pt x="96199" y="46162"/>
                  <a:pt x="96358" y="46256"/>
                </a:cubicBezTo>
                <a:cubicBezTo>
                  <a:pt x="96516" y="46348"/>
                  <a:pt x="96649" y="46515"/>
                  <a:pt x="96754" y="46754"/>
                </a:cubicBezTo>
                <a:cubicBezTo>
                  <a:pt x="96860" y="46993"/>
                  <a:pt x="96933" y="47332"/>
                  <a:pt x="96973" y="47771"/>
                </a:cubicBezTo>
                <a:cubicBezTo>
                  <a:pt x="97012" y="48210"/>
                  <a:pt x="97032" y="48762"/>
                  <a:pt x="97032" y="49427"/>
                </a:cubicBezTo>
                <a:cubicBezTo>
                  <a:pt x="97032" y="50012"/>
                  <a:pt x="97019" y="50511"/>
                  <a:pt x="96993" y="50924"/>
                </a:cubicBezTo>
                <a:cubicBezTo>
                  <a:pt x="96966" y="51336"/>
                  <a:pt x="96926" y="51688"/>
                  <a:pt x="96874" y="51980"/>
                </a:cubicBezTo>
                <a:cubicBezTo>
                  <a:pt x="96821" y="52273"/>
                  <a:pt x="96741" y="52520"/>
                  <a:pt x="96635" y="52720"/>
                </a:cubicBezTo>
                <a:cubicBezTo>
                  <a:pt x="96530" y="52919"/>
                  <a:pt x="96391" y="53112"/>
                  <a:pt x="96219" y="53298"/>
                </a:cubicBezTo>
                <a:cubicBezTo>
                  <a:pt x="96047" y="53484"/>
                  <a:pt x="95577" y="53735"/>
                  <a:pt x="94810" y="54053"/>
                </a:cubicBezTo>
                <a:cubicBezTo>
                  <a:pt x="94043" y="54370"/>
                  <a:pt x="93064" y="54681"/>
                  <a:pt x="91873" y="54985"/>
                </a:cubicBezTo>
                <a:cubicBezTo>
                  <a:pt x="90682" y="55290"/>
                  <a:pt x="89320" y="55554"/>
                  <a:pt x="87785" y="55779"/>
                </a:cubicBezTo>
                <a:cubicBezTo>
                  <a:pt x="86251" y="56004"/>
                  <a:pt x="84610" y="56117"/>
                  <a:pt x="82864" y="56117"/>
                </a:cubicBezTo>
                <a:cubicBezTo>
                  <a:pt x="79716" y="56117"/>
                  <a:pt x="76958" y="55719"/>
                  <a:pt x="74590" y="54923"/>
                </a:cubicBezTo>
                <a:cubicBezTo>
                  <a:pt x="72222" y="54128"/>
                  <a:pt x="70244" y="52922"/>
                  <a:pt x="68656" y="51305"/>
                </a:cubicBezTo>
                <a:cubicBezTo>
                  <a:pt x="67069" y="49687"/>
                  <a:pt x="65885" y="47646"/>
                  <a:pt x="65105" y="45182"/>
                </a:cubicBezTo>
                <a:cubicBezTo>
                  <a:pt x="64324" y="42716"/>
                  <a:pt x="63934" y="39827"/>
                  <a:pt x="63934" y="36513"/>
                </a:cubicBezTo>
                <a:cubicBezTo>
                  <a:pt x="63934" y="33358"/>
                  <a:pt x="64344" y="30514"/>
                  <a:pt x="65164" y="27983"/>
                </a:cubicBezTo>
                <a:cubicBezTo>
                  <a:pt x="65984" y="25451"/>
                  <a:pt x="67175" y="23304"/>
                  <a:pt x="68736" y="21541"/>
                </a:cubicBezTo>
                <a:cubicBezTo>
                  <a:pt x="70297" y="19777"/>
                  <a:pt x="72195" y="18432"/>
                  <a:pt x="74431" y="17504"/>
                </a:cubicBezTo>
                <a:cubicBezTo>
                  <a:pt x="76667" y="16577"/>
                  <a:pt x="79187" y="16113"/>
                  <a:pt x="81991" y="16113"/>
                </a:cubicBezTo>
                <a:cubicBezTo>
                  <a:pt x="84954" y="16113"/>
                  <a:pt x="87488" y="16550"/>
                  <a:pt x="89591" y="17425"/>
                </a:cubicBezTo>
                <a:cubicBezTo>
                  <a:pt x="91694" y="18300"/>
                  <a:pt x="93421" y="19512"/>
                  <a:pt x="94770" y="21062"/>
                </a:cubicBezTo>
                <a:cubicBezTo>
                  <a:pt x="96119" y="22613"/>
                  <a:pt x="97112" y="24448"/>
                  <a:pt x="97747" y="26569"/>
                </a:cubicBezTo>
                <a:cubicBezTo>
                  <a:pt x="98382" y="28689"/>
                  <a:pt x="98699" y="30995"/>
                  <a:pt x="98699" y="33487"/>
                </a:cubicBezTo>
                <a:lnTo>
                  <a:pt x="98699" y="35077"/>
                </a:lnTo>
                <a:moveTo>
                  <a:pt x="89016" y="32225"/>
                </a:moveTo>
                <a:cubicBezTo>
                  <a:pt x="89095" y="29408"/>
                  <a:pt x="88533" y="27196"/>
                  <a:pt x="87329" y="25589"/>
                </a:cubicBezTo>
                <a:cubicBezTo>
                  <a:pt x="86125" y="23981"/>
                  <a:pt x="84266" y="23177"/>
                  <a:pt x="81753" y="23177"/>
                </a:cubicBezTo>
                <a:cubicBezTo>
                  <a:pt x="80483" y="23177"/>
                  <a:pt x="79378" y="23416"/>
                  <a:pt x="78439" y="23895"/>
                </a:cubicBezTo>
                <a:cubicBezTo>
                  <a:pt x="77500" y="24373"/>
                  <a:pt x="76719" y="25017"/>
                  <a:pt x="76098" y="25828"/>
                </a:cubicBezTo>
                <a:cubicBezTo>
                  <a:pt x="75476" y="26639"/>
                  <a:pt x="75000" y="27595"/>
                  <a:pt x="74669" y="28698"/>
                </a:cubicBezTo>
                <a:cubicBezTo>
                  <a:pt x="74338" y="29800"/>
                  <a:pt x="74146" y="30976"/>
                  <a:pt x="74094" y="32225"/>
                </a:cubicBezTo>
                <a:lnTo>
                  <a:pt x="89016" y="32225"/>
                </a:lnTo>
                <a:close/>
                <a:moveTo>
                  <a:pt x="131901" y="43829"/>
                </a:moveTo>
                <a:cubicBezTo>
                  <a:pt x="131901" y="45844"/>
                  <a:pt x="131524" y="47620"/>
                  <a:pt x="130770" y="49158"/>
                </a:cubicBezTo>
                <a:cubicBezTo>
                  <a:pt x="130016" y="50695"/>
                  <a:pt x="128951" y="51980"/>
                  <a:pt x="127575" y="53015"/>
                </a:cubicBezTo>
                <a:cubicBezTo>
                  <a:pt x="126199" y="54048"/>
                  <a:pt x="124572" y="54823"/>
                  <a:pt x="122694" y="55340"/>
                </a:cubicBezTo>
                <a:cubicBezTo>
                  <a:pt x="120815" y="55858"/>
                  <a:pt x="118778" y="56117"/>
                  <a:pt x="116582" y="56117"/>
                </a:cubicBezTo>
                <a:cubicBezTo>
                  <a:pt x="115259" y="56117"/>
                  <a:pt x="113996" y="56016"/>
                  <a:pt x="112792" y="55815"/>
                </a:cubicBezTo>
                <a:cubicBezTo>
                  <a:pt x="111588" y="55614"/>
                  <a:pt x="110510" y="55360"/>
                  <a:pt x="109557" y="55052"/>
                </a:cubicBezTo>
                <a:cubicBezTo>
                  <a:pt x="108605" y="54744"/>
                  <a:pt x="107811" y="54429"/>
                  <a:pt x="107176" y="54109"/>
                </a:cubicBezTo>
                <a:cubicBezTo>
                  <a:pt x="106541" y="53787"/>
                  <a:pt x="106078" y="53486"/>
                  <a:pt x="105787" y="53205"/>
                </a:cubicBezTo>
                <a:cubicBezTo>
                  <a:pt x="105496" y="52923"/>
                  <a:pt x="105271" y="52484"/>
                  <a:pt x="105112" y="51885"/>
                </a:cubicBezTo>
                <a:cubicBezTo>
                  <a:pt x="104954" y="51286"/>
                  <a:pt x="104874" y="50402"/>
                  <a:pt x="104874" y="49231"/>
                </a:cubicBezTo>
                <a:cubicBezTo>
                  <a:pt x="104874" y="48460"/>
                  <a:pt x="104901" y="47841"/>
                  <a:pt x="104954" y="47376"/>
                </a:cubicBezTo>
                <a:cubicBezTo>
                  <a:pt x="105007" y="46910"/>
                  <a:pt x="105086" y="46538"/>
                  <a:pt x="105192" y="46258"/>
                </a:cubicBezTo>
                <a:cubicBezTo>
                  <a:pt x="105298" y="45979"/>
                  <a:pt x="105430" y="45793"/>
                  <a:pt x="105589" y="45700"/>
                </a:cubicBezTo>
                <a:cubicBezTo>
                  <a:pt x="105747" y="45607"/>
                  <a:pt x="105946" y="45560"/>
                  <a:pt x="106184" y="45560"/>
                </a:cubicBezTo>
                <a:cubicBezTo>
                  <a:pt x="106475" y="45560"/>
                  <a:pt x="106905" y="45727"/>
                  <a:pt x="107474" y="46062"/>
                </a:cubicBezTo>
                <a:cubicBezTo>
                  <a:pt x="108043" y="46397"/>
                  <a:pt x="108750" y="46765"/>
                  <a:pt x="109597" y="47167"/>
                </a:cubicBezTo>
                <a:cubicBezTo>
                  <a:pt x="110444" y="47569"/>
                  <a:pt x="111429" y="47944"/>
                  <a:pt x="112554" y="48292"/>
                </a:cubicBezTo>
                <a:cubicBezTo>
                  <a:pt x="113678" y="48640"/>
                  <a:pt x="114955" y="48814"/>
                  <a:pt x="116383" y="48814"/>
                </a:cubicBezTo>
                <a:cubicBezTo>
                  <a:pt x="117283" y="48814"/>
                  <a:pt x="118083" y="48722"/>
                  <a:pt x="118784" y="48538"/>
                </a:cubicBezTo>
                <a:cubicBezTo>
                  <a:pt x="119486" y="48353"/>
                  <a:pt x="120094" y="48090"/>
                  <a:pt x="120610" y="47748"/>
                </a:cubicBezTo>
                <a:cubicBezTo>
                  <a:pt x="121126" y="47405"/>
                  <a:pt x="121516" y="46970"/>
                  <a:pt x="121781" y="46443"/>
                </a:cubicBezTo>
                <a:cubicBezTo>
                  <a:pt x="122045" y="45916"/>
                  <a:pt x="122178" y="45310"/>
                  <a:pt x="122178" y="44625"/>
                </a:cubicBezTo>
                <a:cubicBezTo>
                  <a:pt x="122178" y="43829"/>
                  <a:pt x="121933" y="43147"/>
                  <a:pt x="121443" y="42577"/>
                </a:cubicBezTo>
                <a:cubicBezTo>
                  <a:pt x="120954" y="42007"/>
                  <a:pt x="120306" y="41509"/>
                  <a:pt x="119499" y="41085"/>
                </a:cubicBezTo>
                <a:cubicBezTo>
                  <a:pt x="118692" y="40661"/>
                  <a:pt x="117779" y="40263"/>
                  <a:pt x="116760" y="39892"/>
                </a:cubicBezTo>
                <a:cubicBezTo>
                  <a:pt x="115742" y="39521"/>
                  <a:pt x="114697" y="39110"/>
                  <a:pt x="113625" y="38659"/>
                </a:cubicBezTo>
                <a:cubicBezTo>
                  <a:pt x="112554" y="38209"/>
                  <a:pt x="111509" y="37692"/>
                  <a:pt x="110490" y="37109"/>
                </a:cubicBezTo>
                <a:cubicBezTo>
                  <a:pt x="109471" y="36526"/>
                  <a:pt x="108559" y="35810"/>
                  <a:pt x="107752" y="34961"/>
                </a:cubicBezTo>
                <a:cubicBezTo>
                  <a:pt x="106945" y="34113"/>
                  <a:pt x="106296" y="33093"/>
                  <a:pt x="105807" y="31900"/>
                </a:cubicBezTo>
                <a:cubicBezTo>
                  <a:pt x="105317" y="30707"/>
                  <a:pt x="105073" y="29276"/>
                  <a:pt x="105073" y="27606"/>
                </a:cubicBezTo>
                <a:cubicBezTo>
                  <a:pt x="105073" y="25908"/>
                  <a:pt x="105403" y="24350"/>
                  <a:pt x="106065" y="22933"/>
                </a:cubicBezTo>
                <a:cubicBezTo>
                  <a:pt x="106726" y="21515"/>
                  <a:pt x="107679" y="20302"/>
                  <a:pt x="108922" y="19295"/>
                </a:cubicBezTo>
                <a:cubicBezTo>
                  <a:pt x="110166" y="18287"/>
                  <a:pt x="111681" y="17505"/>
                  <a:pt x="113466" y="16949"/>
                </a:cubicBezTo>
                <a:cubicBezTo>
                  <a:pt x="115252" y="16391"/>
                  <a:pt x="117256" y="16113"/>
                  <a:pt x="119479" y="16113"/>
                </a:cubicBezTo>
                <a:cubicBezTo>
                  <a:pt x="120590" y="16113"/>
                  <a:pt x="121668" y="16192"/>
                  <a:pt x="122713" y="16351"/>
                </a:cubicBezTo>
                <a:cubicBezTo>
                  <a:pt x="123758" y="16510"/>
                  <a:pt x="124704" y="16708"/>
                  <a:pt x="125551" y="16946"/>
                </a:cubicBezTo>
                <a:cubicBezTo>
                  <a:pt x="126398" y="17184"/>
                  <a:pt x="127112" y="17442"/>
                  <a:pt x="127694" y="17720"/>
                </a:cubicBezTo>
                <a:cubicBezTo>
                  <a:pt x="128276" y="17998"/>
                  <a:pt x="128693" y="18236"/>
                  <a:pt x="128944" y="18434"/>
                </a:cubicBezTo>
                <a:cubicBezTo>
                  <a:pt x="129195" y="18633"/>
                  <a:pt x="129374" y="18831"/>
                  <a:pt x="129480" y="19030"/>
                </a:cubicBezTo>
                <a:cubicBezTo>
                  <a:pt x="129586" y="19228"/>
                  <a:pt x="129665" y="19466"/>
                  <a:pt x="129718" y="19744"/>
                </a:cubicBezTo>
                <a:cubicBezTo>
                  <a:pt x="129771" y="20022"/>
                  <a:pt x="129817" y="20366"/>
                  <a:pt x="129857" y="20776"/>
                </a:cubicBezTo>
                <a:cubicBezTo>
                  <a:pt x="129897" y="21186"/>
                  <a:pt x="129916" y="21695"/>
                  <a:pt x="129916" y="22304"/>
                </a:cubicBezTo>
                <a:cubicBezTo>
                  <a:pt x="129916" y="23018"/>
                  <a:pt x="129897" y="23600"/>
                  <a:pt x="129857" y="24050"/>
                </a:cubicBezTo>
                <a:cubicBezTo>
                  <a:pt x="129817" y="24500"/>
                  <a:pt x="129751" y="24857"/>
                  <a:pt x="129658" y="25121"/>
                </a:cubicBezTo>
                <a:cubicBezTo>
                  <a:pt x="129566" y="25386"/>
                  <a:pt x="129440" y="25565"/>
                  <a:pt x="129281" y="25657"/>
                </a:cubicBezTo>
                <a:cubicBezTo>
                  <a:pt x="129123" y="25750"/>
                  <a:pt x="128938" y="25796"/>
                  <a:pt x="128726" y="25796"/>
                </a:cubicBezTo>
                <a:cubicBezTo>
                  <a:pt x="128488" y="25796"/>
                  <a:pt x="128117" y="25657"/>
                  <a:pt x="127615" y="25379"/>
                </a:cubicBezTo>
                <a:cubicBezTo>
                  <a:pt x="127112" y="25102"/>
                  <a:pt x="126484" y="24804"/>
                  <a:pt x="125730" y="24486"/>
                </a:cubicBezTo>
                <a:cubicBezTo>
                  <a:pt x="124975" y="24169"/>
                  <a:pt x="124102" y="23871"/>
                  <a:pt x="123110" y="23594"/>
                </a:cubicBezTo>
                <a:cubicBezTo>
                  <a:pt x="122118" y="23316"/>
                  <a:pt x="120987" y="23177"/>
                  <a:pt x="119717" y="23177"/>
                </a:cubicBezTo>
                <a:cubicBezTo>
                  <a:pt x="118817" y="23177"/>
                  <a:pt x="118037" y="23270"/>
                  <a:pt x="117376" y="23457"/>
                </a:cubicBezTo>
                <a:cubicBezTo>
                  <a:pt x="116714" y="23643"/>
                  <a:pt x="116172" y="23909"/>
                  <a:pt x="115748" y="24255"/>
                </a:cubicBezTo>
                <a:cubicBezTo>
                  <a:pt x="115325" y="24600"/>
                  <a:pt x="115008" y="25006"/>
                  <a:pt x="114796" y="25471"/>
                </a:cubicBezTo>
                <a:cubicBezTo>
                  <a:pt x="114584" y="25937"/>
                  <a:pt x="114478" y="26436"/>
                  <a:pt x="114478" y="26968"/>
                </a:cubicBezTo>
                <a:cubicBezTo>
                  <a:pt x="114478" y="27790"/>
                  <a:pt x="114730" y="28480"/>
                  <a:pt x="115232" y="29037"/>
                </a:cubicBezTo>
                <a:cubicBezTo>
                  <a:pt x="115735" y="29593"/>
                  <a:pt x="116397" y="30084"/>
                  <a:pt x="117217" y="30508"/>
                </a:cubicBezTo>
                <a:cubicBezTo>
                  <a:pt x="118037" y="30932"/>
                  <a:pt x="118970" y="31330"/>
                  <a:pt x="120015" y="31701"/>
                </a:cubicBezTo>
                <a:cubicBezTo>
                  <a:pt x="121060" y="32072"/>
                  <a:pt x="122118" y="32476"/>
                  <a:pt x="123190" y="32914"/>
                </a:cubicBezTo>
                <a:cubicBezTo>
                  <a:pt x="124261" y="33351"/>
                  <a:pt x="125319" y="33861"/>
                  <a:pt x="126365" y="34444"/>
                </a:cubicBezTo>
                <a:cubicBezTo>
                  <a:pt x="127410" y="35027"/>
                  <a:pt x="128342" y="35743"/>
                  <a:pt x="129162" y="36592"/>
                </a:cubicBezTo>
                <a:cubicBezTo>
                  <a:pt x="129983" y="37440"/>
                  <a:pt x="130644" y="38454"/>
                  <a:pt x="131147" y="39634"/>
                </a:cubicBezTo>
                <a:cubicBezTo>
                  <a:pt x="131649" y="40813"/>
                  <a:pt x="131901" y="42211"/>
                  <a:pt x="131901" y="43829"/>
                </a:cubicBezTo>
                <a:close/>
                <a:moveTo>
                  <a:pt x="164574" y="43829"/>
                </a:moveTo>
                <a:cubicBezTo>
                  <a:pt x="164574" y="45844"/>
                  <a:pt x="164197" y="47620"/>
                  <a:pt x="163443" y="49158"/>
                </a:cubicBezTo>
                <a:cubicBezTo>
                  <a:pt x="162689" y="50695"/>
                  <a:pt x="161624" y="51980"/>
                  <a:pt x="160249" y="53015"/>
                </a:cubicBezTo>
                <a:cubicBezTo>
                  <a:pt x="158873" y="54048"/>
                  <a:pt x="157246" y="54823"/>
                  <a:pt x="155367" y="55340"/>
                </a:cubicBezTo>
                <a:cubicBezTo>
                  <a:pt x="153489" y="55858"/>
                  <a:pt x="151451" y="56117"/>
                  <a:pt x="149255" y="56117"/>
                </a:cubicBezTo>
                <a:cubicBezTo>
                  <a:pt x="147933" y="56117"/>
                  <a:pt x="146669" y="56016"/>
                  <a:pt x="145465" y="55815"/>
                </a:cubicBezTo>
                <a:cubicBezTo>
                  <a:pt x="144262" y="55614"/>
                  <a:pt x="143183" y="55360"/>
                  <a:pt x="142231" y="55052"/>
                </a:cubicBezTo>
                <a:cubicBezTo>
                  <a:pt x="141279" y="54744"/>
                  <a:pt x="140485" y="54429"/>
                  <a:pt x="139850" y="54109"/>
                </a:cubicBezTo>
                <a:cubicBezTo>
                  <a:pt x="139215" y="53787"/>
                  <a:pt x="138752" y="53486"/>
                  <a:pt x="138461" y="53205"/>
                </a:cubicBezTo>
                <a:cubicBezTo>
                  <a:pt x="138170" y="52923"/>
                  <a:pt x="137945" y="52484"/>
                  <a:pt x="137786" y="51885"/>
                </a:cubicBezTo>
                <a:cubicBezTo>
                  <a:pt x="137627" y="51286"/>
                  <a:pt x="137548" y="50402"/>
                  <a:pt x="137548" y="49231"/>
                </a:cubicBezTo>
                <a:cubicBezTo>
                  <a:pt x="137548" y="48460"/>
                  <a:pt x="137574" y="47841"/>
                  <a:pt x="137627" y="47376"/>
                </a:cubicBezTo>
                <a:cubicBezTo>
                  <a:pt x="137680" y="46910"/>
                  <a:pt x="137760" y="46538"/>
                  <a:pt x="137865" y="46258"/>
                </a:cubicBezTo>
                <a:cubicBezTo>
                  <a:pt x="137971" y="45979"/>
                  <a:pt x="138104" y="45793"/>
                  <a:pt x="138262" y="45700"/>
                </a:cubicBezTo>
                <a:cubicBezTo>
                  <a:pt x="138421" y="45607"/>
                  <a:pt x="138620" y="45560"/>
                  <a:pt x="138858" y="45560"/>
                </a:cubicBezTo>
                <a:cubicBezTo>
                  <a:pt x="139149" y="45560"/>
                  <a:pt x="139579" y="45727"/>
                  <a:pt x="140147" y="46062"/>
                </a:cubicBezTo>
                <a:cubicBezTo>
                  <a:pt x="140716" y="46397"/>
                  <a:pt x="141424" y="46765"/>
                  <a:pt x="142271" y="47167"/>
                </a:cubicBezTo>
                <a:cubicBezTo>
                  <a:pt x="143117" y="47569"/>
                  <a:pt x="144103" y="47944"/>
                  <a:pt x="145227" y="48292"/>
                </a:cubicBezTo>
                <a:cubicBezTo>
                  <a:pt x="146352" y="48640"/>
                  <a:pt x="147628" y="48814"/>
                  <a:pt x="149057" y="48814"/>
                </a:cubicBezTo>
                <a:cubicBezTo>
                  <a:pt x="149957" y="48814"/>
                  <a:pt x="150757" y="48722"/>
                  <a:pt x="151458" y="48538"/>
                </a:cubicBezTo>
                <a:cubicBezTo>
                  <a:pt x="152159" y="48353"/>
                  <a:pt x="152768" y="48090"/>
                  <a:pt x="153284" y="47748"/>
                </a:cubicBezTo>
                <a:cubicBezTo>
                  <a:pt x="153800" y="47405"/>
                  <a:pt x="154190" y="46970"/>
                  <a:pt x="154454" y="46443"/>
                </a:cubicBezTo>
                <a:cubicBezTo>
                  <a:pt x="154719" y="45916"/>
                  <a:pt x="154851" y="45310"/>
                  <a:pt x="154851" y="44625"/>
                </a:cubicBezTo>
                <a:cubicBezTo>
                  <a:pt x="154851" y="43829"/>
                  <a:pt x="154607" y="43147"/>
                  <a:pt x="154117" y="42577"/>
                </a:cubicBezTo>
                <a:cubicBezTo>
                  <a:pt x="153628" y="42007"/>
                  <a:pt x="152979" y="41509"/>
                  <a:pt x="152172" y="41085"/>
                </a:cubicBezTo>
                <a:cubicBezTo>
                  <a:pt x="151365" y="40661"/>
                  <a:pt x="150453" y="40263"/>
                  <a:pt x="149434" y="39892"/>
                </a:cubicBezTo>
                <a:cubicBezTo>
                  <a:pt x="148415" y="39521"/>
                  <a:pt x="147370" y="39110"/>
                  <a:pt x="146299" y="38659"/>
                </a:cubicBezTo>
                <a:cubicBezTo>
                  <a:pt x="145227" y="38209"/>
                  <a:pt x="144182" y="37692"/>
                  <a:pt x="143164" y="37109"/>
                </a:cubicBezTo>
                <a:cubicBezTo>
                  <a:pt x="142145" y="36526"/>
                  <a:pt x="141232" y="35810"/>
                  <a:pt x="140425" y="34961"/>
                </a:cubicBezTo>
                <a:cubicBezTo>
                  <a:pt x="139618" y="34113"/>
                  <a:pt x="138970" y="33093"/>
                  <a:pt x="138481" y="31900"/>
                </a:cubicBezTo>
                <a:cubicBezTo>
                  <a:pt x="137991" y="30707"/>
                  <a:pt x="137746" y="29276"/>
                  <a:pt x="137746" y="27606"/>
                </a:cubicBezTo>
                <a:cubicBezTo>
                  <a:pt x="137746" y="25908"/>
                  <a:pt x="138077" y="24350"/>
                  <a:pt x="138739" y="22933"/>
                </a:cubicBezTo>
                <a:cubicBezTo>
                  <a:pt x="139400" y="21515"/>
                  <a:pt x="140352" y="20302"/>
                  <a:pt x="141596" y="19295"/>
                </a:cubicBezTo>
                <a:cubicBezTo>
                  <a:pt x="142840" y="18287"/>
                  <a:pt x="144354" y="17505"/>
                  <a:pt x="146140" y="16949"/>
                </a:cubicBezTo>
                <a:cubicBezTo>
                  <a:pt x="147926" y="16391"/>
                  <a:pt x="149930" y="16113"/>
                  <a:pt x="152153" y="16113"/>
                </a:cubicBezTo>
                <a:cubicBezTo>
                  <a:pt x="153264" y="16113"/>
                  <a:pt x="154342" y="16192"/>
                  <a:pt x="155387" y="16351"/>
                </a:cubicBezTo>
                <a:cubicBezTo>
                  <a:pt x="156432" y="16510"/>
                  <a:pt x="157378" y="16708"/>
                  <a:pt x="158225" y="16946"/>
                </a:cubicBezTo>
                <a:cubicBezTo>
                  <a:pt x="159071" y="17184"/>
                  <a:pt x="159786" y="17442"/>
                  <a:pt x="160368" y="17720"/>
                </a:cubicBezTo>
                <a:cubicBezTo>
                  <a:pt x="160950" y="17998"/>
                  <a:pt x="161366" y="18236"/>
                  <a:pt x="161618" y="18434"/>
                </a:cubicBezTo>
                <a:cubicBezTo>
                  <a:pt x="161869" y="18633"/>
                  <a:pt x="162048" y="18831"/>
                  <a:pt x="162154" y="19030"/>
                </a:cubicBezTo>
                <a:cubicBezTo>
                  <a:pt x="162259" y="19228"/>
                  <a:pt x="162339" y="19466"/>
                  <a:pt x="162392" y="19744"/>
                </a:cubicBezTo>
                <a:cubicBezTo>
                  <a:pt x="162445" y="20022"/>
                  <a:pt x="162491" y="20366"/>
                  <a:pt x="162531" y="20776"/>
                </a:cubicBezTo>
                <a:cubicBezTo>
                  <a:pt x="162570" y="21186"/>
                  <a:pt x="162590" y="21695"/>
                  <a:pt x="162590" y="22304"/>
                </a:cubicBezTo>
                <a:cubicBezTo>
                  <a:pt x="162590" y="23018"/>
                  <a:pt x="162570" y="23600"/>
                  <a:pt x="162531" y="24050"/>
                </a:cubicBezTo>
                <a:cubicBezTo>
                  <a:pt x="162491" y="24500"/>
                  <a:pt x="162425" y="24857"/>
                  <a:pt x="162332" y="25121"/>
                </a:cubicBezTo>
                <a:cubicBezTo>
                  <a:pt x="162240" y="25386"/>
                  <a:pt x="162114" y="25565"/>
                  <a:pt x="161955" y="25657"/>
                </a:cubicBezTo>
                <a:cubicBezTo>
                  <a:pt x="161796" y="25750"/>
                  <a:pt x="161611" y="25796"/>
                  <a:pt x="161400" y="25796"/>
                </a:cubicBezTo>
                <a:cubicBezTo>
                  <a:pt x="161161" y="25796"/>
                  <a:pt x="160791" y="25657"/>
                  <a:pt x="160288" y="25379"/>
                </a:cubicBezTo>
                <a:cubicBezTo>
                  <a:pt x="159786" y="25102"/>
                  <a:pt x="159157" y="24804"/>
                  <a:pt x="158403" y="24486"/>
                </a:cubicBezTo>
                <a:cubicBezTo>
                  <a:pt x="157649" y="24169"/>
                  <a:pt x="156776" y="23871"/>
                  <a:pt x="155784" y="23594"/>
                </a:cubicBezTo>
                <a:cubicBezTo>
                  <a:pt x="154792" y="23316"/>
                  <a:pt x="153661" y="23177"/>
                  <a:pt x="152391" y="23177"/>
                </a:cubicBezTo>
                <a:cubicBezTo>
                  <a:pt x="151491" y="23177"/>
                  <a:pt x="150711" y="23270"/>
                  <a:pt x="150049" y="23457"/>
                </a:cubicBezTo>
                <a:cubicBezTo>
                  <a:pt x="149388" y="23643"/>
                  <a:pt x="148845" y="23909"/>
                  <a:pt x="148422" y="24255"/>
                </a:cubicBezTo>
                <a:cubicBezTo>
                  <a:pt x="147999" y="24600"/>
                  <a:pt x="147681" y="25006"/>
                  <a:pt x="147470" y="25471"/>
                </a:cubicBezTo>
                <a:cubicBezTo>
                  <a:pt x="147258" y="25937"/>
                  <a:pt x="147152" y="26436"/>
                  <a:pt x="147152" y="26968"/>
                </a:cubicBezTo>
                <a:cubicBezTo>
                  <a:pt x="147152" y="27790"/>
                  <a:pt x="147403" y="28480"/>
                  <a:pt x="147906" y="29037"/>
                </a:cubicBezTo>
                <a:cubicBezTo>
                  <a:pt x="148409" y="29593"/>
                  <a:pt x="149070" y="30084"/>
                  <a:pt x="149890" y="30508"/>
                </a:cubicBezTo>
                <a:cubicBezTo>
                  <a:pt x="150711" y="30932"/>
                  <a:pt x="151643" y="31330"/>
                  <a:pt x="152688" y="31701"/>
                </a:cubicBezTo>
                <a:cubicBezTo>
                  <a:pt x="153733" y="32072"/>
                  <a:pt x="154792" y="32476"/>
                  <a:pt x="155863" y="32914"/>
                </a:cubicBezTo>
                <a:cubicBezTo>
                  <a:pt x="156935" y="33351"/>
                  <a:pt x="157993" y="33861"/>
                  <a:pt x="159038" y="34444"/>
                </a:cubicBezTo>
                <a:cubicBezTo>
                  <a:pt x="160083" y="35027"/>
                  <a:pt x="161016" y="35743"/>
                  <a:pt x="161836" y="36592"/>
                </a:cubicBezTo>
                <a:cubicBezTo>
                  <a:pt x="162656" y="37440"/>
                  <a:pt x="163318" y="38454"/>
                  <a:pt x="163820" y="39634"/>
                </a:cubicBezTo>
                <a:cubicBezTo>
                  <a:pt x="164323" y="40813"/>
                  <a:pt x="164574" y="42211"/>
                  <a:pt x="164574" y="43829"/>
                </a:cubicBezTo>
                <a:close/>
                <a:moveTo>
                  <a:pt x="202487" y="53933"/>
                </a:moveTo>
                <a:cubicBezTo>
                  <a:pt x="202487" y="54303"/>
                  <a:pt x="202354" y="54594"/>
                  <a:pt x="202090" y="54807"/>
                </a:cubicBezTo>
                <a:cubicBezTo>
                  <a:pt x="201825" y="55019"/>
                  <a:pt x="201409" y="55171"/>
                  <a:pt x="200840" y="55263"/>
                </a:cubicBezTo>
                <a:cubicBezTo>
                  <a:pt x="200271" y="55356"/>
                  <a:pt x="199431" y="55402"/>
                  <a:pt x="198320" y="55402"/>
                </a:cubicBezTo>
                <a:cubicBezTo>
                  <a:pt x="197129" y="55402"/>
                  <a:pt x="196263" y="55356"/>
                  <a:pt x="195720" y="55263"/>
                </a:cubicBezTo>
                <a:cubicBezTo>
                  <a:pt x="195178" y="55171"/>
                  <a:pt x="194794" y="55019"/>
                  <a:pt x="194569" y="54807"/>
                </a:cubicBezTo>
                <a:cubicBezTo>
                  <a:pt x="194344" y="54595"/>
                  <a:pt x="194232" y="54304"/>
                  <a:pt x="194232" y="53934"/>
                </a:cubicBezTo>
                <a:lnTo>
                  <a:pt x="194232" y="51116"/>
                </a:lnTo>
                <a:cubicBezTo>
                  <a:pt x="192777" y="52677"/>
                  <a:pt x="191117" y="53901"/>
                  <a:pt x="189251" y="54787"/>
                </a:cubicBezTo>
                <a:cubicBezTo>
                  <a:pt x="187386" y="55673"/>
                  <a:pt x="185316" y="56117"/>
                  <a:pt x="183040" y="56117"/>
                </a:cubicBezTo>
                <a:cubicBezTo>
                  <a:pt x="181162" y="56117"/>
                  <a:pt x="179435" y="55871"/>
                  <a:pt x="177861" y="55380"/>
                </a:cubicBezTo>
                <a:cubicBezTo>
                  <a:pt x="176287" y="54889"/>
                  <a:pt x="174924" y="54159"/>
                  <a:pt x="173774" y="53190"/>
                </a:cubicBezTo>
                <a:cubicBezTo>
                  <a:pt x="172623" y="52221"/>
                  <a:pt x="171730" y="51020"/>
                  <a:pt x="171095" y="49587"/>
                </a:cubicBezTo>
                <a:cubicBezTo>
                  <a:pt x="170460" y="48153"/>
                  <a:pt x="170142" y="46481"/>
                  <a:pt x="170142" y="44569"/>
                </a:cubicBezTo>
                <a:cubicBezTo>
                  <a:pt x="170142" y="42498"/>
                  <a:pt x="170546" y="40699"/>
                  <a:pt x="171353" y="39173"/>
                </a:cubicBezTo>
                <a:cubicBezTo>
                  <a:pt x="172160" y="37647"/>
                  <a:pt x="173363" y="36386"/>
                  <a:pt x="174964" y="35390"/>
                </a:cubicBezTo>
                <a:cubicBezTo>
                  <a:pt x="176565" y="34395"/>
                  <a:pt x="178556" y="33658"/>
                  <a:pt x="180937" y="33180"/>
                </a:cubicBezTo>
                <a:cubicBezTo>
                  <a:pt x="183318" y="32702"/>
                  <a:pt x="186083" y="32463"/>
                  <a:pt x="189231" y="32463"/>
                </a:cubicBezTo>
                <a:lnTo>
                  <a:pt x="192684" y="32463"/>
                </a:lnTo>
                <a:lnTo>
                  <a:pt x="192684" y="30330"/>
                </a:lnTo>
                <a:cubicBezTo>
                  <a:pt x="192684" y="29224"/>
                  <a:pt x="192572" y="28256"/>
                  <a:pt x="192347" y="27427"/>
                </a:cubicBezTo>
                <a:cubicBezTo>
                  <a:pt x="192122" y="26597"/>
                  <a:pt x="191752" y="25905"/>
                  <a:pt x="191236" y="25352"/>
                </a:cubicBezTo>
                <a:cubicBezTo>
                  <a:pt x="190720" y="24799"/>
                  <a:pt x="190032" y="24391"/>
                  <a:pt x="189172" y="24128"/>
                </a:cubicBezTo>
                <a:cubicBezTo>
                  <a:pt x="188312" y="23864"/>
                  <a:pt x="187247" y="23732"/>
                  <a:pt x="185977" y="23732"/>
                </a:cubicBezTo>
                <a:cubicBezTo>
                  <a:pt x="184310" y="23732"/>
                  <a:pt x="182822" y="23918"/>
                  <a:pt x="181512" y="24288"/>
                </a:cubicBezTo>
                <a:cubicBezTo>
                  <a:pt x="180203" y="24658"/>
                  <a:pt x="179045" y="25069"/>
                  <a:pt x="178040" y="25518"/>
                </a:cubicBezTo>
                <a:cubicBezTo>
                  <a:pt x="177034" y="25968"/>
                  <a:pt x="176194" y="26378"/>
                  <a:pt x="175520" y="26749"/>
                </a:cubicBezTo>
                <a:cubicBezTo>
                  <a:pt x="174845" y="27119"/>
                  <a:pt x="174296" y="27304"/>
                  <a:pt x="173873" y="27304"/>
                </a:cubicBezTo>
                <a:cubicBezTo>
                  <a:pt x="173582" y="27304"/>
                  <a:pt x="173324" y="27211"/>
                  <a:pt x="173099" y="27025"/>
                </a:cubicBezTo>
                <a:cubicBezTo>
                  <a:pt x="172874" y="26839"/>
                  <a:pt x="172689" y="26573"/>
                  <a:pt x="172543" y="26228"/>
                </a:cubicBezTo>
                <a:cubicBezTo>
                  <a:pt x="172398" y="25882"/>
                  <a:pt x="172285" y="25457"/>
                  <a:pt x="172206" y="24952"/>
                </a:cubicBezTo>
                <a:cubicBezTo>
                  <a:pt x="172127" y="24446"/>
                  <a:pt x="172087" y="23887"/>
                  <a:pt x="172087" y="23276"/>
                </a:cubicBezTo>
                <a:cubicBezTo>
                  <a:pt x="172087" y="22452"/>
                  <a:pt x="172153" y="21800"/>
                  <a:pt x="172285" y="21322"/>
                </a:cubicBezTo>
                <a:cubicBezTo>
                  <a:pt x="172418" y="20843"/>
                  <a:pt x="172669" y="20411"/>
                  <a:pt x="173039" y="20025"/>
                </a:cubicBezTo>
                <a:cubicBezTo>
                  <a:pt x="173410" y="19639"/>
                  <a:pt x="174058" y="19215"/>
                  <a:pt x="174984" y="18752"/>
                </a:cubicBezTo>
                <a:cubicBezTo>
                  <a:pt x="175910" y="18289"/>
                  <a:pt x="176995" y="17859"/>
                  <a:pt x="178238" y="17462"/>
                </a:cubicBezTo>
                <a:cubicBezTo>
                  <a:pt x="179482" y="17065"/>
                  <a:pt x="180838" y="16741"/>
                  <a:pt x="182306" y="16490"/>
                </a:cubicBezTo>
                <a:cubicBezTo>
                  <a:pt x="183775" y="16238"/>
                  <a:pt x="185289" y="16113"/>
                  <a:pt x="186850" y="16113"/>
                </a:cubicBezTo>
                <a:cubicBezTo>
                  <a:pt x="189628" y="16113"/>
                  <a:pt x="192003" y="16384"/>
                  <a:pt x="193974" y="16927"/>
                </a:cubicBezTo>
                <a:cubicBezTo>
                  <a:pt x="195945" y="17470"/>
                  <a:pt x="197566" y="18304"/>
                  <a:pt x="198836" y="19430"/>
                </a:cubicBezTo>
                <a:cubicBezTo>
                  <a:pt x="200105" y="20555"/>
                  <a:pt x="201032" y="22005"/>
                  <a:pt x="201614" y="23780"/>
                </a:cubicBezTo>
                <a:cubicBezTo>
                  <a:pt x="202196" y="25554"/>
                  <a:pt x="202487" y="27659"/>
                  <a:pt x="202487" y="30096"/>
                </a:cubicBezTo>
                <a:lnTo>
                  <a:pt x="202487" y="53933"/>
                </a:lnTo>
                <a:moveTo>
                  <a:pt x="192684" y="38734"/>
                </a:moveTo>
                <a:lnTo>
                  <a:pt x="188874" y="38734"/>
                </a:lnTo>
                <a:cubicBezTo>
                  <a:pt x="187260" y="38734"/>
                  <a:pt x="185885" y="38854"/>
                  <a:pt x="184747" y="39094"/>
                </a:cubicBezTo>
                <a:cubicBezTo>
                  <a:pt x="183609" y="39333"/>
                  <a:pt x="182683" y="39693"/>
                  <a:pt x="181969" y="40174"/>
                </a:cubicBezTo>
                <a:cubicBezTo>
                  <a:pt x="181254" y="40653"/>
                  <a:pt x="180732" y="41233"/>
                  <a:pt x="180401" y="41914"/>
                </a:cubicBezTo>
                <a:cubicBezTo>
                  <a:pt x="180070" y="42593"/>
                  <a:pt x="179905" y="43373"/>
                  <a:pt x="179905" y="44253"/>
                </a:cubicBezTo>
                <a:cubicBezTo>
                  <a:pt x="179905" y="45746"/>
                  <a:pt x="180375" y="46919"/>
                  <a:pt x="181314" y="47772"/>
                </a:cubicBezTo>
                <a:cubicBezTo>
                  <a:pt x="182253" y="48626"/>
                  <a:pt x="183556" y="49052"/>
                  <a:pt x="185223" y="49052"/>
                </a:cubicBezTo>
                <a:cubicBezTo>
                  <a:pt x="186625" y="49052"/>
                  <a:pt x="187915" y="48693"/>
                  <a:pt x="189093" y="47973"/>
                </a:cubicBezTo>
                <a:cubicBezTo>
                  <a:pt x="190270" y="47253"/>
                  <a:pt x="191467" y="46200"/>
                  <a:pt x="192684" y="44813"/>
                </a:cubicBezTo>
                <a:lnTo>
                  <a:pt x="192684" y="38734"/>
                </a:lnTo>
                <a:close/>
                <a:moveTo>
                  <a:pt x="244530" y="20875"/>
                </a:moveTo>
                <a:cubicBezTo>
                  <a:pt x="244530" y="22145"/>
                  <a:pt x="244385" y="23084"/>
                  <a:pt x="244094" y="23693"/>
                </a:cubicBezTo>
                <a:cubicBezTo>
                  <a:pt x="243803" y="24301"/>
                  <a:pt x="243446" y="24606"/>
                  <a:pt x="243022" y="24606"/>
                </a:cubicBezTo>
                <a:lnTo>
                  <a:pt x="238855" y="24606"/>
                </a:lnTo>
                <a:cubicBezTo>
                  <a:pt x="239437" y="25235"/>
                  <a:pt x="239854" y="25950"/>
                  <a:pt x="240105" y="26750"/>
                </a:cubicBezTo>
                <a:cubicBezTo>
                  <a:pt x="240357" y="27550"/>
                  <a:pt x="240482" y="28383"/>
                  <a:pt x="240482" y="29249"/>
                </a:cubicBezTo>
                <a:cubicBezTo>
                  <a:pt x="240482" y="31313"/>
                  <a:pt x="240138" y="33145"/>
                  <a:pt x="239451" y="34745"/>
                </a:cubicBezTo>
                <a:cubicBezTo>
                  <a:pt x="238763" y="36346"/>
                  <a:pt x="237777" y="37695"/>
                  <a:pt x="236494" y="38793"/>
                </a:cubicBezTo>
                <a:cubicBezTo>
                  <a:pt x="235211" y="39891"/>
                  <a:pt x="233663" y="40725"/>
                  <a:pt x="231851" y="41294"/>
                </a:cubicBezTo>
                <a:cubicBezTo>
                  <a:pt x="230038" y="41863"/>
                  <a:pt x="228021" y="42147"/>
                  <a:pt x="225798" y="42147"/>
                </a:cubicBezTo>
                <a:cubicBezTo>
                  <a:pt x="224661" y="42147"/>
                  <a:pt x="223576" y="42008"/>
                  <a:pt x="222544" y="41730"/>
                </a:cubicBezTo>
                <a:cubicBezTo>
                  <a:pt x="221512" y="41452"/>
                  <a:pt x="220719" y="41128"/>
                  <a:pt x="220163" y="40758"/>
                </a:cubicBezTo>
                <a:cubicBezTo>
                  <a:pt x="219845" y="41102"/>
                  <a:pt x="219561" y="41512"/>
                  <a:pt x="219310" y="41988"/>
                </a:cubicBezTo>
                <a:cubicBezTo>
                  <a:pt x="219058" y="42464"/>
                  <a:pt x="218933" y="42994"/>
                  <a:pt x="218933" y="43576"/>
                </a:cubicBezTo>
                <a:cubicBezTo>
                  <a:pt x="218933" y="44343"/>
                  <a:pt x="219270" y="44971"/>
                  <a:pt x="219945" y="45461"/>
                </a:cubicBezTo>
                <a:cubicBezTo>
                  <a:pt x="220619" y="45950"/>
                  <a:pt x="221565" y="46221"/>
                  <a:pt x="222782" y="46274"/>
                </a:cubicBezTo>
                <a:lnTo>
                  <a:pt x="231394" y="46593"/>
                </a:lnTo>
                <a:cubicBezTo>
                  <a:pt x="233405" y="46672"/>
                  <a:pt x="235197" y="46958"/>
                  <a:pt x="236772" y="47449"/>
                </a:cubicBezTo>
                <a:cubicBezTo>
                  <a:pt x="238346" y="47940"/>
                  <a:pt x="239669" y="48630"/>
                  <a:pt x="240740" y="49520"/>
                </a:cubicBezTo>
                <a:cubicBezTo>
                  <a:pt x="241812" y="50410"/>
                  <a:pt x="242632" y="51478"/>
                  <a:pt x="243201" y="52726"/>
                </a:cubicBezTo>
                <a:cubicBezTo>
                  <a:pt x="243770" y="53973"/>
                  <a:pt x="244054" y="55393"/>
                  <a:pt x="244054" y="56986"/>
                </a:cubicBezTo>
                <a:cubicBezTo>
                  <a:pt x="244054" y="58738"/>
                  <a:pt x="243670" y="60390"/>
                  <a:pt x="242903" y="61943"/>
                </a:cubicBezTo>
                <a:cubicBezTo>
                  <a:pt x="242136" y="63497"/>
                  <a:pt x="240985" y="64844"/>
                  <a:pt x="239451" y="65986"/>
                </a:cubicBezTo>
                <a:cubicBezTo>
                  <a:pt x="237916" y="67128"/>
                  <a:pt x="235991" y="68030"/>
                  <a:pt x="233676" y="68693"/>
                </a:cubicBezTo>
                <a:cubicBezTo>
                  <a:pt x="231361" y="69357"/>
                  <a:pt x="228656" y="69689"/>
                  <a:pt x="225560" y="69689"/>
                </a:cubicBezTo>
                <a:cubicBezTo>
                  <a:pt x="222544" y="69689"/>
                  <a:pt x="219971" y="69451"/>
                  <a:pt x="217841" y="68974"/>
                </a:cubicBezTo>
                <a:cubicBezTo>
                  <a:pt x="215711" y="68497"/>
                  <a:pt x="213965" y="67834"/>
                  <a:pt x="212603" y="66986"/>
                </a:cubicBezTo>
                <a:cubicBezTo>
                  <a:pt x="211240" y="66138"/>
                  <a:pt x="210248" y="65125"/>
                  <a:pt x="209626" y="63946"/>
                </a:cubicBezTo>
                <a:cubicBezTo>
                  <a:pt x="209004" y="62767"/>
                  <a:pt x="208694" y="61475"/>
                  <a:pt x="208694" y="60072"/>
                </a:cubicBezTo>
                <a:cubicBezTo>
                  <a:pt x="208694" y="59197"/>
                  <a:pt x="208806" y="58362"/>
                  <a:pt x="209031" y="57566"/>
                </a:cubicBezTo>
                <a:cubicBezTo>
                  <a:pt x="209256" y="56772"/>
                  <a:pt x="209587" y="56010"/>
                  <a:pt x="210023" y="55281"/>
                </a:cubicBezTo>
                <a:cubicBezTo>
                  <a:pt x="210460" y="54552"/>
                  <a:pt x="210995" y="53857"/>
                  <a:pt x="211630" y="53195"/>
                </a:cubicBezTo>
                <a:cubicBezTo>
                  <a:pt x="212265" y="52532"/>
                  <a:pt x="212993" y="51897"/>
                  <a:pt x="213813" y="51287"/>
                </a:cubicBezTo>
                <a:cubicBezTo>
                  <a:pt x="212675" y="50676"/>
                  <a:pt x="211796" y="49847"/>
                  <a:pt x="211174" y="48798"/>
                </a:cubicBezTo>
                <a:cubicBezTo>
                  <a:pt x="210552" y="47749"/>
                  <a:pt x="210241" y="46600"/>
                  <a:pt x="210241" y="45352"/>
                </a:cubicBezTo>
                <a:cubicBezTo>
                  <a:pt x="210241" y="43785"/>
                  <a:pt x="210599" y="42357"/>
                  <a:pt x="211313" y="41069"/>
                </a:cubicBezTo>
                <a:cubicBezTo>
                  <a:pt x="212027" y="39781"/>
                  <a:pt x="212953" y="38619"/>
                  <a:pt x="214091" y="37583"/>
                </a:cubicBezTo>
                <a:cubicBezTo>
                  <a:pt x="213165" y="36657"/>
                  <a:pt x="212424" y="35546"/>
                  <a:pt x="211868" y="34249"/>
                </a:cubicBezTo>
                <a:cubicBezTo>
                  <a:pt x="211313" y="32953"/>
                  <a:pt x="211035" y="31339"/>
                  <a:pt x="211035" y="29408"/>
                </a:cubicBezTo>
                <a:cubicBezTo>
                  <a:pt x="211035" y="27344"/>
                  <a:pt x="211399" y="25498"/>
                  <a:pt x="212126" y="23871"/>
                </a:cubicBezTo>
                <a:cubicBezTo>
                  <a:pt x="212854" y="22244"/>
                  <a:pt x="213866" y="20868"/>
                  <a:pt x="215162" y="19744"/>
                </a:cubicBezTo>
                <a:cubicBezTo>
                  <a:pt x="216459" y="18620"/>
                  <a:pt x="218007" y="17760"/>
                  <a:pt x="219806" y="17164"/>
                </a:cubicBezTo>
                <a:cubicBezTo>
                  <a:pt x="221605" y="16569"/>
                  <a:pt x="223589" y="16271"/>
                  <a:pt x="225759" y="16271"/>
                </a:cubicBezTo>
                <a:cubicBezTo>
                  <a:pt x="226870" y="16271"/>
                  <a:pt x="227935" y="16341"/>
                  <a:pt x="228953" y="16481"/>
                </a:cubicBezTo>
                <a:cubicBezTo>
                  <a:pt x="229972" y="16620"/>
                  <a:pt x="230918" y="16815"/>
                  <a:pt x="231791" y="17065"/>
                </a:cubicBezTo>
                <a:lnTo>
                  <a:pt x="243022" y="17065"/>
                </a:lnTo>
                <a:cubicBezTo>
                  <a:pt x="243472" y="17065"/>
                  <a:pt x="243836" y="17356"/>
                  <a:pt x="244114" y="17938"/>
                </a:cubicBezTo>
                <a:cubicBezTo>
                  <a:pt x="244391" y="18520"/>
                  <a:pt x="244530" y="19499"/>
                  <a:pt x="244530" y="20875"/>
                </a:cubicBezTo>
                <a:moveTo>
                  <a:pt x="231712" y="29189"/>
                </a:moveTo>
                <a:cubicBezTo>
                  <a:pt x="231712" y="27291"/>
                  <a:pt x="231183" y="25814"/>
                  <a:pt x="230124" y="24759"/>
                </a:cubicBezTo>
                <a:cubicBezTo>
                  <a:pt x="229066" y="23704"/>
                  <a:pt x="227571" y="23177"/>
                  <a:pt x="225640" y="23177"/>
                </a:cubicBezTo>
                <a:cubicBezTo>
                  <a:pt x="224661" y="23177"/>
                  <a:pt x="223801" y="23342"/>
                  <a:pt x="223060" y="23672"/>
                </a:cubicBezTo>
                <a:cubicBezTo>
                  <a:pt x="222319" y="24001"/>
                  <a:pt x="221704" y="24449"/>
                  <a:pt x="221215" y="25016"/>
                </a:cubicBezTo>
                <a:cubicBezTo>
                  <a:pt x="220725" y="25583"/>
                  <a:pt x="220361" y="26243"/>
                  <a:pt x="220123" y="26994"/>
                </a:cubicBezTo>
                <a:cubicBezTo>
                  <a:pt x="219885" y="27746"/>
                  <a:pt x="219766" y="28530"/>
                  <a:pt x="219766" y="29348"/>
                </a:cubicBezTo>
                <a:cubicBezTo>
                  <a:pt x="219766" y="31141"/>
                  <a:pt x="220295" y="32558"/>
                  <a:pt x="221354" y="33599"/>
                </a:cubicBezTo>
                <a:cubicBezTo>
                  <a:pt x="222412" y="34641"/>
                  <a:pt x="223880" y="35162"/>
                  <a:pt x="225759" y="35162"/>
                </a:cubicBezTo>
                <a:cubicBezTo>
                  <a:pt x="226764" y="35162"/>
                  <a:pt x="227637" y="35004"/>
                  <a:pt x="228378" y="34688"/>
                </a:cubicBezTo>
                <a:cubicBezTo>
                  <a:pt x="229119" y="34372"/>
                  <a:pt x="229734" y="33936"/>
                  <a:pt x="230223" y="33382"/>
                </a:cubicBezTo>
                <a:cubicBezTo>
                  <a:pt x="230713" y="32828"/>
                  <a:pt x="231083" y="32189"/>
                  <a:pt x="231335" y="31464"/>
                </a:cubicBezTo>
                <a:cubicBezTo>
                  <a:pt x="231586" y="30739"/>
                  <a:pt x="231712" y="29981"/>
                  <a:pt x="231712" y="29189"/>
                </a:cubicBezTo>
                <a:moveTo>
                  <a:pt x="234053" y="57499"/>
                </a:moveTo>
                <a:cubicBezTo>
                  <a:pt x="234053" y="56299"/>
                  <a:pt x="233577" y="55379"/>
                  <a:pt x="232624" y="54739"/>
                </a:cubicBezTo>
                <a:cubicBezTo>
                  <a:pt x="231672" y="54098"/>
                  <a:pt x="230362" y="53751"/>
                  <a:pt x="228695" y="53697"/>
                </a:cubicBezTo>
                <a:lnTo>
                  <a:pt x="221592" y="53497"/>
                </a:lnTo>
                <a:cubicBezTo>
                  <a:pt x="220904" y="54004"/>
                  <a:pt x="220355" y="54491"/>
                  <a:pt x="219945" y="54958"/>
                </a:cubicBezTo>
                <a:cubicBezTo>
                  <a:pt x="219535" y="55425"/>
                  <a:pt x="219204" y="55872"/>
                  <a:pt x="218952" y="56299"/>
                </a:cubicBezTo>
                <a:cubicBezTo>
                  <a:pt x="218701" y="56726"/>
                  <a:pt x="218536" y="57140"/>
                  <a:pt x="218456" y="57540"/>
                </a:cubicBezTo>
                <a:cubicBezTo>
                  <a:pt x="218377" y="57940"/>
                  <a:pt x="218337" y="58354"/>
                  <a:pt x="218337" y="58780"/>
                </a:cubicBezTo>
                <a:cubicBezTo>
                  <a:pt x="218337" y="60115"/>
                  <a:pt x="219005" y="61129"/>
                  <a:pt x="220342" y="61823"/>
                </a:cubicBezTo>
                <a:cubicBezTo>
                  <a:pt x="221678" y="62516"/>
                  <a:pt x="223563" y="62863"/>
                  <a:pt x="225997" y="62863"/>
                </a:cubicBezTo>
                <a:cubicBezTo>
                  <a:pt x="227505" y="62863"/>
                  <a:pt x="228775" y="62710"/>
                  <a:pt x="229807" y="62403"/>
                </a:cubicBezTo>
                <a:cubicBezTo>
                  <a:pt x="230839" y="62096"/>
                  <a:pt x="231672" y="61689"/>
                  <a:pt x="232307" y="61182"/>
                </a:cubicBezTo>
                <a:cubicBezTo>
                  <a:pt x="232942" y="60675"/>
                  <a:pt x="233392" y="60107"/>
                  <a:pt x="233656" y="59480"/>
                </a:cubicBezTo>
                <a:cubicBezTo>
                  <a:pt x="233921" y="58853"/>
                  <a:pt x="234053" y="58193"/>
                  <a:pt x="234053" y="57499"/>
                </a:cubicBezTo>
                <a:close/>
                <a:moveTo>
                  <a:pt x="282834" y="35077"/>
                </a:moveTo>
                <a:cubicBezTo>
                  <a:pt x="282834" y="36296"/>
                  <a:pt x="282563" y="37197"/>
                  <a:pt x="282020" y="37780"/>
                </a:cubicBezTo>
                <a:cubicBezTo>
                  <a:pt x="281478" y="38363"/>
                  <a:pt x="280730" y="38655"/>
                  <a:pt x="279778" y="38655"/>
                </a:cubicBezTo>
                <a:lnTo>
                  <a:pt x="258228" y="38655"/>
                </a:lnTo>
                <a:cubicBezTo>
                  <a:pt x="258228" y="40168"/>
                  <a:pt x="258407" y="41543"/>
                  <a:pt x="258764" y="42778"/>
                </a:cubicBezTo>
                <a:cubicBezTo>
                  <a:pt x="259121" y="44013"/>
                  <a:pt x="259690" y="45063"/>
                  <a:pt x="260470" y="45927"/>
                </a:cubicBezTo>
                <a:cubicBezTo>
                  <a:pt x="261251" y="46790"/>
                  <a:pt x="262256" y="47448"/>
                  <a:pt x="263487" y="47899"/>
                </a:cubicBezTo>
                <a:cubicBezTo>
                  <a:pt x="264717" y="48350"/>
                  <a:pt x="266192" y="48576"/>
                  <a:pt x="267912" y="48576"/>
                </a:cubicBezTo>
                <a:cubicBezTo>
                  <a:pt x="269658" y="48576"/>
                  <a:pt x="271192" y="48448"/>
                  <a:pt x="272515" y="48193"/>
                </a:cubicBezTo>
                <a:cubicBezTo>
                  <a:pt x="273838" y="47937"/>
                  <a:pt x="274982" y="47655"/>
                  <a:pt x="275948" y="47346"/>
                </a:cubicBezTo>
                <a:cubicBezTo>
                  <a:pt x="276914" y="47037"/>
                  <a:pt x="277714" y="46754"/>
                  <a:pt x="278349" y="46499"/>
                </a:cubicBezTo>
                <a:cubicBezTo>
                  <a:pt x="278984" y="46243"/>
                  <a:pt x="279500" y="46116"/>
                  <a:pt x="279897" y="46116"/>
                </a:cubicBezTo>
                <a:cubicBezTo>
                  <a:pt x="280135" y="46116"/>
                  <a:pt x="280334" y="46162"/>
                  <a:pt x="280492" y="46256"/>
                </a:cubicBezTo>
                <a:cubicBezTo>
                  <a:pt x="280651" y="46348"/>
                  <a:pt x="280783" y="46515"/>
                  <a:pt x="280889" y="46754"/>
                </a:cubicBezTo>
                <a:cubicBezTo>
                  <a:pt x="280995" y="46993"/>
                  <a:pt x="281068" y="47332"/>
                  <a:pt x="281107" y="47771"/>
                </a:cubicBezTo>
                <a:cubicBezTo>
                  <a:pt x="281147" y="48210"/>
                  <a:pt x="281167" y="48762"/>
                  <a:pt x="281167" y="49427"/>
                </a:cubicBezTo>
                <a:cubicBezTo>
                  <a:pt x="281167" y="50012"/>
                  <a:pt x="281154" y="50511"/>
                  <a:pt x="281127" y="50924"/>
                </a:cubicBezTo>
                <a:cubicBezTo>
                  <a:pt x="281101" y="51336"/>
                  <a:pt x="281061" y="51688"/>
                  <a:pt x="281008" y="51980"/>
                </a:cubicBezTo>
                <a:cubicBezTo>
                  <a:pt x="280955" y="52273"/>
                  <a:pt x="280876" y="52520"/>
                  <a:pt x="280770" y="52720"/>
                </a:cubicBezTo>
                <a:cubicBezTo>
                  <a:pt x="280664" y="52919"/>
                  <a:pt x="280525" y="53112"/>
                  <a:pt x="280353" y="53298"/>
                </a:cubicBezTo>
                <a:cubicBezTo>
                  <a:pt x="280181" y="53484"/>
                  <a:pt x="279712" y="53735"/>
                  <a:pt x="278944" y="54053"/>
                </a:cubicBezTo>
                <a:cubicBezTo>
                  <a:pt x="278177" y="54370"/>
                  <a:pt x="277198" y="54681"/>
                  <a:pt x="276008" y="54985"/>
                </a:cubicBezTo>
                <a:cubicBezTo>
                  <a:pt x="274817" y="55290"/>
                  <a:pt x="273455" y="55554"/>
                  <a:pt x="271920" y="55779"/>
                </a:cubicBezTo>
                <a:cubicBezTo>
                  <a:pt x="270385" y="56004"/>
                  <a:pt x="268745" y="56117"/>
                  <a:pt x="266999" y="56117"/>
                </a:cubicBezTo>
                <a:cubicBezTo>
                  <a:pt x="263850" y="56117"/>
                  <a:pt x="261092" y="55719"/>
                  <a:pt x="258724" y="54923"/>
                </a:cubicBezTo>
                <a:cubicBezTo>
                  <a:pt x="256356" y="54128"/>
                  <a:pt x="254379" y="52922"/>
                  <a:pt x="252791" y="51305"/>
                </a:cubicBezTo>
                <a:cubicBezTo>
                  <a:pt x="251204" y="49687"/>
                  <a:pt x="250020" y="47646"/>
                  <a:pt x="249239" y="45182"/>
                </a:cubicBezTo>
                <a:cubicBezTo>
                  <a:pt x="248459" y="42716"/>
                  <a:pt x="248068" y="39827"/>
                  <a:pt x="248068" y="36513"/>
                </a:cubicBezTo>
                <a:cubicBezTo>
                  <a:pt x="248068" y="33358"/>
                  <a:pt x="248479" y="30514"/>
                  <a:pt x="249299" y="27983"/>
                </a:cubicBezTo>
                <a:cubicBezTo>
                  <a:pt x="250119" y="25451"/>
                  <a:pt x="251310" y="23304"/>
                  <a:pt x="252871" y="21541"/>
                </a:cubicBezTo>
                <a:cubicBezTo>
                  <a:pt x="254432" y="19777"/>
                  <a:pt x="256330" y="18432"/>
                  <a:pt x="258566" y="17504"/>
                </a:cubicBezTo>
                <a:cubicBezTo>
                  <a:pt x="260801" y="16577"/>
                  <a:pt x="263321" y="16113"/>
                  <a:pt x="266126" y="16113"/>
                </a:cubicBezTo>
                <a:cubicBezTo>
                  <a:pt x="269089" y="16113"/>
                  <a:pt x="271622" y="16550"/>
                  <a:pt x="273726" y="17425"/>
                </a:cubicBezTo>
                <a:cubicBezTo>
                  <a:pt x="275829" y="18300"/>
                  <a:pt x="277555" y="19512"/>
                  <a:pt x="278905" y="21062"/>
                </a:cubicBezTo>
                <a:cubicBezTo>
                  <a:pt x="280254" y="22613"/>
                  <a:pt x="281246" y="24448"/>
                  <a:pt x="281881" y="26569"/>
                </a:cubicBezTo>
                <a:cubicBezTo>
                  <a:pt x="282516" y="28689"/>
                  <a:pt x="282834" y="30995"/>
                  <a:pt x="282834" y="33487"/>
                </a:cubicBezTo>
                <a:lnTo>
                  <a:pt x="282834" y="35077"/>
                </a:lnTo>
                <a:moveTo>
                  <a:pt x="273150" y="32225"/>
                </a:moveTo>
                <a:cubicBezTo>
                  <a:pt x="273230" y="29408"/>
                  <a:pt x="272667" y="27196"/>
                  <a:pt x="271464" y="25589"/>
                </a:cubicBezTo>
                <a:cubicBezTo>
                  <a:pt x="270260" y="23981"/>
                  <a:pt x="268401" y="23177"/>
                  <a:pt x="265888" y="23177"/>
                </a:cubicBezTo>
                <a:cubicBezTo>
                  <a:pt x="264618" y="23177"/>
                  <a:pt x="263513" y="23416"/>
                  <a:pt x="262574" y="23895"/>
                </a:cubicBezTo>
                <a:cubicBezTo>
                  <a:pt x="261635" y="24373"/>
                  <a:pt x="260854" y="25017"/>
                  <a:pt x="260232" y="25828"/>
                </a:cubicBezTo>
                <a:cubicBezTo>
                  <a:pt x="259611" y="26639"/>
                  <a:pt x="259134" y="27595"/>
                  <a:pt x="258804" y="28698"/>
                </a:cubicBezTo>
                <a:cubicBezTo>
                  <a:pt x="258473" y="29800"/>
                  <a:pt x="258281" y="30976"/>
                  <a:pt x="258228" y="32225"/>
                </a:cubicBezTo>
                <a:lnTo>
                  <a:pt x="273150" y="32225"/>
                </a:lnTo>
                <a:close/>
                <a:moveTo>
                  <a:pt x="300779" y="49489"/>
                </a:moveTo>
                <a:cubicBezTo>
                  <a:pt x="300779" y="50309"/>
                  <a:pt x="300739" y="51063"/>
                  <a:pt x="300660" y="51751"/>
                </a:cubicBezTo>
                <a:cubicBezTo>
                  <a:pt x="300580" y="52439"/>
                  <a:pt x="300448" y="53087"/>
                  <a:pt x="300263" y="53696"/>
                </a:cubicBezTo>
                <a:cubicBezTo>
                  <a:pt x="300077" y="54304"/>
                  <a:pt x="299833" y="54906"/>
                  <a:pt x="299528" y="55501"/>
                </a:cubicBezTo>
                <a:cubicBezTo>
                  <a:pt x="299224" y="56097"/>
                  <a:pt x="298847" y="56725"/>
                  <a:pt x="298397" y="57386"/>
                </a:cubicBezTo>
                <a:lnTo>
                  <a:pt x="292960" y="65562"/>
                </a:lnTo>
                <a:cubicBezTo>
                  <a:pt x="292828" y="65747"/>
                  <a:pt x="292676" y="65906"/>
                  <a:pt x="292504" y="66038"/>
                </a:cubicBezTo>
                <a:cubicBezTo>
                  <a:pt x="292332" y="66170"/>
                  <a:pt x="292120" y="66289"/>
                  <a:pt x="291869" y="66395"/>
                </a:cubicBezTo>
                <a:cubicBezTo>
                  <a:pt x="291618" y="66501"/>
                  <a:pt x="291327" y="66574"/>
                  <a:pt x="290996" y="66614"/>
                </a:cubicBezTo>
                <a:cubicBezTo>
                  <a:pt x="290665" y="66653"/>
                  <a:pt x="290248" y="66673"/>
                  <a:pt x="289746" y="66673"/>
                </a:cubicBezTo>
                <a:cubicBezTo>
                  <a:pt x="289296" y="66673"/>
                  <a:pt x="288919" y="66653"/>
                  <a:pt x="288615" y="66614"/>
                </a:cubicBezTo>
                <a:cubicBezTo>
                  <a:pt x="288310" y="66574"/>
                  <a:pt x="288092" y="66508"/>
                  <a:pt x="287960" y="66415"/>
                </a:cubicBezTo>
                <a:cubicBezTo>
                  <a:pt x="287828" y="66323"/>
                  <a:pt x="287755" y="66197"/>
                  <a:pt x="287742" y="66038"/>
                </a:cubicBezTo>
                <a:cubicBezTo>
                  <a:pt x="287728" y="65879"/>
                  <a:pt x="287775" y="65694"/>
                  <a:pt x="287881" y="65483"/>
                </a:cubicBezTo>
                <a:lnTo>
                  <a:pt x="293159" y="54569"/>
                </a:lnTo>
                <a:lnTo>
                  <a:pt x="293159" y="49489"/>
                </a:lnTo>
                <a:cubicBezTo>
                  <a:pt x="293159" y="48775"/>
                  <a:pt x="293232" y="48206"/>
                  <a:pt x="293377" y="47782"/>
                </a:cubicBezTo>
                <a:cubicBezTo>
                  <a:pt x="293523" y="47359"/>
                  <a:pt x="293754" y="47042"/>
                  <a:pt x="294072" y="46830"/>
                </a:cubicBezTo>
                <a:cubicBezTo>
                  <a:pt x="294389" y="46618"/>
                  <a:pt x="294786" y="46473"/>
                  <a:pt x="295262" y="46393"/>
                </a:cubicBezTo>
                <a:cubicBezTo>
                  <a:pt x="295738" y="46314"/>
                  <a:pt x="296320" y="46274"/>
                  <a:pt x="297008" y="46274"/>
                </a:cubicBezTo>
                <a:cubicBezTo>
                  <a:pt x="297670" y="46274"/>
                  <a:pt x="298239" y="46314"/>
                  <a:pt x="298715" y="46393"/>
                </a:cubicBezTo>
                <a:cubicBezTo>
                  <a:pt x="299191" y="46473"/>
                  <a:pt x="299581" y="46618"/>
                  <a:pt x="299886" y="46830"/>
                </a:cubicBezTo>
                <a:cubicBezTo>
                  <a:pt x="300190" y="47042"/>
                  <a:pt x="300415" y="47359"/>
                  <a:pt x="300560" y="47782"/>
                </a:cubicBezTo>
                <a:cubicBezTo>
                  <a:pt x="300706" y="48206"/>
                  <a:pt x="300779" y="48775"/>
                  <a:pt x="300779" y="49489"/>
                </a:cubicBezTo>
                <a:close/>
                <a:moveTo>
                  <a:pt x="345209" y="55164"/>
                </a:moveTo>
                <a:lnTo>
                  <a:pt x="340447" y="68300"/>
                </a:lnTo>
                <a:cubicBezTo>
                  <a:pt x="340288" y="68724"/>
                  <a:pt x="339884" y="69048"/>
                  <a:pt x="339236" y="69273"/>
                </a:cubicBezTo>
                <a:cubicBezTo>
                  <a:pt x="338588" y="69497"/>
                  <a:pt x="337602" y="69610"/>
                  <a:pt x="336280" y="69610"/>
                </a:cubicBezTo>
                <a:cubicBezTo>
                  <a:pt x="335592" y="69610"/>
                  <a:pt x="335036" y="69577"/>
                  <a:pt x="334613" y="69511"/>
                </a:cubicBezTo>
                <a:cubicBezTo>
                  <a:pt x="334189" y="69445"/>
                  <a:pt x="333865" y="69332"/>
                  <a:pt x="333640" y="69173"/>
                </a:cubicBezTo>
                <a:cubicBezTo>
                  <a:pt x="333416" y="69015"/>
                  <a:pt x="333290" y="68803"/>
                  <a:pt x="333263" y="68538"/>
                </a:cubicBezTo>
                <a:cubicBezTo>
                  <a:pt x="333237" y="68274"/>
                  <a:pt x="333303" y="67956"/>
                  <a:pt x="333462" y="67586"/>
                </a:cubicBezTo>
                <a:lnTo>
                  <a:pt x="338383" y="55164"/>
                </a:lnTo>
                <a:cubicBezTo>
                  <a:pt x="338145" y="55058"/>
                  <a:pt x="337920" y="54886"/>
                  <a:pt x="337708" y="54648"/>
                </a:cubicBezTo>
                <a:cubicBezTo>
                  <a:pt x="337497" y="54410"/>
                  <a:pt x="337351" y="54159"/>
                  <a:pt x="337272" y="53894"/>
                </a:cubicBezTo>
                <a:lnTo>
                  <a:pt x="324532" y="19764"/>
                </a:lnTo>
                <a:cubicBezTo>
                  <a:pt x="324321" y="19208"/>
                  <a:pt x="324215" y="18772"/>
                  <a:pt x="324215" y="18454"/>
                </a:cubicBezTo>
                <a:cubicBezTo>
                  <a:pt x="324215" y="18137"/>
                  <a:pt x="324321" y="17885"/>
                  <a:pt x="324532" y="17700"/>
                </a:cubicBezTo>
                <a:cubicBezTo>
                  <a:pt x="324744" y="17515"/>
                  <a:pt x="325088" y="17389"/>
                  <a:pt x="325564" y="17323"/>
                </a:cubicBezTo>
                <a:cubicBezTo>
                  <a:pt x="326040" y="17257"/>
                  <a:pt x="326675" y="17224"/>
                  <a:pt x="327469" y="17224"/>
                </a:cubicBezTo>
                <a:cubicBezTo>
                  <a:pt x="328263" y="17224"/>
                  <a:pt x="328885" y="17244"/>
                  <a:pt x="329334" y="17283"/>
                </a:cubicBezTo>
                <a:cubicBezTo>
                  <a:pt x="329784" y="17323"/>
                  <a:pt x="330141" y="17396"/>
                  <a:pt x="330406" y="17502"/>
                </a:cubicBezTo>
                <a:cubicBezTo>
                  <a:pt x="330671" y="17608"/>
                  <a:pt x="330862" y="17760"/>
                  <a:pt x="330981" y="17958"/>
                </a:cubicBezTo>
                <a:cubicBezTo>
                  <a:pt x="331101" y="18157"/>
                  <a:pt x="331226" y="18428"/>
                  <a:pt x="331358" y="18772"/>
                </a:cubicBezTo>
                <a:lnTo>
                  <a:pt x="341558" y="47425"/>
                </a:lnTo>
                <a:lnTo>
                  <a:pt x="341677" y="47425"/>
                </a:lnTo>
                <a:lnTo>
                  <a:pt x="351519" y="18613"/>
                </a:lnTo>
                <a:cubicBezTo>
                  <a:pt x="351678" y="18110"/>
                  <a:pt x="351870" y="17786"/>
                  <a:pt x="352095" y="17641"/>
                </a:cubicBezTo>
                <a:cubicBezTo>
                  <a:pt x="352319" y="17495"/>
                  <a:pt x="352657" y="17389"/>
                  <a:pt x="353107" y="17323"/>
                </a:cubicBezTo>
                <a:cubicBezTo>
                  <a:pt x="353556" y="17257"/>
                  <a:pt x="354205" y="17224"/>
                  <a:pt x="355051" y="17224"/>
                </a:cubicBezTo>
                <a:cubicBezTo>
                  <a:pt x="355792" y="17224"/>
                  <a:pt x="356401" y="17257"/>
                  <a:pt x="356877" y="17323"/>
                </a:cubicBezTo>
                <a:cubicBezTo>
                  <a:pt x="357353" y="17389"/>
                  <a:pt x="357704" y="17515"/>
                  <a:pt x="357928" y="17700"/>
                </a:cubicBezTo>
                <a:cubicBezTo>
                  <a:pt x="358153" y="17885"/>
                  <a:pt x="358266" y="18137"/>
                  <a:pt x="358266" y="18454"/>
                </a:cubicBezTo>
                <a:cubicBezTo>
                  <a:pt x="358266" y="18772"/>
                  <a:pt x="358186" y="19169"/>
                  <a:pt x="358028" y="19645"/>
                </a:cubicBezTo>
                <a:lnTo>
                  <a:pt x="345209" y="55164"/>
                </a:lnTo>
                <a:close/>
                <a:moveTo>
                  <a:pt x="398275" y="35936"/>
                </a:moveTo>
                <a:cubicBezTo>
                  <a:pt x="398275" y="38849"/>
                  <a:pt x="397891" y="41530"/>
                  <a:pt x="397124" y="43980"/>
                </a:cubicBezTo>
                <a:cubicBezTo>
                  <a:pt x="396357" y="46430"/>
                  <a:pt x="395212" y="48542"/>
                  <a:pt x="393691" y="50317"/>
                </a:cubicBezTo>
                <a:cubicBezTo>
                  <a:pt x="392170" y="52092"/>
                  <a:pt x="390265" y="53475"/>
                  <a:pt x="387976" y="54468"/>
                </a:cubicBezTo>
                <a:cubicBezTo>
                  <a:pt x="385688" y="55461"/>
                  <a:pt x="383035" y="55958"/>
                  <a:pt x="380019" y="55958"/>
                </a:cubicBezTo>
                <a:cubicBezTo>
                  <a:pt x="377082" y="55958"/>
                  <a:pt x="374523" y="55521"/>
                  <a:pt x="372340" y="54647"/>
                </a:cubicBezTo>
                <a:cubicBezTo>
                  <a:pt x="370157" y="53773"/>
                  <a:pt x="368338" y="52502"/>
                  <a:pt x="366883" y="50833"/>
                </a:cubicBezTo>
                <a:cubicBezTo>
                  <a:pt x="365428" y="49165"/>
                  <a:pt x="364343" y="47139"/>
                  <a:pt x="363629" y="44755"/>
                </a:cubicBezTo>
                <a:cubicBezTo>
                  <a:pt x="362914" y="42371"/>
                  <a:pt x="362557" y="39670"/>
                  <a:pt x="362557" y="36650"/>
                </a:cubicBezTo>
                <a:cubicBezTo>
                  <a:pt x="362557" y="33738"/>
                  <a:pt x="362934" y="31056"/>
                  <a:pt x="363688" y="28606"/>
                </a:cubicBezTo>
                <a:cubicBezTo>
                  <a:pt x="364442" y="26157"/>
                  <a:pt x="365580" y="24045"/>
                  <a:pt x="367101" y="22270"/>
                </a:cubicBezTo>
                <a:cubicBezTo>
                  <a:pt x="368623" y="20495"/>
                  <a:pt x="370521" y="19118"/>
                  <a:pt x="372796" y="18138"/>
                </a:cubicBezTo>
                <a:cubicBezTo>
                  <a:pt x="375072" y="17158"/>
                  <a:pt x="377731" y="16668"/>
                  <a:pt x="380773" y="16668"/>
                </a:cubicBezTo>
                <a:cubicBezTo>
                  <a:pt x="383710" y="16668"/>
                  <a:pt x="386270" y="17105"/>
                  <a:pt x="388453" y="17979"/>
                </a:cubicBezTo>
                <a:cubicBezTo>
                  <a:pt x="390635" y="18853"/>
                  <a:pt x="392454" y="20124"/>
                  <a:pt x="393909" y="21793"/>
                </a:cubicBezTo>
                <a:cubicBezTo>
                  <a:pt x="395365" y="23461"/>
                  <a:pt x="396456" y="25487"/>
                  <a:pt x="397184" y="27871"/>
                </a:cubicBezTo>
                <a:cubicBezTo>
                  <a:pt x="397911" y="30255"/>
                  <a:pt x="398275" y="32943"/>
                  <a:pt x="398275" y="35936"/>
                </a:cubicBezTo>
                <a:moveTo>
                  <a:pt x="391370" y="36373"/>
                </a:moveTo>
                <a:cubicBezTo>
                  <a:pt x="391370" y="34439"/>
                  <a:pt x="391191" y="32611"/>
                  <a:pt x="390834" y="30888"/>
                </a:cubicBezTo>
                <a:cubicBezTo>
                  <a:pt x="390477" y="29166"/>
                  <a:pt x="389888" y="27656"/>
                  <a:pt x="389068" y="26358"/>
                </a:cubicBezTo>
                <a:cubicBezTo>
                  <a:pt x="388248" y="25060"/>
                  <a:pt x="387136" y="24033"/>
                  <a:pt x="385734" y="23279"/>
                </a:cubicBezTo>
                <a:cubicBezTo>
                  <a:pt x="384332" y="22523"/>
                  <a:pt x="382586" y="22145"/>
                  <a:pt x="380495" y="22145"/>
                </a:cubicBezTo>
                <a:cubicBezTo>
                  <a:pt x="378564" y="22145"/>
                  <a:pt x="376904" y="22489"/>
                  <a:pt x="375515" y="23178"/>
                </a:cubicBezTo>
                <a:cubicBezTo>
                  <a:pt x="374126" y="23867"/>
                  <a:pt x="372981" y="24841"/>
                  <a:pt x="372082" y="26100"/>
                </a:cubicBezTo>
                <a:cubicBezTo>
                  <a:pt x="371182" y="27358"/>
                  <a:pt x="370514" y="28849"/>
                  <a:pt x="370078" y="30571"/>
                </a:cubicBezTo>
                <a:cubicBezTo>
                  <a:pt x="369641" y="32292"/>
                  <a:pt x="369423" y="34173"/>
                  <a:pt x="369423" y="36214"/>
                </a:cubicBezTo>
                <a:cubicBezTo>
                  <a:pt x="369423" y="38174"/>
                  <a:pt x="369602" y="40015"/>
                  <a:pt x="369959" y="41738"/>
                </a:cubicBezTo>
                <a:cubicBezTo>
                  <a:pt x="370316" y="43460"/>
                  <a:pt x="370911" y="44963"/>
                  <a:pt x="371745" y="46248"/>
                </a:cubicBezTo>
                <a:cubicBezTo>
                  <a:pt x="372578" y="47533"/>
                  <a:pt x="373696" y="48553"/>
                  <a:pt x="375098" y="49309"/>
                </a:cubicBezTo>
                <a:cubicBezTo>
                  <a:pt x="376500" y="50064"/>
                  <a:pt x="378247" y="50441"/>
                  <a:pt x="380337" y="50441"/>
                </a:cubicBezTo>
                <a:cubicBezTo>
                  <a:pt x="382242" y="50441"/>
                  <a:pt x="383895" y="50097"/>
                  <a:pt x="385298" y="49408"/>
                </a:cubicBezTo>
                <a:cubicBezTo>
                  <a:pt x="386700" y="48720"/>
                  <a:pt x="387851" y="47753"/>
                  <a:pt x="388750" y="46507"/>
                </a:cubicBezTo>
                <a:cubicBezTo>
                  <a:pt x="389650" y="45261"/>
                  <a:pt x="390311" y="43778"/>
                  <a:pt x="390735" y="42056"/>
                </a:cubicBezTo>
                <a:cubicBezTo>
                  <a:pt x="391158" y="40334"/>
                  <a:pt x="391370" y="38440"/>
                  <a:pt x="391370" y="36373"/>
                </a:cubicBezTo>
                <a:close/>
                <a:moveTo>
                  <a:pt x="438725" y="54172"/>
                </a:moveTo>
                <a:cubicBezTo>
                  <a:pt x="438725" y="54384"/>
                  <a:pt x="438678" y="54562"/>
                  <a:pt x="438586" y="54708"/>
                </a:cubicBezTo>
                <a:cubicBezTo>
                  <a:pt x="438493" y="54853"/>
                  <a:pt x="438328" y="54979"/>
                  <a:pt x="438090" y="55085"/>
                </a:cubicBezTo>
                <a:cubicBezTo>
                  <a:pt x="437852" y="55191"/>
                  <a:pt x="437541" y="55270"/>
                  <a:pt x="437157" y="55323"/>
                </a:cubicBezTo>
                <a:cubicBezTo>
                  <a:pt x="436773" y="55376"/>
                  <a:pt x="436304" y="55402"/>
                  <a:pt x="435748" y="55402"/>
                </a:cubicBezTo>
                <a:cubicBezTo>
                  <a:pt x="435140" y="55402"/>
                  <a:pt x="434644" y="55376"/>
                  <a:pt x="434260" y="55323"/>
                </a:cubicBezTo>
                <a:cubicBezTo>
                  <a:pt x="433876" y="55270"/>
                  <a:pt x="433572" y="55191"/>
                  <a:pt x="433347" y="55085"/>
                </a:cubicBezTo>
                <a:cubicBezTo>
                  <a:pt x="433122" y="54979"/>
                  <a:pt x="432970" y="54853"/>
                  <a:pt x="432891" y="54708"/>
                </a:cubicBezTo>
                <a:cubicBezTo>
                  <a:pt x="432811" y="54562"/>
                  <a:pt x="432772" y="54384"/>
                  <a:pt x="432772" y="54172"/>
                </a:cubicBezTo>
                <a:lnTo>
                  <a:pt x="432772" y="49449"/>
                </a:lnTo>
                <a:cubicBezTo>
                  <a:pt x="430735" y="51712"/>
                  <a:pt x="428724" y="53363"/>
                  <a:pt x="426739" y="54401"/>
                </a:cubicBezTo>
                <a:cubicBezTo>
                  <a:pt x="424755" y="55439"/>
                  <a:pt x="422744" y="55958"/>
                  <a:pt x="420707" y="55958"/>
                </a:cubicBezTo>
                <a:cubicBezTo>
                  <a:pt x="418326" y="55958"/>
                  <a:pt x="416322" y="55561"/>
                  <a:pt x="414695" y="54766"/>
                </a:cubicBezTo>
                <a:cubicBezTo>
                  <a:pt x="413068" y="53971"/>
                  <a:pt x="411751" y="52892"/>
                  <a:pt x="410746" y="51529"/>
                </a:cubicBezTo>
                <a:cubicBezTo>
                  <a:pt x="409740" y="50165"/>
                  <a:pt x="409019" y="48576"/>
                  <a:pt x="408583" y="46762"/>
                </a:cubicBezTo>
                <a:cubicBezTo>
                  <a:pt x="408146" y="44947"/>
                  <a:pt x="407928" y="42742"/>
                  <a:pt x="407928" y="40146"/>
                </a:cubicBezTo>
                <a:lnTo>
                  <a:pt x="407928" y="18455"/>
                </a:lnTo>
                <a:cubicBezTo>
                  <a:pt x="407928" y="18244"/>
                  <a:pt x="407974" y="18065"/>
                  <a:pt x="408067" y="17920"/>
                </a:cubicBezTo>
                <a:cubicBezTo>
                  <a:pt x="408160" y="17773"/>
                  <a:pt x="408338" y="17641"/>
                  <a:pt x="408603" y="17522"/>
                </a:cubicBezTo>
                <a:cubicBezTo>
                  <a:pt x="408867" y="17402"/>
                  <a:pt x="409211" y="17323"/>
                  <a:pt x="409635" y="17283"/>
                </a:cubicBezTo>
                <a:cubicBezTo>
                  <a:pt x="410058" y="17244"/>
                  <a:pt x="410587" y="17224"/>
                  <a:pt x="411222" y="17224"/>
                </a:cubicBezTo>
                <a:cubicBezTo>
                  <a:pt x="411857" y="17224"/>
                  <a:pt x="412386" y="17244"/>
                  <a:pt x="412810" y="17283"/>
                </a:cubicBezTo>
                <a:cubicBezTo>
                  <a:pt x="413233" y="17323"/>
                  <a:pt x="413570" y="17402"/>
                  <a:pt x="413822" y="17522"/>
                </a:cubicBezTo>
                <a:cubicBezTo>
                  <a:pt x="414073" y="17641"/>
                  <a:pt x="414251" y="17773"/>
                  <a:pt x="414357" y="17920"/>
                </a:cubicBezTo>
                <a:cubicBezTo>
                  <a:pt x="414463" y="18065"/>
                  <a:pt x="414516" y="18244"/>
                  <a:pt x="414516" y="18455"/>
                </a:cubicBezTo>
                <a:lnTo>
                  <a:pt x="414516" y="39276"/>
                </a:lnTo>
                <a:cubicBezTo>
                  <a:pt x="414516" y="41368"/>
                  <a:pt x="414668" y="43044"/>
                  <a:pt x="414972" y="44302"/>
                </a:cubicBezTo>
                <a:cubicBezTo>
                  <a:pt x="415277" y="45561"/>
                  <a:pt x="415740" y="46634"/>
                  <a:pt x="416361" y="47522"/>
                </a:cubicBezTo>
                <a:cubicBezTo>
                  <a:pt x="416983" y="48409"/>
                  <a:pt x="417770" y="49098"/>
                  <a:pt x="418723" y="49588"/>
                </a:cubicBezTo>
                <a:cubicBezTo>
                  <a:pt x="419675" y="50078"/>
                  <a:pt x="420787" y="50322"/>
                  <a:pt x="422056" y="50322"/>
                </a:cubicBezTo>
                <a:cubicBezTo>
                  <a:pt x="423697" y="50322"/>
                  <a:pt x="425331" y="49737"/>
                  <a:pt x="426958" y="48566"/>
                </a:cubicBezTo>
                <a:cubicBezTo>
                  <a:pt x="428585" y="47395"/>
                  <a:pt x="430311" y="45679"/>
                  <a:pt x="432137" y="43417"/>
                </a:cubicBezTo>
                <a:lnTo>
                  <a:pt x="432137" y="18454"/>
                </a:lnTo>
                <a:cubicBezTo>
                  <a:pt x="432137" y="18243"/>
                  <a:pt x="432183" y="18064"/>
                  <a:pt x="432276" y="17918"/>
                </a:cubicBezTo>
                <a:cubicBezTo>
                  <a:pt x="432368" y="17773"/>
                  <a:pt x="432547" y="17641"/>
                  <a:pt x="432811" y="17522"/>
                </a:cubicBezTo>
                <a:cubicBezTo>
                  <a:pt x="433076" y="17402"/>
                  <a:pt x="433413" y="17323"/>
                  <a:pt x="433823" y="17283"/>
                </a:cubicBezTo>
                <a:cubicBezTo>
                  <a:pt x="434234" y="17244"/>
                  <a:pt x="434769" y="17224"/>
                  <a:pt x="435431" y="17224"/>
                </a:cubicBezTo>
                <a:cubicBezTo>
                  <a:pt x="436066" y="17224"/>
                  <a:pt x="436595" y="17244"/>
                  <a:pt x="437018" y="17283"/>
                </a:cubicBezTo>
                <a:cubicBezTo>
                  <a:pt x="437442" y="17323"/>
                  <a:pt x="437772" y="17402"/>
                  <a:pt x="438010" y="17522"/>
                </a:cubicBezTo>
                <a:cubicBezTo>
                  <a:pt x="438249" y="17641"/>
                  <a:pt x="438427" y="17773"/>
                  <a:pt x="438546" y="17918"/>
                </a:cubicBezTo>
                <a:cubicBezTo>
                  <a:pt x="438665" y="18064"/>
                  <a:pt x="438725" y="18243"/>
                  <a:pt x="438725" y="18454"/>
                </a:cubicBezTo>
                <a:lnTo>
                  <a:pt x="438725" y="54172"/>
                </a:lnTo>
                <a:close/>
                <a:moveTo>
                  <a:pt x="498598" y="54172"/>
                </a:moveTo>
                <a:cubicBezTo>
                  <a:pt x="498598" y="54384"/>
                  <a:pt x="498545" y="54562"/>
                  <a:pt x="498439" y="54708"/>
                </a:cubicBezTo>
                <a:cubicBezTo>
                  <a:pt x="498334" y="54853"/>
                  <a:pt x="498162" y="54979"/>
                  <a:pt x="497923" y="55085"/>
                </a:cubicBezTo>
                <a:cubicBezTo>
                  <a:pt x="497685" y="55191"/>
                  <a:pt x="497355" y="55270"/>
                  <a:pt x="496931" y="55323"/>
                </a:cubicBezTo>
                <a:cubicBezTo>
                  <a:pt x="496508" y="55376"/>
                  <a:pt x="495979" y="55402"/>
                  <a:pt x="495344" y="55402"/>
                </a:cubicBezTo>
                <a:cubicBezTo>
                  <a:pt x="494682" y="55402"/>
                  <a:pt x="494140" y="55376"/>
                  <a:pt x="493717" y="55323"/>
                </a:cubicBezTo>
                <a:cubicBezTo>
                  <a:pt x="493293" y="55270"/>
                  <a:pt x="492963" y="55191"/>
                  <a:pt x="492725" y="55085"/>
                </a:cubicBezTo>
                <a:cubicBezTo>
                  <a:pt x="492486" y="54979"/>
                  <a:pt x="492314" y="54853"/>
                  <a:pt x="492209" y="54708"/>
                </a:cubicBezTo>
                <a:cubicBezTo>
                  <a:pt x="492103" y="54562"/>
                  <a:pt x="492050" y="54384"/>
                  <a:pt x="492050" y="54172"/>
                </a:cubicBezTo>
                <a:lnTo>
                  <a:pt x="492050" y="33257"/>
                </a:lnTo>
                <a:cubicBezTo>
                  <a:pt x="492050" y="31220"/>
                  <a:pt x="491891" y="29580"/>
                  <a:pt x="491574" y="28336"/>
                </a:cubicBezTo>
                <a:cubicBezTo>
                  <a:pt x="491256" y="27093"/>
                  <a:pt x="490793" y="26021"/>
                  <a:pt x="490185" y="25121"/>
                </a:cubicBezTo>
                <a:cubicBezTo>
                  <a:pt x="489576" y="24222"/>
                  <a:pt x="488789" y="23534"/>
                  <a:pt x="487823" y="23058"/>
                </a:cubicBezTo>
                <a:cubicBezTo>
                  <a:pt x="486858" y="22582"/>
                  <a:pt x="485740" y="22343"/>
                  <a:pt x="484470" y="22343"/>
                </a:cubicBezTo>
                <a:cubicBezTo>
                  <a:pt x="482829" y="22343"/>
                  <a:pt x="481189" y="22925"/>
                  <a:pt x="479549" y="24090"/>
                </a:cubicBezTo>
                <a:cubicBezTo>
                  <a:pt x="477908" y="25254"/>
                  <a:pt x="476189" y="26960"/>
                  <a:pt x="474389" y="29209"/>
                </a:cubicBezTo>
                <a:lnTo>
                  <a:pt x="474389" y="54172"/>
                </a:lnTo>
                <a:cubicBezTo>
                  <a:pt x="474389" y="54384"/>
                  <a:pt x="474337" y="54562"/>
                  <a:pt x="474231" y="54708"/>
                </a:cubicBezTo>
                <a:cubicBezTo>
                  <a:pt x="474125" y="54853"/>
                  <a:pt x="473953" y="54979"/>
                  <a:pt x="473715" y="55085"/>
                </a:cubicBezTo>
                <a:cubicBezTo>
                  <a:pt x="473477" y="55191"/>
                  <a:pt x="473146" y="55270"/>
                  <a:pt x="472723" y="55323"/>
                </a:cubicBezTo>
                <a:cubicBezTo>
                  <a:pt x="472299" y="55376"/>
                  <a:pt x="471757" y="55402"/>
                  <a:pt x="471095" y="55402"/>
                </a:cubicBezTo>
                <a:cubicBezTo>
                  <a:pt x="470461" y="55402"/>
                  <a:pt x="469931" y="55376"/>
                  <a:pt x="469508" y="55323"/>
                </a:cubicBezTo>
                <a:cubicBezTo>
                  <a:pt x="469085" y="55270"/>
                  <a:pt x="468747" y="55191"/>
                  <a:pt x="468496" y="55085"/>
                </a:cubicBezTo>
                <a:cubicBezTo>
                  <a:pt x="468245" y="54979"/>
                  <a:pt x="468073" y="54853"/>
                  <a:pt x="467980" y="54708"/>
                </a:cubicBezTo>
                <a:cubicBezTo>
                  <a:pt x="467888" y="54562"/>
                  <a:pt x="467841" y="54384"/>
                  <a:pt x="467841" y="54172"/>
                </a:cubicBezTo>
                <a:lnTo>
                  <a:pt x="467841" y="18454"/>
                </a:lnTo>
                <a:cubicBezTo>
                  <a:pt x="467841" y="18243"/>
                  <a:pt x="467881" y="18064"/>
                  <a:pt x="467960" y="17918"/>
                </a:cubicBezTo>
                <a:cubicBezTo>
                  <a:pt x="468040" y="17773"/>
                  <a:pt x="468198" y="17641"/>
                  <a:pt x="468437" y="17522"/>
                </a:cubicBezTo>
                <a:cubicBezTo>
                  <a:pt x="468675" y="17402"/>
                  <a:pt x="468979" y="17323"/>
                  <a:pt x="469349" y="17283"/>
                </a:cubicBezTo>
                <a:cubicBezTo>
                  <a:pt x="469720" y="17244"/>
                  <a:pt x="470209" y="17224"/>
                  <a:pt x="470818" y="17224"/>
                </a:cubicBezTo>
                <a:cubicBezTo>
                  <a:pt x="471400" y="17224"/>
                  <a:pt x="471883" y="17244"/>
                  <a:pt x="472266" y="17283"/>
                </a:cubicBezTo>
                <a:cubicBezTo>
                  <a:pt x="472650" y="17323"/>
                  <a:pt x="472948" y="17402"/>
                  <a:pt x="473159" y="17522"/>
                </a:cubicBezTo>
                <a:cubicBezTo>
                  <a:pt x="473371" y="17641"/>
                  <a:pt x="473523" y="17773"/>
                  <a:pt x="473616" y="17918"/>
                </a:cubicBezTo>
                <a:cubicBezTo>
                  <a:pt x="473708" y="18064"/>
                  <a:pt x="473754" y="18243"/>
                  <a:pt x="473754" y="18454"/>
                </a:cubicBezTo>
                <a:lnTo>
                  <a:pt x="473754" y="23177"/>
                </a:lnTo>
                <a:cubicBezTo>
                  <a:pt x="475765" y="20928"/>
                  <a:pt x="477769" y="19281"/>
                  <a:pt x="479767" y="18236"/>
                </a:cubicBezTo>
                <a:cubicBezTo>
                  <a:pt x="481765" y="17191"/>
                  <a:pt x="483782" y="16668"/>
                  <a:pt x="485819" y="16668"/>
                </a:cubicBezTo>
                <a:cubicBezTo>
                  <a:pt x="488200" y="16668"/>
                  <a:pt x="490204" y="17072"/>
                  <a:pt x="491832" y="17879"/>
                </a:cubicBezTo>
                <a:cubicBezTo>
                  <a:pt x="493459" y="18686"/>
                  <a:pt x="494775" y="19764"/>
                  <a:pt x="495780" y="21113"/>
                </a:cubicBezTo>
                <a:cubicBezTo>
                  <a:pt x="496786" y="22462"/>
                  <a:pt x="497507" y="24043"/>
                  <a:pt x="497943" y="25856"/>
                </a:cubicBezTo>
                <a:cubicBezTo>
                  <a:pt x="498380" y="27668"/>
                  <a:pt x="498598" y="29844"/>
                  <a:pt x="498598" y="32384"/>
                </a:cubicBezTo>
                <a:lnTo>
                  <a:pt x="498598" y="54172"/>
                </a:lnTo>
                <a:close/>
                <a:moveTo>
                  <a:pt x="540666" y="34765"/>
                </a:moveTo>
                <a:cubicBezTo>
                  <a:pt x="540666" y="35797"/>
                  <a:pt x="540408" y="36531"/>
                  <a:pt x="539892" y="36968"/>
                </a:cubicBezTo>
                <a:cubicBezTo>
                  <a:pt x="539376" y="37404"/>
                  <a:pt x="538788" y="37623"/>
                  <a:pt x="538126" y="37623"/>
                </a:cubicBezTo>
                <a:lnTo>
                  <a:pt x="514711" y="37623"/>
                </a:lnTo>
                <a:cubicBezTo>
                  <a:pt x="514711" y="39613"/>
                  <a:pt x="514910" y="41404"/>
                  <a:pt x="515306" y="42996"/>
                </a:cubicBezTo>
                <a:cubicBezTo>
                  <a:pt x="515703" y="44589"/>
                  <a:pt x="516365" y="45956"/>
                  <a:pt x="517291" y="47097"/>
                </a:cubicBezTo>
                <a:cubicBezTo>
                  <a:pt x="518217" y="48238"/>
                  <a:pt x="519421" y="49114"/>
                  <a:pt x="520902" y="49725"/>
                </a:cubicBezTo>
                <a:cubicBezTo>
                  <a:pt x="522384" y="50335"/>
                  <a:pt x="524196" y="50640"/>
                  <a:pt x="526339" y="50640"/>
                </a:cubicBezTo>
                <a:cubicBezTo>
                  <a:pt x="528033" y="50640"/>
                  <a:pt x="529541" y="50501"/>
                  <a:pt x="530863" y="50223"/>
                </a:cubicBezTo>
                <a:cubicBezTo>
                  <a:pt x="532186" y="49945"/>
                  <a:pt x="533331" y="49634"/>
                  <a:pt x="534296" y="49290"/>
                </a:cubicBezTo>
                <a:cubicBezTo>
                  <a:pt x="535262" y="48947"/>
                  <a:pt x="536056" y="48636"/>
                  <a:pt x="536678" y="48358"/>
                </a:cubicBezTo>
                <a:cubicBezTo>
                  <a:pt x="537299" y="48080"/>
                  <a:pt x="537769" y="47941"/>
                  <a:pt x="538086" y="47941"/>
                </a:cubicBezTo>
                <a:cubicBezTo>
                  <a:pt x="538272" y="47941"/>
                  <a:pt x="538437" y="47987"/>
                  <a:pt x="538582" y="48080"/>
                </a:cubicBezTo>
                <a:cubicBezTo>
                  <a:pt x="538728" y="48173"/>
                  <a:pt x="538840" y="48312"/>
                  <a:pt x="538920" y="48497"/>
                </a:cubicBezTo>
                <a:cubicBezTo>
                  <a:pt x="538999" y="48682"/>
                  <a:pt x="539059" y="48940"/>
                  <a:pt x="539098" y="49271"/>
                </a:cubicBezTo>
                <a:cubicBezTo>
                  <a:pt x="539138" y="49601"/>
                  <a:pt x="539158" y="50005"/>
                  <a:pt x="539158" y="50481"/>
                </a:cubicBezTo>
                <a:cubicBezTo>
                  <a:pt x="539158" y="50825"/>
                  <a:pt x="539145" y="51123"/>
                  <a:pt x="539118" y="51374"/>
                </a:cubicBezTo>
                <a:cubicBezTo>
                  <a:pt x="539092" y="51625"/>
                  <a:pt x="539059" y="51850"/>
                  <a:pt x="539019" y="52049"/>
                </a:cubicBezTo>
                <a:cubicBezTo>
                  <a:pt x="538979" y="52247"/>
                  <a:pt x="538913" y="52426"/>
                  <a:pt x="538821" y="52584"/>
                </a:cubicBezTo>
                <a:cubicBezTo>
                  <a:pt x="538728" y="52743"/>
                  <a:pt x="538609" y="52895"/>
                  <a:pt x="538463" y="53041"/>
                </a:cubicBezTo>
                <a:cubicBezTo>
                  <a:pt x="538318" y="53186"/>
                  <a:pt x="537888" y="53424"/>
                  <a:pt x="537174" y="53755"/>
                </a:cubicBezTo>
                <a:cubicBezTo>
                  <a:pt x="536459" y="54086"/>
                  <a:pt x="535533" y="54410"/>
                  <a:pt x="534396" y="54728"/>
                </a:cubicBezTo>
                <a:cubicBezTo>
                  <a:pt x="533258" y="55045"/>
                  <a:pt x="531942" y="55329"/>
                  <a:pt x="530447" y="55581"/>
                </a:cubicBezTo>
                <a:cubicBezTo>
                  <a:pt x="528952" y="55832"/>
                  <a:pt x="527358" y="55958"/>
                  <a:pt x="525665" y="55958"/>
                </a:cubicBezTo>
                <a:cubicBezTo>
                  <a:pt x="522728" y="55958"/>
                  <a:pt x="520155" y="55547"/>
                  <a:pt x="517946" y="54726"/>
                </a:cubicBezTo>
                <a:cubicBezTo>
                  <a:pt x="515736" y="53905"/>
                  <a:pt x="513878" y="52687"/>
                  <a:pt x="512370" y="51071"/>
                </a:cubicBezTo>
                <a:cubicBezTo>
                  <a:pt x="510862" y="49456"/>
                  <a:pt x="509724" y="47430"/>
                  <a:pt x="508957" y="44993"/>
                </a:cubicBezTo>
                <a:cubicBezTo>
                  <a:pt x="508189" y="42557"/>
                  <a:pt x="507806" y="39723"/>
                  <a:pt x="507806" y="36492"/>
                </a:cubicBezTo>
                <a:cubicBezTo>
                  <a:pt x="507806" y="33419"/>
                  <a:pt x="508203" y="30658"/>
                  <a:pt x="508996" y="28208"/>
                </a:cubicBezTo>
                <a:cubicBezTo>
                  <a:pt x="509790" y="25759"/>
                  <a:pt x="510934" y="23680"/>
                  <a:pt x="512429" y="21971"/>
                </a:cubicBezTo>
                <a:cubicBezTo>
                  <a:pt x="513924" y="20263"/>
                  <a:pt x="515730" y="18952"/>
                  <a:pt x="517846" y="18039"/>
                </a:cubicBezTo>
                <a:cubicBezTo>
                  <a:pt x="519963" y="17125"/>
                  <a:pt x="522331" y="16668"/>
                  <a:pt x="524950" y="16668"/>
                </a:cubicBezTo>
                <a:cubicBezTo>
                  <a:pt x="527755" y="16668"/>
                  <a:pt x="530143" y="17118"/>
                  <a:pt x="532114" y="18018"/>
                </a:cubicBezTo>
                <a:cubicBezTo>
                  <a:pt x="534085" y="18917"/>
                  <a:pt x="535705" y="20128"/>
                  <a:pt x="536975" y="21649"/>
                </a:cubicBezTo>
                <a:cubicBezTo>
                  <a:pt x="538245" y="23170"/>
                  <a:pt x="539178" y="24956"/>
                  <a:pt x="539773" y="27007"/>
                </a:cubicBezTo>
                <a:cubicBezTo>
                  <a:pt x="540368" y="29057"/>
                  <a:pt x="540666" y="31246"/>
                  <a:pt x="540666" y="33575"/>
                </a:cubicBezTo>
                <a:lnTo>
                  <a:pt x="540666" y="34765"/>
                </a:lnTo>
                <a:moveTo>
                  <a:pt x="534078" y="32821"/>
                </a:moveTo>
                <a:cubicBezTo>
                  <a:pt x="534157" y="29381"/>
                  <a:pt x="533397" y="26682"/>
                  <a:pt x="531796" y="24725"/>
                </a:cubicBezTo>
                <a:cubicBezTo>
                  <a:pt x="530195" y="22767"/>
                  <a:pt x="527821" y="21788"/>
                  <a:pt x="524672" y="21788"/>
                </a:cubicBezTo>
                <a:cubicBezTo>
                  <a:pt x="523058" y="21788"/>
                  <a:pt x="521643" y="22092"/>
                  <a:pt x="520426" y="22701"/>
                </a:cubicBezTo>
                <a:cubicBezTo>
                  <a:pt x="519209" y="23309"/>
                  <a:pt x="518190" y="24116"/>
                  <a:pt x="517370" y="25121"/>
                </a:cubicBezTo>
                <a:cubicBezTo>
                  <a:pt x="516550" y="26127"/>
                  <a:pt x="515915" y="27298"/>
                  <a:pt x="515465" y="28634"/>
                </a:cubicBezTo>
                <a:cubicBezTo>
                  <a:pt x="515015" y="29970"/>
                  <a:pt x="514764" y="31365"/>
                  <a:pt x="514711" y="32821"/>
                </a:cubicBezTo>
                <a:lnTo>
                  <a:pt x="534078" y="32821"/>
                </a:lnTo>
                <a:close/>
                <a:moveTo>
                  <a:pt x="580963" y="34765"/>
                </a:moveTo>
                <a:cubicBezTo>
                  <a:pt x="580963" y="35797"/>
                  <a:pt x="580706" y="36531"/>
                  <a:pt x="580190" y="36968"/>
                </a:cubicBezTo>
                <a:cubicBezTo>
                  <a:pt x="579674" y="37404"/>
                  <a:pt x="579085" y="37623"/>
                  <a:pt x="578424" y="37623"/>
                </a:cubicBezTo>
                <a:lnTo>
                  <a:pt x="555009" y="37623"/>
                </a:lnTo>
                <a:cubicBezTo>
                  <a:pt x="555009" y="39613"/>
                  <a:pt x="555207" y="41404"/>
                  <a:pt x="555604" y="42996"/>
                </a:cubicBezTo>
                <a:cubicBezTo>
                  <a:pt x="556001" y="44589"/>
                  <a:pt x="556662" y="45956"/>
                  <a:pt x="557588" y="47097"/>
                </a:cubicBezTo>
                <a:cubicBezTo>
                  <a:pt x="558514" y="48238"/>
                  <a:pt x="559718" y="49114"/>
                  <a:pt x="561200" y="49725"/>
                </a:cubicBezTo>
                <a:cubicBezTo>
                  <a:pt x="562681" y="50335"/>
                  <a:pt x="564494" y="50640"/>
                  <a:pt x="566637" y="50640"/>
                </a:cubicBezTo>
                <a:cubicBezTo>
                  <a:pt x="568330" y="50640"/>
                  <a:pt x="569838" y="50501"/>
                  <a:pt x="571161" y="50223"/>
                </a:cubicBezTo>
                <a:cubicBezTo>
                  <a:pt x="572484" y="49945"/>
                  <a:pt x="573628" y="49634"/>
                  <a:pt x="574594" y="49290"/>
                </a:cubicBezTo>
                <a:cubicBezTo>
                  <a:pt x="575560" y="48947"/>
                  <a:pt x="576353" y="48636"/>
                  <a:pt x="576975" y="48358"/>
                </a:cubicBezTo>
                <a:cubicBezTo>
                  <a:pt x="577597" y="48080"/>
                  <a:pt x="578066" y="47941"/>
                  <a:pt x="578384" y="47941"/>
                </a:cubicBezTo>
                <a:cubicBezTo>
                  <a:pt x="578569" y="47941"/>
                  <a:pt x="578734" y="47987"/>
                  <a:pt x="578880" y="48080"/>
                </a:cubicBezTo>
                <a:cubicBezTo>
                  <a:pt x="579025" y="48173"/>
                  <a:pt x="579138" y="48312"/>
                  <a:pt x="579217" y="48497"/>
                </a:cubicBezTo>
                <a:cubicBezTo>
                  <a:pt x="579297" y="48682"/>
                  <a:pt x="579356" y="48940"/>
                  <a:pt x="579396" y="49271"/>
                </a:cubicBezTo>
                <a:cubicBezTo>
                  <a:pt x="579436" y="49601"/>
                  <a:pt x="579455" y="50005"/>
                  <a:pt x="579455" y="50481"/>
                </a:cubicBezTo>
                <a:cubicBezTo>
                  <a:pt x="579455" y="50825"/>
                  <a:pt x="579442" y="51123"/>
                  <a:pt x="579416" y="51374"/>
                </a:cubicBezTo>
                <a:cubicBezTo>
                  <a:pt x="579389" y="51625"/>
                  <a:pt x="579356" y="51850"/>
                  <a:pt x="579316" y="52049"/>
                </a:cubicBezTo>
                <a:cubicBezTo>
                  <a:pt x="579277" y="52247"/>
                  <a:pt x="579211" y="52426"/>
                  <a:pt x="579118" y="52584"/>
                </a:cubicBezTo>
                <a:cubicBezTo>
                  <a:pt x="579025" y="52743"/>
                  <a:pt x="578906" y="52895"/>
                  <a:pt x="578761" y="53041"/>
                </a:cubicBezTo>
                <a:cubicBezTo>
                  <a:pt x="578615" y="53186"/>
                  <a:pt x="578185" y="53424"/>
                  <a:pt x="577471" y="53755"/>
                </a:cubicBezTo>
                <a:cubicBezTo>
                  <a:pt x="576757" y="54086"/>
                  <a:pt x="575831" y="54410"/>
                  <a:pt x="574693" y="54728"/>
                </a:cubicBezTo>
                <a:cubicBezTo>
                  <a:pt x="573555" y="55045"/>
                  <a:pt x="572239" y="55329"/>
                  <a:pt x="570744" y="55581"/>
                </a:cubicBezTo>
                <a:cubicBezTo>
                  <a:pt x="569249" y="55832"/>
                  <a:pt x="567655" y="55958"/>
                  <a:pt x="565962" y="55958"/>
                </a:cubicBezTo>
                <a:cubicBezTo>
                  <a:pt x="563025" y="55958"/>
                  <a:pt x="560452" y="55547"/>
                  <a:pt x="558243" y="54726"/>
                </a:cubicBezTo>
                <a:cubicBezTo>
                  <a:pt x="556034" y="53905"/>
                  <a:pt x="554175" y="52687"/>
                  <a:pt x="552667" y="51071"/>
                </a:cubicBezTo>
                <a:cubicBezTo>
                  <a:pt x="551159" y="49456"/>
                  <a:pt x="550021" y="47430"/>
                  <a:pt x="549254" y="44993"/>
                </a:cubicBezTo>
                <a:cubicBezTo>
                  <a:pt x="548487" y="42557"/>
                  <a:pt x="548103" y="39723"/>
                  <a:pt x="548103" y="36492"/>
                </a:cubicBezTo>
                <a:cubicBezTo>
                  <a:pt x="548103" y="33419"/>
                  <a:pt x="548500" y="30658"/>
                  <a:pt x="549294" y="28208"/>
                </a:cubicBezTo>
                <a:cubicBezTo>
                  <a:pt x="550087" y="25759"/>
                  <a:pt x="551232" y="23680"/>
                  <a:pt x="552727" y="21971"/>
                </a:cubicBezTo>
                <a:cubicBezTo>
                  <a:pt x="554221" y="20263"/>
                  <a:pt x="556027" y="18952"/>
                  <a:pt x="558144" y="18039"/>
                </a:cubicBezTo>
                <a:cubicBezTo>
                  <a:pt x="560260" y="17125"/>
                  <a:pt x="562628" y="16668"/>
                  <a:pt x="565248" y="16668"/>
                </a:cubicBezTo>
                <a:cubicBezTo>
                  <a:pt x="568052" y="16668"/>
                  <a:pt x="570440" y="17118"/>
                  <a:pt x="572411" y="18018"/>
                </a:cubicBezTo>
                <a:cubicBezTo>
                  <a:pt x="574382" y="18917"/>
                  <a:pt x="576003" y="20128"/>
                  <a:pt x="577273" y="21649"/>
                </a:cubicBezTo>
                <a:cubicBezTo>
                  <a:pt x="578543" y="23170"/>
                  <a:pt x="579475" y="24956"/>
                  <a:pt x="580071" y="27007"/>
                </a:cubicBezTo>
                <a:cubicBezTo>
                  <a:pt x="580666" y="29057"/>
                  <a:pt x="580963" y="31246"/>
                  <a:pt x="580963" y="33575"/>
                </a:cubicBezTo>
                <a:lnTo>
                  <a:pt x="580963" y="34765"/>
                </a:lnTo>
                <a:moveTo>
                  <a:pt x="574376" y="32821"/>
                </a:moveTo>
                <a:cubicBezTo>
                  <a:pt x="574455" y="29381"/>
                  <a:pt x="573694" y="26682"/>
                  <a:pt x="572094" y="24725"/>
                </a:cubicBezTo>
                <a:cubicBezTo>
                  <a:pt x="570493" y="22767"/>
                  <a:pt x="568118" y="21788"/>
                  <a:pt x="564970" y="21788"/>
                </a:cubicBezTo>
                <a:cubicBezTo>
                  <a:pt x="563356" y="21788"/>
                  <a:pt x="561940" y="22092"/>
                  <a:pt x="560723" y="22701"/>
                </a:cubicBezTo>
                <a:cubicBezTo>
                  <a:pt x="559506" y="23309"/>
                  <a:pt x="558488" y="24116"/>
                  <a:pt x="557668" y="25121"/>
                </a:cubicBezTo>
                <a:cubicBezTo>
                  <a:pt x="556847" y="26127"/>
                  <a:pt x="556212" y="27298"/>
                  <a:pt x="555763" y="28634"/>
                </a:cubicBezTo>
                <a:cubicBezTo>
                  <a:pt x="555313" y="29970"/>
                  <a:pt x="555062" y="31365"/>
                  <a:pt x="555009" y="32821"/>
                </a:cubicBezTo>
                <a:lnTo>
                  <a:pt x="574376" y="32821"/>
                </a:lnTo>
                <a:close/>
                <a:moveTo>
                  <a:pt x="621372" y="54171"/>
                </a:moveTo>
                <a:cubicBezTo>
                  <a:pt x="621372" y="54382"/>
                  <a:pt x="621326" y="54568"/>
                  <a:pt x="621233" y="54728"/>
                </a:cubicBezTo>
                <a:cubicBezTo>
                  <a:pt x="621140" y="54886"/>
                  <a:pt x="620982" y="55012"/>
                  <a:pt x="620757" y="55105"/>
                </a:cubicBezTo>
                <a:cubicBezTo>
                  <a:pt x="620532" y="55197"/>
                  <a:pt x="620234" y="55270"/>
                  <a:pt x="619864" y="55323"/>
                </a:cubicBezTo>
                <a:cubicBezTo>
                  <a:pt x="619493" y="55376"/>
                  <a:pt x="619044" y="55402"/>
                  <a:pt x="618514" y="55402"/>
                </a:cubicBezTo>
                <a:cubicBezTo>
                  <a:pt x="617959" y="55402"/>
                  <a:pt x="617496" y="55376"/>
                  <a:pt x="617125" y="55323"/>
                </a:cubicBezTo>
                <a:cubicBezTo>
                  <a:pt x="616755" y="55271"/>
                  <a:pt x="616451" y="55199"/>
                  <a:pt x="616213" y="55107"/>
                </a:cubicBezTo>
                <a:cubicBezTo>
                  <a:pt x="615975" y="55014"/>
                  <a:pt x="615803" y="54889"/>
                  <a:pt x="615697" y="54731"/>
                </a:cubicBezTo>
                <a:cubicBezTo>
                  <a:pt x="615591" y="54573"/>
                  <a:pt x="615538" y="54389"/>
                  <a:pt x="615538" y="54179"/>
                </a:cubicBezTo>
                <a:lnTo>
                  <a:pt x="615538" y="49483"/>
                </a:lnTo>
                <a:cubicBezTo>
                  <a:pt x="613659" y="51522"/>
                  <a:pt x="611708" y="53111"/>
                  <a:pt x="609684" y="54250"/>
                </a:cubicBezTo>
                <a:cubicBezTo>
                  <a:pt x="607660" y="55389"/>
                  <a:pt x="605444" y="55958"/>
                  <a:pt x="603037" y="55958"/>
                </a:cubicBezTo>
                <a:cubicBezTo>
                  <a:pt x="600417" y="55958"/>
                  <a:pt x="598182" y="55448"/>
                  <a:pt x="596330" y="54429"/>
                </a:cubicBezTo>
                <a:cubicBezTo>
                  <a:pt x="594478" y="53409"/>
                  <a:pt x="592976" y="52032"/>
                  <a:pt x="591825" y="50298"/>
                </a:cubicBezTo>
                <a:cubicBezTo>
                  <a:pt x="590674" y="48562"/>
                  <a:pt x="589834" y="46523"/>
                  <a:pt x="589305" y="44180"/>
                </a:cubicBezTo>
                <a:cubicBezTo>
                  <a:pt x="588776" y="41836"/>
                  <a:pt x="588512" y="39366"/>
                  <a:pt x="588512" y="36769"/>
                </a:cubicBezTo>
                <a:cubicBezTo>
                  <a:pt x="588512" y="33698"/>
                  <a:pt x="588842" y="30924"/>
                  <a:pt x="589504" y="28448"/>
                </a:cubicBezTo>
                <a:cubicBezTo>
                  <a:pt x="590165" y="25971"/>
                  <a:pt x="591144" y="23859"/>
                  <a:pt x="592440" y="22112"/>
                </a:cubicBezTo>
                <a:cubicBezTo>
                  <a:pt x="593737" y="20363"/>
                  <a:pt x="595344" y="19018"/>
                  <a:pt x="597262" y="18078"/>
                </a:cubicBezTo>
                <a:cubicBezTo>
                  <a:pt x="599181" y="17138"/>
                  <a:pt x="601396" y="16668"/>
                  <a:pt x="603910" y="16668"/>
                </a:cubicBezTo>
                <a:cubicBezTo>
                  <a:pt x="606000" y="16668"/>
                  <a:pt x="607912" y="17125"/>
                  <a:pt x="609645" y="18039"/>
                </a:cubicBezTo>
                <a:cubicBezTo>
                  <a:pt x="611378" y="18952"/>
                  <a:pt x="613091" y="20296"/>
                  <a:pt x="614784" y="22071"/>
                </a:cubicBezTo>
                <a:lnTo>
                  <a:pt x="614784" y="1272"/>
                </a:lnTo>
                <a:cubicBezTo>
                  <a:pt x="614784" y="1087"/>
                  <a:pt x="614830" y="909"/>
                  <a:pt x="614923" y="737"/>
                </a:cubicBezTo>
                <a:cubicBezTo>
                  <a:pt x="615015" y="564"/>
                  <a:pt x="615194" y="431"/>
                  <a:pt x="615459" y="339"/>
                </a:cubicBezTo>
                <a:cubicBezTo>
                  <a:pt x="615723" y="245"/>
                  <a:pt x="616061" y="165"/>
                  <a:pt x="616471" y="99"/>
                </a:cubicBezTo>
                <a:cubicBezTo>
                  <a:pt x="616881" y="33"/>
                  <a:pt x="617403" y="0"/>
                  <a:pt x="618038" y="0"/>
                </a:cubicBezTo>
                <a:cubicBezTo>
                  <a:pt x="618700" y="0"/>
                  <a:pt x="619242" y="33"/>
                  <a:pt x="619665" y="99"/>
                </a:cubicBezTo>
                <a:cubicBezTo>
                  <a:pt x="620089" y="165"/>
                  <a:pt x="620419" y="245"/>
                  <a:pt x="620658" y="337"/>
                </a:cubicBezTo>
                <a:cubicBezTo>
                  <a:pt x="620896" y="430"/>
                  <a:pt x="621074" y="563"/>
                  <a:pt x="621193" y="735"/>
                </a:cubicBezTo>
                <a:cubicBezTo>
                  <a:pt x="621312" y="907"/>
                  <a:pt x="621372" y="1086"/>
                  <a:pt x="621372" y="1271"/>
                </a:cubicBezTo>
                <a:lnTo>
                  <a:pt x="621372" y="54171"/>
                </a:lnTo>
                <a:moveTo>
                  <a:pt x="614784" y="29063"/>
                </a:moveTo>
                <a:cubicBezTo>
                  <a:pt x="613011" y="26863"/>
                  <a:pt x="611298" y="25186"/>
                  <a:pt x="609645" y="24034"/>
                </a:cubicBezTo>
                <a:cubicBezTo>
                  <a:pt x="607991" y="22880"/>
                  <a:pt x="606265" y="22304"/>
                  <a:pt x="604465" y="22304"/>
                </a:cubicBezTo>
                <a:cubicBezTo>
                  <a:pt x="602799" y="22304"/>
                  <a:pt x="601383" y="22701"/>
                  <a:pt x="600219" y="23497"/>
                </a:cubicBezTo>
                <a:cubicBezTo>
                  <a:pt x="599055" y="24291"/>
                  <a:pt x="598109" y="25338"/>
                  <a:pt x="597381" y="26636"/>
                </a:cubicBezTo>
                <a:cubicBezTo>
                  <a:pt x="596654" y="27934"/>
                  <a:pt x="596125" y="29404"/>
                  <a:pt x="595794" y="31047"/>
                </a:cubicBezTo>
                <a:cubicBezTo>
                  <a:pt x="595463" y="32690"/>
                  <a:pt x="595298" y="34359"/>
                  <a:pt x="595298" y="36055"/>
                </a:cubicBezTo>
                <a:cubicBezTo>
                  <a:pt x="595298" y="37857"/>
                  <a:pt x="595437" y="39619"/>
                  <a:pt x="595715" y="41341"/>
                </a:cubicBezTo>
                <a:cubicBezTo>
                  <a:pt x="595992" y="43063"/>
                  <a:pt x="596475" y="44593"/>
                  <a:pt x="597163" y="45931"/>
                </a:cubicBezTo>
                <a:cubicBezTo>
                  <a:pt x="597851" y="47269"/>
                  <a:pt x="598764" y="48342"/>
                  <a:pt x="599902" y="49150"/>
                </a:cubicBezTo>
                <a:cubicBezTo>
                  <a:pt x="601039" y="49958"/>
                  <a:pt x="602468" y="50362"/>
                  <a:pt x="604188" y="50362"/>
                </a:cubicBezTo>
                <a:cubicBezTo>
                  <a:pt x="605061" y="50362"/>
                  <a:pt x="605901" y="50243"/>
                  <a:pt x="606708" y="50005"/>
                </a:cubicBezTo>
                <a:cubicBezTo>
                  <a:pt x="607515" y="49766"/>
                  <a:pt x="608342" y="49368"/>
                  <a:pt x="609188" y="48812"/>
                </a:cubicBezTo>
                <a:cubicBezTo>
                  <a:pt x="610035" y="48255"/>
                  <a:pt x="610921" y="47533"/>
                  <a:pt x="611847" y="46645"/>
                </a:cubicBezTo>
                <a:cubicBezTo>
                  <a:pt x="612773" y="45757"/>
                  <a:pt x="613752" y="44664"/>
                  <a:pt x="614784" y="43365"/>
                </a:cubicBezTo>
                <a:lnTo>
                  <a:pt x="614784" y="29063"/>
                </a:lnTo>
                <a:close/>
                <a:moveTo>
                  <a:pt x="671142" y="51592"/>
                </a:moveTo>
                <a:cubicBezTo>
                  <a:pt x="671142" y="52360"/>
                  <a:pt x="671089" y="52968"/>
                  <a:pt x="670984" y="53418"/>
                </a:cubicBezTo>
                <a:cubicBezTo>
                  <a:pt x="670878" y="53868"/>
                  <a:pt x="670719" y="54198"/>
                  <a:pt x="670507" y="54410"/>
                </a:cubicBezTo>
                <a:cubicBezTo>
                  <a:pt x="670296" y="54622"/>
                  <a:pt x="669978" y="54820"/>
                  <a:pt x="669555" y="55005"/>
                </a:cubicBezTo>
                <a:cubicBezTo>
                  <a:pt x="669132" y="55191"/>
                  <a:pt x="668649" y="55343"/>
                  <a:pt x="668106" y="55462"/>
                </a:cubicBezTo>
                <a:cubicBezTo>
                  <a:pt x="667564" y="55581"/>
                  <a:pt x="666988" y="55680"/>
                  <a:pt x="666380" y="55759"/>
                </a:cubicBezTo>
                <a:cubicBezTo>
                  <a:pt x="665771" y="55839"/>
                  <a:pt x="665163" y="55878"/>
                  <a:pt x="664554" y="55878"/>
                </a:cubicBezTo>
                <a:cubicBezTo>
                  <a:pt x="662702" y="55878"/>
                  <a:pt x="661115" y="55633"/>
                  <a:pt x="659792" y="55143"/>
                </a:cubicBezTo>
                <a:cubicBezTo>
                  <a:pt x="658469" y="54652"/>
                  <a:pt x="657384" y="53909"/>
                  <a:pt x="656538" y="52914"/>
                </a:cubicBezTo>
                <a:cubicBezTo>
                  <a:pt x="655691" y="51920"/>
                  <a:pt x="655076" y="50660"/>
                  <a:pt x="654692" y="49135"/>
                </a:cubicBezTo>
                <a:cubicBezTo>
                  <a:pt x="654309" y="47611"/>
                  <a:pt x="654117" y="45814"/>
                  <a:pt x="654117" y="43746"/>
                </a:cubicBezTo>
                <a:lnTo>
                  <a:pt x="654117" y="22820"/>
                </a:lnTo>
                <a:lnTo>
                  <a:pt x="649116" y="22820"/>
                </a:lnTo>
                <a:cubicBezTo>
                  <a:pt x="648720" y="22820"/>
                  <a:pt x="648402" y="22608"/>
                  <a:pt x="648164" y="22185"/>
                </a:cubicBezTo>
                <a:cubicBezTo>
                  <a:pt x="647926" y="21761"/>
                  <a:pt x="647807" y="21073"/>
                  <a:pt x="647807" y="20121"/>
                </a:cubicBezTo>
                <a:cubicBezTo>
                  <a:pt x="647807" y="19618"/>
                  <a:pt x="647840" y="19195"/>
                  <a:pt x="647906" y="18851"/>
                </a:cubicBezTo>
                <a:cubicBezTo>
                  <a:pt x="647972" y="18507"/>
                  <a:pt x="648058" y="18223"/>
                  <a:pt x="648164" y="17998"/>
                </a:cubicBezTo>
                <a:cubicBezTo>
                  <a:pt x="648270" y="17773"/>
                  <a:pt x="648409" y="17614"/>
                  <a:pt x="648581" y="17522"/>
                </a:cubicBezTo>
                <a:cubicBezTo>
                  <a:pt x="648753" y="17429"/>
                  <a:pt x="648944" y="17383"/>
                  <a:pt x="649156" y="17383"/>
                </a:cubicBezTo>
                <a:lnTo>
                  <a:pt x="654117" y="17383"/>
                </a:lnTo>
                <a:lnTo>
                  <a:pt x="654117" y="8890"/>
                </a:lnTo>
                <a:cubicBezTo>
                  <a:pt x="654117" y="8705"/>
                  <a:pt x="654163" y="8533"/>
                  <a:pt x="654256" y="8374"/>
                </a:cubicBezTo>
                <a:cubicBezTo>
                  <a:pt x="654348" y="8215"/>
                  <a:pt x="654520" y="8076"/>
                  <a:pt x="654772" y="7957"/>
                </a:cubicBezTo>
                <a:cubicBezTo>
                  <a:pt x="655023" y="7838"/>
                  <a:pt x="655360" y="7752"/>
                  <a:pt x="655784" y="7699"/>
                </a:cubicBezTo>
                <a:cubicBezTo>
                  <a:pt x="656207" y="7646"/>
                  <a:pt x="656736" y="7620"/>
                  <a:pt x="657371" y="7620"/>
                </a:cubicBezTo>
                <a:cubicBezTo>
                  <a:pt x="658033" y="7620"/>
                  <a:pt x="658575" y="7646"/>
                  <a:pt x="658998" y="7699"/>
                </a:cubicBezTo>
                <a:cubicBezTo>
                  <a:pt x="659422" y="7752"/>
                  <a:pt x="659752" y="7838"/>
                  <a:pt x="659990" y="7957"/>
                </a:cubicBezTo>
                <a:cubicBezTo>
                  <a:pt x="660229" y="8076"/>
                  <a:pt x="660401" y="8215"/>
                  <a:pt x="660506" y="8374"/>
                </a:cubicBezTo>
                <a:cubicBezTo>
                  <a:pt x="660612" y="8533"/>
                  <a:pt x="660665" y="8705"/>
                  <a:pt x="660665" y="8890"/>
                </a:cubicBezTo>
                <a:lnTo>
                  <a:pt x="660665" y="17383"/>
                </a:lnTo>
                <a:lnTo>
                  <a:pt x="669833" y="17383"/>
                </a:lnTo>
                <a:cubicBezTo>
                  <a:pt x="670044" y="17383"/>
                  <a:pt x="670230" y="17429"/>
                  <a:pt x="670388" y="17522"/>
                </a:cubicBezTo>
                <a:cubicBezTo>
                  <a:pt x="670547" y="17614"/>
                  <a:pt x="670686" y="17773"/>
                  <a:pt x="670805" y="17998"/>
                </a:cubicBezTo>
                <a:cubicBezTo>
                  <a:pt x="670924" y="18223"/>
                  <a:pt x="671010" y="18507"/>
                  <a:pt x="671063" y="18851"/>
                </a:cubicBezTo>
                <a:cubicBezTo>
                  <a:pt x="671116" y="19195"/>
                  <a:pt x="671142" y="19618"/>
                  <a:pt x="671142" y="20121"/>
                </a:cubicBezTo>
                <a:cubicBezTo>
                  <a:pt x="671142" y="21073"/>
                  <a:pt x="671023" y="21761"/>
                  <a:pt x="670785" y="22185"/>
                </a:cubicBezTo>
                <a:cubicBezTo>
                  <a:pt x="670547" y="22608"/>
                  <a:pt x="670230" y="22820"/>
                  <a:pt x="669833" y="22820"/>
                </a:cubicBezTo>
                <a:lnTo>
                  <a:pt x="660665" y="22820"/>
                </a:lnTo>
                <a:lnTo>
                  <a:pt x="660665" y="42801"/>
                </a:lnTo>
                <a:cubicBezTo>
                  <a:pt x="660665" y="45268"/>
                  <a:pt x="661029" y="47132"/>
                  <a:pt x="661756" y="48393"/>
                </a:cubicBezTo>
                <a:cubicBezTo>
                  <a:pt x="662484" y="49653"/>
                  <a:pt x="663787" y="50283"/>
                  <a:pt x="665666" y="50283"/>
                </a:cubicBezTo>
                <a:cubicBezTo>
                  <a:pt x="666274" y="50283"/>
                  <a:pt x="666817" y="50223"/>
                  <a:pt x="667293" y="50104"/>
                </a:cubicBezTo>
                <a:cubicBezTo>
                  <a:pt x="667769" y="49985"/>
                  <a:pt x="668192" y="49859"/>
                  <a:pt x="668563" y="49727"/>
                </a:cubicBezTo>
                <a:cubicBezTo>
                  <a:pt x="668933" y="49595"/>
                  <a:pt x="669251" y="49469"/>
                  <a:pt x="669515" y="49350"/>
                </a:cubicBezTo>
                <a:cubicBezTo>
                  <a:pt x="669780" y="49231"/>
                  <a:pt x="670018" y="49171"/>
                  <a:pt x="670230" y="49171"/>
                </a:cubicBezTo>
                <a:cubicBezTo>
                  <a:pt x="670362" y="49171"/>
                  <a:pt x="670488" y="49204"/>
                  <a:pt x="670607" y="49271"/>
                </a:cubicBezTo>
                <a:cubicBezTo>
                  <a:pt x="670726" y="49337"/>
                  <a:pt x="670818" y="49462"/>
                  <a:pt x="670884" y="49648"/>
                </a:cubicBezTo>
                <a:cubicBezTo>
                  <a:pt x="670951" y="49833"/>
                  <a:pt x="671010" y="50084"/>
                  <a:pt x="671063" y="50402"/>
                </a:cubicBezTo>
                <a:cubicBezTo>
                  <a:pt x="671116" y="50719"/>
                  <a:pt x="671142" y="51116"/>
                  <a:pt x="671142" y="51592"/>
                </a:cubicBezTo>
                <a:close/>
                <a:moveTo>
                  <a:pt x="712178" y="35936"/>
                </a:moveTo>
                <a:cubicBezTo>
                  <a:pt x="712178" y="38849"/>
                  <a:pt x="711794" y="41530"/>
                  <a:pt x="711027" y="43980"/>
                </a:cubicBezTo>
                <a:cubicBezTo>
                  <a:pt x="710259" y="46430"/>
                  <a:pt x="709115" y="48542"/>
                  <a:pt x="707594" y="50317"/>
                </a:cubicBezTo>
                <a:cubicBezTo>
                  <a:pt x="706072" y="52092"/>
                  <a:pt x="704167" y="53475"/>
                  <a:pt x="701879" y="54468"/>
                </a:cubicBezTo>
                <a:cubicBezTo>
                  <a:pt x="699590" y="55461"/>
                  <a:pt x="696938" y="55958"/>
                  <a:pt x="693922" y="55958"/>
                </a:cubicBezTo>
                <a:cubicBezTo>
                  <a:pt x="690985" y="55958"/>
                  <a:pt x="688425" y="55521"/>
                  <a:pt x="686242" y="54647"/>
                </a:cubicBezTo>
                <a:cubicBezTo>
                  <a:pt x="684060" y="53773"/>
                  <a:pt x="682241" y="52502"/>
                  <a:pt x="680786" y="50833"/>
                </a:cubicBezTo>
                <a:cubicBezTo>
                  <a:pt x="679330" y="49165"/>
                  <a:pt x="678246" y="47139"/>
                  <a:pt x="677531" y="44755"/>
                </a:cubicBezTo>
                <a:cubicBezTo>
                  <a:pt x="676817" y="42371"/>
                  <a:pt x="676460" y="39670"/>
                  <a:pt x="676460" y="36650"/>
                </a:cubicBezTo>
                <a:cubicBezTo>
                  <a:pt x="676460" y="33738"/>
                  <a:pt x="676837" y="31056"/>
                  <a:pt x="677591" y="28606"/>
                </a:cubicBezTo>
                <a:cubicBezTo>
                  <a:pt x="678345" y="26157"/>
                  <a:pt x="679483" y="24045"/>
                  <a:pt x="681004" y="22270"/>
                </a:cubicBezTo>
                <a:cubicBezTo>
                  <a:pt x="682525" y="20495"/>
                  <a:pt x="684424" y="19118"/>
                  <a:pt x="686699" y="18138"/>
                </a:cubicBezTo>
                <a:cubicBezTo>
                  <a:pt x="688974" y="17158"/>
                  <a:pt x="691633" y="16668"/>
                  <a:pt x="694676" y="16668"/>
                </a:cubicBezTo>
                <a:cubicBezTo>
                  <a:pt x="697613" y="16668"/>
                  <a:pt x="700172" y="17105"/>
                  <a:pt x="702355" y="17979"/>
                </a:cubicBezTo>
                <a:cubicBezTo>
                  <a:pt x="704538" y="18853"/>
                  <a:pt x="706357" y="20124"/>
                  <a:pt x="707812" y="21793"/>
                </a:cubicBezTo>
                <a:cubicBezTo>
                  <a:pt x="709267" y="23461"/>
                  <a:pt x="710359" y="25487"/>
                  <a:pt x="711086" y="27871"/>
                </a:cubicBezTo>
                <a:cubicBezTo>
                  <a:pt x="711814" y="30255"/>
                  <a:pt x="712178" y="32943"/>
                  <a:pt x="712178" y="35936"/>
                </a:cubicBezTo>
                <a:moveTo>
                  <a:pt x="705272" y="36373"/>
                </a:moveTo>
                <a:cubicBezTo>
                  <a:pt x="705272" y="34439"/>
                  <a:pt x="705094" y="32611"/>
                  <a:pt x="704736" y="30888"/>
                </a:cubicBezTo>
                <a:cubicBezTo>
                  <a:pt x="704379" y="29166"/>
                  <a:pt x="703790" y="27656"/>
                  <a:pt x="702970" y="26358"/>
                </a:cubicBezTo>
                <a:cubicBezTo>
                  <a:pt x="702150" y="25060"/>
                  <a:pt x="701039" y="24033"/>
                  <a:pt x="699637" y="23279"/>
                </a:cubicBezTo>
                <a:cubicBezTo>
                  <a:pt x="698234" y="22523"/>
                  <a:pt x="696488" y="22145"/>
                  <a:pt x="694398" y="22145"/>
                </a:cubicBezTo>
                <a:cubicBezTo>
                  <a:pt x="692467" y="22145"/>
                  <a:pt x="690806" y="22489"/>
                  <a:pt x="689417" y="23178"/>
                </a:cubicBezTo>
                <a:cubicBezTo>
                  <a:pt x="688028" y="23867"/>
                  <a:pt x="686884" y="24841"/>
                  <a:pt x="685985" y="26100"/>
                </a:cubicBezTo>
                <a:cubicBezTo>
                  <a:pt x="685085" y="27358"/>
                  <a:pt x="684417" y="28849"/>
                  <a:pt x="683980" y="30571"/>
                </a:cubicBezTo>
                <a:cubicBezTo>
                  <a:pt x="683544" y="32292"/>
                  <a:pt x="683326" y="34173"/>
                  <a:pt x="683326" y="36214"/>
                </a:cubicBezTo>
                <a:cubicBezTo>
                  <a:pt x="683326" y="38174"/>
                  <a:pt x="683504" y="40015"/>
                  <a:pt x="683861" y="41738"/>
                </a:cubicBezTo>
                <a:cubicBezTo>
                  <a:pt x="684218" y="43460"/>
                  <a:pt x="684814" y="44963"/>
                  <a:pt x="685647" y="46248"/>
                </a:cubicBezTo>
                <a:cubicBezTo>
                  <a:pt x="686481" y="47533"/>
                  <a:pt x="687598" y="48553"/>
                  <a:pt x="689001" y="49309"/>
                </a:cubicBezTo>
                <a:cubicBezTo>
                  <a:pt x="690403" y="50064"/>
                  <a:pt x="692149" y="50441"/>
                  <a:pt x="694239" y="50441"/>
                </a:cubicBezTo>
                <a:cubicBezTo>
                  <a:pt x="696144" y="50441"/>
                  <a:pt x="697798" y="50097"/>
                  <a:pt x="699200" y="49408"/>
                </a:cubicBezTo>
                <a:cubicBezTo>
                  <a:pt x="700602" y="48720"/>
                  <a:pt x="701753" y="47753"/>
                  <a:pt x="702653" y="46507"/>
                </a:cubicBezTo>
                <a:cubicBezTo>
                  <a:pt x="703552" y="45261"/>
                  <a:pt x="704214" y="43778"/>
                  <a:pt x="704637" y="42056"/>
                </a:cubicBezTo>
                <a:cubicBezTo>
                  <a:pt x="705060" y="40334"/>
                  <a:pt x="705272" y="38440"/>
                  <a:pt x="705272" y="36373"/>
                </a:cubicBezTo>
                <a:close/>
                <a:moveTo>
                  <a:pt x="731721" y="23395"/>
                </a:moveTo>
                <a:cubicBezTo>
                  <a:pt x="731721" y="24246"/>
                  <a:pt x="731661" y="24964"/>
                  <a:pt x="731542" y="25548"/>
                </a:cubicBezTo>
                <a:cubicBezTo>
                  <a:pt x="731423" y="26133"/>
                  <a:pt x="731198" y="26604"/>
                  <a:pt x="730867" y="26963"/>
                </a:cubicBezTo>
                <a:cubicBezTo>
                  <a:pt x="730537" y="27321"/>
                  <a:pt x="730107" y="27573"/>
                  <a:pt x="729578" y="27720"/>
                </a:cubicBezTo>
                <a:cubicBezTo>
                  <a:pt x="729048" y="27866"/>
                  <a:pt x="728374" y="27939"/>
                  <a:pt x="727554" y="27939"/>
                </a:cubicBezTo>
                <a:cubicBezTo>
                  <a:pt x="726707" y="27939"/>
                  <a:pt x="726019" y="27866"/>
                  <a:pt x="725490" y="27720"/>
                </a:cubicBezTo>
                <a:cubicBezTo>
                  <a:pt x="724961" y="27573"/>
                  <a:pt x="724537" y="27321"/>
                  <a:pt x="724220" y="26963"/>
                </a:cubicBezTo>
                <a:cubicBezTo>
                  <a:pt x="723902" y="26604"/>
                  <a:pt x="723684" y="26133"/>
                  <a:pt x="723565" y="25548"/>
                </a:cubicBezTo>
                <a:cubicBezTo>
                  <a:pt x="723446" y="24964"/>
                  <a:pt x="723387" y="24246"/>
                  <a:pt x="723387" y="23395"/>
                </a:cubicBezTo>
                <a:cubicBezTo>
                  <a:pt x="723387" y="22491"/>
                  <a:pt x="723446" y="21741"/>
                  <a:pt x="723565" y="21143"/>
                </a:cubicBezTo>
                <a:cubicBezTo>
                  <a:pt x="723684" y="20545"/>
                  <a:pt x="723902" y="20067"/>
                  <a:pt x="724220" y="19709"/>
                </a:cubicBezTo>
                <a:cubicBezTo>
                  <a:pt x="724537" y="19350"/>
                  <a:pt x="724961" y="19098"/>
                  <a:pt x="725490" y="18951"/>
                </a:cubicBezTo>
                <a:cubicBezTo>
                  <a:pt x="726019" y="18805"/>
                  <a:pt x="726707" y="18732"/>
                  <a:pt x="727554" y="18732"/>
                </a:cubicBezTo>
                <a:cubicBezTo>
                  <a:pt x="728374" y="18732"/>
                  <a:pt x="729048" y="18805"/>
                  <a:pt x="729578" y="18951"/>
                </a:cubicBezTo>
                <a:cubicBezTo>
                  <a:pt x="730107" y="19098"/>
                  <a:pt x="730537" y="19350"/>
                  <a:pt x="730867" y="19709"/>
                </a:cubicBezTo>
                <a:cubicBezTo>
                  <a:pt x="731198" y="20067"/>
                  <a:pt x="731423" y="20545"/>
                  <a:pt x="731542" y="21143"/>
                </a:cubicBezTo>
                <a:cubicBezTo>
                  <a:pt x="731661" y="21741"/>
                  <a:pt x="731721" y="22491"/>
                  <a:pt x="731721" y="23395"/>
                </a:cubicBezTo>
                <a:moveTo>
                  <a:pt x="731721" y="50977"/>
                </a:moveTo>
                <a:cubicBezTo>
                  <a:pt x="731721" y="51854"/>
                  <a:pt x="731661" y="52585"/>
                  <a:pt x="731542" y="53170"/>
                </a:cubicBezTo>
                <a:cubicBezTo>
                  <a:pt x="731423" y="53754"/>
                  <a:pt x="731198" y="54226"/>
                  <a:pt x="730867" y="54585"/>
                </a:cubicBezTo>
                <a:cubicBezTo>
                  <a:pt x="730537" y="54943"/>
                  <a:pt x="730107" y="55195"/>
                  <a:pt x="729578" y="55341"/>
                </a:cubicBezTo>
                <a:cubicBezTo>
                  <a:pt x="729048" y="55488"/>
                  <a:pt x="728374" y="55561"/>
                  <a:pt x="727554" y="55561"/>
                </a:cubicBezTo>
                <a:cubicBezTo>
                  <a:pt x="726707" y="55561"/>
                  <a:pt x="726019" y="55488"/>
                  <a:pt x="725490" y="55341"/>
                </a:cubicBezTo>
                <a:cubicBezTo>
                  <a:pt x="724961" y="55195"/>
                  <a:pt x="724537" y="54943"/>
                  <a:pt x="724220" y="54585"/>
                </a:cubicBezTo>
                <a:cubicBezTo>
                  <a:pt x="723902" y="54226"/>
                  <a:pt x="723684" y="53754"/>
                  <a:pt x="723565" y="53170"/>
                </a:cubicBezTo>
                <a:cubicBezTo>
                  <a:pt x="723446" y="52585"/>
                  <a:pt x="723387" y="51854"/>
                  <a:pt x="723387" y="50977"/>
                </a:cubicBezTo>
                <a:cubicBezTo>
                  <a:pt x="723387" y="50100"/>
                  <a:pt x="723446" y="49362"/>
                  <a:pt x="723565" y="48765"/>
                </a:cubicBezTo>
                <a:cubicBezTo>
                  <a:pt x="723684" y="48167"/>
                  <a:pt x="723902" y="47696"/>
                  <a:pt x="724220" y="47351"/>
                </a:cubicBezTo>
                <a:cubicBezTo>
                  <a:pt x="724537" y="47005"/>
                  <a:pt x="724961" y="46753"/>
                  <a:pt x="725490" y="46593"/>
                </a:cubicBezTo>
                <a:cubicBezTo>
                  <a:pt x="726019" y="46433"/>
                  <a:pt x="726707" y="46354"/>
                  <a:pt x="727554" y="46354"/>
                </a:cubicBezTo>
                <a:cubicBezTo>
                  <a:pt x="728374" y="46354"/>
                  <a:pt x="729048" y="46433"/>
                  <a:pt x="729578" y="46593"/>
                </a:cubicBezTo>
                <a:cubicBezTo>
                  <a:pt x="730107" y="46753"/>
                  <a:pt x="730537" y="47005"/>
                  <a:pt x="730867" y="47351"/>
                </a:cubicBezTo>
                <a:cubicBezTo>
                  <a:pt x="731198" y="47696"/>
                  <a:pt x="731423" y="48167"/>
                  <a:pt x="731542" y="48765"/>
                </a:cubicBezTo>
                <a:cubicBezTo>
                  <a:pt x="731661" y="49362"/>
                  <a:pt x="731721" y="50100"/>
                  <a:pt x="731721" y="509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1.analyzetherootcauseofthebugin">
            <a:extLst xmlns:a="http://schemas.openxmlformats.org/drawingml/2006/main">
              <a:ext uri="{FF2B5EF4-FFF2-40B4-BE49-F238E27FC236}">
                <a16:creationId xmlns:a16="http://schemas.microsoft.com/office/drawing/2014/main" id="{45404E9F-61DC-43A5-906A-500EC92B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0" y="585594"/>
            <a:ext cx="1246870" cy="70086"/>
          </a:xfrm>
          <a:custGeom xmlns:a="http://schemas.openxmlformats.org/drawingml/2006/main">
            <a:pathLst>
              <a:path w="1246870" h="70086">
                <a:moveTo>
                  <a:pt x="29884" y="52862"/>
                </a:moveTo>
                <a:cubicBezTo>
                  <a:pt x="29884" y="53365"/>
                  <a:pt x="29844" y="53788"/>
                  <a:pt x="29765" y="54132"/>
                </a:cubicBezTo>
                <a:cubicBezTo>
                  <a:pt x="29685" y="54476"/>
                  <a:pt x="29580" y="54754"/>
                  <a:pt x="29447" y="54966"/>
                </a:cubicBezTo>
                <a:cubicBezTo>
                  <a:pt x="29315" y="55177"/>
                  <a:pt x="29163" y="55329"/>
                  <a:pt x="28991" y="55422"/>
                </a:cubicBezTo>
                <a:cubicBezTo>
                  <a:pt x="28819" y="55515"/>
                  <a:pt x="28640" y="55561"/>
                  <a:pt x="28455" y="55561"/>
                </a:cubicBezTo>
                <a:lnTo>
                  <a:pt x="1627" y="55561"/>
                </a:lnTo>
                <a:cubicBezTo>
                  <a:pt x="1442" y="55561"/>
                  <a:pt x="1270" y="55515"/>
                  <a:pt x="1111" y="55422"/>
                </a:cubicBezTo>
                <a:cubicBezTo>
                  <a:pt x="952" y="55329"/>
                  <a:pt x="800" y="55177"/>
                  <a:pt x="655" y="54966"/>
                </a:cubicBezTo>
                <a:cubicBezTo>
                  <a:pt x="509" y="54754"/>
                  <a:pt x="397" y="54476"/>
                  <a:pt x="317" y="54132"/>
                </a:cubicBezTo>
                <a:cubicBezTo>
                  <a:pt x="238" y="53788"/>
                  <a:pt x="198" y="53365"/>
                  <a:pt x="198" y="52862"/>
                </a:cubicBezTo>
                <a:cubicBezTo>
                  <a:pt x="198" y="52386"/>
                  <a:pt x="238" y="51976"/>
                  <a:pt x="317" y="51632"/>
                </a:cubicBezTo>
                <a:cubicBezTo>
                  <a:pt x="397" y="51288"/>
                  <a:pt x="496" y="51004"/>
                  <a:pt x="615" y="50779"/>
                </a:cubicBezTo>
                <a:cubicBezTo>
                  <a:pt x="734" y="50554"/>
                  <a:pt x="880" y="50382"/>
                  <a:pt x="1052" y="50263"/>
                </a:cubicBezTo>
                <a:cubicBezTo>
                  <a:pt x="1224" y="50144"/>
                  <a:pt x="1415" y="50084"/>
                  <a:pt x="1627" y="50084"/>
                </a:cubicBezTo>
                <a:lnTo>
                  <a:pt x="12342" y="50084"/>
                </a:lnTo>
                <a:lnTo>
                  <a:pt x="12342" y="10993"/>
                </a:lnTo>
                <a:lnTo>
                  <a:pt x="2421" y="16946"/>
                </a:lnTo>
                <a:cubicBezTo>
                  <a:pt x="1918" y="17211"/>
                  <a:pt x="1515" y="17369"/>
                  <a:pt x="1210" y="17422"/>
                </a:cubicBezTo>
                <a:cubicBezTo>
                  <a:pt x="906" y="17475"/>
                  <a:pt x="661" y="17416"/>
                  <a:pt x="476" y="17244"/>
                </a:cubicBezTo>
                <a:cubicBezTo>
                  <a:pt x="291" y="17072"/>
                  <a:pt x="165" y="16787"/>
                  <a:pt x="99" y="16389"/>
                </a:cubicBezTo>
                <a:cubicBezTo>
                  <a:pt x="33" y="15991"/>
                  <a:pt x="0" y="15486"/>
                  <a:pt x="0" y="14876"/>
                </a:cubicBezTo>
                <a:cubicBezTo>
                  <a:pt x="0" y="14425"/>
                  <a:pt x="20" y="14040"/>
                  <a:pt x="60" y="13722"/>
                </a:cubicBezTo>
                <a:cubicBezTo>
                  <a:pt x="99" y="13403"/>
                  <a:pt x="159" y="13138"/>
                  <a:pt x="238" y="12925"/>
                </a:cubicBezTo>
                <a:cubicBezTo>
                  <a:pt x="317" y="12713"/>
                  <a:pt x="430" y="12527"/>
                  <a:pt x="575" y="12369"/>
                </a:cubicBezTo>
                <a:cubicBezTo>
                  <a:pt x="721" y="12209"/>
                  <a:pt x="913" y="12050"/>
                  <a:pt x="1151" y="11891"/>
                </a:cubicBezTo>
                <a:lnTo>
                  <a:pt x="12977" y="4287"/>
                </a:lnTo>
                <a:cubicBezTo>
                  <a:pt x="13083" y="4208"/>
                  <a:pt x="13216" y="4142"/>
                  <a:pt x="13374" y="4089"/>
                </a:cubicBezTo>
                <a:cubicBezTo>
                  <a:pt x="13533" y="4035"/>
                  <a:pt x="13731" y="3982"/>
                  <a:pt x="13970" y="3929"/>
                </a:cubicBezTo>
                <a:cubicBezTo>
                  <a:pt x="14208" y="3876"/>
                  <a:pt x="14486" y="3843"/>
                  <a:pt x="14803" y="3830"/>
                </a:cubicBezTo>
                <a:cubicBezTo>
                  <a:pt x="15121" y="3817"/>
                  <a:pt x="15517" y="3810"/>
                  <a:pt x="15994" y="3810"/>
                </a:cubicBezTo>
                <a:cubicBezTo>
                  <a:pt x="16629" y="3810"/>
                  <a:pt x="17158" y="3836"/>
                  <a:pt x="17581" y="3889"/>
                </a:cubicBezTo>
                <a:cubicBezTo>
                  <a:pt x="18004" y="3942"/>
                  <a:pt x="18335" y="4015"/>
                  <a:pt x="18573" y="4108"/>
                </a:cubicBezTo>
                <a:cubicBezTo>
                  <a:pt x="18811" y="4200"/>
                  <a:pt x="18970" y="4320"/>
                  <a:pt x="19049" y="4466"/>
                </a:cubicBezTo>
                <a:cubicBezTo>
                  <a:pt x="19129" y="4611"/>
                  <a:pt x="19169" y="4764"/>
                  <a:pt x="19169" y="4922"/>
                </a:cubicBezTo>
                <a:lnTo>
                  <a:pt x="19169" y="50084"/>
                </a:lnTo>
                <a:lnTo>
                  <a:pt x="28455" y="50084"/>
                </a:lnTo>
                <a:cubicBezTo>
                  <a:pt x="28667" y="50084"/>
                  <a:pt x="28865" y="50144"/>
                  <a:pt x="29050" y="50263"/>
                </a:cubicBezTo>
                <a:cubicBezTo>
                  <a:pt x="29236" y="50382"/>
                  <a:pt x="29388" y="50554"/>
                  <a:pt x="29507" y="50779"/>
                </a:cubicBezTo>
                <a:cubicBezTo>
                  <a:pt x="29626" y="51004"/>
                  <a:pt x="29718" y="51288"/>
                  <a:pt x="29785" y="51632"/>
                </a:cubicBezTo>
                <a:cubicBezTo>
                  <a:pt x="29851" y="51976"/>
                  <a:pt x="29884" y="52386"/>
                  <a:pt x="29884" y="52862"/>
                </a:cubicBezTo>
                <a:close/>
                <a:moveTo>
                  <a:pt x="48608" y="51255"/>
                </a:moveTo>
                <a:cubicBezTo>
                  <a:pt x="48608" y="53142"/>
                  <a:pt x="48297" y="54397"/>
                  <a:pt x="47675" y="55021"/>
                </a:cubicBezTo>
                <a:cubicBezTo>
                  <a:pt x="47054" y="55646"/>
                  <a:pt x="45923" y="55958"/>
                  <a:pt x="44282" y="55958"/>
                </a:cubicBezTo>
                <a:cubicBezTo>
                  <a:pt x="42695" y="55958"/>
                  <a:pt x="41597" y="55652"/>
                  <a:pt x="40988" y="55041"/>
                </a:cubicBezTo>
                <a:cubicBezTo>
                  <a:pt x="40380" y="54430"/>
                  <a:pt x="40076" y="53208"/>
                  <a:pt x="40076" y="51374"/>
                </a:cubicBezTo>
                <a:cubicBezTo>
                  <a:pt x="40076" y="49487"/>
                  <a:pt x="40386" y="48232"/>
                  <a:pt x="41008" y="47608"/>
                </a:cubicBezTo>
                <a:cubicBezTo>
                  <a:pt x="41630" y="46983"/>
                  <a:pt x="42761" y="46671"/>
                  <a:pt x="44401" y="46671"/>
                </a:cubicBezTo>
                <a:cubicBezTo>
                  <a:pt x="45989" y="46671"/>
                  <a:pt x="47087" y="46977"/>
                  <a:pt x="47695" y="47588"/>
                </a:cubicBezTo>
                <a:cubicBezTo>
                  <a:pt x="48304" y="48199"/>
                  <a:pt x="48608" y="49421"/>
                  <a:pt x="48608" y="51255"/>
                </a:cubicBezTo>
                <a:close/>
                <a:moveTo>
                  <a:pt x="105946" y="54608"/>
                </a:moveTo>
                <a:cubicBezTo>
                  <a:pt x="105946" y="54926"/>
                  <a:pt x="105840" y="55164"/>
                  <a:pt x="105628" y="55323"/>
                </a:cubicBezTo>
                <a:cubicBezTo>
                  <a:pt x="105416" y="55482"/>
                  <a:pt x="105125" y="55601"/>
                  <a:pt x="104755" y="55680"/>
                </a:cubicBezTo>
                <a:cubicBezTo>
                  <a:pt x="104385" y="55759"/>
                  <a:pt x="103842" y="55799"/>
                  <a:pt x="103128" y="55799"/>
                </a:cubicBezTo>
                <a:cubicBezTo>
                  <a:pt x="102440" y="55799"/>
                  <a:pt x="101891" y="55759"/>
                  <a:pt x="101481" y="55680"/>
                </a:cubicBezTo>
                <a:cubicBezTo>
                  <a:pt x="101071" y="55601"/>
                  <a:pt x="100773" y="55482"/>
                  <a:pt x="100588" y="55323"/>
                </a:cubicBezTo>
                <a:cubicBezTo>
                  <a:pt x="100403" y="55164"/>
                  <a:pt x="100310" y="54926"/>
                  <a:pt x="100310" y="54608"/>
                </a:cubicBezTo>
                <a:lnTo>
                  <a:pt x="100310" y="51037"/>
                </a:lnTo>
                <a:cubicBezTo>
                  <a:pt x="98749" y="52704"/>
                  <a:pt x="97009" y="54007"/>
                  <a:pt x="95091" y="54946"/>
                </a:cubicBezTo>
                <a:cubicBezTo>
                  <a:pt x="93173" y="55885"/>
                  <a:pt x="91143" y="56355"/>
                  <a:pt x="88999" y="56355"/>
                </a:cubicBezTo>
                <a:cubicBezTo>
                  <a:pt x="87121" y="56355"/>
                  <a:pt x="85421" y="56109"/>
                  <a:pt x="83900" y="55618"/>
                </a:cubicBezTo>
                <a:cubicBezTo>
                  <a:pt x="82378" y="55127"/>
                  <a:pt x="81082" y="54417"/>
                  <a:pt x="80010" y="53487"/>
                </a:cubicBezTo>
                <a:cubicBezTo>
                  <a:pt x="78939" y="52558"/>
                  <a:pt x="78106" y="51417"/>
                  <a:pt x="77510" y="50063"/>
                </a:cubicBezTo>
                <a:cubicBezTo>
                  <a:pt x="76915" y="48709"/>
                  <a:pt x="76617" y="47168"/>
                  <a:pt x="76617" y="45442"/>
                </a:cubicBezTo>
                <a:cubicBezTo>
                  <a:pt x="76617" y="43425"/>
                  <a:pt x="77027" y="41673"/>
                  <a:pt x="77848" y="40186"/>
                </a:cubicBezTo>
                <a:cubicBezTo>
                  <a:pt x="78668" y="38699"/>
                  <a:pt x="79845" y="37464"/>
                  <a:pt x="81380" y="36482"/>
                </a:cubicBezTo>
                <a:cubicBezTo>
                  <a:pt x="82914" y="35499"/>
                  <a:pt x="84793" y="34763"/>
                  <a:pt x="87015" y="34272"/>
                </a:cubicBezTo>
                <a:cubicBezTo>
                  <a:pt x="89238" y="33781"/>
                  <a:pt x="91738" y="33535"/>
                  <a:pt x="94516" y="33535"/>
                </a:cubicBezTo>
                <a:lnTo>
                  <a:pt x="99437" y="33535"/>
                </a:lnTo>
                <a:lnTo>
                  <a:pt x="99437" y="30767"/>
                </a:lnTo>
                <a:cubicBezTo>
                  <a:pt x="99437" y="29396"/>
                  <a:pt x="99291" y="28184"/>
                  <a:pt x="99000" y="27129"/>
                </a:cubicBezTo>
                <a:cubicBezTo>
                  <a:pt x="98709" y="26074"/>
                  <a:pt x="98240" y="25198"/>
                  <a:pt x="97592" y="24499"/>
                </a:cubicBezTo>
                <a:cubicBezTo>
                  <a:pt x="96943" y="23800"/>
                  <a:pt x="96103" y="23273"/>
                  <a:pt x="95071" y="22918"/>
                </a:cubicBezTo>
                <a:cubicBezTo>
                  <a:pt x="94040" y="22561"/>
                  <a:pt x="92770" y="22383"/>
                  <a:pt x="91262" y="22383"/>
                </a:cubicBezTo>
                <a:cubicBezTo>
                  <a:pt x="89648" y="22383"/>
                  <a:pt x="88199" y="22573"/>
                  <a:pt x="86916" y="22952"/>
                </a:cubicBezTo>
                <a:cubicBezTo>
                  <a:pt x="85633" y="23332"/>
                  <a:pt x="84508" y="23751"/>
                  <a:pt x="83543" y="24209"/>
                </a:cubicBezTo>
                <a:cubicBezTo>
                  <a:pt x="82577" y="24667"/>
                  <a:pt x="81770" y="25086"/>
                  <a:pt x="81122" y="25465"/>
                </a:cubicBezTo>
                <a:cubicBezTo>
                  <a:pt x="80473" y="25845"/>
                  <a:pt x="79991" y="26034"/>
                  <a:pt x="79673" y="26034"/>
                </a:cubicBezTo>
                <a:cubicBezTo>
                  <a:pt x="79461" y="26034"/>
                  <a:pt x="79276" y="25981"/>
                  <a:pt x="79118" y="25876"/>
                </a:cubicBezTo>
                <a:cubicBezTo>
                  <a:pt x="78959" y="25770"/>
                  <a:pt x="78820" y="25611"/>
                  <a:pt x="78701" y="25399"/>
                </a:cubicBezTo>
                <a:cubicBezTo>
                  <a:pt x="78582" y="25188"/>
                  <a:pt x="78496" y="24916"/>
                  <a:pt x="78443" y="24586"/>
                </a:cubicBezTo>
                <a:cubicBezTo>
                  <a:pt x="78390" y="24255"/>
                  <a:pt x="78364" y="23891"/>
                  <a:pt x="78364" y="23494"/>
                </a:cubicBezTo>
                <a:cubicBezTo>
                  <a:pt x="78364" y="22833"/>
                  <a:pt x="78410" y="22310"/>
                  <a:pt x="78502" y="21927"/>
                </a:cubicBezTo>
                <a:cubicBezTo>
                  <a:pt x="78595" y="21543"/>
                  <a:pt x="78820" y="21179"/>
                  <a:pt x="79177" y="20835"/>
                </a:cubicBezTo>
                <a:cubicBezTo>
                  <a:pt x="79534" y="20491"/>
                  <a:pt x="80149" y="20091"/>
                  <a:pt x="81022" y="19634"/>
                </a:cubicBezTo>
                <a:cubicBezTo>
                  <a:pt x="81896" y="19176"/>
                  <a:pt x="82901" y="18757"/>
                  <a:pt x="84039" y="18379"/>
                </a:cubicBezTo>
                <a:cubicBezTo>
                  <a:pt x="85176" y="18000"/>
                  <a:pt x="86420" y="17686"/>
                  <a:pt x="87769" y="17438"/>
                </a:cubicBezTo>
                <a:cubicBezTo>
                  <a:pt x="89119" y="17190"/>
                  <a:pt x="90481" y="17065"/>
                  <a:pt x="91857" y="17065"/>
                </a:cubicBezTo>
                <a:cubicBezTo>
                  <a:pt x="94423" y="17065"/>
                  <a:pt x="96606" y="17356"/>
                  <a:pt x="98405" y="17938"/>
                </a:cubicBezTo>
                <a:cubicBezTo>
                  <a:pt x="100204" y="18520"/>
                  <a:pt x="101659" y="19374"/>
                  <a:pt x="102771" y="20498"/>
                </a:cubicBezTo>
                <a:cubicBezTo>
                  <a:pt x="103882" y="21622"/>
                  <a:pt x="104689" y="23018"/>
                  <a:pt x="105191" y="24685"/>
                </a:cubicBezTo>
                <a:cubicBezTo>
                  <a:pt x="105694" y="26352"/>
                  <a:pt x="105946" y="28296"/>
                  <a:pt x="105946" y="30519"/>
                </a:cubicBezTo>
                <a:lnTo>
                  <a:pt x="105946" y="54608"/>
                </a:lnTo>
                <a:moveTo>
                  <a:pt x="99437" y="38258"/>
                </a:moveTo>
                <a:lnTo>
                  <a:pt x="93841" y="38258"/>
                </a:lnTo>
                <a:cubicBezTo>
                  <a:pt x="92042" y="38258"/>
                  <a:pt x="90481" y="38411"/>
                  <a:pt x="89158" y="38718"/>
                </a:cubicBezTo>
                <a:cubicBezTo>
                  <a:pt x="87835" y="39024"/>
                  <a:pt x="86737" y="39476"/>
                  <a:pt x="85864" y="40075"/>
                </a:cubicBezTo>
                <a:cubicBezTo>
                  <a:pt x="84991" y="40673"/>
                  <a:pt x="84350" y="41392"/>
                  <a:pt x="83939" y="42231"/>
                </a:cubicBezTo>
                <a:cubicBezTo>
                  <a:pt x="83529" y="43070"/>
                  <a:pt x="83324" y="44035"/>
                  <a:pt x="83324" y="45126"/>
                </a:cubicBezTo>
                <a:cubicBezTo>
                  <a:pt x="83324" y="46989"/>
                  <a:pt x="83913" y="48474"/>
                  <a:pt x="85090" y="49578"/>
                </a:cubicBezTo>
                <a:cubicBezTo>
                  <a:pt x="86268" y="50683"/>
                  <a:pt x="87915" y="51235"/>
                  <a:pt x="90031" y="51235"/>
                </a:cubicBezTo>
                <a:cubicBezTo>
                  <a:pt x="91751" y="51235"/>
                  <a:pt x="93345" y="50796"/>
                  <a:pt x="94814" y="49918"/>
                </a:cubicBezTo>
                <a:cubicBezTo>
                  <a:pt x="96282" y="49039"/>
                  <a:pt x="97823" y="47695"/>
                  <a:pt x="99437" y="45885"/>
                </a:cubicBezTo>
                <a:lnTo>
                  <a:pt x="99437" y="38258"/>
                </a:lnTo>
                <a:close/>
                <a:moveTo>
                  <a:pt x="148695" y="54569"/>
                </a:moveTo>
                <a:cubicBezTo>
                  <a:pt x="148695" y="54780"/>
                  <a:pt x="148642" y="54959"/>
                  <a:pt x="148536" y="55105"/>
                </a:cubicBezTo>
                <a:cubicBezTo>
                  <a:pt x="148430" y="55250"/>
                  <a:pt x="148258" y="55376"/>
                  <a:pt x="148020" y="55482"/>
                </a:cubicBezTo>
                <a:cubicBezTo>
                  <a:pt x="147782" y="55587"/>
                  <a:pt x="147451" y="55667"/>
                  <a:pt x="147028" y="55720"/>
                </a:cubicBezTo>
                <a:cubicBezTo>
                  <a:pt x="146605" y="55773"/>
                  <a:pt x="146075" y="55799"/>
                  <a:pt x="145440" y="55799"/>
                </a:cubicBezTo>
                <a:cubicBezTo>
                  <a:pt x="144779" y="55799"/>
                  <a:pt x="144237" y="55773"/>
                  <a:pt x="143813" y="55720"/>
                </a:cubicBezTo>
                <a:cubicBezTo>
                  <a:pt x="143390" y="55667"/>
                  <a:pt x="143059" y="55587"/>
                  <a:pt x="142821" y="55482"/>
                </a:cubicBezTo>
                <a:cubicBezTo>
                  <a:pt x="142583" y="55376"/>
                  <a:pt x="142411" y="55250"/>
                  <a:pt x="142305" y="55105"/>
                </a:cubicBezTo>
                <a:cubicBezTo>
                  <a:pt x="142199" y="54959"/>
                  <a:pt x="142146" y="54780"/>
                  <a:pt x="142146" y="54569"/>
                </a:cubicBezTo>
                <a:lnTo>
                  <a:pt x="142146" y="33654"/>
                </a:lnTo>
                <a:cubicBezTo>
                  <a:pt x="142146" y="31617"/>
                  <a:pt x="141988" y="29976"/>
                  <a:pt x="141670" y="28733"/>
                </a:cubicBezTo>
                <a:cubicBezTo>
                  <a:pt x="141353" y="27489"/>
                  <a:pt x="140890" y="26418"/>
                  <a:pt x="140281" y="25518"/>
                </a:cubicBezTo>
                <a:cubicBezTo>
                  <a:pt x="139673" y="24619"/>
                  <a:pt x="138886" y="23931"/>
                  <a:pt x="137920" y="23455"/>
                </a:cubicBezTo>
                <a:cubicBezTo>
                  <a:pt x="136954" y="22978"/>
                  <a:pt x="135836" y="22740"/>
                  <a:pt x="134566" y="22740"/>
                </a:cubicBezTo>
                <a:cubicBezTo>
                  <a:pt x="132926" y="22740"/>
                  <a:pt x="131286" y="23322"/>
                  <a:pt x="129645" y="24486"/>
                </a:cubicBezTo>
                <a:cubicBezTo>
                  <a:pt x="128005" y="25651"/>
                  <a:pt x="126285" y="27357"/>
                  <a:pt x="124486" y="29606"/>
                </a:cubicBezTo>
                <a:lnTo>
                  <a:pt x="124486" y="54569"/>
                </a:lnTo>
                <a:cubicBezTo>
                  <a:pt x="124486" y="54780"/>
                  <a:pt x="124433" y="54959"/>
                  <a:pt x="124327" y="55105"/>
                </a:cubicBezTo>
                <a:cubicBezTo>
                  <a:pt x="124221" y="55250"/>
                  <a:pt x="124049" y="55376"/>
                  <a:pt x="123811" y="55482"/>
                </a:cubicBezTo>
                <a:cubicBezTo>
                  <a:pt x="123573" y="55587"/>
                  <a:pt x="123242" y="55667"/>
                  <a:pt x="122819" y="55720"/>
                </a:cubicBezTo>
                <a:cubicBezTo>
                  <a:pt x="122396" y="55773"/>
                  <a:pt x="121853" y="55799"/>
                  <a:pt x="121192" y="55799"/>
                </a:cubicBezTo>
                <a:cubicBezTo>
                  <a:pt x="120557" y="55799"/>
                  <a:pt x="120028" y="55773"/>
                  <a:pt x="119605" y="55720"/>
                </a:cubicBezTo>
                <a:cubicBezTo>
                  <a:pt x="119181" y="55667"/>
                  <a:pt x="118844" y="55587"/>
                  <a:pt x="118593" y="55482"/>
                </a:cubicBezTo>
                <a:cubicBezTo>
                  <a:pt x="118341" y="55376"/>
                  <a:pt x="118169" y="55250"/>
                  <a:pt x="118077" y="55105"/>
                </a:cubicBezTo>
                <a:cubicBezTo>
                  <a:pt x="117984" y="54959"/>
                  <a:pt x="117938" y="54780"/>
                  <a:pt x="117938" y="54569"/>
                </a:cubicBezTo>
                <a:lnTo>
                  <a:pt x="117938" y="18851"/>
                </a:lnTo>
                <a:cubicBezTo>
                  <a:pt x="117938" y="18639"/>
                  <a:pt x="117977" y="18461"/>
                  <a:pt x="118057" y="18315"/>
                </a:cubicBezTo>
                <a:cubicBezTo>
                  <a:pt x="118136" y="18170"/>
                  <a:pt x="118295" y="18037"/>
                  <a:pt x="118533" y="17918"/>
                </a:cubicBezTo>
                <a:cubicBezTo>
                  <a:pt x="118771" y="17799"/>
                  <a:pt x="119075" y="17720"/>
                  <a:pt x="119446" y="17680"/>
                </a:cubicBezTo>
                <a:cubicBezTo>
                  <a:pt x="119816" y="17641"/>
                  <a:pt x="120306" y="17621"/>
                  <a:pt x="120914" y="17621"/>
                </a:cubicBezTo>
                <a:cubicBezTo>
                  <a:pt x="121496" y="17621"/>
                  <a:pt x="121979" y="17641"/>
                  <a:pt x="122363" y="17680"/>
                </a:cubicBezTo>
                <a:cubicBezTo>
                  <a:pt x="122746" y="17720"/>
                  <a:pt x="123044" y="17799"/>
                  <a:pt x="123256" y="17918"/>
                </a:cubicBezTo>
                <a:cubicBezTo>
                  <a:pt x="123467" y="18037"/>
                  <a:pt x="123619" y="18170"/>
                  <a:pt x="123712" y="18315"/>
                </a:cubicBezTo>
                <a:cubicBezTo>
                  <a:pt x="123805" y="18461"/>
                  <a:pt x="123851" y="18639"/>
                  <a:pt x="123851" y="18851"/>
                </a:cubicBezTo>
                <a:lnTo>
                  <a:pt x="123851" y="23574"/>
                </a:lnTo>
                <a:cubicBezTo>
                  <a:pt x="125862" y="21325"/>
                  <a:pt x="127866" y="19678"/>
                  <a:pt x="129863" y="18633"/>
                </a:cubicBezTo>
                <a:cubicBezTo>
                  <a:pt x="131861" y="17588"/>
                  <a:pt x="133878" y="17065"/>
                  <a:pt x="135916" y="17065"/>
                </a:cubicBezTo>
                <a:cubicBezTo>
                  <a:pt x="138297" y="17065"/>
                  <a:pt x="140301" y="17469"/>
                  <a:pt x="141928" y="18276"/>
                </a:cubicBezTo>
                <a:cubicBezTo>
                  <a:pt x="143555" y="19083"/>
                  <a:pt x="144872" y="20161"/>
                  <a:pt x="145877" y="21510"/>
                </a:cubicBezTo>
                <a:cubicBezTo>
                  <a:pt x="146882" y="22859"/>
                  <a:pt x="147603" y="24440"/>
                  <a:pt x="148040" y="26253"/>
                </a:cubicBezTo>
                <a:cubicBezTo>
                  <a:pt x="148476" y="28065"/>
                  <a:pt x="148695" y="30241"/>
                  <a:pt x="148695" y="32781"/>
                </a:cubicBezTo>
                <a:lnTo>
                  <a:pt x="148695" y="54569"/>
                </a:lnTo>
                <a:close/>
                <a:moveTo>
                  <a:pt x="187223" y="54608"/>
                </a:moveTo>
                <a:cubicBezTo>
                  <a:pt x="187223" y="54926"/>
                  <a:pt x="187117" y="55164"/>
                  <a:pt x="186906" y="55323"/>
                </a:cubicBezTo>
                <a:cubicBezTo>
                  <a:pt x="186694" y="55482"/>
                  <a:pt x="186403" y="55601"/>
                  <a:pt x="186033" y="55680"/>
                </a:cubicBezTo>
                <a:cubicBezTo>
                  <a:pt x="185662" y="55759"/>
                  <a:pt x="185120" y="55799"/>
                  <a:pt x="184406" y="55799"/>
                </a:cubicBezTo>
                <a:cubicBezTo>
                  <a:pt x="183718" y="55799"/>
                  <a:pt x="183169" y="55759"/>
                  <a:pt x="182759" y="55680"/>
                </a:cubicBezTo>
                <a:cubicBezTo>
                  <a:pt x="182348" y="55601"/>
                  <a:pt x="182051" y="55482"/>
                  <a:pt x="181866" y="55323"/>
                </a:cubicBezTo>
                <a:cubicBezTo>
                  <a:pt x="181680" y="55164"/>
                  <a:pt x="181588" y="54926"/>
                  <a:pt x="181588" y="54608"/>
                </a:cubicBezTo>
                <a:lnTo>
                  <a:pt x="181588" y="51037"/>
                </a:lnTo>
                <a:cubicBezTo>
                  <a:pt x="180027" y="52704"/>
                  <a:pt x="178287" y="54007"/>
                  <a:pt x="176369" y="54946"/>
                </a:cubicBezTo>
                <a:cubicBezTo>
                  <a:pt x="174451" y="55885"/>
                  <a:pt x="172420" y="56355"/>
                  <a:pt x="170277" y="56355"/>
                </a:cubicBezTo>
                <a:cubicBezTo>
                  <a:pt x="168399" y="56355"/>
                  <a:pt x="166699" y="56109"/>
                  <a:pt x="165177" y="55618"/>
                </a:cubicBezTo>
                <a:cubicBezTo>
                  <a:pt x="163656" y="55127"/>
                  <a:pt x="162360" y="54417"/>
                  <a:pt x="161288" y="53487"/>
                </a:cubicBezTo>
                <a:cubicBezTo>
                  <a:pt x="160217" y="52558"/>
                  <a:pt x="159383" y="51417"/>
                  <a:pt x="158788" y="50063"/>
                </a:cubicBezTo>
                <a:cubicBezTo>
                  <a:pt x="158193" y="48709"/>
                  <a:pt x="157895" y="47168"/>
                  <a:pt x="157895" y="45442"/>
                </a:cubicBezTo>
                <a:cubicBezTo>
                  <a:pt x="157895" y="43425"/>
                  <a:pt x="158305" y="41673"/>
                  <a:pt x="159125" y="40186"/>
                </a:cubicBezTo>
                <a:cubicBezTo>
                  <a:pt x="159945" y="38699"/>
                  <a:pt x="161123" y="37464"/>
                  <a:pt x="162657" y="36482"/>
                </a:cubicBezTo>
                <a:cubicBezTo>
                  <a:pt x="164192" y="35499"/>
                  <a:pt x="166070" y="34763"/>
                  <a:pt x="168293" y="34272"/>
                </a:cubicBezTo>
                <a:cubicBezTo>
                  <a:pt x="170515" y="33781"/>
                  <a:pt x="173016" y="33535"/>
                  <a:pt x="175794" y="33535"/>
                </a:cubicBezTo>
                <a:lnTo>
                  <a:pt x="180715" y="33535"/>
                </a:lnTo>
                <a:lnTo>
                  <a:pt x="180715" y="30767"/>
                </a:lnTo>
                <a:cubicBezTo>
                  <a:pt x="180715" y="29396"/>
                  <a:pt x="180569" y="28184"/>
                  <a:pt x="180278" y="27129"/>
                </a:cubicBezTo>
                <a:cubicBezTo>
                  <a:pt x="179987" y="26074"/>
                  <a:pt x="179517" y="25198"/>
                  <a:pt x="178869" y="24499"/>
                </a:cubicBezTo>
                <a:cubicBezTo>
                  <a:pt x="178221" y="23800"/>
                  <a:pt x="177381" y="23273"/>
                  <a:pt x="176349" y="22918"/>
                </a:cubicBezTo>
                <a:cubicBezTo>
                  <a:pt x="175317" y="22561"/>
                  <a:pt x="174047" y="22383"/>
                  <a:pt x="172539" y="22383"/>
                </a:cubicBezTo>
                <a:cubicBezTo>
                  <a:pt x="170925" y="22383"/>
                  <a:pt x="169477" y="22573"/>
                  <a:pt x="168194" y="22952"/>
                </a:cubicBezTo>
                <a:cubicBezTo>
                  <a:pt x="166910" y="23332"/>
                  <a:pt x="165786" y="23751"/>
                  <a:pt x="164820" y="24209"/>
                </a:cubicBezTo>
                <a:cubicBezTo>
                  <a:pt x="163855" y="24667"/>
                  <a:pt x="163048" y="25086"/>
                  <a:pt x="162399" y="25465"/>
                </a:cubicBezTo>
                <a:cubicBezTo>
                  <a:pt x="161751" y="25845"/>
                  <a:pt x="161268" y="26034"/>
                  <a:pt x="160951" y="26034"/>
                </a:cubicBezTo>
                <a:cubicBezTo>
                  <a:pt x="160739" y="26034"/>
                  <a:pt x="160554" y="25981"/>
                  <a:pt x="160395" y="25876"/>
                </a:cubicBezTo>
                <a:cubicBezTo>
                  <a:pt x="160237" y="25770"/>
                  <a:pt x="160098" y="25611"/>
                  <a:pt x="159979" y="25399"/>
                </a:cubicBezTo>
                <a:cubicBezTo>
                  <a:pt x="159860" y="25188"/>
                  <a:pt x="159774" y="24916"/>
                  <a:pt x="159721" y="24586"/>
                </a:cubicBezTo>
                <a:cubicBezTo>
                  <a:pt x="159668" y="24255"/>
                  <a:pt x="159641" y="23891"/>
                  <a:pt x="159641" y="23494"/>
                </a:cubicBezTo>
                <a:cubicBezTo>
                  <a:pt x="159641" y="22833"/>
                  <a:pt x="159688" y="22310"/>
                  <a:pt x="159780" y="21927"/>
                </a:cubicBezTo>
                <a:cubicBezTo>
                  <a:pt x="159873" y="21543"/>
                  <a:pt x="160098" y="21179"/>
                  <a:pt x="160455" y="20835"/>
                </a:cubicBezTo>
                <a:cubicBezTo>
                  <a:pt x="160812" y="20491"/>
                  <a:pt x="161427" y="20091"/>
                  <a:pt x="162300" y="19634"/>
                </a:cubicBezTo>
                <a:cubicBezTo>
                  <a:pt x="163173" y="19176"/>
                  <a:pt x="164179" y="18757"/>
                  <a:pt x="165316" y="18379"/>
                </a:cubicBezTo>
                <a:cubicBezTo>
                  <a:pt x="166454" y="18000"/>
                  <a:pt x="167698" y="17686"/>
                  <a:pt x="169047" y="17438"/>
                </a:cubicBezTo>
                <a:cubicBezTo>
                  <a:pt x="170396" y="17190"/>
                  <a:pt x="171759" y="17065"/>
                  <a:pt x="173135" y="17065"/>
                </a:cubicBezTo>
                <a:cubicBezTo>
                  <a:pt x="175701" y="17065"/>
                  <a:pt x="177884" y="17356"/>
                  <a:pt x="179683" y="17938"/>
                </a:cubicBezTo>
                <a:cubicBezTo>
                  <a:pt x="181482" y="18520"/>
                  <a:pt x="182937" y="19374"/>
                  <a:pt x="184048" y="20498"/>
                </a:cubicBezTo>
                <a:cubicBezTo>
                  <a:pt x="185160" y="21622"/>
                  <a:pt x="185967" y="23018"/>
                  <a:pt x="186469" y="24685"/>
                </a:cubicBezTo>
                <a:cubicBezTo>
                  <a:pt x="186972" y="26352"/>
                  <a:pt x="187223" y="28296"/>
                  <a:pt x="187223" y="30519"/>
                </a:cubicBezTo>
                <a:lnTo>
                  <a:pt x="187223" y="54608"/>
                </a:lnTo>
                <a:moveTo>
                  <a:pt x="180715" y="38258"/>
                </a:moveTo>
                <a:lnTo>
                  <a:pt x="175119" y="38258"/>
                </a:lnTo>
                <a:cubicBezTo>
                  <a:pt x="173320" y="38258"/>
                  <a:pt x="171759" y="38411"/>
                  <a:pt x="170436" y="38718"/>
                </a:cubicBezTo>
                <a:cubicBezTo>
                  <a:pt x="169113" y="39024"/>
                  <a:pt x="168015" y="39476"/>
                  <a:pt x="167142" y="40075"/>
                </a:cubicBezTo>
                <a:cubicBezTo>
                  <a:pt x="166269" y="40673"/>
                  <a:pt x="165627" y="41392"/>
                  <a:pt x="165217" y="42231"/>
                </a:cubicBezTo>
                <a:cubicBezTo>
                  <a:pt x="164807" y="43070"/>
                  <a:pt x="164602" y="44035"/>
                  <a:pt x="164602" y="45126"/>
                </a:cubicBezTo>
                <a:cubicBezTo>
                  <a:pt x="164602" y="46989"/>
                  <a:pt x="165191" y="48474"/>
                  <a:pt x="166368" y="49578"/>
                </a:cubicBezTo>
                <a:cubicBezTo>
                  <a:pt x="167545" y="50683"/>
                  <a:pt x="169192" y="51235"/>
                  <a:pt x="171309" y="51235"/>
                </a:cubicBezTo>
                <a:cubicBezTo>
                  <a:pt x="173029" y="51235"/>
                  <a:pt x="174623" y="50796"/>
                  <a:pt x="176091" y="49918"/>
                </a:cubicBezTo>
                <a:cubicBezTo>
                  <a:pt x="177560" y="49039"/>
                  <a:pt x="179101" y="47695"/>
                  <a:pt x="180715" y="45885"/>
                </a:cubicBezTo>
                <a:lnTo>
                  <a:pt x="180715" y="38258"/>
                </a:lnTo>
                <a:close/>
                <a:moveTo>
                  <a:pt x="205764" y="54568"/>
                </a:moveTo>
                <a:cubicBezTo>
                  <a:pt x="205764" y="54779"/>
                  <a:pt x="205711" y="54958"/>
                  <a:pt x="205605" y="55105"/>
                </a:cubicBezTo>
                <a:cubicBezTo>
                  <a:pt x="205499" y="55250"/>
                  <a:pt x="205327" y="55376"/>
                  <a:pt x="205089" y="55482"/>
                </a:cubicBezTo>
                <a:cubicBezTo>
                  <a:pt x="204851" y="55587"/>
                  <a:pt x="204520" y="55667"/>
                  <a:pt x="204097" y="55720"/>
                </a:cubicBezTo>
                <a:cubicBezTo>
                  <a:pt x="203673" y="55773"/>
                  <a:pt x="203131" y="55799"/>
                  <a:pt x="202470" y="55799"/>
                </a:cubicBezTo>
                <a:cubicBezTo>
                  <a:pt x="201835" y="55799"/>
                  <a:pt x="201306" y="55773"/>
                  <a:pt x="200882" y="55720"/>
                </a:cubicBezTo>
                <a:cubicBezTo>
                  <a:pt x="200459" y="55667"/>
                  <a:pt x="200122" y="55587"/>
                  <a:pt x="199870" y="55482"/>
                </a:cubicBezTo>
                <a:cubicBezTo>
                  <a:pt x="199619" y="55376"/>
                  <a:pt x="199447" y="55250"/>
                  <a:pt x="199354" y="55105"/>
                </a:cubicBezTo>
                <a:cubicBezTo>
                  <a:pt x="199262" y="54958"/>
                  <a:pt x="199215" y="54779"/>
                  <a:pt x="199215" y="54568"/>
                </a:cubicBezTo>
                <a:lnTo>
                  <a:pt x="199215" y="1509"/>
                </a:lnTo>
                <a:cubicBezTo>
                  <a:pt x="199215" y="1298"/>
                  <a:pt x="199262" y="1112"/>
                  <a:pt x="199354" y="954"/>
                </a:cubicBezTo>
                <a:cubicBezTo>
                  <a:pt x="199447" y="794"/>
                  <a:pt x="199619" y="661"/>
                  <a:pt x="199870" y="556"/>
                </a:cubicBezTo>
                <a:cubicBezTo>
                  <a:pt x="200122" y="450"/>
                  <a:pt x="200459" y="370"/>
                  <a:pt x="200882" y="317"/>
                </a:cubicBezTo>
                <a:cubicBezTo>
                  <a:pt x="201306" y="265"/>
                  <a:pt x="201835" y="238"/>
                  <a:pt x="202470" y="238"/>
                </a:cubicBezTo>
                <a:cubicBezTo>
                  <a:pt x="203131" y="238"/>
                  <a:pt x="203673" y="265"/>
                  <a:pt x="204097" y="317"/>
                </a:cubicBezTo>
                <a:cubicBezTo>
                  <a:pt x="204520" y="370"/>
                  <a:pt x="204851" y="450"/>
                  <a:pt x="205089" y="556"/>
                </a:cubicBezTo>
                <a:cubicBezTo>
                  <a:pt x="205327" y="661"/>
                  <a:pt x="205499" y="794"/>
                  <a:pt x="205605" y="954"/>
                </a:cubicBezTo>
                <a:cubicBezTo>
                  <a:pt x="205711" y="1112"/>
                  <a:pt x="205764" y="1298"/>
                  <a:pt x="205764" y="1509"/>
                </a:cubicBezTo>
                <a:lnTo>
                  <a:pt x="205764" y="54568"/>
                </a:lnTo>
                <a:close/>
                <a:moveTo>
                  <a:pt x="234246" y="55561"/>
                </a:moveTo>
                <a:lnTo>
                  <a:pt x="229483" y="68697"/>
                </a:lnTo>
                <a:cubicBezTo>
                  <a:pt x="229325" y="69120"/>
                  <a:pt x="228921" y="69445"/>
                  <a:pt x="228273" y="69669"/>
                </a:cubicBezTo>
                <a:cubicBezTo>
                  <a:pt x="227625" y="69894"/>
                  <a:pt x="226639" y="70007"/>
                  <a:pt x="225316" y="70007"/>
                </a:cubicBezTo>
                <a:cubicBezTo>
                  <a:pt x="224628" y="70007"/>
                  <a:pt x="224073" y="69974"/>
                  <a:pt x="223649" y="69908"/>
                </a:cubicBezTo>
                <a:cubicBezTo>
                  <a:pt x="223226" y="69841"/>
                  <a:pt x="222902" y="69729"/>
                  <a:pt x="222677" y="69570"/>
                </a:cubicBezTo>
                <a:cubicBezTo>
                  <a:pt x="222452" y="69411"/>
                  <a:pt x="222327" y="69200"/>
                  <a:pt x="222300" y="68935"/>
                </a:cubicBezTo>
                <a:cubicBezTo>
                  <a:pt x="222274" y="68671"/>
                  <a:pt x="222340" y="68353"/>
                  <a:pt x="222498" y="67983"/>
                </a:cubicBezTo>
                <a:lnTo>
                  <a:pt x="227420" y="55561"/>
                </a:lnTo>
                <a:cubicBezTo>
                  <a:pt x="227181" y="55455"/>
                  <a:pt x="226957" y="55283"/>
                  <a:pt x="226745" y="55045"/>
                </a:cubicBezTo>
                <a:cubicBezTo>
                  <a:pt x="226533" y="54807"/>
                  <a:pt x="226388" y="54556"/>
                  <a:pt x="226308" y="54291"/>
                </a:cubicBezTo>
                <a:lnTo>
                  <a:pt x="213569" y="20161"/>
                </a:lnTo>
                <a:cubicBezTo>
                  <a:pt x="213357" y="19605"/>
                  <a:pt x="213252" y="19169"/>
                  <a:pt x="213252" y="18851"/>
                </a:cubicBezTo>
                <a:cubicBezTo>
                  <a:pt x="213252" y="18534"/>
                  <a:pt x="213357" y="18282"/>
                  <a:pt x="213569" y="18097"/>
                </a:cubicBezTo>
                <a:cubicBezTo>
                  <a:pt x="213781" y="17912"/>
                  <a:pt x="214125" y="17786"/>
                  <a:pt x="214601" y="17720"/>
                </a:cubicBezTo>
                <a:cubicBezTo>
                  <a:pt x="215077" y="17654"/>
                  <a:pt x="215712" y="17621"/>
                  <a:pt x="216506" y="17621"/>
                </a:cubicBezTo>
                <a:cubicBezTo>
                  <a:pt x="217300" y="17621"/>
                  <a:pt x="217921" y="17641"/>
                  <a:pt x="218371" y="17680"/>
                </a:cubicBezTo>
                <a:cubicBezTo>
                  <a:pt x="218821" y="17720"/>
                  <a:pt x="219178" y="17793"/>
                  <a:pt x="219443" y="17899"/>
                </a:cubicBezTo>
                <a:cubicBezTo>
                  <a:pt x="219707" y="18004"/>
                  <a:pt x="219899" y="18157"/>
                  <a:pt x="220018" y="18355"/>
                </a:cubicBezTo>
                <a:cubicBezTo>
                  <a:pt x="220137" y="18553"/>
                  <a:pt x="220263" y="18825"/>
                  <a:pt x="220395" y="19169"/>
                </a:cubicBezTo>
                <a:lnTo>
                  <a:pt x="230595" y="47822"/>
                </a:lnTo>
                <a:lnTo>
                  <a:pt x="230714" y="47822"/>
                </a:lnTo>
                <a:lnTo>
                  <a:pt x="240556" y="19010"/>
                </a:lnTo>
                <a:cubicBezTo>
                  <a:pt x="240715" y="18507"/>
                  <a:pt x="240906" y="18183"/>
                  <a:pt x="241131" y="18037"/>
                </a:cubicBezTo>
                <a:cubicBezTo>
                  <a:pt x="241356" y="17892"/>
                  <a:pt x="241693" y="17786"/>
                  <a:pt x="242143" y="17720"/>
                </a:cubicBezTo>
                <a:cubicBezTo>
                  <a:pt x="242593" y="17654"/>
                  <a:pt x="243241" y="17621"/>
                  <a:pt x="244088" y="17621"/>
                </a:cubicBezTo>
                <a:cubicBezTo>
                  <a:pt x="244829" y="17621"/>
                  <a:pt x="245437" y="17654"/>
                  <a:pt x="245913" y="17720"/>
                </a:cubicBezTo>
                <a:cubicBezTo>
                  <a:pt x="246390" y="17786"/>
                  <a:pt x="246740" y="17912"/>
                  <a:pt x="246965" y="18097"/>
                </a:cubicBezTo>
                <a:cubicBezTo>
                  <a:pt x="247190" y="18282"/>
                  <a:pt x="247302" y="18534"/>
                  <a:pt x="247302" y="18851"/>
                </a:cubicBezTo>
                <a:cubicBezTo>
                  <a:pt x="247302" y="19169"/>
                  <a:pt x="247223" y="19565"/>
                  <a:pt x="247064" y="20042"/>
                </a:cubicBezTo>
                <a:lnTo>
                  <a:pt x="234246" y="55561"/>
                </a:lnTo>
                <a:close/>
                <a:moveTo>
                  <a:pt x="276874" y="52783"/>
                </a:moveTo>
                <a:cubicBezTo>
                  <a:pt x="276874" y="53286"/>
                  <a:pt x="276834" y="53716"/>
                  <a:pt x="276755" y="54073"/>
                </a:cubicBezTo>
                <a:cubicBezTo>
                  <a:pt x="276676" y="54430"/>
                  <a:pt x="276583" y="54721"/>
                  <a:pt x="276477" y="54946"/>
                </a:cubicBezTo>
                <a:cubicBezTo>
                  <a:pt x="276371" y="55171"/>
                  <a:pt x="276226" y="55329"/>
                  <a:pt x="276041" y="55422"/>
                </a:cubicBezTo>
                <a:cubicBezTo>
                  <a:pt x="275855" y="55515"/>
                  <a:pt x="275657" y="55561"/>
                  <a:pt x="275445" y="55561"/>
                </a:cubicBezTo>
                <a:lnTo>
                  <a:pt x="253459" y="55561"/>
                </a:lnTo>
                <a:cubicBezTo>
                  <a:pt x="252903" y="55561"/>
                  <a:pt x="252447" y="55376"/>
                  <a:pt x="252090" y="55005"/>
                </a:cubicBezTo>
                <a:cubicBezTo>
                  <a:pt x="251733" y="54635"/>
                  <a:pt x="251554" y="54013"/>
                  <a:pt x="251554" y="53140"/>
                </a:cubicBezTo>
                <a:lnTo>
                  <a:pt x="251554" y="51791"/>
                </a:lnTo>
                <a:cubicBezTo>
                  <a:pt x="251554" y="51420"/>
                  <a:pt x="251581" y="51090"/>
                  <a:pt x="251633" y="50799"/>
                </a:cubicBezTo>
                <a:cubicBezTo>
                  <a:pt x="251686" y="50508"/>
                  <a:pt x="251766" y="50216"/>
                  <a:pt x="251872" y="49925"/>
                </a:cubicBezTo>
                <a:cubicBezTo>
                  <a:pt x="251977" y="49634"/>
                  <a:pt x="252123" y="49324"/>
                  <a:pt x="252308" y="48993"/>
                </a:cubicBezTo>
                <a:cubicBezTo>
                  <a:pt x="252493" y="48662"/>
                  <a:pt x="252718" y="48285"/>
                  <a:pt x="252983" y="47862"/>
                </a:cubicBezTo>
                <a:lnTo>
                  <a:pt x="268738" y="23296"/>
                </a:lnTo>
                <a:lnTo>
                  <a:pt x="253459" y="23296"/>
                </a:lnTo>
                <a:cubicBezTo>
                  <a:pt x="253036" y="23296"/>
                  <a:pt x="252698" y="23078"/>
                  <a:pt x="252447" y="22641"/>
                </a:cubicBezTo>
                <a:cubicBezTo>
                  <a:pt x="252196" y="22205"/>
                  <a:pt x="252070" y="21497"/>
                  <a:pt x="252070" y="20518"/>
                </a:cubicBezTo>
                <a:cubicBezTo>
                  <a:pt x="252070" y="20042"/>
                  <a:pt x="252097" y="19625"/>
                  <a:pt x="252149" y="19268"/>
                </a:cubicBezTo>
                <a:cubicBezTo>
                  <a:pt x="252202" y="18911"/>
                  <a:pt x="252288" y="18620"/>
                  <a:pt x="252407" y="18395"/>
                </a:cubicBezTo>
                <a:cubicBezTo>
                  <a:pt x="252526" y="18170"/>
                  <a:pt x="252672" y="18011"/>
                  <a:pt x="252844" y="17918"/>
                </a:cubicBezTo>
                <a:cubicBezTo>
                  <a:pt x="253016" y="17826"/>
                  <a:pt x="253221" y="17779"/>
                  <a:pt x="253459" y="17779"/>
                </a:cubicBezTo>
                <a:lnTo>
                  <a:pt x="273937" y="17779"/>
                </a:lnTo>
                <a:cubicBezTo>
                  <a:pt x="274228" y="17779"/>
                  <a:pt x="274486" y="17819"/>
                  <a:pt x="274711" y="17899"/>
                </a:cubicBezTo>
                <a:cubicBezTo>
                  <a:pt x="274936" y="17978"/>
                  <a:pt x="275128" y="18110"/>
                  <a:pt x="275287" y="18295"/>
                </a:cubicBezTo>
                <a:cubicBezTo>
                  <a:pt x="275445" y="18481"/>
                  <a:pt x="275571" y="18719"/>
                  <a:pt x="275664" y="19010"/>
                </a:cubicBezTo>
                <a:cubicBezTo>
                  <a:pt x="275756" y="19301"/>
                  <a:pt x="275802" y="19671"/>
                  <a:pt x="275802" y="20121"/>
                </a:cubicBezTo>
                <a:lnTo>
                  <a:pt x="275802" y="21391"/>
                </a:lnTo>
                <a:cubicBezTo>
                  <a:pt x="275802" y="21761"/>
                  <a:pt x="275776" y="22105"/>
                  <a:pt x="275723" y="22423"/>
                </a:cubicBezTo>
                <a:cubicBezTo>
                  <a:pt x="275670" y="22740"/>
                  <a:pt x="275591" y="23051"/>
                  <a:pt x="275485" y="23355"/>
                </a:cubicBezTo>
                <a:cubicBezTo>
                  <a:pt x="275379" y="23660"/>
                  <a:pt x="275234" y="23984"/>
                  <a:pt x="275048" y="24328"/>
                </a:cubicBezTo>
                <a:cubicBezTo>
                  <a:pt x="274863" y="24672"/>
                  <a:pt x="274638" y="25055"/>
                  <a:pt x="274374" y="25479"/>
                </a:cubicBezTo>
                <a:lnTo>
                  <a:pt x="258698" y="50045"/>
                </a:lnTo>
                <a:lnTo>
                  <a:pt x="275445" y="50045"/>
                </a:lnTo>
                <a:cubicBezTo>
                  <a:pt x="275657" y="50045"/>
                  <a:pt x="275849" y="50091"/>
                  <a:pt x="276021" y="50183"/>
                </a:cubicBezTo>
                <a:cubicBezTo>
                  <a:pt x="276193" y="50276"/>
                  <a:pt x="276338" y="50428"/>
                  <a:pt x="276457" y="50640"/>
                </a:cubicBezTo>
                <a:cubicBezTo>
                  <a:pt x="276576" y="50851"/>
                  <a:pt x="276676" y="51136"/>
                  <a:pt x="276755" y="51493"/>
                </a:cubicBezTo>
                <a:cubicBezTo>
                  <a:pt x="276834" y="51850"/>
                  <a:pt x="276874" y="52280"/>
                  <a:pt x="276874" y="52783"/>
                </a:cubicBezTo>
                <a:close/>
                <a:moveTo>
                  <a:pt x="314451" y="35162"/>
                </a:moveTo>
                <a:cubicBezTo>
                  <a:pt x="314451" y="36194"/>
                  <a:pt x="314193" y="36928"/>
                  <a:pt x="313677" y="37365"/>
                </a:cubicBezTo>
                <a:cubicBezTo>
                  <a:pt x="313161" y="37801"/>
                  <a:pt x="312572" y="38020"/>
                  <a:pt x="311911" y="38020"/>
                </a:cubicBezTo>
                <a:lnTo>
                  <a:pt x="288496" y="38020"/>
                </a:lnTo>
                <a:cubicBezTo>
                  <a:pt x="288496" y="40010"/>
                  <a:pt x="288694" y="41801"/>
                  <a:pt x="289091" y="43393"/>
                </a:cubicBezTo>
                <a:cubicBezTo>
                  <a:pt x="289488" y="44986"/>
                  <a:pt x="290150" y="46352"/>
                  <a:pt x="291076" y="47493"/>
                </a:cubicBezTo>
                <a:cubicBezTo>
                  <a:pt x="292002" y="48634"/>
                  <a:pt x="293205" y="49510"/>
                  <a:pt x="294687" y="50121"/>
                </a:cubicBezTo>
                <a:cubicBezTo>
                  <a:pt x="296169" y="50732"/>
                  <a:pt x="297981" y="51037"/>
                  <a:pt x="300124" y="51037"/>
                </a:cubicBezTo>
                <a:cubicBezTo>
                  <a:pt x="301817" y="51037"/>
                  <a:pt x="303325" y="50898"/>
                  <a:pt x="304648" y="50620"/>
                </a:cubicBezTo>
                <a:cubicBezTo>
                  <a:pt x="305971" y="50342"/>
                  <a:pt x="307116" y="50031"/>
                  <a:pt x="308081" y="49687"/>
                </a:cubicBezTo>
                <a:cubicBezTo>
                  <a:pt x="309047" y="49343"/>
                  <a:pt x="309841" y="49033"/>
                  <a:pt x="310462" y="48755"/>
                </a:cubicBezTo>
                <a:cubicBezTo>
                  <a:pt x="311084" y="48477"/>
                  <a:pt x="311554" y="48338"/>
                  <a:pt x="311871" y="48338"/>
                </a:cubicBezTo>
                <a:cubicBezTo>
                  <a:pt x="312056" y="48338"/>
                  <a:pt x="312222" y="48384"/>
                  <a:pt x="312367" y="48477"/>
                </a:cubicBezTo>
                <a:cubicBezTo>
                  <a:pt x="312513" y="48570"/>
                  <a:pt x="312625" y="48708"/>
                  <a:pt x="312705" y="48894"/>
                </a:cubicBezTo>
                <a:cubicBezTo>
                  <a:pt x="312784" y="49079"/>
                  <a:pt x="312844" y="49337"/>
                  <a:pt x="312883" y="49667"/>
                </a:cubicBezTo>
                <a:cubicBezTo>
                  <a:pt x="312923" y="49998"/>
                  <a:pt x="312943" y="50402"/>
                  <a:pt x="312943" y="50878"/>
                </a:cubicBezTo>
                <a:cubicBezTo>
                  <a:pt x="312943" y="51222"/>
                  <a:pt x="312930" y="51520"/>
                  <a:pt x="312903" y="51771"/>
                </a:cubicBezTo>
                <a:cubicBezTo>
                  <a:pt x="312877" y="52022"/>
                  <a:pt x="312844" y="52247"/>
                  <a:pt x="312804" y="52446"/>
                </a:cubicBezTo>
                <a:cubicBezTo>
                  <a:pt x="312764" y="52644"/>
                  <a:pt x="312698" y="52823"/>
                  <a:pt x="312605" y="52981"/>
                </a:cubicBezTo>
                <a:cubicBezTo>
                  <a:pt x="312513" y="53140"/>
                  <a:pt x="312394" y="53292"/>
                  <a:pt x="312248" y="53438"/>
                </a:cubicBezTo>
                <a:cubicBezTo>
                  <a:pt x="312103" y="53583"/>
                  <a:pt x="311673" y="53821"/>
                  <a:pt x="310958" y="54152"/>
                </a:cubicBezTo>
                <a:cubicBezTo>
                  <a:pt x="310244" y="54483"/>
                  <a:pt x="309318" y="54807"/>
                  <a:pt x="308180" y="55124"/>
                </a:cubicBezTo>
                <a:cubicBezTo>
                  <a:pt x="307043" y="55442"/>
                  <a:pt x="305727" y="55726"/>
                  <a:pt x="304232" y="55978"/>
                </a:cubicBezTo>
                <a:cubicBezTo>
                  <a:pt x="302737" y="56229"/>
                  <a:pt x="301143" y="56355"/>
                  <a:pt x="299449" y="56355"/>
                </a:cubicBezTo>
                <a:cubicBezTo>
                  <a:pt x="296513" y="56355"/>
                  <a:pt x="293940" y="55944"/>
                  <a:pt x="291730" y="55123"/>
                </a:cubicBezTo>
                <a:cubicBezTo>
                  <a:pt x="289521" y="54302"/>
                  <a:pt x="287663" y="53084"/>
                  <a:pt x="286155" y="51468"/>
                </a:cubicBezTo>
                <a:cubicBezTo>
                  <a:pt x="284646" y="49853"/>
                  <a:pt x="283509" y="47827"/>
                  <a:pt x="282741" y="45390"/>
                </a:cubicBezTo>
                <a:cubicBezTo>
                  <a:pt x="281974" y="42953"/>
                  <a:pt x="281591" y="40120"/>
                  <a:pt x="281591" y="36888"/>
                </a:cubicBezTo>
                <a:cubicBezTo>
                  <a:pt x="281591" y="33816"/>
                  <a:pt x="281987" y="31055"/>
                  <a:pt x="282781" y="28605"/>
                </a:cubicBezTo>
                <a:cubicBezTo>
                  <a:pt x="283575" y="26155"/>
                  <a:pt x="284719" y="24076"/>
                  <a:pt x="286214" y="22368"/>
                </a:cubicBezTo>
                <a:cubicBezTo>
                  <a:pt x="287709" y="20660"/>
                  <a:pt x="289515" y="19349"/>
                  <a:pt x="291631" y="18436"/>
                </a:cubicBezTo>
                <a:cubicBezTo>
                  <a:pt x="293748" y="17522"/>
                  <a:pt x="296116" y="17065"/>
                  <a:pt x="298735" y="17065"/>
                </a:cubicBezTo>
                <a:cubicBezTo>
                  <a:pt x="301540" y="17065"/>
                  <a:pt x="303927" y="17515"/>
                  <a:pt x="305898" y="18414"/>
                </a:cubicBezTo>
                <a:cubicBezTo>
                  <a:pt x="307870" y="19314"/>
                  <a:pt x="309490" y="20524"/>
                  <a:pt x="310760" y="22046"/>
                </a:cubicBezTo>
                <a:cubicBezTo>
                  <a:pt x="312030" y="23567"/>
                  <a:pt x="312963" y="25353"/>
                  <a:pt x="313558" y="27403"/>
                </a:cubicBezTo>
                <a:cubicBezTo>
                  <a:pt x="314153" y="29454"/>
                  <a:pt x="314451" y="31643"/>
                  <a:pt x="314451" y="33972"/>
                </a:cubicBezTo>
                <a:lnTo>
                  <a:pt x="314451" y="35162"/>
                </a:lnTo>
                <a:moveTo>
                  <a:pt x="307863" y="33217"/>
                </a:moveTo>
                <a:cubicBezTo>
                  <a:pt x="307942" y="29778"/>
                  <a:pt x="307182" y="27079"/>
                  <a:pt x="305581" y="25121"/>
                </a:cubicBezTo>
                <a:cubicBezTo>
                  <a:pt x="303980" y="23164"/>
                  <a:pt x="301606" y="22185"/>
                  <a:pt x="298457" y="22185"/>
                </a:cubicBezTo>
                <a:cubicBezTo>
                  <a:pt x="296843" y="22185"/>
                  <a:pt x="295428" y="22489"/>
                  <a:pt x="294211" y="23097"/>
                </a:cubicBezTo>
                <a:cubicBezTo>
                  <a:pt x="292994" y="23706"/>
                  <a:pt x="291975" y="24513"/>
                  <a:pt x="291155" y="25518"/>
                </a:cubicBezTo>
                <a:cubicBezTo>
                  <a:pt x="290335" y="26524"/>
                  <a:pt x="289700" y="27694"/>
                  <a:pt x="289250" y="29031"/>
                </a:cubicBezTo>
                <a:cubicBezTo>
                  <a:pt x="288800" y="30367"/>
                  <a:pt x="288549" y="31762"/>
                  <a:pt x="288496" y="33217"/>
                </a:cubicBezTo>
                <a:lnTo>
                  <a:pt x="307863" y="33217"/>
                </a:lnTo>
                <a:close/>
                <a:moveTo>
                  <a:pt x="361618" y="51989"/>
                </a:moveTo>
                <a:cubicBezTo>
                  <a:pt x="361618" y="52756"/>
                  <a:pt x="361565" y="53365"/>
                  <a:pt x="361459" y="53815"/>
                </a:cubicBezTo>
                <a:cubicBezTo>
                  <a:pt x="361353" y="54265"/>
                  <a:pt x="361194" y="54595"/>
                  <a:pt x="360983" y="54807"/>
                </a:cubicBezTo>
                <a:cubicBezTo>
                  <a:pt x="360771" y="55019"/>
                  <a:pt x="360453" y="55217"/>
                  <a:pt x="360030" y="55402"/>
                </a:cubicBezTo>
                <a:cubicBezTo>
                  <a:pt x="359607" y="55587"/>
                  <a:pt x="359124" y="55740"/>
                  <a:pt x="358582" y="55859"/>
                </a:cubicBezTo>
                <a:cubicBezTo>
                  <a:pt x="358039" y="55978"/>
                  <a:pt x="357464" y="56077"/>
                  <a:pt x="356855" y="56156"/>
                </a:cubicBezTo>
                <a:cubicBezTo>
                  <a:pt x="356247" y="56236"/>
                  <a:pt x="355638" y="56275"/>
                  <a:pt x="355030" y="56275"/>
                </a:cubicBezTo>
                <a:cubicBezTo>
                  <a:pt x="353178" y="56275"/>
                  <a:pt x="351590" y="56030"/>
                  <a:pt x="350267" y="55540"/>
                </a:cubicBezTo>
                <a:cubicBezTo>
                  <a:pt x="348944" y="55049"/>
                  <a:pt x="347860" y="54306"/>
                  <a:pt x="347013" y="53311"/>
                </a:cubicBezTo>
                <a:cubicBezTo>
                  <a:pt x="346166" y="52317"/>
                  <a:pt x="345551" y="51057"/>
                  <a:pt x="345168" y="49532"/>
                </a:cubicBezTo>
                <a:cubicBezTo>
                  <a:pt x="344784" y="48008"/>
                  <a:pt x="344592" y="46211"/>
                  <a:pt x="344592" y="44142"/>
                </a:cubicBezTo>
                <a:lnTo>
                  <a:pt x="344592" y="23217"/>
                </a:lnTo>
                <a:lnTo>
                  <a:pt x="339592" y="23217"/>
                </a:lnTo>
                <a:cubicBezTo>
                  <a:pt x="339195" y="23217"/>
                  <a:pt x="338877" y="23005"/>
                  <a:pt x="338639" y="22582"/>
                </a:cubicBezTo>
                <a:cubicBezTo>
                  <a:pt x="338401" y="22158"/>
                  <a:pt x="338282" y="21470"/>
                  <a:pt x="338282" y="20518"/>
                </a:cubicBezTo>
                <a:cubicBezTo>
                  <a:pt x="338282" y="20015"/>
                  <a:pt x="338315" y="19592"/>
                  <a:pt x="338381" y="19248"/>
                </a:cubicBezTo>
                <a:cubicBezTo>
                  <a:pt x="338447" y="18904"/>
                  <a:pt x="338533" y="18620"/>
                  <a:pt x="338639" y="18395"/>
                </a:cubicBezTo>
                <a:cubicBezTo>
                  <a:pt x="338745" y="18170"/>
                  <a:pt x="338884" y="18011"/>
                  <a:pt x="339056" y="17918"/>
                </a:cubicBezTo>
                <a:cubicBezTo>
                  <a:pt x="339228" y="17826"/>
                  <a:pt x="339420" y="17779"/>
                  <a:pt x="339631" y="17779"/>
                </a:cubicBezTo>
                <a:lnTo>
                  <a:pt x="344592" y="17779"/>
                </a:lnTo>
                <a:lnTo>
                  <a:pt x="344592" y="9287"/>
                </a:lnTo>
                <a:cubicBezTo>
                  <a:pt x="344592" y="9101"/>
                  <a:pt x="344638" y="8929"/>
                  <a:pt x="344731" y="8771"/>
                </a:cubicBezTo>
                <a:cubicBezTo>
                  <a:pt x="344824" y="8612"/>
                  <a:pt x="344996" y="8473"/>
                  <a:pt x="345247" y="8354"/>
                </a:cubicBezTo>
                <a:cubicBezTo>
                  <a:pt x="345498" y="8235"/>
                  <a:pt x="345836" y="8149"/>
                  <a:pt x="346259" y="8096"/>
                </a:cubicBezTo>
                <a:cubicBezTo>
                  <a:pt x="346682" y="8043"/>
                  <a:pt x="347211" y="8017"/>
                  <a:pt x="347846" y="8017"/>
                </a:cubicBezTo>
                <a:cubicBezTo>
                  <a:pt x="348508" y="8017"/>
                  <a:pt x="349050" y="8043"/>
                  <a:pt x="349474" y="8096"/>
                </a:cubicBezTo>
                <a:cubicBezTo>
                  <a:pt x="349897" y="8149"/>
                  <a:pt x="350228" y="8235"/>
                  <a:pt x="350466" y="8354"/>
                </a:cubicBezTo>
                <a:cubicBezTo>
                  <a:pt x="350704" y="8473"/>
                  <a:pt x="350876" y="8612"/>
                  <a:pt x="350982" y="8771"/>
                </a:cubicBezTo>
                <a:cubicBezTo>
                  <a:pt x="351087" y="8929"/>
                  <a:pt x="351140" y="9101"/>
                  <a:pt x="351140" y="9287"/>
                </a:cubicBezTo>
                <a:lnTo>
                  <a:pt x="351140" y="17779"/>
                </a:lnTo>
                <a:lnTo>
                  <a:pt x="360308" y="17779"/>
                </a:lnTo>
                <a:cubicBezTo>
                  <a:pt x="360520" y="17779"/>
                  <a:pt x="360705" y="17826"/>
                  <a:pt x="360864" y="17918"/>
                </a:cubicBezTo>
                <a:cubicBezTo>
                  <a:pt x="361022" y="18011"/>
                  <a:pt x="361161" y="18170"/>
                  <a:pt x="361280" y="18395"/>
                </a:cubicBezTo>
                <a:cubicBezTo>
                  <a:pt x="361399" y="18620"/>
                  <a:pt x="361485" y="18904"/>
                  <a:pt x="361538" y="19248"/>
                </a:cubicBezTo>
                <a:cubicBezTo>
                  <a:pt x="361591" y="19592"/>
                  <a:pt x="361618" y="20015"/>
                  <a:pt x="361618" y="20518"/>
                </a:cubicBezTo>
                <a:cubicBezTo>
                  <a:pt x="361618" y="21470"/>
                  <a:pt x="361499" y="22158"/>
                  <a:pt x="361260" y="22582"/>
                </a:cubicBezTo>
                <a:cubicBezTo>
                  <a:pt x="361022" y="23005"/>
                  <a:pt x="360705" y="23217"/>
                  <a:pt x="360308" y="23217"/>
                </a:cubicBezTo>
                <a:lnTo>
                  <a:pt x="351140" y="23217"/>
                </a:lnTo>
                <a:lnTo>
                  <a:pt x="351140" y="43197"/>
                </a:lnTo>
                <a:cubicBezTo>
                  <a:pt x="351140" y="45665"/>
                  <a:pt x="351504" y="47529"/>
                  <a:pt x="352232" y="48789"/>
                </a:cubicBezTo>
                <a:cubicBezTo>
                  <a:pt x="352959" y="50049"/>
                  <a:pt x="354262" y="50680"/>
                  <a:pt x="356141" y="50680"/>
                </a:cubicBezTo>
                <a:cubicBezTo>
                  <a:pt x="356749" y="50680"/>
                  <a:pt x="357292" y="50620"/>
                  <a:pt x="357768" y="50501"/>
                </a:cubicBezTo>
                <a:cubicBezTo>
                  <a:pt x="358244" y="50382"/>
                  <a:pt x="358668" y="50256"/>
                  <a:pt x="359038" y="50124"/>
                </a:cubicBezTo>
                <a:cubicBezTo>
                  <a:pt x="359408" y="49992"/>
                  <a:pt x="359726" y="49866"/>
                  <a:pt x="359990" y="49747"/>
                </a:cubicBezTo>
                <a:cubicBezTo>
                  <a:pt x="360255" y="49628"/>
                  <a:pt x="360493" y="49568"/>
                  <a:pt x="360705" y="49568"/>
                </a:cubicBezTo>
                <a:cubicBezTo>
                  <a:pt x="360837" y="49568"/>
                  <a:pt x="360963" y="49601"/>
                  <a:pt x="361082" y="49667"/>
                </a:cubicBezTo>
                <a:cubicBezTo>
                  <a:pt x="361201" y="49734"/>
                  <a:pt x="361293" y="49859"/>
                  <a:pt x="361360" y="50045"/>
                </a:cubicBezTo>
                <a:cubicBezTo>
                  <a:pt x="361426" y="50230"/>
                  <a:pt x="361485" y="50481"/>
                  <a:pt x="361538" y="50799"/>
                </a:cubicBezTo>
                <a:cubicBezTo>
                  <a:pt x="361591" y="51116"/>
                  <a:pt x="361618" y="51513"/>
                  <a:pt x="361618" y="51989"/>
                </a:cubicBezTo>
                <a:close/>
                <a:moveTo>
                  <a:pt x="400867" y="54569"/>
                </a:moveTo>
                <a:cubicBezTo>
                  <a:pt x="400867" y="54780"/>
                  <a:pt x="400814" y="54959"/>
                  <a:pt x="400708" y="55105"/>
                </a:cubicBezTo>
                <a:cubicBezTo>
                  <a:pt x="400602" y="55250"/>
                  <a:pt x="400430" y="55376"/>
                  <a:pt x="400192" y="55482"/>
                </a:cubicBezTo>
                <a:cubicBezTo>
                  <a:pt x="399954" y="55587"/>
                  <a:pt x="399623" y="55667"/>
                  <a:pt x="399200" y="55720"/>
                </a:cubicBezTo>
                <a:cubicBezTo>
                  <a:pt x="398777" y="55773"/>
                  <a:pt x="398248" y="55799"/>
                  <a:pt x="397613" y="55799"/>
                </a:cubicBezTo>
                <a:cubicBezTo>
                  <a:pt x="396951" y="55799"/>
                  <a:pt x="396409" y="55773"/>
                  <a:pt x="395985" y="55720"/>
                </a:cubicBezTo>
                <a:cubicBezTo>
                  <a:pt x="395562" y="55667"/>
                  <a:pt x="395231" y="55587"/>
                  <a:pt x="394993" y="55482"/>
                </a:cubicBezTo>
                <a:cubicBezTo>
                  <a:pt x="394755" y="55376"/>
                  <a:pt x="394583" y="55250"/>
                  <a:pt x="394477" y="55105"/>
                </a:cubicBezTo>
                <a:cubicBezTo>
                  <a:pt x="394371" y="54959"/>
                  <a:pt x="394319" y="54780"/>
                  <a:pt x="394319" y="54569"/>
                </a:cubicBezTo>
                <a:lnTo>
                  <a:pt x="394319" y="33654"/>
                </a:lnTo>
                <a:cubicBezTo>
                  <a:pt x="394319" y="31617"/>
                  <a:pt x="394160" y="29976"/>
                  <a:pt x="393842" y="28733"/>
                </a:cubicBezTo>
                <a:cubicBezTo>
                  <a:pt x="393525" y="27489"/>
                  <a:pt x="393062" y="26418"/>
                  <a:pt x="392453" y="25518"/>
                </a:cubicBezTo>
                <a:cubicBezTo>
                  <a:pt x="391845" y="24619"/>
                  <a:pt x="391058" y="23931"/>
                  <a:pt x="390092" y="23455"/>
                </a:cubicBezTo>
                <a:cubicBezTo>
                  <a:pt x="389126" y="22978"/>
                  <a:pt x="388008" y="22740"/>
                  <a:pt x="386738" y="22740"/>
                </a:cubicBezTo>
                <a:cubicBezTo>
                  <a:pt x="385098" y="22740"/>
                  <a:pt x="383458" y="23322"/>
                  <a:pt x="381817" y="24486"/>
                </a:cubicBezTo>
                <a:cubicBezTo>
                  <a:pt x="380177" y="25651"/>
                  <a:pt x="378457" y="27357"/>
                  <a:pt x="376658" y="29606"/>
                </a:cubicBezTo>
                <a:lnTo>
                  <a:pt x="376658" y="54569"/>
                </a:lnTo>
                <a:cubicBezTo>
                  <a:pt x="376658" y="54780"/>
                  <a:pt x="376605" y="54959"/>
                  <a:pt x="376499" y="55105"/>
                </a:cubicBezTo>
                <a:cubicBezTo>
                  <a:pt x="376394" y="55250"/>
                  <a:pt x="376222" y="55376"/>
                  <a:pt x="375983" y="55482"/>
                </a:cubicBezTo>
                <a:cubicBezTo>
                  <a:pt x="375745" y="55587"/>
                  <a:pt x="375415" y="55667"/>
                  <a:pt x="374991" y="55720"/>
                </a:cubicBezTo>
                <a:cubicBezTo>
                  <a:pt x="374568" y="55773"/>
                  <a:pt x="374026" y="55799"/>
                  <a:pt x="373364" y="55799"/>
                </a:cubicBezTo>
                <a:cubicBezTo>
                  <a:pt x="372729" y="55799"/>
                  <a:pt x="372200" y="55773"/>
                  <a:pt x="371777" y="55720"/>
                </a:cubicBezTo>
                <a:cubicBezTo>
                  <a:pt x="371353" y="55667"/>
                  <a:pt x="371016" y="55587"/>
                  <a:pt x="370765" y="55482"/>
                </a:cubicBezTo>
                <a:cubicBezTo>
                  <a:pt x="370513" y="55376"/>
                  <a:pt x="370341" y="55250"/>
                  <a:pt x="370249" y="55105"/>
                </a:cubicBezTo>
                <a:cubicBezTo>
                  <a:pt x="370156" y="54958"/>
                  <a:pt x="370110" y="54779"/>
                  <a:pt x="370110" y="54568"/>
                </a:cubicBezTo>
                <a:lnTo>
                  <a:pt x="370110" y="1509"/>
                </a:lnTo>
                <a:cubicBezTo>
                  <a:pt x="370110" y="1298"/>
                  <a:pt x="370156" y="1112"/>
                  <a:pt x="370249" y="954"/>
                </a:cubicBezTo>
                <a:cubicBezTo>
                  <a:pt x="370341" y="794"/>
                  <a:pt x="370513" y="661"/>
                  <a:pt x="370765" y="556"/>
                </a:cubicBezTo>
                <a:cubicBezTo>
                  <a:pt x="371016" y="450"/>
                  <a:pt x="371353" y="370"/>
                  <a:pt x="371777" y="317"/>
                </a:cubicBezTo>
                <a:cubicBezTo>
                  <a:pt x="372200" y="265"/>
                  <a:pt x="372729" y="238"/>
                  <a:pt x="373364" y="238"/>
                </a:cubicBezTo>
                <a:cubicBezTo>
                  <a:pt x="374026" y="238"/>
                  <a:pt x="374568" y="265"/>
                  <a:pt x="374991" y="317"/>
                </a:cubicBezTo>
                <a:cubicBezTo>
                  <a:pt x="375415" y="370"/>
                  <a:pt x="375745" y="450"/>
                  <a:pt x="375983" y="557"/>
                </a:cubicBezTo>
                <a:cubicBezTo>
                  <a:pt x="376222" y="663"/>
                  <a:pt x="376394" y="795"/>
                  <a:pt x="376499" y="954"/>
                </a:cubicBezTo>
                <a:cubicBezTo>
                  <a:pt x="376605" y="1112"/>
                  <a:pt x="376658" y="1298"/>
                  <a:pt x="376658" y="1511"/>
                </a:cubicBezTo>
                <a:lnTo>
                  <a:pt x="376658" y="22939"/>
                </a:lnTo>
                <a:cubicBezTo>
                  <a:pt x="378537" y="20954"/>
                  <a:pt x="380428" y="19479"/>
                  <a:pt x="382333" y="18514"/>
                </a:cubicBezTo>
                <a:cubicBezTo>
                  <a:pt x="384238" y="17548"/>
                  <a:pt x="386156" y="17065"/>
                  <a:pt x="388088" y="17065"/>
                </a:cubicBezTo>
                <a:cubicBezTo>
                  <a:pt x="390469" y="17065"/>
                  <a:pt x="392473" y="17469"/>
                  <a:pt x="394100" y="18276"/>
                </a:cubicBezTo>
                <a:cubicBezTo>
                  <a:pt x="395727" y="19083"/>
                  <a:pt x="397044" y="20161"/>
                  <a:pt x="398049" y="21510"/>
                </a:cubicBezTo>
                <a:cubicBezTo>
                  <a:pt x="399054" y="22859"/>
                  <a:pt x="399775" y="24440"/>
                  <a:pt x="400212" y="26253"/>
                </a:cubicBezTo>
                <a:cubicBezTo>
                  <a:pt x="400649" y="28065"/>
                  <a:pt x="400867" y="30254"/>
                  <a:pt x="400867" y="32821"/>
                </a:cubicBezTo>
                <a:lnTo>
                  <a:pt x="400867" y="54569"/>
                </a:lnTo>
                <a:close/>
                <a:moveTo>
                  <a:pt x="442967" y="35162"/>
                </a:moveTo>
                <a:cubicBezTo>
                  <a:pt x="442967" y="36194"/>
                  <a:pt x="442709" y="36928"/>
                  <a:pt x="442193" y="37365"/>
                </a:cubicBezTo>
                <a:cubicBezTo>
                  <a:pt x="441677" y="37801"/>
                  <a:pt x="441089" y="38020"/>
                  <a:pt x="440427" y="38020"/>
                </a:cubicBezTo>
                <a:lnTo>
                  <a:pt x="417012" y="38020"/>
                </a:lnTo>
                <a:cubicBezTo>
                  <a:pt x="417012" y="40010"/>
                  <a:pt x="417211" y="41801"/>
                  <a:pt x="417608" y="43393"/>
                </a:cubicBezTo>
                <a:cubicBezTo>
                  <a:pt x="418004" y="44986"/>
                  <a:pt x="418666" y="46352"/>
                  <a:pt x="419592" y="47493"/>
                </a:cubicBezTo>
                <a:cubicBezTo>
                  <a:pt x="420518" y="48634"/>
                  <a:pt x="421722" y="49510"/>
                  <a:pt x="423203" y="50121"/>
                </a:cubicBezTo>
                <a:cubicBezTo>
                  <a:pt x="424685" y="50732"/>
                  <a:pt x="426497" y="51037"/>
                  <a:pt x="428640" y="51037"/>
                </a:cubicBezTo>
                <a:cubicBezTo>
                  <a:pt x="430334" y="51037"/>
                  <a:pt x="431842" y="50898"/>
                  <a:pt x="433165" y="50620"/>
                </a:cubicBezTo>
                <a:cubicBezTo>
                  <a:pt x="434488" y="50342"/>
                  <a:pt x="435632" y="50031"/>
                  <a:pt x="436598" y="49687"/>
                </a:cubicBezTo>
                <a:cubicBezTo>
                  <a:pt x="437563" y="49343"/>
                  <a:pt x="438357" y="49033"/>
                  <a:pt x="438979" y="48755"/>
                </a:cubicBezTo>
                <a:cubicBezTo>
                  <a:pt x="439600" y="48477"/>
                  <a:pt x="440070" y="48338"/>
                  <a:pt x="440388" y="48338"/>
                </a:cubicBezTo>
                <a:cubicBezTo>
                  <a:pt x="440573" y="48338"/>
                  <a:pt x="440738" y="48384"/>
                  <a:pt x="440884" y="48477"/>
                </a:cubicBezTo>
                <a:cubicBezTo>
                  <a:pt x="441029" y="48570"/>
                  <a:pt x="441142" y="48708"/>
                  <a:pt x="441221" y="48894"/>
                </a:cubicBezTo>
                <a:cubicBezTo>
                  <a:pt x="441300" y="49079"/>
                  <a:pt x="441360" y="49337"/>
                  <a:pt x="441400" y="49667"/>
                </a:cubicBezTo>
                <a:cubicBezTo>
                  <a:pt x="441439" y="49998"/>
                  <a:pt x="441459" y="50402"/>
                  <a:pt x="441459" y="50878"/>
                </a:cubicBezTo>
                <a:cubicBezTo>
                  <a:pt x="441459" y="51222"/>
                  <a:pt x="441446" y="51520"/>
                  <a:pt x="441419" y="51771"/>
                </a:cubicBezTo>
                <a:cubicBezTo>
                  <a:pt x="441393" y="52022"/>
                  <a:pt x="441360" y="52247"/>
                  <a:pt x="441320" y="52446"/>
                </a:cubicBezTo>
                <a:cubicBezTo>
                  <a:pt x="441281" y="52644"/>
                  <a:pt x="441214" y="52823"/>
                  <a:pt x="441122" y="52981"/>
                </a:cubicBezTo>
                <a:cubicBezTo>
                  <a:pt x="441029" y="53140"/>
                  <a:pt x="440910" y="53292"/>
                  <a:pt x="440765" y="53438"/>
                </a:cubicBezTo>
                <a:cubicBezTo>
                  <a:pt x="440619" y="53583"/>
                  <a:pt x="440189" y="53821"/>
                  <a:pt x="439475" y="54152"/>
                </a:cubicBezTo>
                <a:cubicBezTo>
                  <a:pt x="438760" y="54483"/>
                  <a:pt x="437834" y="54807"/>
                  <a:pt x="436697" y="55124"/>
                </a:cubicBezTo>
                <a:cubicBezTo>
                  <a:pt x="435559" y="55442"/>
                  <a:pt x="434243" y="55726"/>
                  <a:pt x="432748" y="55978"/>
                </a:cubicBezTo>
                <a:cubicBezTo>
                  <a:pt x="431253" y="56229"/>
                  <a:pt x="429659" y="56355"/>
                  <a:pt x="427966" y="56355"/>
                </a:cubicBezTo>
                <a:cubicBezTo>
                  <a:pt x="425029" y="56355"/>
                  <a:pt x="422456" y="55944"/>
                  <a:pt x="420247" y="55123"/>
                </a:cubicBezTo>
                <a:cubicBezTo>
                  <a:pt x="418038" y="54302"/>
                  <a:pt x="416179" y="53084"/>
                  <a:pt x="414671" y="51468"/>
                </a:cubicBezTo>
                <a:cubicBezTo>
                  <a:pt x="413163" y="49853"/>
                  <a:pt x="412025" y="47827"/>
                  <a:pt x="411258" y="45390"/>
                </a:cubicBezTo>
                <a:cubicBezTo>
                  <a:pt x="410491" y="42953"/>
                  <a:pt x="410107" y="40120"/>
                  <a:pt x="410107" y="36888"/>
                </a:cubicBezTo>
                <a:cubicBezTo>
                  <a:pt x="410107" y="33816"/>
                  <a:pt x="410504" y="31055"/>
                  <a:pt x="411297" y="28605"/>
                </a:cubicBezTo>
                <a:cubicBezTo>
                  <a:pt x="412091" y="26155"/>
                  <a:pt x="413235" y="24076"/>
                  <a:pt x="414730" y="22368"/>
                </a:cubicBezTo>
                <a:cubicBezTo>
                  <a:pt x="416225" y="20660"/>
                  <a:pt x="418031" y="19349"/>
                  <a:pt x="420148" y="18436"/>
                </a:cubicBezTo>
                <a:cubicBezTo>
                  <a:pt x="422264" y="17522"/>
                  <a:pt x="424632" y="17065"/>
                  <a:pt x="427251" y="17065"/>
                </a:cubicBezTo>
                <a:cubicBezTo>
                  <a:pt x="430056" y="17065"/>
                  <a:pt x="432444" y="17515"/>
                  <a:pt x="434415" y="18414"/>
                </a:cubicBezTo>
                <a:cubicBezTo>
                  <a:pt x="436386" y="19314"/>
                  <a:pt x="438006" y="20524"/>
                  <a:pt x="439276" y="22046"/>
                </a:cubicBezTo>
                <a:cubicBezTo>
                  <a:pt x="440546" y="23567"/>
                  <a:pt x="441479" y="25353"/>
                  <a:pt x="442074" y="27403"/>
                </a:cubicBezTo>
                <a:cubicBezTo>
                  <a:pt x="442670" y="29454"/>
                  <a:pt x="442967" y="31643"/>
                  <a:pt x="442967" y="33972"/>
                </a:cubicBezTo>
                <a:lnTo>
                  <a:pt x="442967" y="35162"/>
                </a:lnTo>
                <a:moveTo>
                  <a:pt x="436379" y="33217"/>
                </a:moveTo>
                <a:cubicBezTo>
                  <a:pt x="436459" y="29778"/>
                  <a:pt x="435698" y="27079"/>
                  <a:pt x="434097" y="25121"/>
                </a:cubicBezTo>
                <a:cubicBezTo>
                  <a:pt x="432497" y="23164"/>
                  <a:pt x="430122" y="22185"/>
                  <a:pt x="426974" y="22185"/>
                </a:cubicBezTo>
                <a:cubicBezTo>
                  <a:pt x="425360" y="22185"/>
                  <a:pt x="423944" y="22489"/>
                  <a:pt x="422727" y="23097"/>
                </a:cubicBezTo>
                <a:cubicBezTo>
                  <a:pt x="421510" y="23706"/>
                  <a:pt x="420491" y="24513"/>
                  <a:pt x="419671" y="25518"/>
                </a:cubicBezTo>
                <a:cubicBezTo>
                  <a:pt x="418851" y="26524"/>
                  <a:pt x="418216" y="27694"/>
                  <a:pt x="417766" y="29031"/>
                </a:cubicBezTo>
                <a:cubicBezTo>
                  <a:pt x="417317" y="30367"/>
                  <a:pt x="417065" y="31762"/>
                  <a:pt x="417012" y="33217"/>
                </a:cubicBezTo>
                <a:lnTo>
                  <a:pt x="436379" y="33217"/>
                </a:lnTo>
                <a:close/>
                <a:moveTo>
                  <a:pt x="493953" y="22066"/>
                </a:moveTo>
                <a:cubicBezTo>
                  <a:pt x="493953" y="23018"/>
                  <a:pt x="493926" y="23799"/>
                  <a:pt x="493873" y="24407"/>
                </a:cubicBezTo>
                <a:cubicBezTo>
                  <a:pt x="493821" y="25016"/>
                  <a:pt x="493741" y="25492"/>
                  <a:pt x="493635" y="25836"/>
                </a:cubicBezTo>
                <a:cubicBezTo>
                  <a:pt x="493530" y="26180"/>
                  <a:pt x="493391" y="26418"/>
                  <a:pt x="493219" y="26550"/>
                </a:cubicBezTo>
                <a:cubicBezTo>
                  <a:pt x="493047" y="26682"/>
                  <a:pt x="492828" y="26749"/>
                  <a:pt x="492564" y="26749"/>
                </a:cubicBezTo>
                <a:cubicBezTo>
                  <a:pt x="492352" y="26749"/>
                  <a:pt x="492114" y="26702"/>
                  <a:pt x="491849" y="26610"/>
                </a:cubicBezTo>
                <a:cubicBezTo>
                  <a:pt x="491585" y="26517"/>
                  <a:pt x="491287" y="26418"/>
                  <a:pt x="490957" y="26312"/>
                </a:cubicBezTo>
                <a:cubicBezTo>
                  <a:pt x="490626" y="26206"/>
                  <a:pt x="490262" y="26107"/>
                  <a:pt x="489865" y="26014"/>
                </a:cubicBezTo>
                <a:cubicBezTo>
                  <a:pt x="489468" y="25922"/>
                  <a:pt x="489032" y="25876"/>
                  <a:pt x="488555" y="25876"/>
                </a:cubicBezTo>
                <a:cubicBezTo>
                  <a:pt x="488000" y="25876"/>
                  <a:pt x="487444" y="25989"/>
                  <a:pt x="486889" y="26215"/>
                </a:cubicBezTo>
                <a:cubicBezTo>
                  <a:pt x="486333" y="26441"/>
                  <a:pt x="485758" y="26794"/>
                  <a:pt x="485162" y="27273"/>
                </a:cubicBezTo>
                <a:cubicBezTo>
                  <a:pt x="484567" y="27753"/>
                  <a:pt x="483945" y="28392"/>
                  <a:pt x="483297" y="29191"/>
                </a:cubicBezTo>
                <a:cubicBezTo>
                  <a:pt x="482649" y="29989"/>
                  <a:pt x="481954" y="30974"/>
                  <a:pt x="481213" y="32146"/>
                </a:cubicBezTo>
                <a:lnTo>
                  <a:pt x="481213" y="54212"/>
                </a:lnTo>
                <a:cubicBezTo>
                  <a:pt x="481213" y="54476"/>
                  <a:pt x="481134" y="54708"/>
                  <a:pt x="480975" y="54906"/>
                </a:cubicBezTo>
                <a:cubicBezTo>
                  <a:pt x="480817" y="55105"/>
                  <a:pt x="480545" y="55270"/>
                  <a:pt x="480162" y="55402"/>
                </a:cubicBezTo>
                <a:cubicBezTo>
                  <a:pt x="479778" y="55534"/>
                  <a:pt x="479269" y="55634"/>
                  <a:pt x="478634" y="55700"/>
                </a:cubicBezTo>
                <a:cubicBezTo>
                  <a:pt x="477999" y="55766"/>
                  <a:pt x="477192" y="55799"/>
                  <a:pt x="476213" y="55799"/>
                </a:cubicBezTo>
                <a:cubicBezTo>
                  <a:pt x="475234" y="55799"/>
                  <a:pt x="474427" y="55766"/>
                  <a:pt x="473792" y="55700"/>
                </a:cubicBezTo>
                <a:cubicBezTo>
                  <a:pt x="473157" y="55634"/>
                  <a:pt x="472648" y="55534"/>
                  <a:pt x="472264" y="55402"/>
                </a:cubicBezTo>
                <a:cubicBezTo>
                  <a:pt x="471881" y="55270"/>
                  <a:pt x="471609" y="55105"/>
                  <a:pt x="471451" y="54906"/>
                </a:cubicBezTo>
                <a:cubicBezTo>
                  <a:pt x="471292" y="54708"/>
                  <a:pt x="471213" y="54476"/>
                  <a:pt x="471213" y="54212"/>
                </a:cubicBezTo>
                <a:lnTo>
                  <a:pt x="471213" y="18811"/>
                </a:lnTo>
                <a:cubicBezTo>
                  <a:pt x="471213" y="18547"/>
                  <a:pt x="471279" y="18315"/>
                  <a:pt x="471411" y="18117"/>
                </a:cubicBezTo>
                <a:cubicBezTo>
                  <a:pt x="471543" y="17918"/>
                  <a:pt x="471781" y="17753"/>
                  <a:pt x="472125" y="17621"/>
                </a:cubicBezTo>
                <a:cubicBezTo>
                  <a:pt x="472469" y="17488"/>
                  <a:pt x="472912" y="17389"/>
                  <a:pt x="473455" y="17323"/>
                </a:cubicBezTo>
                <a:cubicBezTo>
                  <a:pt x="473997" y="17257"/>
                  <a:pt x="474678" y="17224"/>
                  <a:pt x="475499" y="17224"/>
                </a:cubicBezTo>
                <a:cubicBezTo>
                  <a:pt x="476345" y="17224"/>
                  <a:pt x="477046" y="17257"/>
                  <a:pt x="477602" y="17323"/>
                </a:cubicBezTo>
                <a:cubicBezTo>
                  <a:pt x="478158" y="17389"/>
                  <a:pt x="478588" y="17488"/>
                  <a:pt x="478892" y="17621"/>
                </a:cubicBezTo>
                <a:cubicBezTo>
                  <a:pt x="479196" y="17753"/>
                  <a:pt x="479414" y="17918"/>
                  <a:pt x="479547" y="18117"/>
                </a:cubicBezTo>
                <a:cubicBezTo>
                  <a:pt x="479679" y="18315"/>
                  <a:pt x="479745" y="18547"/>
                  <a:pt x="479745" y="18811"/>
                </a:cubicBezTo>
                <a:lnTo>
                  <a:pt x="479745" y="23217"/>
                </a:lnTo>
                <a:cubicBezTo>
                  <a:pt x="480671" y="21885"/>
                  <a:pt x="481544" y="20787"/>
                  <a:pt x="482364" y="19923"/>
                </a:cubicBezTo>
                <a:cubicBezTo>
                  <a:pt x="483185" y="19058"/>
                  <a:pt x="483965" y="18373"/>
                  <a:pt x="484706" y="17868"/>
                </a:cubicBezTo>
                <a:cubicBezTo>
                  <a:pt x="485447" y="17362"/>
                  <a:pt x="486188" y="17009"/>
                  <a:pt x="486928" y="16810"/>
                </a:cubicBezTo>
                <a:cubicBezTo>
                  <a:pt x="487669" y="16610"/>
                  <a:pt x="488410" y="16510"/>
                  <a:pt x="489151" y="16510"/>
                </a:cubicBezTo>
                <a:cubicBezTo>
                  <a:pt x="489495" y="16510"/>
                  <a:pt x="489865" y="16529"/>
                  <a:pt x="490262" y="16569"/>
                </a:cubicBezTo>
                <a:cubicBezTo>
                  <a:pt x="490659" y="16609"/>
                  <a:pt x="491069" y="16675"/>
                  <a:pt x="491492" y="16767"/>
                </a:cubicBezTo>
                <a:cubicBezTo>
                  <a:pt x="491916" y="16860"/>
                  <a:pt x="492286" y="16966"/>
                  <a:pt x="492603" y="17085"/>
                </a:cubicBezTo>
                <a:cubicBezTo>
                  <a:pt x="492921" y="17204"/>
                  <a:pt x="493152" y="17330"/>
                  <a:pt x="493298" y="17462"/>
                </a:cubicBezTo>
                <a:cubicBezTo>
                  <a:pt x="493444" y="17594"/>
                  <a:pt x="493549" y="17740"/>
                  <a:pt x="493615" y="17899"/>
                </a:cubicBezTo>
                <a:cubicBezTo>
                  <a:pt x="493682" y="18057"/>
                  <a:pt x="493741" y="18276"/>
                  <a:pt x="493794" y="18553"/>
                </a:cubicBezTo>
                <a:cubicBezTo>
                  <a:pt x="493847" y="18831"/>
                  <a:pt x="493887" y="19248"/>
                  <a:pt x="493913" y="19804"/>
                </a:cubicBezTo>
                <a:cubicBezTo>
                  <a:pt x="493940" y="20359"/>
                  <a:pt x="493953" y="21113"/>
                  <a:pt x="493953" y="22066"/>
                </a:cubicBezTo>
                <a:close/>
                <a:moveTo>
                  <a:pt x="535489" y="36153"/>
                </a:moveTo>
                <a:cubicBezTo>
                  <a:pt x="535489" y="39176"/>
                  <a:pt x="535092" y="41933"/>
                  <a:pt x="534299" y="44425"/>
                </a:cubicBezTo>
                <a:cubicBezTo>
                  <a:pt x="533505" y="46917"/>
                  <a:pt x="532301" y="49064"/>
                  <a:pt x="530687" y="50867"/>
                </a:cubicBezTo>
                <a:cubicBezTo>
                  <a:pt x="529073" y="52669"/>
                  <a:pt x="527049" y="54061"/>
                  <a:pt x="524615" y="55043"/>
                </a:cubicBezTo>
                <a:cubicBezTo>
                  <a:pt x="522181" y="56023"/>
                  <a:pt x="519337" y="56513"/>
                  <a:pt x="516083" y="56513"/>
                </a:cubicBezTo>
                <a:cubicBezTo>
                  <a:pt x="512934" y="56513"/>
                  <a:pt x="510196" y="56076"/>
                  <a:pt x="507868" y="55201"/>
                </a:cubicBezTo>
                <a:cubicBezTo>
                  <a:pt x="505539" y="54327"/>
                  <a:pt x="503608" y="53054"/>
                  <a:pt x="502073" y="51384"/>
                </a:cubicBezTo>
                <a:cubicBezTo>
                  <a:pt x="500539" y="49714"/>
                  <a:pt x="499401" y="47659"/>
                  <a:pt x="498660" y="45220"/>
                </a:cubicBezTo>
                <a:cubicBezTo>
                  <a:pt x="497920" y="42781"/>
                  <a:pt x="497549" y="39998"/>
                  <a:pt x="497549" y="36870"/>
                </a:cubicBezTo>
                <a:cubicBezTo>
                  <a:pt x="497549" y="33847"/>
                  <a:pt x="497953" y="31083"/>
                  <a:pt x="498760" y="28578"/>
                </a:cubicBezTo>
                <a:cubicBezTo>
                  <a:pt x="499567" y="26073"/>
                  <a:pt x="500777" y="23926"/>
                  <a:pt x="502391" y="22136"/>
                </a:cubicBezTo>
                <a:cubicBezTo>
                  <a:pt x="504005" y="20347"/>
                  <a:pt x="506022" y="18962"/>
                  <a:pt x="508443" y="17982"/>
                </a:cubicBezTo>
                <a:cubicBezTo>
                  <a:pt x="510864" y="17000"/>
                  <a:pt x="513701" y="16510"/>
                  <a:pt x="516956" y="16510"/>
                </a:cubicBezTo>
                <a:cubicBezTo>
                  <a:pt x="520131" y="16510"/>
                  <a:pt x="522882" y="16940"/>
                  <a:pt x="525211" y="17802"/>
                </a:cubicBezTo>
                <a:cubicBezTo>
                  <a:pt x="527539" y="18663"/>
                  <a:pt x="529464" y="19929"/>
                  <a:pt x="530985" y="21599"/>
                </a:cubicBezTo>
                <a:cubicBezTo>
                  <a:pt x="532506" y="23269"/>
                  <a:pt x="533637" y="25324"/>
                  <a:pt x="534378" y="27763"/>
                </a:cubicBezTo>
                <a:cubicBezTo>
                  <a:pt x="535119" y="30202"/>
                  <a:pt x="535489" y="32999"/>
                  <a:pt x="535489" y="36153"/>
                </a:cubicBezTo>
                <a:moveTo>
                  <a:pt x="525211" y="36551"/>
                </a:moveTo>
                <a:cubicBezTo>
                  <a:pt x="525211" y="34805"/>
                  <a:pt x="525072" y="33198"/>
                  <a:pt x="524794" y="31729"/>
                </a:cubicBezTo>
                <a:cubicBezTo>
                  <a:pt x="524516" y="30261"/>
                  <a:pt x="524046" y="28984"/>
                  <a:pt x="523385" y="27900"/>
                </a:cubicBezTo>
                <a:cubicBezTo>
                  <a:pt x="522724" y="26815"/>
                  <a:pt x="521844" y="25968"/>
                  <a:pt x="520746" y="25360"/>
                </a:cubicBezTo>
                <a:cubicBezTo>
                  <a:pt x="519648" y="24751"/>
                  <a:pt x="518265" y="24447"/>
                  <a:pt x="516599" y="24447"/>
                </a:cubicBezTo>
                <a:cubicBezTo>
                  <a:pt x="515117" y="24447"/>
                  <a:pt x="513821" y="24718"/>
                  <a:pt x="512709" y="25260"/>
                </a:cubicBezTo>
                <a:cubicBezTo>
                  <a:pt x="511598" y="25803"/>
                  <a:pt x="510685" y="26596"/>
                  <a:pt x="509971" y="27642"/>
                </a:cubicBezTo>
                <a:cubicBezTo>
                  <a:pt x="509257" y="28687"/>
                  <a:pt x="508721" y="29943"/>
                  <a:pt x="508364" y="31412"/>
                </a:cubicBezTo>
                <a:cubicBezTo>
                  <a:pt x="508006" y="32880"/>
                  <a:pt x="507828" y="34554"/>
                  <a:pt x="507828" y="36432"/>
                </a:cubicBezTo>
                <a:cubicBezTo>
                  <a:pt x="507828" y="38178"/>
                  <a:pt x="507973" y="39786"/>
                  <a:pt x="508264" y="41254"/>
                </a:cubicBezTo>
                <a:cubicBezTo>
                  <a:pt x="508555" y="42722"/>
                  <a:pt x="509025" y="43999"/>
                  <a:pt x="509673" y="45084"/>
                </a:cubicBezTo>
                <a:cubicBezTo>
                  <a:pt x="510322" y="46168"/>
                  <a:pt x="511201" y="47009"/>
                  <a:pt x="512312" y="47604"/>
                </a:cubicBezTo>
                <a:cubicBezTo>
                  <a:pt x="513424" y="48199"/>
                  <a:pt x="514799" y="48497"/>
                  <a:pt x="516440" y="48497"/>
                </a:cubicBezTo>
                <a:cubicBezTo>
                  <a:pt x="517948" y="48497"/>
                  <a:pt x="519258" y="48226"/>
                  <a:pt x="520369" y="47683"/>
                </a:cubicBezTo>
                <a:cubicBezTo>
                  <a:pt x="521480" y="47141"/>
                  <a:pt x="522393" y="46354"/>
                  <a:pt x="523107" y="45322"/>
                </a:cubicBezTo>
                <a:cubicBezTo>
                  <a:pt x="523822" y="44290"/>
                  <a:pt x="524351" y="43040"/>
                  <a:pt x="524695" y="41571"/>
                </a:cubicBezTo>
                <a:cubicBezTo>
                  <a:pt x="525039" y="40103"/>
                  <a:pt x="525211" y="38430"/>
                  <a:pt x="525211" y="36551"/>
                </a:cubicBezTo>
                <a:close/>
                <a:moveTo>
                  <a:pt x="579257" y="36153"/>
                </a:moveTo>
                <a:cubicBezTo>
                  <a:pt x="579257" y="39176"/>
                  <a:pt x="578861" y="41933"/>
                  <a:pt x="578067" y="44425"/>
                </a:cubicBezTo>
                <a:cubicBezTo>
                  <a:pt x="577273" y="46917"/>
                  <a:pt x="576069" y="49064"/>
                  <a:pt x="574455" y="50867"/>
                </a:cubicBezTo>
                <a:cubicBezTo>
                  <a:pt x="572841" y="52669"/>
                  <a:pt x="570817" y="54061"/>
                  <a:pt x="568383" y="55043"/>
                </a:cubicBezTo>
                <a:cubicBezTo>
                  <a:pt x="565949" y="56023"/>
                  <a:pt x="563105" y="56513"/>
                  <a:pt x="559851" y="56513"/>
                </a:cubicBezTo>
                <a:cubicBezTo>
                  <a:pt x="556702" y="56513"/>
                  <a:pt x="553964" y="56076"/>
                  <a:pt x="551636" y="55201"/>
                </a:cubicBezTo>
                <a:cubicBezTo>
                  <a:pt x="549307" y="54327"/>
                  <a:pt x="547376" y="53054"/>
                  <a:pt x="545841" y="51384"/>
                </a:cubicBezTo>
                <a:cubicBezTo>
                  <a:pt x="544307" y="49714"/>
                  <a:pt x="543169" y="47659"/>
                  <a:pt x="542428" y="45220"/>
                </a:cubicBezTo>
                <a:cubicBezTo>
                  <a:pt x="541688" y="42781"/>
                  <a:pt x="541317" y="39998"/>
                  <a:pt x="541317" y="36870"/>
                </a:cubicBezTo>
                <a:cubicBezTo>
                  <a:pt x="541317" y="33847"/>
                  <a:pt x="541721" y="31083"/>
                  <a:pt x="542528" y="28578"/>
                </a:cubicBezTo>
                <a:cubicBezTo>
                  <a:pt x="543335" y="26073"/>
                  <a:pt x="544545" y="23926"/>
                  <a:pt x="546159" y="22136"/>
                </a:cubicBezTo>
                <a:cubicBezTo>
                  <a:pt x="547773" y="20347"/>
                  <a:pt x="549790" y="18962"/>
                  <a:pt x="552211" y="17982"/>
                </a:cubicBezTo>
                <a:cubicBezTo>
                  <a:pt x="554632" y="17000"/>
                  <a:pt x="557470" y="16510"/>
                  <a:pt x="560724" y="16510"/>
                </a:cubicBezTo>
                <a:cubicBezTo>
                  <a:pt x="563899" y="16510"/>
                  <a:pt x="566650" y="16940"/>
                  <a:pt x="568979" y="17802"/>
                </a:cubicBezTo>
                <a:cubicBezTo>
                  <a:pt x="571307" y="18663"/>
                  <a:pt x="573232" y="19929"/>
                  <a:pt x="574753" y="21599"/>
                </a:cubicBezTo>
                <a:cubicBezTo>
                  <a:pt x="576274" y="23269"/>
                  <a:pt x="577405" y="25324"/>
                  <a:pt x="578146" y="27763"/>
                </a:cubicBezTo>
                <a:cubicBezTo>
                  <a:pt x="578887" y="30202"/>
                  <a:pt x="579257" y="32999"/>
                  <a:pt x="579257" y="36153"/>
                </a:cubicBezTo>
                <a:moveTo>
                  <a:pt x="568979" y="36551"/>
                </a:moveTo>
                <a:cubicBezTo>
                  <a:pt x="568979" y="34805"/>
                  <a:pt x="568840" y="33198"/>
                  <a:pt x="568562" y="31729"/>
                </a:cubicBezTo>
                <a:cubicBezTo>
                  <a:pt x="568284" y="30261"/>
                  <a:pt x="567815" y="28984"/>
                  <a:pt x="567153" y="27900"/>
                </a:cubicBezTo>
                <a:cubicBezTo>
                  <a:pt x="566492" y="26815"/>
                  <a:pt x="565612" y="25968"/>
                  <a:pt x="564514" y="25360"/>
                </a:cubicBezTo>
                <a:cubicBezTo>
                  <a:pt x="563416" y="24751"/>
                  <a:pt x="562034" y="24447"/>
                  <a:pt x="560367" y="24447"/>
                </a:cubicBezTo>
                <a:cubicBezTo>
                  <a:pt x="558885" y="24447"/>
                  <a:pt x="557589" y="24718"/>
                  <a:pt x="556477" y="25260"/>
                </a:cubicBezTo>
                <a:cubicBezTo>
                  <a:pt x="555366" y="25803"/>
                  <a:pt x="554453" y="26596"/>
                  <a:pt x="553739" y="27642"/>
                </a:cubicBezTo>
                <a:cubicBezTo>
                  <a:pt x="553025" y="28687"/>
                  <a:pt x="552489" y="29943"/>
                  <a:pt x="552132" y="31412"/>
                </a:cubicBezTo>
                <a:cubicBezTo>
                  <a:pt x="551775" y="32880"/>
                  <a:pt x="551596" y="34554"/>
                  <a:pt x="551596" y="36432"/>
                </a:cubicBezTo>
                <a:cubicBezTo>
                  <a:pt x="551596" y="38178"/>
                  <a:pt x="551742" y="39786"/>
                  <a:pt x="552033" y="41254"/>
                </a:cubicBezTo>
                <a:cubicBezTo>
                  <a:pt x="552324" y="42722"/>
                  <a:pt x="552793" y="43999"/>
                  <a:pt x="553441" y="45084"/>
                </a:cubicBezTo>
                <a:cubicBezTo>
                  <a:pt x="554090" y="46168"/>
                  <a:pt x="554969" y="47009"/>
                  <a:pt x="556081" y="47604"/>
                </a:cubicBezTo>
                <a:cubicBezTo>
                  <a:pt x="557192" y="48199"/>
                  <a:pt x="558568" y="48497"/>
                  <a:pt x="560208" y="48497"/>
                </a:cubicBezTo>
                <a:cubicBezTo>
                  <a:pt x="561716" y="48497"/>
                  <a:pt x="563026" y="48226"/>
                  <a:pt x="564137" y="47683"/>
                </a:cubicBezTo>
                <a:cubicBezTo>
                  <a:pt x="565248" y="47141"/>
                  <a:pt x="566161" y="46354"/>
                  <a:pt x="566875" y="45322"/>
                </a:cubicBezTo>
                <a:cubicBezTo>
                  <a:pt x="567590" y="44290"/>
                  <a:pt x="568119" y="43040"/>
                  <a:pt x="568463" y="41571"/>
                </a:cubicBezTo>
                <a:cubicBezTo>
                  <a:pt x="568807" y="40103"/>
                  <a:pt x="568979" y="38430"/>
                  <a:pt x="568979" y="36551"/>
                </a:cubicBezTo>
                <a:close/>
                <a:moveTo>
                  <a:pt x="608175" y="50692"/>
                </a:moveTo>
                <a:cubicBezTo>
                  <a:pt x="608175" y="51862"/>
                  <a:pt x="608102" y="52759"/>
                  <a:pt x="607956" y="53384"/>
                </a:cubicBezTo>
                <a:cubicBezTo>
                  <a:pt x="607811" y="54009"/>
                  <a:pt x="607619" y="54447"/>
                  <a:pt x="607381" y="54700"/>
                </a:cubicBezTo>
                <a:cubicBezTo>
                  <a:pt x="607143" y="54952"/>
                  <a:pt x="606792" y="55178"/>
                  <a:pt x="606329" y="55377"/>
                </a:cubicBezTo>
                <a:cubicBezTo>
                  <a:pt x="605866" y="55577"/>
                  <a:pt x="605324" y="55749"/>
                  <a:pt x="604702" y="55896"/>
                </a:cubicBezTo>
                <a:cubicBezTo>
                  <a:pt x="604080" y="56042"/>
                  <a:pt x="603406" y="56155"/>
                  <a:pt x="602678" y="56234"/>
                </a:cubicBezTo>
                <a:cubicBezTo>
                  <a:pt x="601951" y="56315"/>
                  <a:pt x="601216" y="56355"/>
                  <a:pt x="600476" y="56355"/>
                </a:cubicBezTo>
                <a:cubicBezTo>
                  <a:pt x="598491" y="56355"/>
                  <a:pt x="596771" y="56103"/>
                  <a:pt x="595316" y="55601"/>
                </a:cubicBezTo>
                <a:cubicBezTo>
                  <a:pt x="593861" y="55098"/>
                  <a:pt x="592657" y="54324"/>
                  <a:pt x="591705" y="53279"/>
                </a:cubicBezTo>
                <a:cubicBezTo>
                  <a:pt x="590752" y="52234"/>
                  <a:pt x="590051" y="50918"/>
                  <a:pt x="589601" y="49330"/>
                </a:cubicBezTo>
                <a:cubicBezTo>
                  <a:pt x="589152" y="47743"/>
                  <a:pt x="588927" y="45864"/>
                  <a:pt x="588927" y="43695"/>
                </a:cubicBezTo>
                <a:lnTo>
                  <a:pt x="588927" y="25558"/>
                </a:lnTo>
                <a:lnTo>
                  <a:pt x="584680" y="25558"/>
                </a:lnTo>
                <a:cubicBezTo>
                  <a:pt x="584178" y="25558"/>
                  <a:pt x="583794" y="25247"/>
                  <a:pt x="583529" y="24625"/>
                </a:cubicBezTo>
                <a:cubicBezTo>
                  <a:pt x="583265" y="24004"/>
                  <a:pt x="583133" y="22965"/>
                  <a:pt x="583133" y="21510"/>
                </a:cubicBezTo>
                <a:cubicBezTo>
                  <a:pt x="583133" y="20743"/>
                  <a:pt x="583166" y="20095"/>
                  <a:pt x="583232" y="19565"/>
                </a:cubicBezTo>
                <a:cubicBezTo>
                  <a:pt x="583298" y="19036"/>
                  <a:pt x="583397" y="18620"/>
                  <a:pt x="583529" y="18315"/>
                </a:cubicBezTo>
                <a:cubicBezTo>
                  <a:pt x="583662" y="18011"/>
                  <a:pt x="583827" y="17793"/>
                  <a:pt x="584026" y="17660"/>
                </a:cubicBezTo>
                <a:cubicBezTo>
                  <a:pt x="584224" y="17528"/>
                  <a:pt x="584455" y="17462"/>
                  <a:pt x="584720" y="17462"/>
                </a:cubicBezTo>
                <a:lnTo>
                  <a:pt x="588927" y="17462"/>
                </a:lnTo>
                <a:lnTo>
                  <a:pt x="588927" y="9532"/>
                </a:lnTo>
                <a:cubicBezTo>
                  <a:pt x="588927" y="9266"/>
                  <a:pt x="589000" y="9027"/>
                  <a:pt x="589145" y="8814"/>
                </a:cubicBezTo>
                <a:cubicBezTo>
                  <a:pt x="589291" y="8602"/>
                  <a:pt x="589555" y="8423"/>
                  <a:pt x="589939" y="8277"/>
                </a:cubicBezTo>
                <a:cubicBezTo>
                  <a:pt x="590322" y="8131"/>
                  <a:pt x="590838" y="8025"/>
                  <a:pt x="591487" y="7958"/>
                </a:cubicBezTo>
                <a:cubicBezTo>
                  <a:pt x="592135" y="7891"/>
                  <a:pt x="592935" y="7858"/>
                  <a:pt x="593888" y="7858"/>
                </a:cubicBezTo>
                <a:cubicBezTo>
                  <a:pt x="594867" y="7858"/>
                  <a:pt x="595680" y="7891"/>
                  <a:pt x="596328" y="7958"/>
                </a:cubicBezTo>
                <a:cubicBezTo>
                  <a:pt x="596977" y="8025"/>
                  <a:pt x="597486" y="8131"/>
                  <a:pt x="597856" y="8277"/>
                </a:cubicBezTo>
                <a:cubicBezTo>
                  <a:pt x="598227" y="8423"/>
                  <a:pt x="598491" y="8602"/>
                  <a:pt x="598650" y="8814"/>
                </a:cubicBezTo>
                <a:cubicBezTo>
                  <a:pt x="598809" y="9027"/>
                  <a:pt x="598888" y="9266"/>
                  <a:pt x="598888" y="9532"/>
                </a:cubicBezTo>
                <a:lnTo>
                  <a:pt x="598888" y="17462"/>
                </a:lnTo>
                <a:lnTo>
                  <a:pt x="606587" y="17462"/>
                </a:lnTo>
                <a:cubicBezTo>
                  <a:pt x="606852" y="17462"/>
                  <a:pt x="607083" y="17528"/>
                  <a:pt x="607282" y="17660"/>
                </a:cubicBezTo>
                <a:cubicBezTo>
                  <a:pt x="607480" y="17793"/>
                  <a:pt x="607646" y="18011"/>
                  <a:pt x="607778" y="18315"/>
                </a:cubicBezTo>
                <a:cubicBezTo>
                  <a:pt x="607910" y="18620"/>
                  <a:pt x="608009" y="19036"/>
                  <a:pt x="608075" y="19565"/>
                </a:cubicBezTo>
                <a:cubicBezTo>
                  <a:pt x="608142" y="20095"/>
                  <a:pt x="608175" y="20743"/>
                  <a:pt x="608175" y="21510"/>
                </a:cubicBezTo>
                <a:cubicBezTo>
                  <a:pt x="608175" y="22965"/>
                  <a:pt x="608042" y="24004"/>
                  <a:pt x="607778" y="24625"/>
                </a:cubicBezTo>
                <a:cubicBezTo>
                  <a:pt x="607513" y="25247"/>
                  <a:pt x="607130" y="25558"/>
                  <a:pt x="606627" y="25558"/>
                </a:cubicBezTo>
                <a:lnTo>
                  <a:pt x="598888" y="25558"/>
                </a:lnTo>
                <a:lnTo>
                  <a:pt x="598888" y="42157"/>
                </a:lnTo>
                <a:cubicBezTo>
                  <a:pt x="598888" y="44085"/>
                  <a:pt x="599192" y="45531"/>
                  <a:pt x="599801" y="46495"/>
                </a:cubicBezTo>
                <a:cubicBezTo>
                  <a:pt x="600409" y="47459"/>
                  <a:pt x="601494" y="47941"/>
                  <a:pt x="603055" y="47941"/>
                </a:cubicBezTo>
                <a:cubicBezTo>
                  <a:pt x="603584" y="47941"/>
                  <a:pt x="604061" y="47895"/>
                  <a:pt x="604484" y="47802"/>
                </a:cubicBezTo>
                <a:cubicBezTo>
                  <a:pt x="604907" y="47710"/>
                  <a:pt x="605284" y="47604"/>
                  <a:pt x="605615" y="47485"/>
                </a:cubicBezTo>
                <a:cubicBezTo>
                  <a:pt x="605946" y="47366"/>
                  <a:pt x="606223" y="47260"/>
                  <a:pt x="606448" y="47167"/>
                </a:cubicBezTo>
                <a:cubicBezTo>
                  <a:pt x="606673" y="47075"/>
                  <a:pt x="606878" y="47028"/>
                  <a:pt x="607063" y="47028"/>
                </a:cubicBezTo>
                <a:cubicBezTo>
                  <a:pt x="607222" y="47028"/>
                  <a:pt x="607374" y="47075"/>
                  <a:pt x="607520" y="47167"/>
                </a:cubicBezTo>
                <a:cubicBezTo>
                  <a:pt x="607665" y="47260"/>
                  <a:pt x="607778" y="47445"/>
                  <a:pt x="607857" y="47724"/>
                </a:cubicBezTo>
                <a:cubicBezTo>
                  <a:pt x="607937" y="48002"/>
                  <a:pt x="608009" y="48380"/>
                  <a:pt x="608075" y="48859"/>
                </a:cubicBezTo>
                <a:cubicBezTo>
                  <a:pt x="608142" y="49337"/>
                  <a:pt x="608175" y="49948"/>
                  <a:pt x="608175" y="50692"/>
                </a:cubicBezTo>
                <a:close/>
                <a:moveTo>
                  <a:pt x="659150" y="48576"/>
                </a:moveTo>
                <a:cubicBezTo>
                  <a:pt x="659150" y="49264"/>
                  <a:pt x="659130" y="49839"/>
                  <a:pt x="659091" y="50302"/>
                </a:cubicBezTo>
                <a:cubicBezTo>
                  <a:pt x="659051" y="50765"/>
                  <a:pt x="658998" y="51156"/>
                  <a:pt x="658932" y="51473"/>
                </a:cubicBezTo>
                <a:cubicBezTo>
                  <a:pt x="658866" y="51791"/>
                  <a:pt x="658786" y="52049"/>
                  <a:pt x="658694" y="52247"/>
                </a:cubicBezTo>
                <a:cubicBezTo>
                  <a:pt x="658601" y="52446"/>
                  <a:pt x="658396" y="52697"/>
                  <a:pt x="658079" y="53001"/>
                </a:cubicBezTo>
                <a:cubicBezTo>
                  <a:pt x="657761" y="53305"/>
                  <a:pt x="657219" y="53676"/>
                  <a:pt x="656451" y="54112"/>
                </a:cubicBezTo>
                <a:cubicBezTo>
                  <a:pt x="655684" y="54549"/>
                  <a:pt x="654811" y="54939"/>
                  <a:pt x="653832" y="55283"/>
                </a:cubicBezTo>
                <a:cubicBezTo>
                  <a:pt x="652853" y="55627"/>
                  <a:pt x="651788" y="55905"/>
                  <a:pt x="650637" y="56117"/>
                </a:cubicBezTo>
                <a:cubicBezTo>
                  <a:pt x="649487" y="56328"/>
                  <a:pt x="648303" y="56434"/>
                  <a:pt x="647085" y="56434"/>
                </a:cubicBezTo>
                <a:cubicBezTo>
                  <a:pt x="644360" y="56434"/>
                  <a:pt x="641946" y="56011"/>
                  <a:pt x="639843" y="55164"/>
                </a:cubicBezTo>
                <a:cubicBezTo>
                  <a:pt x="637739" y="54317"/>
                  <a:pt x="635973" y="53067"/>
                  <a:pt x="634545" y="51414"/>
                </a:cubicBezTo>
                <a:cubicBezTo>
                  <a:pt x="633116" y="49760"/>
                  <a:pt x="632038" y="47743"/>
                  <a:pt x="631310" y="45362"/>
                </a:cubicBezTo>
                <a:cubicBezTo>
                  <a:pt x="630583" y="42980"/>
                  <a:pt x="630219" y="40255"/>
                  <a:pt x="630219" y="37186"/>
                </a:cubicBezTo>
                <a:cubicBezTo>
                  <a:pt x="630219" y="33641"/>
                  <a:pt x="630662" y="30578"/>
                  <a:pt x="631548" y="27999"/>
                </a:cubicBezTo>
                <a:cubicBezTo>
                  <a:pt x="632435" y="25419"/>
                  <a:pt x="633671" y="23283"/>
                  <a:pt x="635259" y="21589"/>
                </a:cubicBezTo>
                <a:cubicBezTo>
                  <a:pt x="636846" y="19896"/>
                  <a:pt x="638725" y="18639"/>
                  <a:pt x="640894" y="17819"/>
                </a:cubicBezTo>
                <a:cubicBezTo>
                  <a:pt x="643064" y="16999"/>
                  <a:pt x="645445" y="16589"/>
                  <a:pt x="648038" y="16589"/>
                </a:cubicBezTo>
                <a:cubicBezTo>
                  <a:pt x="649096" y="16589"/>
                  <a:pt x="650135" y="16682"/>
                  <a:pt x="651153" y="16867"/>
                </a:cubicBezTo>
                <a:cubicBezTo>
                  <a:pt x="652172" y="17052"/>
                  <a:pt x="653124" y="17303"/>
                  <a:pt x="654011" y="17621"/>
                </a:cubicBezTo>
                <a:cubicBezTo>
                  <a:pt x="654897" y="17938"/>
                  <a:pt x="655691" y="18295"/>
                  <a:pt x="656392" y="18692"/>
                </a:cubicBezTo>
                <a:cubicBezTo>
                  <a:pt x="657093" y="19089"/>
                  <a:pt x="657589" y="19433"/>
                  <a:pt x="657880" y="19724"/>
                </a:cubicBezTo>
                <a:cubicBezTo>
                  <a:pt x="658171" y="20015"/>
                  <a:pt x="658376" y="20260"/>
                  <a:pt x="658495" y="20458"/>
                </a:cubicBezTo>
                <a:cubicBezTo>
                  <a:pt x="658614" y="20657"/>
                  <a:pt x="658707" y="20915"/>
                  <a:pt x="658773" y="21232"/>
                </a:cubicBezTo>
                <a:cubicBezTo>
                  <a:pt x="658839" y="21550"/>
                  <a:pt x="658892" y="21940"/>
                  <a:pt x="658932" y="22403"/>
                </a:cubicBezTo>
                <a:cubicBezTo>
                  <a:pt x="658972" y="22866"/>
                  <a:pt x="658991" y="23428"/>
                  <a:pt x="658991" y="24090"/>
                </a:cubicBezTo>
                <a:cubicBezTo>
                  <a:pt x="658991" y="25624"/>
                  <a:pt x="658859" y="26702"/>
                  <a:pt x="658595" y="27324"/>
                </a:cubicBezTo>
                <a:cubicBezTo>
                  <a:pt x="658330" y="27946"/>
                  <a:pt x="657986" y="28257"/>
                  <a:pt x="657563" y="28257"/>
                </a:cubicBezTo>
                <a:cubicBezTo>
                  <a:pt x="657113" y="28257"/>
                  <a:pt x="656637" y="28071"/>
                  <a:pt x="656134" y="27701"/>
                </a:cubicBezTo>
                <a:cubicBezTo>
                  <a:pt x="655631" y="27331"/>
                  <a:pt x="655036" y="26921"/>
                  <a:pt x="654348" y="26471"/>
                </a:cubicBezTo>
                <a:cubicBezTo>
                  <a:pt x="653660" y="26021"/>
                  <a:pt x="652840" y="25611"/>
                  <a:pt x="651888" y="25241"/>
                </a:cubicBezTo>
                <a:cubicBezTo>
                  <a:pt x="650935" y="24870"/>
                  <a:pt x="649797" y="24685"/>
                  <a:pt x="648475" y="24685"/>
                </a:cubicBezTo>
                <a:cubicBezTo>
                  <a:pt x="645882" y="24685"/>
                  <a:pt x="643897" y="25684"/>
                  <a:pt x="642522" y="27681"/>
                </a:cubicBezTo>
                <a:cubicBezTo>
                  <a:pt x="641146" y="29679"/>
                  <a:pt x="640458" y="32609"/>
                  <a:pt x="640458" y="36472"/>
                </a:cubicBezTo>
                <a:cubicBezTo>
                  <a:pt x="640458" y="38377"/>
                  <a:pt x="640630" y="40057"/>
                  <a:pt x="640974" y="41512"/>
                </a:cubicBezTo>
                <a:cubicBezTo>
                  <a:pt x="641318" y="42967"/>
                  <a:pt x="641827" y="44184"/>
                  <a:pt x="642502" y="45163"/>
                </a:cubicBezTo>
                <a:cubicBezTo>
                  <a:pt x="643176" y="46142"/>
                  <a:pt x="644023" y="46876"/>
                  <a:pt x="645042" y="47366"/>
                </a:cubicBezTo>
                <a:cubicBezTo>
                  <a:pt x="646060" y="47855"/>
                  <a:pt x="647244" y="48100"/>
                  <a:pt x="648594" y="48100"/>
                </a:cubicBezTo>
                <a:cubicBezTo>
                  <a:pt x="649969" y="48100"/>
                  <a:pt x="651153" y="47895"/>
                  <a:pt x="652146" y="47485"/>
                </a:cubicBezTo>
                <a:cubicBezTo>
                  <a:pt x="653138" y="47075"/>
                  <a:pt x="654004" y="46618"/>
                  <a:pt x="654745" y="46116"/>
                </a:cubicBezTo>
                <a:cubicBezTo>
                  <a:pt x="655486" y="45613"/>
                  <a:pt x="656108" y="45156"/>
                  <a:pt x="656610" y="44746"/>
                </a:cubicBezTo>
                <a:cubicBezTo>
                  <a:pt x="657113" y="44336"/>
                  <a:pt x="657536" y="44131"/>
                  <a:pt x="657880" y="44131"/>
                </a:cubicBezTo>
                <a:cubicBezTo>
                  <a:pt x="658118" y="44131"/>
                  <a:pt x="658317" y="44197"/>
                  <a:pt x="658475" y="44330"/>
                </a:cubicBezTo>
                <a:cubicBezTo>
                  <a:pt x="658634" y="44462"/>
                  <a:pt x="658760" y="44707"/>
                  <a:pt x="658852" y="45064"/>
                </a:cubicBezTo>
                <a:cubicBezTo>
                  <a:pt x="658945" y="45421"/>
                  <a:pt x="659018" y="45877"/>
                  <a:pt x="659071" y="46433"/>
                </a:cubicBezTo>
                <a:cubicBezTo>
                  <a:pt x="659124" y="46989"/>
                  <a:pt x="659150" y="47703"/>
                  <a:pt x="659150" y="48576"/>
                </a:cubicBezTo>
                <a:close/>
                <a:moveTo>
                  <a:pt x="695864" y="54329"/>
                </a:moveTo>
                <a:cubicBezTo>
                  <a:pt x="695864" y="54700"/>
                  <a:pt x="695731" y="54991"/>
                  <a:pt x="695467" y="55204"/>
                </a:cubicBezTo>
                <a:cubicBezTo>
                  <a:pt x="695202" y="55415"/>
                  <a:pt x="694786" y="55568"/>
                  <a:pt x="694217" y="55660"/>
                </a:cubicBezTo>
                <a:cubicBezTo>
                  <a:pt x="693648" y="55753"/>
                  <a:pt x="692808" y="55799"/>
                  <a:pt x="691697" y="55799"/>
                </a:cubicBezTo>
                <a:cubicBezTo>
                  <a:pt x="690506" y="55799"/>
                  <a:pt x="689640" y="55753"/>
                  <a:pt x="689097" y="55660"/>
                </a:cubicBezTo>
                <a:cubicBezTo>
                  <a:pt x="688555" y="55568"/>
                  <a:pt x="688171" y="55415"/>
                  <a:pt x="687946" y="55204"/>
                </a:cubicBezTo>
                <a:cubicBezTo>
                  <a:pt x="687721" y="54992"/>
                  <a:pt x="687609" y="54701"/>
                  <a:pt x="687609" y="54331"/>
                </a:cubicBezTo>
                <a:lnTo>
                  <a:pt x="687609" y="51513"/>
                </a:lnTo>
                <a:cubicBezTo>
                  <a:pt x="686154" y="53074"/>
                  <a:pt x="684494" y="54298"/>
                  <a:pt x="682628" y="55184"/>
                </a:cubicBezTo>
                <a:cubicBezTo>
                  <a:pt x="680763" y="56070"/>
                  <a:pt x="678693" y="56513"/>
                  <a:pt x="676417" y="56513"/>
                </a:cubicBezTo>
                <a:cubicBezTo>
                  <a:pt x="674539" y="56513"/>
                  <a:pt x="672812" y="56268"/>
                  <a:pt x="671238" y="55777"/>
                </a:cubicBezTo>
                <a:cubicBezTo>
                  <a:pt x="669664" y="55286"/>
                  <a:pt x="668301" y="54556"/>
                  <a:pt x="667151" y="53587"/>
                </a:cubicBezTo>
                <a:cubicBezTo>
                  <a:pt x="666000" y="52618"/>
                  <a:pt x="665107" y="51417"/>
                  <a:pt x="664472" y="49984"/>
                </a:cubicBezTo>
                <a:cubicBezTo>
                  <a:pt x="663837" y="48550"/>
                  <a:pt x="663519" y="46877"/>
                  <a:pt x="663519" y="44966"/>
                </a:cubicBezTo>
                <a:cubicBezTo>
                  <a:pt x="663519" y="42895"/>
                  <a:pt x="663923" y="41096"/>
                  <a:pt x="664730" y="39570"/>
                </a:cubicBezTo>
                <a:cubicBezTo>
                  <a:pt x="665537" y="38044"/>
                  <a:pt x="666740" y="36783"/>
                  <a:pt x="668341" y="35787"/>
                </a:cubicBezTo>
                <a:cubicBezTo>
                  <a:pt x="669942" y="34792"/>
                  <a:pt x="671933" y="34055"/>
                  <a:pt x="674314" y="33577"/>
                </a:cubicBezTo>
                <a:cubicBezTo>
                  <a:pt x="676695" y="33099"/>
                  <a:pt x="679460" y="32860"/>
                  <a:pt x="682608" y="32860"/>
                </a:cubicBezTo>
                <a:lnTo>
                  <a:pt x="686061" y="32860"/>
                </a:lnTo>
                <a:lnTo>
                  <a:pt x="686061" y="30727"/>
                </a:lnTo>
                <a:cubicBezTo>
                  <a:pt x="686061" y="29621"/>
                  <a:pt x="685949" y="28653"/>
                  <a:pt x="685724" y="27824"/>
                </a:cubicBezTo>
                <a:cubicBezTo>
                  <a:pt x="685499" y="26994"/>
                  <a:pt x="685128" y="26302"/>
                  <a:pt x="684613" y="25749"/>
                </a:cubicBezTo>
                <a:cubicBezTo>
                  <a:pt x="684097" y="25196"/>
                  <a:pt x="683409" y="24788"/>
                  <a:pt x="682549" y="24525"/>
                </a:cubicBezTo>
                <a:cubicBezTo>
                  <a:pt x="681689" y="24261"/>
                  <a:pt x="680624" y="24129"/>
                  <a:pt x="679354" y="24129"/>
                </a:cubicBezTo>
                <a:cubicBezTo>
                  <a:pt x="677687" y="24129"/>
                  <a:pt x="676199" y="24315"/>
                  <a:pt x="674889" y="24685"/>
                </a:cubicBezTo>
                <a:cubicBezTo>
                  <a:pt x="673580" y="25055"/>
                  <a:pt x="672422" y="25465"/>
                  <a:pt x="671417" y="25915"/>
                </a:cubicBezTo>
                <a:cubicBezTo>
                  <a:pt x="670411" y="26365"/>
                  <a:pt x="669571" y="26775"/>
                  <a:pt x="668897" y="27145"/>
                </a:cubicBezTo>
                <a:cubicBezTo>
                  <a:pt x="668222" y="27516"/>
                  <a:pt x="667673" y="27701"/>
                  <a:pt x="667250" y="27701"/>
                </a:cubicBezTo>
                <a:cubicBezTo>
                  <a:pt x="666959" y="27701"/>
                  <a:pt x="666701" y="27608"/>
                  <a:pt x="666476" y="27422"/>
                </a:cubicBezTo>
                <a:cubicBezTo>
                  <a:pt x="666251" y="27236"/>
                  <a:pt x="666066" y="26970"/>
                  <a:pt x="665920" y="26625"/>
                </a:cubicBezTo>
                <a:cubicBezTo>
                  <a:pt x="665775" y="26279"/>
                  <a:pt x="665662" y="25854"/>
                  <a:pt x="665583" y="25348"/>
                </a:cubicBezTo>
                <a:cubicBezTo>
                  <a:pt x="665504" y="24842"/>
                  <a:pt x="665464" y="24284"/>
                  <a:pt x="665464" y="23673"/>
                </a:cubicBezTo>
                <a:cubicBezTo>
                  <a:pt x="665464" y="22849"/>
                  <a:pt x="665530" y="22197"/>
                  <a:pt x="665662" y="21718"/>
                </a:cubicBezTo>
                <a:cubicBezTo>
                  <a:pt x="665795" y="21240"/>
                  <a:pt x="666046" y="20808"/>
                  <a:pt x="666416" y="20422"/>
                </a:cubicBezTo>
                <a:cubicBezTo>
                  <a:pt x="666787" y="20036"/>
                  <a:pt x="667435" y="19612"/>
                  <a:pt x="668361" y="19149"/>
                </a:cubicBezTo>
                <a:cubicBezTo>
                  <a:pt x="669287" y="18686"/>
                  <a:pt x="670372" y="18256"/>
                  <a:pt x="671615" y="17859"/>
                </a:cubicBezTo>
                <a:cubicBezTo>
                  <a:pt x="672859" y="17462"/>
                  <a:pt x="674215" y="17138"/>
                  <a:pt x="675683" y="16887"/>
                </a:cubicBezTo>
                <a:cubicBezTo>
                  <a:pt x="677152" y="16635"/>
                  <a:pt x="678666" y="16510"/>
                  <a:pt x="680227" y="16510"/>
                </a:cubicBezTo>
                <a:cubicBezTo>
                  <a:pt x="683005" y="16510"/>
                  <a:pt x="685380" y="16781"/>
                  <a:pt x="687351" y="17324"/>
                </a:cubicBezTo>
                <a:cubicBezTo>
                  <a:pt x="689322" y="17867"/>
                  <a:pt x="690943" y="18701"/>
                  <a:pt x="692213" y="19827"/>
                </a:cubicBezTo>
                <a:cubicBezTo>
                  <a:pt x="693482" y="20952"/>
                  <a:pt x="694408" y="22402"/>
                  <a:pt x="694991" y="24176"/>
                </a:cubicBezTo>
                <a:cubicBezTo>
                  <a:pt x="695573" y="25951"/>
                  <a:pt x="695864" y="28056"/>
                  <a:pt x="695864" y="30493"/>
                </a:cubicBezTo>
                <a:lnTo>
                  <a:pt x="695864" y="54329"/>
                </a:lnTo>
                <a:moveTo>
                  <a:pt x="686061" y="39131"/>
                </a:moveTo>
                <a:lnTo>
                  <a:pt x="682251" y="39131"/>
                </a:lnTo>
                <a:cubicBezTo>
                  <a:pt x="680637" y="39131"/>
                  <a:pt x="679262" y="39251"/>
                  <a:pt x="678124" y="39490"/>
                </a:cubicBezTo>
                <a:cubicBezTo>
                  <a:pt x="676986" y="39730"/>
                  <a:pt x="676060" y="40090"/>
                  <a:pt x="675346" y="40571"/>
                </a:cubicBezTo>
                <a:cubicBezTo>
                  <a:pt x="674631" y="41050"/>
                  <a:pt x="674109" y="41630"/>
                  <a:pt x="673778" y="42311"/>
                </a:cubicBezTo>
                <a:cubicBezTo>
                  <a:pt x="673447" y="42990"/>
                  <a:pt x="673282" y="43770"/>
                  <a:pt x="673282" y="44650"/>
                </a:cubicBezTo>
                <a:cubicBezTo>
                  <a:pt x="673282" y="46143"/>
                  <a:pt x="673752" y="47316"/>
                  <a:pt x="674691" y="48169"/>
                </a:cubicBezTo>
                <a:cubicBezTo>
                  <a:pt x="675630" y="49023"/>
                  <a:pt x="676933" y="49449"/>
                  <a:pt x="678600" y="49449"/>
                </a:cubicBezTo>
                <a:cubicBezTo>
                  <a:pt x="680002" y="49449"/>
                  <a:pt x="681292" y="49090"/>
                  <a:pt x="682470" y="48370"/>
                </a:cubicBezTo>
                <a:cubicBezTo>
                  <a:pt x="683647" y="47650"/>
                  <a:pt x="684844" y="46597"/>
                  <a:pt x="686061" y="45210"/>
                </a:cubicBezTo>
                <a:lnTo>
                  <a:pt x="686061" y="39131"/>
                </a:lnTo>
                <a:close/>
                <a:moveTo>
                  <a:pt x="739566" y="54212"/>
                </a:moveTo>
                <a:cubicBezTo>
                  <a:pt x="739566" y="54476"/>
                  <a:pt x="739500" y="54708"/>
                  <a:pt x="739368" y="54906"/>
                </a:cubicBezTo>
                <a:cubicBezTo>
                  <a:pt x="739235" y="55105"/>
                  <a:pt x="739004" y="55270"/>
                  <a:pt x="738673" y="55402"/>
                </a:cubicBezTo>
                <a:cubicBezTo>
                  <a:pt x="738342" y="55534"/>
                  <a:pt x="737906" y="55634"/>
                  <a:pt x="737363" y="55700"/>
                </a:cubicBezTo>
                <a:cubicBezTo>
                  <a:pt x="736821" y="55766"/>
                  <a:pt x="736140" y="55799"/>
                  <a:pt x="735320" y="55799"/>
                </a:cubicBezTo>
                <a:cubicBezTo>
                  <a:pt x="734446" y="55799"/>
                  <a:pt x="733739" y="55766"/>
                  <a:pt x="733196" y="55700"/>
                </a:cubicBezTo>
                <a:cubicBezTo>
                  <a:pt x="732654" y="55634"/>
                  <a:pt x="732224" y="55534"/>
                  <a:pt x="731907" y="55402"/>
                </a:cubicBezTo>
                <a:cubicBezTo>
                  <a:pt x="731589" y="55270"/>
                  <a:pt x="731364" y="55105"/>
                  <a:pt x="731232" y="54906"/>
                </a:cubicBezTo>
                <a:cubicBezTo>
                  <a:pt x="731100" y="54708"/>
                  <a:pt x="731033" y="54476"/>
                  <a:pt x="731033" y="54212"/>
                </a:cubicBezTo>
                <a:lnTo>
                  <a:pt x="731033" y="50124"/>
                </a:lnTo>
                <a:cubicBezTo>
                  <a:pt x="729076" y="52254"/>
                  <a:pt x="727085" y="53851"/>
                  <a:pt x="725061" y="54916"/>
                </a:cubicBezTo>
                <a:cubicBezTo>
                  <a:pt x="723037" y="55981"/>
                  <a:pt x="720940" y="56513"/>
                  <a:pt x="718770" y="56513"/>
                </a:cubicBezTo>
                <a:cubicBezTo>
                  <a:pt x="716336" y="56513"/>
                  <a:pt x="714292" y="56116"/>
                  <a:pt x="712639" y="55322"/>
                </a:cubicBezTo>
                <a:cubicBezTo>
                  <a:pt x="710985" y="54527"/>
                  <a:pt x="709649" y="53441"/>
                  <a:pt x="708630" y="52065"/>
                </a:cubicBezTo>
                <a:cubicBezTo>
                  <a:pt x="707612" y="50687"/>
                  <a:pt x="706884" y="49092"/>
                  <a:pt x="706448" y="47278"/>
                </a:cubicBezTo>
                <a:cubicBezTo>
                  <a:pt x="706011" y="45463"/>
                  <a:pt x="705793" y="43205"/>
                  <a:pt x="705793" y="40504"/>
                </a:cubicBezTo>
                <a:lnTo>
                  <a:pt x="705793" y="18813"/>
                </a:lnTo>
                <a:cubicBezTo>
                  <a:pt x="705793" y="18548"/>
                  <a:pt x="705866" y="18317"/>
                  <a:pt x="706011" y="18118"/>
                </a:cubicBezTo>
                <a:cubicBezTo>
                  <a:pt x="706157" y="17919"/>
                  <a:pt x="706421" y="17753"/>
                  <a:pt x="706805" y="17621"/>
                </a:cubicBezTo>
                <a:cubicBezTo>
                  <a:pt x="707189" y="17488"/>
                  <a:pt x="707704" y="17389"/>
                  <a:pt x="708353" y="17323"/>
                </a:cubicBezTo>
                <a:cubicBezTo>
                  <a:pt x="709001" y="17257"/>
                  <a:pt x="709801" y="17224"/>
                  <a:pt x="710754" y="17224"/>
                </a:cubicBezTo>
                <a:cubicBezTo>
                  <a:pt x="711733" y="17224"/>
                  <a:pt x="712540" y="17257"/>
                  <a:pt x="713175" y="17323"/>
                </a:cubicBezTo>
                <a:cubicBezTo>
                  <a:pt x="713810" y="17389"/>
                  <a:pt x="714319" y="17488"/>
                  <a:pt x="714702" y="17621"/>
                </a:cubicBezTo>
                <a:cubicBezTo>
                  <a:pt x="715086" y="17753"/>
                  <a:pt x="715357" y="17918"/>
                  <a:pt x="715516" y="18117"/>
                </a:cubicBezTo>
                <a:cubicBezTo>
                  <a:pt x="715675" y="18315"/>
                  <a:pt x="715754" y="18547"/>
                  <a:pt x="715754" y="18811"/>
                </a:cubicBezTo>
                <a:lnTo>
                  <a:pt x="715754" y="38813"/>
                </a:lnTo>
                <a:cubicBezTo>
                  <a:pt x="715754" y="40665"/>
                  <a:pt x="715873" y="42081"/>
                  <a:pt x="716111" y="43060"/>
                </a:cubicBezTo>
                <a:cubicBezTo>
                  <a:pt x="716349" y="44039"/>
                  <a:pt x="716713" y="44879"/>
                  <a:pt x="717203" y="45580"/>
                </a:cubicBezTo>
                <a:cubicBezTo>
                  <a:pt x="717692" y="46281"/>
                  <a:pt x="718314" y="46823"/>
                  <a:pt x="719068" y="47207"/>
                </a:cubicBezTo>
                <a:cubicBezTo>
                  <a:pt x="719822" y="47591"/>
                  <a:pt x="720702" y="47782"/>
                  <a:pt x="721707" y="47782"/>
                </a:cubicBezTo>
                <a:cubicBezTo>
                  <a:pt x="722977" y="47782"/>
                  <a:pt x="724254" y="47319"/>
                  <a:pt x="725537" y="46393"/>
                </a:cubicBezTo>
                <a:cubicBezTo>
                  <a:pt x="726820" y="45467"/>
                  <a:pt x="728189" y="44118"/>
                  <a:pt x="729644" y="42345"/>
                </a:cubicBezTo>
                <a:lnTo>
                  <a:pt x="729644" y="18811"/>
                </a:lnTo>
                <a:cubicBezTo>
                  <a:pt x="729644" y="18547"/>
                  <a:pt x="729717" y="18315"/>
                  <a:pt x="729863" y="18117"/>
                </a:cubicBezTo>
                <a:cubicBezTo>
                  <a:pt x="730008" y="17918"/>
                  <a:pt x="730273" y="17753"/>
                  <a:pt x="730656" y="17621"/>
                </a:cubicBezTo>
                <a:cubicBezTo>
                  <a:pt x="731040" y="17488"/>
                  <a:pt x="731549" y="17389"/>
                  <a:pt x="732184" y="17323"/>
                </a:cubicBezTo>
                <a:cubicBezTo>
                  <a:pt x="732819" y="17257"/>
                  <a:pt x="733626" y="17224"/>
                  <a:pt x="734605" y="17224"/>
                </a:cubicBezTo>
                <a:cubicBezTo>
                  <a:pt x="735584" y="17224"/>
                  <a:pt x="736391" y="17257"/>
                  <a:pt x="737026" y="17323"/>
                </a:cubicBezTo>
                <a:cubicBezTo>
                  <a:pt x="737661" y="17389"/>
                  <a:pt x="738164" y="17488"/>
                  <a:pt x="738534" y="17621"/>
                </a:cubicBezTo>
                <a:cubicBezTo>
                  <a:pt x="738905" y="17753"/>
                  <a:pt x="739169" y="17918"/>
                  <a:pt x="739328" y="18117"/>
                </a:cubicBezTo>
                <a:cubicBezTo>
                  <a:pt x="739487" y="18315"/>
                  <a:pt x="739566" y="18547"/>
                  <a:pt x="739566" y="18811"/>
                </a:cubicBezTo>
                <a:lnTo>
                  <a:pt x="739566" y="54212"/>
                </a:lnTo>
                <a:close/>
                <a:moveTo>
                  <a:pt x="774642" y="44226"/>
                </a:moveTo>
                <a:cubicBezTo>
                  <a:pt x="774642" y="46240"/>
                  <a:pt x="774265" y="48017"/>
                  <a:pt x="773511" y="49555"/>
                </a:cubicBezTo>
                <a:cubicBezTo>
                  <a:pt x="772757" y="51092"/>
                  <a:pt x="771692" y="52377"/>
                  <a:pt x="770316" y="53412"/>
                </a:cubicBezTo>
                <a:cubicBezTo>
                  <a:pt x="768940" y="54445"/>
                  <a:pt x="767313" y="55220"/>
                  <a:pt x="765434" y="55737"/>
                </a:cubicBezTo>
                <a:cubicBezTo>
                  <a:pt x="763556" y="56255"/>
                  <a:pt x="761519" y="56513"/>
                  <a:pt x="759323" y="56513"/>
                </a:cubicBezTo>
                <a:cubicBezTo>
                  <a:pt x="758000" y="56513"/>
                  <a:pt x="756736" y="56413"/>
                  <a:pt x="755533" y="56212"/>
                </a:cubicBezTo>
                <a:cubicBezTo>
                  <a:pt x="754329" y="56011"/>
                  <a:pt x="753251" y="55757"/>
                  <a:pt x="752298" y="55449"/>
                </a:cubicBezTo>
                <a:cubicBezTo>
                  <a:pt x="751346" y="55141"/>
                  <a:pt x="750552" y="54826"/>
                  <a:pt x="749917" y="54506"/>
                </a:cubicBezTo>
                <a:cubicBezTo>
                  <a:pt x="749282" y="54184"/>
                  <a:pt x="748819" y="53883"/>
                  <a:pt x="748528" y="53601"/>
                </a:cubicBezTo>
                <a:cubicBezTo>
                  <a:pt x="748237" y="53320"/>
                  <a:pt x="748012" y="52880"/>
                  <a:pt x="747853" y="52282"/>
                </a:cubicBezTo>
                <a:cubicBezTo>
                  <a:pt x="747695" y="51683"/>
                  <a:pt x="747615" y="50799"/>
                  <a:pt x="747615" y="49628"/>
                </a:cubicBezTo>
                <a:cubicBezTo>
                  <a:pt x="747615" y="48856"/>
                  <a:pt x="747642" y="48238"/>
                  <a:pt x="747695" y="47772"/>
                </a:cubicBezTo>
                <a:cubicBezTo>
                  <a:pt x="747748" y="47307"/>
                  <a:pt x="747827" y="46935"/>
                  <a:pt x="747933" y="46655"/>
                </a:cubicBezTo>
                <a:cubicBezTo>
                  <a:pt x="748039" y="46376"/>
                  <a:pt x="748171" y="46190"/>
                  <a:pt x="748330" y="46097"/>
                </a:cubicBezTo>
                <a:cubicBezTo>
                  <a:pt x="748488" y="46004"/>
                  <a:pt x="748687" y="45957"/>
                  <a:pt x="748925" y="45957"/>
                </a:cubicBezTo>
                <a:cubicBezTo>
                  <a:pt x="749216" y="45957"/>
                  <a:pt x="749646" y="46124"/>
                  <a:pt x="750215" y="46459"/>
                </a:cubicBezTo>
                <a:cubicBezTo>
                  <a:pt x="750784" y="46794"/>
                  <a:pt x="751491" y="47162"/>
                  <a:pt x="752338" y="47564"/>
                </a:cubicBezTo>
                <a:cubicBezTo>
                  <a:pt x="753185" y="47966"/>
                  <a:pt x="754170" y="48341"/>
                  <a:pt x="755295" y="48689"/>
                </a:cubicBezTo>
                <a:cubicBezTo>
                  <a:pt x="756419" y="49037"/>
                  <a:pt x="757696" y="49211"/>
                  <a:pt x="759124" y="49211"/>
                </a:cubicBezTo>
                <a:cubicBezTo>
                  <a:pt x="760024" y="49211"/>
                  <a:pt x="760824" y="49119"/>
                  <a:pt x="761525" y="48935"/>
                </a:cubicBezTo>
                <a:cubicBezTo>
                  <a:pt x="762226" y="48750"/>
                  <a:pt x="762835" y="48487"/>
                  <a:pt x="763351" y="48145"/>
                </a:cubicBezTo>
                <a:cubicBezTo>
                  <a:pt x="763867" y="47801"/>
                  <a:pt x="764257" y="47367"/>
                  <a:pt x="764522" y="46840"/>
                </a:cubicBezTo>
                <a:cubicBezTo>
                  <a:pt x="764786" y="46313"/>
                  <a:pt x="764918" y="45707"/>
                  <a:pt x="764918" y="45022"/>
                </a:cubicBezTo>
                <a:cubicBezTo>
                  <a:pt x="764918" y="44226"/>
                  <a:pt x="764674" y="43544"/>
                  <a:pt x="764184" y="42974"/>
                </a:cubicBezTo>
                <a:cubicBezTo>
                  <a:pt x="763695" y="42404"/>
                  <a:pt x="763047" y="41906"/>
                  <a:pt x="762240" y="41482"/>
                </a:cubicBezTo>
                <a:cubicBezTo>
                  <a:pt x="761433" y="41058"/>
                  <a:pt x="760520" y="40660"/>
                  <a:pt x="759501" y="40289"/>
                </a:cubicBezTo>
                <a:cubicBezTo>
                  <a:pt x="758483" y="39918"/>
                  <a:pt x="757438" y="39507"/>
                  <a:pt x="756366" y="39056"/>
                </a:cubicBezTo>
                <a:cubicBezTo>
                  <a:pt x="755295" y="38606"/>
                  <a:pt x="754249" y="38089"/>
                  <a:pt x="753231" y="37506"/>
                </a:cubicBezTo>
                <a:cubicBezTo>
                  <a:pt x="752212" y="36922"/>
                  <a:pt x="751299" y="36206"/>
                  <a:pt x="750492" y="35358"/>
                </a:cubicBezTo>
                <a:cubicBezTo>
                  <a:pt x="749686" y="34510"/>
                  <a:pt x="749037" y="33490"/>
                  <a:pt x="748548" y="32297"/>
                </a:cubicBezTo>
                <a:cubicBezTo>
                  <a:pt x="748058" y="31104"/>
                  <a:pt x="747814" y="29673"/>
                  <a:pt x="747814" y="28002"/>
                </a:cubicBezTo>
                <a:cubicBezTo>
                  <a:pt x="747814" y="26305"/>
                  <a:pt x="748144" y="24747"/>
                  <a:pt x="748806" y="23329"/>
                </a:cubicBezTo>
                <a:cubicBezTo>
                  <a:pt x="749467" y="21911"/>
                  <a:pt x="750420" y="20699"/>
                  <a:pt x="751663" y="19692"/>
                </a:cubicBezTo>
                <a:cubicBezTo>
                  <a:pt x="752907" y="18684"/>
                  <a:pt x="754421" y="17902"/>
                  <a:pt x="756207" y="17345"/>
                </a:cubicBezTo>
                <a:cubicBezTo>
                  <a:pt x="757993" y="16788"/>
                  <a:pt x="759997" y="16510"/>
                  <a:pt x="762220" y="16510"/>
                </a:cubicBezTo>
                <a:cubicBezTo>
                  <a:pt x="763331" y="16510"/>
                  <a:pt x="764409" y="16589"/>
                  <a:pt x="765454" y="16748"/>
                </a:cubicBezTo>
                <a:cubicBezTo>
                  <a:pt x="766499" y="16906"/>
                  <a:pt x="767445" y="17105"/>
                  <a:pt x="768292" y="17343"/>
                </a:cubicBezTo>
                <a:cubicBezTo>
                  <a:pt x="769138" y="17581"/>
                  <a:pt x="769853" y="17839"/>
                  <a:pt x="770435" y="18117"/>
                </a:cubicBezTo>
                <a:cubicBezTo>
                  <a:pt x="771017" y="18395"/>
                  <a:pt x="771434" y="18633"/>
                  <a:pt x="771685" y="18831"/>
                </a:cubicBezTo>
                <a:cubicBezTo>
                  <a:pt x="771936" y="19030"/>
                  <a:pt x="772115" y="19228"/>
                  <a:pt x="772221" y="19426"/>
                </a:cubicBezTo>
                <a:cubicBezTo>
                  <a:pt x="772327" y="19625"/>
                  <a:pt x="772406" y="19863"/>
                  <a:pt x="772459" y="20141"/>
                </a:cubicBezTo>
                <a:cubicBezTo>
                  <a:pt x="772512" y="20419"/>
                  <a:pt x="772558" y="20763"/>
                  <a:pt x="772598" y="21173"/>
                </a:cubicBezTo>
                <a:cubicBezTo>
                  <a:pt x="772637" y="21583"/>
                  <a:pt x="772657" y="22092"/>
                  <a:pt x="772657" y="22701"/>
                </a:cubicBezTo>
                <a:cubicBezTo>
                  <a:pt x="772657" y="23415"/>
                  <a:pt x="772637" y="23997"/>
                  <a:pt x="772598" y="24447"/>
                </a:cubicBezTo>
                <a:cubicBezTo>
                  <a:pt x="772558" y="24897"/>
                  <a:pt x="772492" y="25254"/>
                  <a:pt x="772399" y="25518"/>
                </a:cubicBezTo>
                <a:cubicBezTo>
                  <a:pt x="772307" y="25783"/>
                  <a:pt x="772181" y="25962"/>
                  <a:pt x="772022" y="26054"/>
                </a:cubicBezTo>
                <a:cubicBezTo>
                  <a:pt x="771864" y="26147"/>
                  <a:pt x="771678" y="26193"/>
                  <a:pt x="771467" y="26193"/>
                </a:cubicBezTo>
                <a:cubicBezTo>
                  <a:pt x="771229" y="26193"/>
                  <a:pt x="770858" y="26054"/>
                  <a:pt x="770356" y="25776"/>
                </a:cubicBezTo>
                <a:cubicBezTo>
                  <a:pt x="769853" y="25498"/>
                  <a:pt x="769224" y="25201"/>
                  <a:pt x="768470" y="24883"/>
                </a:cubicBezTo>
                <a:cubicBezTo>
                  <a:pt x="767716" y="24566"/>
                  <a:pt x="766843" y="24268"/>
                  <a:pt x="765851" y="23990"/>
                </a:cubicBezTo>
                <a:cubicBezTo>
                  <a:pt x="764859" y="23713"/>
                  <a:pt x="763728" y="23574"/>
                  <a:pt x="762458" y="23574"/>
                </a:cubicBezTo>
                <a:cubicBezTo>
                  <a:pt x="761558" y="23574"/>
                  <a:pt x="760778" y="23667"/>
                  <a:pt x="760116" y="23854"/>
                </a:cubicBezTo>
                <a:cubicBezTo>
                  <a:pt x="759455" y="24040"/>
                  <a:pt x="758913" y="24306"/>
                  <a:pt x="758489" y="24651"/>
                </a:cubicBezTo>
                <a:cubicBezTo>
                  <a:pt x="758066" y="24997"/>
                  <a:pt x="757748" y="25403"/>
                  <a:pt x="757537" y="25868"/>
                </a:cubicBezTo>
                <a:cubicBezTo>
                  <a:pt x="757325" y="26334"/>
                  <a:pt x="757219" y="26833"/>
                  <a:pt x="757219" y="27365"/>
                </a:cubicBezTo>
                <a:cubicBezTo>
                  <a:pt x="757219" y="28187"/>
                  <a:pt x="757471" y="28876"/>
                  <a:pt x="757973" y="29434"/>
                </a:cubicBezTo>
                <a:cubicBezTo>
                  <a:pt x="758476" y="29990"/>
                  <a:pt x="759137" y="30480"/>
                  <a:pt x="759958" y="30905"/>
                </a:cubicBezTo>
                <a:cubicBezTo>
                  <a:pt x="760778" y="31329"/>
                  <a:pt x="761710" y="31726"/>
                  <a:pt x="762756" y="32098"/>
                </a:cubicBezTo>
                <a:cubicBezTo>
                  <a:pt x="763801" y="32469"/>
                  <a:pt x="764859" y="32873"/>
                  <a:pt x="765930" y="33311"/>
                </a:cubicBezTo>
                <a:cubicBezTo>
                  <a:pt x="767002" y="33748"/>
                  <a:pt x="768060" y="34258"/>
                  <a:pt x="769105" y="34841"/>
                </a:cubicBezTo>
                <a:cubicBezTo>
                  <a:pt x="770150" y="35424"/>
                  <a:pt x="771083" y="36140"/>
                  <a:pt x="771903" y="36989"/>
                </a:cubicBezTo>
                <a:cubicBezTo>
                  <a:pt x="772723" y="37837"/>
                  <a:pt x="773385" y="38851"/>
                  <a:pt x="773888" y="40031"/>
                </a:cubicBezTo>
                <a:cubicBezTo>
                  <a:pt x="774390" y="41210"/>
                  <a:pt x="774642" y="42608"/>
                  <a:pt x="774642" y="44226"/>
                </a:cubicBezTo>
                <a:close/>
                <a:moveTo>
                  <a:pt x="815070" y="35473"/>
                </a:moveTo>
                <a:cubicBezTo>
                  <a:pt x="815070" y="36693"/>
                  <a:pt x="814798" y="37594"/>
                  <a:pt x="814256" y="38177"/>
                </a:cubicBezTo>
                <a:cubicBezTo>
                  <a:pt x="813714" y="38760"/>
                  <a:pt x="812966" y="39051"/>
                  <a:pt x="812014" y="39051"/>
                </a:cubicBezTo>
                <a:lnTo>
                  <a:pt x="790464" y="39051"/>
                </a:lnTo>
                <a:cubicBezTo>
                  <a:pt x="790464" y="40565"/>
                  <a:pt x="790643" y="41940"/>
                  <a:pt x="791000" y="43175"/>
                </a:cubicBezTo>
                <a:cubicBezTo>
                  <a:pt x="791357" y="44410"/>
                  <a:pt x="791926" y="45460"/>
                  <a:pt x="792706" y="46324"/>
                </a:cubicBezTo>
                <a:cubicBezTo>
                  <a:pt x="793487" y="47187"/>
                  <a:pt x="794492" y="47844"/>
                  <a:pt x="795722" y="48296"/>
                </a:cubicBezTo>
                <a:cubicBezTo>
                  <a:pt x="796953" y="48747"/>
                  <a:pt x="798428" y="48973"/>
                  <a:pt x="800147" y="48973"/>
                </a:cubicBezTo>
                <a:cubicBezTo>
                  <a:pt x="801894" y="48973"/>
                  <a:pt x="803428" y="48845"/>
                  <a:pt x="804751" y="48590"/>
                </a:cubicBezTo>
                <a:cubicBezTo>
                  <a:pt x="806074" y="48334"/>
                  <a:pt x="807218" y="48052"/>
                  <a:pt x="808184" y="47743"/>
                </a:cubicBezTo>
                <a:cubicBezTo>
                  <a:pt x="809150" y="47433"/>
                  <a:pt x="809950" y="47151"/>
                  <a:pt x="810585" y="46896"/>
                </a:cubicBezTo>
                <a:cubicBezTo>
                  <a:pt x="811220" y="46640"/>
                  <a:pt x="811736" y="46512"/>
                  <a:pt x="812133" y="46512"/>
                </a:cubicBezTo>
                <a:cubicBezTo>
                  <a:pt x="812371" y="46512"/>
                  <a:pt x="812569" y="46559"/>
                  <a:pt x="812728" y="46653"/>
                </a:cubicBezTo>
                <a:cubicBezTo>
                  <a:pt x="812887" y="46745"/>
                  <a:pt x="813019" y="46911"/>
                  <a:pt x="813125" y="47151"/>
                </a:cubicBezTo>
                <a:cubicBezTo>
                  <a:pt x="813231" y="47390"/>
                  <a:pt x="813303" y="47729"/>
                  <a:pt x="813343" y="48168"/>
                </a:cubicBezTo>
                <a:cubicBezTo>
                  <a:pt x="813383" y="48607"/>
                  <a:pt x="813403" y="49159"/>
                  <a:pt x="813403" y="49824"/>
                </a:cubicBezTo>
                <a:cubicBezTo>
                  <a:pt x="813403" y="50409"/>
                  <a:pt x="813389" y="50908"/>
                  <a:pt x="813363" y="51321"/>
                </a:cubicBezTo>
                <a:cubicBezTo>
                  <a:pt x="813337" y="51732"/>
                  <a:pt x="813297" y="52085"/>
                  <a:pt x="813244" y="52377"/>
                </a:cubicBezTo>
                <a:cubicBezTo>
                  <a:pt x="813191" y="52670"/>
                  <a:pt x="813112" y="52916"/>
                  <a:pt x="813006" y="53116"/>
                </a:cubicBezTo>
                <a:cubicBezTo>
                  <a:pt x="812900" y="53316"/>
                  <a:pt x="812761" y="53508"/>
                  <a:pt x="812589" y="53694"/>
                </a:cubicBezTo>
                <a:cubicBezTo>
                  <a:pt x="812417" y="53880"/>
                  <a:pt x="811948" y="54132"/>
                  <a:pt x="811180" y="54450"/>
                </a:cubicBezTo>
                <a:cubicBezTo>
                  <a:pt x="810413" y="54767"/>
                  <a:pt x="809434" y="55078"/>
                  <a:pt x="808243" y="55382"/>
                </a:cubicBezTo>
                <a:cubicBezTo>
                  <a:pt x="807053" y="55687"/>
                  <a:pt x="805690" y="55951"/>
                  <a:pt x="804156" y="56176"/>
                </a:cubicBezTo>
                <a:cubicBezTo>
                  <a:pt x="802621" y="56401"/>
                  <a:pt x="800981" y="56513"/>
                  <a:pt x="799235" y="56513"/>
                </a:cubicBezTo>
                <a:cubicBezTo>
                  <a:pt x="796086" y="56513"/>
                  <a:pt x="793328" y="56116"/>
                  <a:pt x="790960" y="55320"/>
                </a:cubicBezTo>
                <a:cubicBezTo>
                  <a:pt x="788592" y="54525"/>
                  <a:pt x="786614" y="53319"/>
                  <a:pt x="785027" y="51701"/>
                </a:cubicBezTo>
                <a:cubicBezTo>
                  <a:pt x="783439" y="50084"/>
                  <a:pt x="782256" y="48043"/>
                  <a:pt x="781475" y="45579"/>
                </a:cubicBezTo>
                <a:cubicBezTo>
                  <a:pt x="780695" y="43113"/>
                  <a:pt x="780304" y="40223"/>
                  <a:pt x="780304" y="36910"/>
                </a:cubicBezTo>
                <a:cubicBezTo>
                  <a:pt x="780304" y="33755"/>
                  <a:pt x="780714" y="30911"/>
                  <a:pt x="781535" y="28379"/>
                </a:cubicBezTo>
                <a:cubicBezTo>
                  <a:pt x="782355" y="25848"/>
                  <a:pt x="783545" y="23701"/>
                  <a:pt x="785106" y="21938"/>
                </a:cubicBezTo>
                <a:cubicBezTo>
                  <a:pt x="786667" y="20174"/>
                  <a:pt x="788566" y="18829"/>
                  <a:pt x="790801" y="17901"/>
                </a:cubicBezTo>
                <a:cubicBezTo>
                  <a:pt x="793037" y="16973"/>
                  <a:pt x="795557" y="16510"/>
                  <a:pt x="798362" y="16510"/>
                </a:cubicBezTo>
                <a:cubicBezTo>
                  <a:pt x="801325" y="16510"/>
                  <a:pt x="803858" y="16947"/>
                  <a:pt x="805962" y="17822"/>
                </a:cubicBezTo>
                <a:cubicBezTo>
                  <a:pt x="808065" y="18696"/>
                  <a:pt x="809791" y="19909"/>
                  <a:pt x="811141" y="21459"/>
                </a:cubicBezTo>
                <a:cubicBezTo>
                  <a:pt x="812490" y="23009"/>
                  <a:pt x="813482" y="24845"/>
                  <a:pt x="814117" y="26966"/>
                </a:cubicBezTo>
                <a:cubicBezTo>
                  <a:pt x="814752" y="29086"/>
                  <a:pt x="815070" y="31392"/>
                  <a:pt x="815070" y="33883"/>
                </a:cubicBezTo>
                <a:lnTo>
                  <a:pt x="815070" y="35473"/>
                </a:lnTo>
                <a:moveTo>
                  <a:pt x="805386" y="32622"/>
                </a:moveTo>
                <a:cubicBezTo>
                  <a:pt x="805465" y="29805"/>
                  <a:pt x="804903" y="27593"/>
                  <a:pt x="803699" y="25986"/>
                </a:cubicBezTo>
                <a:cubicBezTo>
                  <a:pt x="802496" y="24378"/>
                  <a:pt x="800637" y="23574"/>
                  <a:pt x="798123" y="23574"/>
                </a:cubicBezTo>
                <a:cubicBezTo>
                  <a:pt x="796853" y="23574"/>
                  <a:pt x="795749" y="23813"/>
                  <a:pt x="794810" y="24292"/>
                </a:cubicBezTo>
                <a:cubicBezTo>
                  <a:pt x="793870" y="24770"/>
                  <a:pt x="793090" y="25414"/>
                  <a:pt x="792468" y="26225"/>
                </a:cubicBezTo>
                <a:cubicBezTo>
                  <a:pt x="791846" y="27036"/>
                  <a:pt x="791370" y="27992"/>
                  <a:pt x="791039" y="29095"/>
                </a:cubicBezTo>
                <a:cubicBezTo>
                  <a:pt x="790709" y="30197"/>
                  <a:pt x="790517" y="31373"/>
                  <a:pt x="790464" y="32622"/>
                </a:cubicBezTo>
                <a:lnTo>
                  <a:pt x="805386" y="32622"/>
                </a:lnTo>
                <a:close/>
                <a:moveTo>
                  <a:pt x="874283" y="36333"/>
                </a:moveTo>
                <a:cubicBezTo>
                  <a:pt x="874283" y="39246"/>
                  <a:pt x="873899" y="41927"/>
                  <a:pt x="873132" y="44377"/>
                </a:cubicBezTo>
                <a:cubicBezTo>
                  <a:pt x="872364" y="46827"/>
                  <a:pt x="871220" y="48939"/>
                  <a:pt x="869699" y="50714"/>
                </a:cubicBezTo>
                <a:cubicBezTo>
                  <a:pt x="868178" y="52489"/>
                  <a:pt x="866273" y="53872"/>
                  <a:pt x="863984" y="54865"/>
                </a:cubicBezTo>
                <a:cubicBezTo>
                  <a:pt x="861695" y="55858"/>
                  <a:pt x="859043" y="56355"/>
                  <a:pt x="856027" y="56355"/>
                </a:cubicBezTo>
                <a:cubicBezTo>
                  <a:pt x="853090" y="56355"/>
                  <a:pt x="850530" y="55918"/>
                  <a:pt x="848348" y="55044"/>
                </a:cubicBezTo>
                <a:cubicBezTo>
                  <a:pt x="846165" y="54170"/>
                  <a:pt x="844346" y="52899"/>
                  <a:pt x="842891" y="51230"/>
                </a:cubicBezTo>
                <a:cubicBezTo>
                  <a:pt x="841436" y="49562"/>
                  <a:pt x="840351" y="47536"/>
                  <a:pt x="839636" y="45152"/>
                </a:cubicBezTo>
                <a:cubicBezTo>
                  <a:pt x="838922" y="42768"/>
                  <a:pt x="838565" y="40067"/>
                  <a:pt x="838565" y="37047"/>
                </a:cubicBezTo>
                <a:cubicBezTo>
                  <a:pt x="838565" y="34134"/>
                  <a:pt x="838942" y="31453"/>
                  <a:pt x="839696" y="29003"/>
                </a:cubicBezTo>
                <a:cubicBezTo>
                  <a:pt x="840450" y="26553"/>
                  <a:pt x="841588" y="24441"/>
                  <a:pt x="843109" y="22667"/>
                </a:cubicBezTo>
                <a:cubicBezTo>
                  <a:pt x="844630" y="20892"/>
                  <a:pt x="846529" y="19515"/>
                  <a:pt x="848804" y="18535"/>
                </a:cubicBezTo>
                <a:cubicBezTo>
                  <a:pt x="851079" y="17555"/>
                  <a:pt x="853738" y="17065"/>
                  <a:pt x="856781" y="17065"/>
                </a:cubicBezTo>
                <a:cubicBezTo>
                  <a:pt x="859718" y="17065"/>
                  <a:pt x="862277" y="17502"/>
                  <a:pt x="864460" y="18376"/>
                </a:cubicBezTo>
                <a:cubicBezTo>
                  <a:pt x="866643" y="19250"/>
                  <a:pt x="868462" y="20521"/>
                  <a:pt x="869917" y="22190"/>
                </a:cubicBezTo>
                <a:cubicBezTo>
                  <a:pt x="871372" y="23858"/>
                  <a:pt x="872464" y="25884"/>
                  <a:pt x="873191" y="28268"/>
                </a:cubicBezTo>
                <a:cubicBezTo>
                  <a:pt x="873919" y="30652"/>
                  <a:pt x="874283" y="33340"/>
                  <a:pt x="874283" y="36333"/>
                </a:cubicBezTo>
                <a:moveTo>
                  <a:pt x="867377" y="36769"/>
                </a:moveTo>
                <a:cubicBezTo>
                  <a:pt x="867377" y="34836"/>
                  <a:pt x="867199" y="33007"/>
                  <a:pt x="866841" y="31285"/>
                </a:cubicBezTo>
                <a:cubicBezTo>
                  <a:pt x="866484" y="29563"/>
                  <a:pt x="865896" y="28053"/>
                  <a:pt x="865075" y="26755"/>
                </a:cubicBezTo>
                <a:cubicBezTo>
                  <a:pt x="864255" y="25457"/>
                  <a:pt x="863144" y="24430"/>
                  <a:pt x="861742" y="23675"/>
                </a:cubicBezTo>
                <a:cubicBezTo>
                  <a:pt x="860339" y="22920"/>
                  <a:pt x="858593" y="22542"/>
                  <a:pt x="856503" y="22542"/>
                </a:cubicBezTo>
                <a:cubicBezTo>
                  <a:pt x="854572" y="22542"/>
                  <a:pt x="852912" y="22886"/>
                  <a:pt x="851522" y="23575"/>
                </a:cubicBezTo>
                <a:cubicBezTo>
                  <a:pt x="850133" y="24264"/>
                  <a:pt x="848989" y="25238"/>
                  <a:pt x="848090" y="26497"/>
                </a:cubicBezTo>
                <a:cubicBezTo>
                  <a:pt x="847190" y="27755"/>
                  <a:pt x="846522" y="29246"/>
                  <a:pt x="846085" y="30968"/>
                </a:cubicBezTo>
                <a:cubicBezTo>
                  <a:pt x="845649" y="32689"/>
                  <a:pt x="845431" y="34570"/>
                  <a:pt x="845431" y="36611"/>
                </a:cubicBezTo>
                <a:cubicBezTo>
                  <a:pt x="845431" y="38571"/>
                  <a:pt x="845609" y="40412"/>
                  <a:pt x="845966" y="42135"/>
                </a:cubicBezTo>
                <a:cubicBezTo>
                  <a:pt x="846324" y="43857"/>
                  <a:pt x="846919" y="45360"/>
                  <a:pt x="847752" y="46645"/>
                </a:cubicBezTo>
                <a:cubicBezTo>
                  <a:pt x="848586" y="47930"/>
                  <a:pt x="849704" y="48950"/>
                  <a:pt x="851106" y="49706"/>
                </a:cubicBezTo>
                <a:cubicBezTo>
                  <a:pt x="852508" y="50461"/>
                  <a:pt x="854254" y="50838"/>
                  <a:pt x="856344" y="50838"/>
                </a:cubicBezTo>
                <a:cubicBezTo>
                  <a:pt x="858249" y="50838"/>
                  <a:pt x="859903" y="50494"/>
                  <a:pt x="861305" y="49805"/>
                </a:cubicBezTo>
                <a:cubicBezTo>
                  <a:pt x="862707" y="49116"/>
                  <a:pt x="863858" y="48149"/>
                  <a:pt x="864758" y="46904"/>
                </a:cubicBezTo>
                <a:cubicBezTo>
                  <a:pt x="865657" y="45658"/>
                  <a:pt x="866319" y="44175"/>
                  <a:pt x="866742" y="42453"/>
                </a:cubicBezTo>
                <a:cubicBezTo>
                  <a:pt x="867166" y="40731"/>
                  <a:pt x="867377" y="38836"/>
                  <a:pt x="867377" y="36769"/>
                </a:cubicBezTo>
                <a:close/>
                <a:moveTo>
                  <a:pt x="903700" y="4167"/>
                </a:moveTo>
                <a:cubicBezTo>
                  <a:pt x="903700" y="4670"/>
                  <a:pt x="903673" y="5073"/>
                  <a:pt x="903620" y="5378"/>
                </a:cubicBezTo>
                <a:cubicBezTo>
                  <a:pt x="903567" y="5682"/>
                  <a:pt x="903508" y="5926"/>
                  <a:pt x="903442" y="6112"/>
                </a:cubicBezTo>
                <a:cubicBezTo>
                  <a:pt x="903376" y="6297"/>
                  <a:pt x="903290" y="6423"/>
                  <a:pt x="903184" y="6489"/>
                </a:cubicBezTo>
                <a:cubicBezTo>
                  <a:pt x="903078" y="6555"/>
                  <a:pt x="902946" y="6588"/>
                  <a:pt x="902787" y="6588"/>
                </a:cubicBezTo>
                <a:cubicBezTo>
                  <a:pt x="902602" y="6588"/>
                  <a:pt x="902370" y="6528"/>
                  <a:pt x="902092" y="6409"/>
                </a:cubicBezTo>
                <a:cubicBezTo>
                  <a:pt x="901815" y="6290"/>
                  <a:pt x="901477" y="6158"/>
                  <a:pt x="901080" y="6012"/>
                </a:cubicBezTo>
                <a:cubicBezTo>
                  <a:pt x="900684" y="5867"/>
                  <a:pt x="900214" y="5735"/>
                  <a:pt x="899672" y="5616"/>
                </a:cubicBezTo>
                <a:cubicBezTo>
                  <a:pt x="899129" y="5497"/>
                  <a:pt x="898501" y="5437"/>
                  <a:pt x="897786" y="5437"/>
                </a:cubicBezTo>
                <a:cubicBezTo>
                  <a:pt x="896808" y="5437"/>
                  <a:pt x="895974" y="5595"/>
                  <a:pt x="895286" y="5912"/>
                </a:cubicBezTo>
                <a:cubicBezTo>
                  <a:pt x="894598" y="6229"/>
                  <a:pt x="894043" y="6723"/>
                  <a:pt x="893619" y="7395"/>
                </a:cubicBezTo>
                <a:cubicBezTo>
                  <a:pt x="893196" y="8067"/>
                  <a:pt x="892892" y="8938"/>
                  <a:pt x="892707" y="10006"/>
                </a:cubicBezTo>
                <a:cubicBezTo>
                  <a:pt x="892521" y="11074"/>
                  <a:pt x="892429" y="12373"/>
                  <a:pt x="892429" y="13903"/>
                </a:cubicBezTo>
                <a:lnTo>
                  <a:pt x="892429" y="17779"/>
                </a:lnTo>
                <a:lnTo>
                  <a:pt x="900406" y="17779"/>
                </a:lnTo>
                <a:cubicBezTo>
                  <a:pt x="900617" y="17779"/>
                  <a:pt x="900796" y="17826"/>
                  <a:pt x="900942" y="17918"/>
                </a:cubicBezTo>
                <a:cubicBezTo>
                  <a:pt x="901087" y="18011"/>
                  <a:pt x="901219" y="18170"/>
                  <a:pt x="901338" y="18395"/>
                </a:cubicBezTo>
                <a:cubicBezTo>
                  <a:pt x="901457" y="18620"/>
                  <a:pt x="901550" y="18904"/>
                  <a:pt x="901616" y="19248"/>
                </a:cubicBezTo>
                <a:cubicBezTo>
                  <a:pt x="901682" y="19592"/>
                  <a:pt x="901715" y="20015"/>
                  <a:pt x="901715" y="20518"/>
                </a:cubicBezTo>
                <a:cubicBezTo>
                  <a:pt x="901715" y="21470"/>
                  <a:pt x="901596" y="22158"/>
                  <a:pt x="901358" y="22582"/>
                </a:cubicBezTo>
                <a:cubicBezTo>
                  <a:pt x="901120" y="23005"/>
                  <a:pt x="900803" y="23217"/>
                  <a:pt x="900406" y="23217"/>
                </a:cubicBezTo>
                <a:lnTo>
                  <a:pt x="892429" y="23217"/>
                </a:lnTo>
                <a:lnTo>
                  <a:pt x="892429" y="54568"/>
                </a:lnTo>
                <a:cubicBezTo>
                  <a:pt x="892429" y="54779"/>
                  <a:pt x="892376" y="54958"/>
                  <a:pt x="892270" y="55105"/>
                </a:cubicBezTo>
                <a:cubicBezTo>
                  <a:pt x="892164" y="55250"/>
                  <a:pt x="891986" y="55376"/>
                  <a:pt x="891734" y="55482"/>
                </a:cubicBezTo>
                <a:cubicBezTo>
                  <a:pt x="891483" y="55587"/>
                  <a:pt x="891146" y="55667"/>
                  <a:pt x="890722" y="55720"/>
                </a:cubicBezTo>
                <a:cubicBezTo>
                  <a:pt x="890299" y="55773"/>
                  <a:pt x="889770" y="55799"/>
                  <a:pt x="889135" y="55799"/>
                </a:cubicBezTo>
                <a:cubicBezTo>
                  <a:pt x="888500" y="55799"/>
                  <a:pt x="887971" y="55773"/>
                  <a:pt x="887547" y="55720"/>
                </a:cubicBezTo>
                <a:cubicBezTo>
                  <a:pt x="887124" y="55667"/>
                  <a:pt x="886787" y="55587"/>
                  <a:pt x="886535" y="55482"/>
                </a:cubicBezTo>
                <a:cubicBezTo>
                  <a:pt x="886284" y="55376"/>
                  <a:pt x="886105" y="55250"/>
                  <a:pt x="886000" y="55105"/>
                </a:cubicBezTo>
                <a:cubicBezTo>
                  <a:pt x="885894" y="54958"/>
                  <a:pt x="885841" y="54779"/>
                  <a:pt x="885841" y="54568"/>
                </a:cubicBezTo>
                <a:lnTo>
                  <a:pt x="885841" y="23217"/>
                </a:lnTo>
                <a:lnTo>
                  <a:pt x="880801" y="23217"/>
                </a:lnTo>
                <a:cubicBezTo>
                  <a:pt x="880377" y="23217"/>
                  <a:pt x="880060" y="23005"/>
                  <a:pt x="879848" y="22582"/>
                </a:cubicBezTo>
                <a:cubicBezTo>
                  <a:pt x="879637" y="22158"/>
                  <a:pt x="879531" y="21470"/>
                  <a:pt x="879531" y="20518"/>
                </a:cubicBezTo>
                <a:cubicBezTo>
                  <a:pt x="879531" y="20015"/>
                  <a:pt x="879557" y="19592"/>
                  <a:pt x="879610" y="19248"/>
                </a:cubicBezTo>
                <a:cubicBezTo>
                  <a:pt x="879663" y="18904"/>
                  <a:pt x="879742" y="18620"/>
                  <a:pt x="879848" y="18395"/>
                </a:cubicBezTo>
                <a:cubicBezTo>
                  <a:pt x="879954" y="18170"/>
                  <a:pt x="880086" y="18011"/>
                  <a:pt x="880245" y="17918"/>
                </a:cubicBezTo>
                <a:cubicBezTo>
                  <a:pt x="880404" y="17826"/>
                  <a:pt x="880589" y="17779"/>
                  <a:pt x="880801" y="17779"/>
                </a:cubicBezTo>
                <a:lnTo>
                  <a:pt x="885841" y="17779"/>
                </a:lnTo>
                <a:lnTo>
                  <a:pt x="885841" y="14097"/>
                </a:lnTo>
                <a:cubicBezTo>
                  <a:pt x="885841" y="11615"/>
                  <a:pt x="886072" y="9483"/>
                  <a:pt x="886535" y="7702"/>
                </a:cubicBezTo>
                <a:cubicBezTo>
                  <a:pt x="886998" y="5920"/>
                  <a:pt x="887706" y="4461"/>
                  <a:pt x="888659" y="3326"/>
                </a:cubicBezTo>
                <a:cubicBezTo>
                  <a:pt x="889611" y="2191"/>
                  <a:pt x="890808" y="1353"/>
                  <a:pt x="892250" y="812"/>
                </a:cubicBezTo>
                <a:cubicBezTo>
                  <a:pt x="893692" y="271"/>
                  <a:pt x="895392" y="0"/>
                  <a:pt x="897350" y="0"/>
                </a:cubicBezTo>
                <a:cubicBezTo>
                  <a:pt x="898276" y="0"/>
                  <a:pt x="899176" y="86"/>
                  <a:pt x="900049" y="258"/>
                </a:cubicBezTo>
                <a:cubicBezTo>
                  <a:pt x="900922" y="430"/>
                  <a:pt x="901596" y="615"/>
                  <a:pt x="902073" y="814"/>
                </a:cubicBezTo>
                <a:cubicBezTo>
                  <a:pt x="902549" y="1012"/>
                  <a:pt x="902866" y="1191"/>
                  <a:pt x="903025" y="1349"/>
                </a:cubicBezTo>
                <a:cubicBezTo>
                  <a:pt x="903184" y="1508"/>
                  <a:pt x="903316" y="1713"/>
                  <a:pt x="903422" y="1964"/>
                </a:cubicBezTo>
                <a:cubicBezTo>
                  <a:pt x="903528" y="2216"/>
                  <a:pt x="903601" y="2520"/>
                  <a:pt x="903640" y="2877"/>
                </a:cubicBezTo>
                <a:cubicBezTo>
                  <a:pt x="903680" y="3234"/>
                  <a:pt x="903700" y="3664"/>
                  <a:pt x="903700" y="4167"/>
                </a:cubicBezTo>
                <a:close/>
                <a:moveTo>
                  <a:pt x="945110" y="51989"/>
                </a:moveTo>
                <a:cubicBezTo>
                  <a:pt x="945110" y="52756"/>
                  <a:pt x="945057" y="53365"/>
                  <a:pt x="944951" y="53815"/>
                </a:cubicBezTo>
                <a:cubicBezTo>
                  <a:pt x="944846" y="54265"/>
                  <a:pt x="944687" y="54595"/>
                  <a:pt x="944475" y="54807"/>
                </a:cubicBezTo>
                <a:cubicBezTo>
                  <a:pt x="944264" y="55019"/>
                  <a:pt x="943946" y="55217"/>
                  <a:pt x="943523" y="55402"/>
                </a:cubicBezTo>
                <a:cubicBezTo>
                  <a:pt x="943099" y="55587"/>
                  <a:pt x="942617" y="55740"/>
                  <a:pt x="942074" y="55859"/>
                </a:cubicBezTo>
                <a:cubicBezTo>
                  <a:pt x="941532" y="55978"/>
                  <a:pt x="940956" y="56077"/>
                  <a:pt x="940348" y="56156"/>
                </a:cubicBezTo>
                <a:cubicBezTo>
                  <a:pt x="939739" y="56236"/>
                  <a:pt x="939131" y="56275"/>
                  <a:pt x="938522" y="56275"/>
                </a:cubicBezTo>
                <a:cubicBezTo>
                  <a:pt x="936670" y="56275"/>
                  <a:pt x="935083" y="56030"/>
                  <a:pt x="933760" y="55540"/>
                </a:cubicBezTo>
                <a:cubicBezTo>
                  <a:pt x="932437" y="55049"/>
                  <a:pt x="931352" y="54306"/>
                  <a:pt x="930506" y="53311"/>
                </a:cubicBezTo>
                <a:cubicBezTo>
                  <a:pt x="929659" y="52317"/>
                  <a:pt x="929044" y="51057"/>
                  <a:pt x="928660" y="49532"/>
                </a:cubicBezTo>
                <a:cubicBezTo>
                  <a:pt x="928277" y="48008"/>
                  <a:pt x="928085" y="46211"/>
                  <a:pt x="928085" y="44142"/>
                </a:cubicBezTo>
                <a:lnTo>
                  <a:pt x="928085" y="23217"/>
                </a:lnTo>
                <a:lnTo>
                  <a:pt x="923084" y="23217"/>
                </a:lnTo>
                <a:cubicBezTo>
                  <a:pt x="922687" y="23217"/>
                  <a:pt x="922370" y="23005"/>
                  <a:pt x="922132" y="22582"/>
                </a:cubicBezTo>
                <a:cubicBezTo>
                  <a:pt x="921894" y="22158"/>
                  <a:pt x="921775" y="21470"/>
                  <a:pt x="921775" y="20518"/>
                </a:cubicBezTo>
                <a:cubicBezTo>
                  <a:pt x="921775" y="20015"/>
                  <a:pt x="921808" y="19592"/>
                  <a:pt x="921874" y="19248"/>
                </a:cubicBezTo>
                <a:cubicBezTo>
                  <a:pt x="921940" y="18904"/>
                  <a:pt x="922026" y="18620"/>
                  <a:pt x="922132" y="18395"/>
                </a:cubicBezTo>
                <a:cubicBezTo>
                  <a:pt x="922238" y="18170"/>
                  <a:pt x="922376" y="18011"/>
                  <a:pt x="922548" y="17918"/>
                </a:cubicBezTo>
                <a:cubicBezTo>
                  <a:pt x="922720" y="17826"/>
                  <a:pt x="922912" y="17779"/>
                  <a:pt x="923124" y="17779"/>
                </a:cubicBezTo>
                <a:lnTo>
                  <a:pt x="928085" y="17779"/>
                </a:lnTo>
                <a:lnTo>
                  <a:pt x="928085" y="9287"/>
                </a:lnTo>
                <a:cubicBezTo>
                  <a:pt x="928085" y="9101"/>
                  <a:pt x="928131" y="8929"/>
                  <a:pt x="928224" y="8771"/>
                </a:cubicBezTo>
                <a:cubicBezTo>
                  <a:pt x="928316" y="8612"/>
                  <a:pt x="928488" y="8473"/>
                  <a:pt x="928740" y="8354"/>
                </a:cubicBezTo>
                <a:cubicBezTo>
                  <a:pt x="928991" y="8235"/>
                  <a:pt x="929328" y="8149"/>
                  <a:pt x="929752" y="8096"/>
                </a:cubicBezTo>
                <a:cubicBezTo>
                  <a:pt x="930175" y="8043"/>
                  <a:pt x="930704" y="8017"/>
                  <a:pt x="931339" y="8017"/>
                </a:cubicBezTo>
                <a:cubicBezTo>
                  <a:pt x="932000" y="8017"/>
                  <a:pt x="932543" y="8043"/>
                  <a:pt x="932966" y="8096"/>
                </a:cubicBezTo>
                <a:cubicBezTo>
                  <a:pt x="933389" y="8149"/>
                  <a:pt x="933720" y="8235"/>
                  <a:pt x="933958" y="8354"/>
                </a:cubicBezTo>
                <a:cubicBezTo>
                  <a:pt x="934196" y="8473"/>
                  <a:pt x="934368" y="8612"/>
                  <a:pt x="934474" y="8771"/>
                </a:cubicBezTo>
                <a:cubicBezTo>
                  <a:pt x="934580" y="8929"/>
                  <a:pt x="934633" y="9101"/>
                  <a:pt x="934633" y="9287"/>
                </a:cubicBezTo>
                <a:lnTo>
                  <a:pt x="934633" y="17779"/>
                </a:lnTo>
                <a:lnTo>
                  <a:pt x="943801" y="17779"/>
                </a:lnTo>
                <a:cubicBezTo>
                  <a:pt x="944012" y="17779"/>
                  <a:pt x="944197" y="17826"/>
                  <a:pt x="944356" y="17918"/>
                </a:cubicBezTo>
                <a:cubicBezTo>
                  <a:pt x="944515" y="18011"/>
                  <a:pt x="944654" y="18170"/>
                  <a:pt x="944773" y="18395"/>
                </a:cubicBezTo>
                <a:cubicBezTo>
                  <a:pt x="944892" y="18620"/>
                  <a:pt x="944978" y="18904"/>
                  <a:pt x="945031" y="19248"/>
                </a:cubicBezTo>
                <a:cubicBezTo>
                  <a:pt x="945084" y="19592"/>
                  <a:pt x="945110" y="20015"/>
                  <a:pt x="945110" y="20518"/>
                </a:cubicBezTo>
                <a:cubicBezTo>
                  <a:pt x="945110" y="21470"/>
                  <a:pt x="944991" y="22158"/>
                  <a:pt x="944753" y="22582"/>
                </a:cubicBezTo>
                <a:cubicBezTo>
                  <a:pt x="944515" y="23005"/>
                  <a:pt x="944197" y="23217"/>
                  <a:pt x="943801" y="23217"/>
                </a:cubicBezTo>
                <a:lnTo>
                  <a:pt x="934633" y="23217"/>
                </a:lnTo>
                <a:lnTo>
                  <a:pt x="934633" y="43197"/>
                </a:lnTo>
                <a:cubicBezTo>
                  <a:pt x="934633" y="45665"/>
                  <a:pt x="934997" y="47529"/>
                  <a:pt x="935724" y="48789"/>
                </a:cubicBezTo>
                <a:cubicBezTo>
                  <a:pt x="936452" y="50049"/>
                  <a:pt x="937755" y="50680"/>
                  <a:pt x="939633" y="50680"/>
                </a:cubicBezTo>
                <a:cubicBezTo>
                  <a:pt x="940242" y="50680"/>
                  <a:pt x="940784" y="50620"/>
                  <a:pt x="941261" y="50501"/>
                </a:cubicBezTo>
                <a:cubicBezTo>
                  <a:pt x="941737" y="50382"/>
                  <a:pt x="942160" y="50256"/>
                  <a:pt x="942531" y="50124"/>
                </a:cubicBezTo>
                <a:cubicBezTo>
                  <a:pt x="942901" y="49992"/>
                  <a:pt x="943218" y="49866"/>
                  <a:pt x="943483" y="49747"/>
                </a:cubicBezTo>
                <a:cubicBezTo>
                  <a:pt x="943748" y="49628"/>
                  <a:pt x="943986" y="49568"/>
                  <a:pt x="944197" y="49568"/>
                </a:cubicBezTo>
                <a:cubicBezTo>
                  <a:pt x="944330" y="49568"/>
                  <a:pt x="944455" y="49601"/>
                  <a:pt x="944574" y="49667"/>
                </a:cubicBezTo>
                <a:cubicBezTo>
                  <a:pt x="944693" y="49734"/>
                  <a:pt x="944786" y="49859"/>
                  <a:pt x="944852" y="50045"/>
                </a:cubicBezTo>
                <a:cubicBezTo>
                  <a:pt x="944918" y="50230"/>
                  <a:pt x="944978" y="50481"/>
                  <a:pt x="945031" y="50799"/>
                </a:cubicBezTo>
                <a:cubicBezTo>
                  <a:pt x="945084" y="51116"/>
                  <a:pt x="945110" y="51513"/>
                  <a:pt x="945110" y="51989"/>
                </a:cubicBezTo>
                <a:close/>
                <a:moveTo>
                  <a:pt x="984384" y="54569"/>
                </a:moveTo>
                <a:cubicBezTo>
                  <a:pt x="984384" y="54780"/>
                  <a:pt x="984331" y="54959"/>
                  <a:pt x="984225" y="55105"/>
                </a:cubicBezTo>
                <a:cubicBezTo>
                  <a:pt x="984119" y="55250"/>
                  <a:pt x="983947" y="55376"/>
                  <a:pt x="983709" y="55482"/>
                </a:cubicBezTo>
                <a:cubicBezTo>
                  <a:pt x="983471" y="55587"/>
                  <a:pt x="983140" y="55667"/>
                  <a:pt x="982717" y="55720"/>
                </a:cubicBezTo>
                <a:cubicBezTo>
                  <a:pt x="982294" y="55773"/>
                  <a:pt x="981764" y="55799"/>
                  <a:pt x="981129" y="55799"/>
                </a:cubicBezTo>
                <a:cubicBezTo>
                  <a:pt x="980468" y="55799"/>
                  <a:pt x="979926" y="55773"/>
                  <a:pt x="979502" y="55720"/>
                </a:cubicBezTo>
                <a:cubicBezTo>
                  <a:pt x="979079" y="55667"/>
                  <a:pt x="978748" y="55587"/>
                  <a:pt x="978510" y="55482"/>
                </a:cubicBezTo>
                <a:cubicBezTo>
                  <a:pt x="978272" y="55376"/>
                  <a:pt x="978100" y="55250"/>
                  <a:pt x="977994" y="55105"/>
                </a:cubicBezTo>
                <a:cubicBezTo>
                  <a:pt x="977888" y="54959"/>
                  <a:pt x="977835" y="54780"/>
                  <a:pt x="977835" y="54569"/>
                </a:cubicBezTo>
                <a:lnTo>
                  <a:pt x="977835" y="33654"/>
                </a:lnTo>
                <a:cubicBezTo>
                  <a:pt x="977835" y="31617"/>
                  <a:pt x="977677" y="29976"/>
                  <a:pt x="977359" y="28733"/>
                </a:cubicBezTo>
                <a:cubicBezTo>
                  <a:pt x="977042" y="27489"/>
                  <a:pt x="976579" y="26418"/>
                  <a:pt x="975970" y="25518"/>
                </a:cubicBezTo>
                <a:cubicBezTo>
                  <a:pt x="975362" y="24619"/>
                  <a:pt x="974575" y="23931"/>
                  <a:pt x="973609" y="23455"/>
                </a:cubicBezTo>
                <a:cubicBezTo>
                  <a:pt x="972643" y="22978"/>
                  <a:pt x="971525" y="22740"/>
                  <a:pt x="970255" y="22740"/>
                </a:cubicBezTo>
                <a:cubicBezTo>
                  <a:pt x="968615" y="22740"/>
                  <a:pt x="966975" y="23322"/>
                  <a:pt x="965334" y="24486"/>
                </a:cubicBezTo>
                <a:cubicBezTo>
                  <a:pt x="963694" y="25651"/>
                  <a:pt x="961974" y="27357"/>
                  <a:pt x="960175" y="29606"/>
                </a:cubicBezTo>
                <a:lnTo>
                  <a:pt x="960175" y="54569"/>
                </a:lnTo>
                <a:cubicBezTo>
                  <a:pt x="960175" y="54780"/>
                  <a:pt x="960122" y="54959"/>
                  <a:pt x="960016" y="55105"/>
                </a:cubicBezTo>
                <a:cubicBezTo>
                  <a:pt x="959910" y="55250"/>
                  <a:pt x="959738" y="55376"/>
                  <a:pt x="959500" y="55482"/>
                </a:cubicBezTo>
                <a:cubicBezTo>
                  <a:pt x="959262" y="55587"/>
                  <a:pt x="958932" y="55667"/>
                  <a:pt x="958508" y="55720"/>
                </a:cubicBezTo>
                <a:cubicBezTo>
                  <a:pt x="958085" y="55773"/>
                  <a:pt x="957542" y="55799"/>
                  <a:pt x="956881" y="55799"/>
                </a:cubicBezTo>
                <a:cubicBezTo>
                  <a:pt x="956246" y="55799"/>
                  <a:pt x="955717" y="55773"/>
                  <a:pt x="955294" y="55720"/>
                </a:cubicBezTo>
                <a:cubicBezTo>
                  <a:pt x="954870" y="55667"/>
                  <a:pt x="954533" y="55587"/>
                  <a:pt x="954282" y="55482"/>
                </a:cubicBezTo>
                <a:cubicBezTo>
                  <a:pt x="954030" y="55376"/>
                  <a:pt x="953858" y="55250"/>
                  <a:pt x="953766" y="55105"/>
                </a:cubicBezTo>
                <a:cubicBezTo>
                  <a:pt x="953673" y="54958"/>
                  <a:pt x="953627" y="54779"/>
                  <a:pt x="953627" y="54568"/>
                </a:cubicBezTo>
                <a:lnTo>
                  <a:pt x="953627" y="1509"/>
                </a:lnTo>
                <a:cubicBezTo>
                  <a:pt x="953627" y="1298"/>
                  <a:pt x="953673" y="1112"/>
                  <a:pt x="953766" y="954"/>
                </a:cubicBezTo>
                <a:cubicBezTo>
                  <a:pt x="953858" y="794"/>
                  <a:pt x="954030" y="661"/>
                  <a:pt x="954282" y="556"/>
                </a:cubicBezTo>
                <a:cubicBezTo>
                  <a:pt x="954533" y="450"/>
                  <a:pt x="954870" y="370"/>
                  <a:pt x="955294" y="317"/>
                </a:cubicBezTo>
                <a:cubicBezTo>
                  <a:pt x="955717" y="265"/>
                  <a:pt x="956246" y="238"/>
                  <a:pt x="956881" y="238"/>
                </a:cubicBezTo>
                <a:cubicBezTo>
                  <a:pt x="957542" y="238"/>
                  <a:pt x="958085" y="265"/>
                  <a:pt x="958508" y="317"/>
                </a:cubicBezTo>
                <a:cubicBezTo>
                  <a:pt x="958932" y="370"/>
                  <a:pt x="959262" y="450"/>
                  <a:pt x="959500" y="557"/>
                </a:cubicBezTo>
                <a:cubicBezTo>
                  <a:pt x="959738" y="663"/>
                  <a:pt x="959910" y="795"/>
                  <a:pt x="960016" y="954"/>
                </a:cubicBezTo>
                <a:cubicBezTo>
                  <a:pt x="960122" y="1112"/>
                  <a:pt x="960175" y="1298"/>
                  <a:pt x="960175" y="1511"/>
                </a:cubicBezTo>
                <a:lnTo>
                  <a:pt x="960175" y="22939"/>
                </a:lnTo>
                <a:cubicBezTo>
                  <a:pt x="962054" y="20954"/>
                  <a:pt x="963945" y="19479"/>
                  <a:pt x="965850" y="18514"/>
                </a:cubicBezTo>
                <a:cubicBezTo>
                  <a:pt x="967755" y="17548"/>
                  <a:pt x="969673" y="17065"/>
                  <a:pt x="971605" y="17065"/>
                </a:cubicBezTo>
                <a:cubicBezTo>
                  <a:pt x="973986" y="17065"/>
                  <a:pt x="975990" y="17469"/>
                  <a:pt x="977617" y="18276"/>
                </a:cubicBezTo>
                <a:cubicBezTo>
                  <a:pt x="979244" y="19083"/>
                  <a:pt x="980561" y="20161"/>
                  <a:pt x="981566" y="21510"/>
                </a:cubicBezTo>
                <a:cubicBezTo>
                  <a:pt x="982571" y="22859"/>
                  <a:pt x="983292" y="24440"/>
                  <a:pt x="983729" y="26253"/>
                </a:cubicBezTo>
                <a:cubicBezTo>
                  <a:pt x="984165" y="28065"/>
                  <a:pt x="984384" y="30254"/>
                  <a:pt x="984384" y="32821"/>
                </a:cubicBezTo>
                <a:lnTo>
                  <a:pt x="984384" y="54569"/>
                </a:lnTo>
                <a:close/>
                <a:moveTo>
                  <a:pt x="1026452" y="35162"/>
                </a:moveTo>
                <a:cubicBezTo>
                  <a:pt x="1026452" y="36194"/>
                  <a:pt x="1026194" y="36928"/>
                  <a:pt x="1025678" y="37365"/>
                </a:cubicBezTo>
                <a:cubicBezTo>
                  <a:pt x="1025162" y="37801"/>
                  <a:pt x="1024573" y="38020"/>
                  <a:pt x="1023912" y="38020"/>
                </a:cubicBezTo>
                <a:lnTo>
                  <a:pt x="1000497" y="38020"/>
                </a:lnTo>
                <a:cubicBezTo>
                  <a:pt x="1000497" y="40010"/>
                  <a:pt x="1000695" y="41801"/>
                  <a:pt x="1001092" y="43393"/>
                </a:cubicBezTo>
                <a:cubicBezTo>
                  <a:pt x="1001489" y="44986"/>
                  <a:pt x="1002150" y="46352"/>
                  <a:pt x="1003076" y="47493"/>
                </a:cubicBezTo>
                <a:cubicBezTo>
                  <a:pt x="1004002" y="48634"/>
                  <a:pt x="1005206" y="49510"/>
                  <a:pt x="1006688" y="50121"/>
                </a:cubicBezTo>
                <a:cubicBezTo>
                  <a:pt x="1008169" y="50732"/>
                  <a:pt x="1009982" y="51037"/>
                  <a:pt x="1012125" y="51037"/>
                </a:cubicBezTo>
                <a:cubicBezTo>
                  <a:pt x="1013818" y="51037"/>
                  <a:pt x="1015326" y="50898"/>
                  <a:pt x="1016649" y="50620"/>
                </a:cubicBezTo>
                <a:cubicBezTo>
                  <a:pt x="1017972" y="50342"/>
                  <a:pt x="1019116" y="50031"/>
                  <a:pt x="1020082" y="49687"/>
                </a:cubicBezTo>
                <a:cubicBezTo>
                  <a:pt x="1021048" y="49343"/>
                  <a:pt x="1021841" y="49033"/>
                  <a:pt x="1022463" y="48755"/>
                </a:cubicBezTo>
                <a:cubicBezTo>
                  <a:pt x="1023085" y="48477"/>
                  <a:pt x="1023555" y="48338"/>
                  <a:pt x="1023872" y="48338"/>
                </a:cubicBezTo>
                <a:cubicBezTo>
                  <a:pt x="1024057" y="48338"/>
                  <a:pt x="1024223" y="48384"/>
                  <a:pt x="1024368" y="48477"/>
                </a:cubicBezTo>
                <a:cubicBezTo>
                  <a:pt x="1024514" y="48570"/>
                  <a:pt x="1024626" y="48708"/>
                  <a:pt x="1024705" y="48894"/>
                </a:cubicBezTo>
                <a:cubicBezTo>
                  <a:pt x="1024785" y="49079"/>
                  <a:pt x="1024844" y="49337"/>
                  <a:pt x="1024884" y="49667"/>
                </a:cubicBezTo>
                <a:cubicBezTo>
                  <a:pt x="1024924" y="49998"/>
                  <a:pt x="1024944" y="50402"/>
                  <a:pt x="1024944" y="50878"/>
                </a:cubicBezTo>
                <a:cubicBezTo>
                  <a:pt x="1024944" y="51222"/>
                  <a:pt x="1024930" y="51520"/>
                  <a:pt x="1024904" y="51771"/>
                </a:cubicBezTo>
                <a:cubicBezTo>
                  <a:pt x="1024877" y="52022"/>
                  <a:pt x="1024844" y="52247"/>
                  <a:pt x="1024805" y="52446"/>
                </a:cubicBezTo>
                <a:cubicBezTo>
                  <a:pt x="1024765" y="52644"/>
                  <a:pt x="1024699" y="52823"/>
                  <a:pt x="1024606" y="52981"/>
                </a:cubicBezTo>
                <a:cubicBezTo>
                  <a:pt x="1024514" y="53140"/>
                  <a:pt x="1024395" y="53292"/>
                  <a:pt x="1024249" y="53438"/>
                </a:cubicBezTo>
                <a:cubicBezTo>
                  <a:pt x="1024104" y="53583"/>
                  <a:pt x="1023674" y="53821"/>
                  <a:pt x="1022959" y="54152"/>
                </a:cubicBezTo>
                <a:cubicBezTo>
                  <a:pt x="1022245" y="54483"/>
                  <a:pt x="1021319" y="54807"/>
                  <a:pt x="1020181" y="55124"/>
                </a:cubicBezTo>
                <a:cubicBezTo>
                  <a:pt x="1019043" y="55442"/>
                  <a:pt x="1017727" y="55726"/>
                  <a:pt x="1016232" y="55978"/>
                </a:cubicBezTo>
                <a:cubicBezTo>
                  <a:pt x="1014738" y="56229"/>
                  <a:pt x="1013143" y="56355"/>
                  <a:pt x="1011450" y="56355"/>
                </a:cubicBezTo>
                <a:cubicBezTo>
                  <a:pt x="1008513" y="56355"/>
                  <a:pt x="1005940" y="55944"/>
                  <a:pt x="1003731" y="55123"/>
                </a:cubicBezTo>
                <a:cubicBezTo>
                  <a:pt x="1001522" y="54302"/>
                  <a:pt x="999663" y="53084"/>
                  <a:pt x="998155" y="51468"/>
                </a:cubicBezTo>
                <a:cubicBezTo>
                  <a:pt x="996647" y="49853"/>
                  <a:pt x="995509" y="47827"/>
                  <a:pt x="994742" y="45390"/>
                </a:cubicBezTo>
                <a:cubicBezTo>
                  <a:pt x="993975" y="42953"/>
                  <a:pt x="993591" y="40120"/>
                  <a:pt x="993591" y="36888"/>
                </a:cubicBezTo>
                <a:cubicBezTo>
                  <a:pt x="993591" y="33816"/>
                  <a:pt x="993988" y="31055"/>
                  <a:pt x="994782" y="28605"/>
                </a:cubicBezTo>
                <a:cubicBezTo>
                  <a:pt x="995576" y="26155"/>
                  <a:pt x="996720" y="24076"/>
                  <a:pt x="998215" y="22368"/>
                </a:cubicBezTo>
                <a:cubicBezTo>
                  <a:pt x="999710" y="20660"/>
                  <a:pt x="1001515" y="19349"/>
                  <a:pt x="1003632" y="18436"/>
                </a:cubicBezTo>
                <a:cubicBezTo>
                  <a:pt x="1005749" y="17522"/>
                  <a:pt x="1008117" y="17065"/>
                  <a:pt x="1010736" y="17065"/>
                </a:cubicBezTo>
                <a:cubicBezTo>
                  <a:pt x="1013540" y="17065"/>
                  <a:pt x="1015928" y="17515"/>
                  <a:pt x="1017899" y="18414"/>
                </a:cubicBezTo>
                <a:cubicBezTo>
                  <a:pt x="1019870" y="19314"/>
                  <a:pt x="1021491" y="20524"/>
                  <a:pt x="1022761" y="22046"/>
                </a:cubicBezTo>
                <a:cubicBezTo>
                  <a:pt x="1024031" y="23567"/>
                  <a:pt x="1024963" y="25353"/>
                  <a:pt x="1025559" y="27403"/>
                </a:cubicBezTo>
                <a:cubicBezTo>
                  <a:pt x="1026154" y="29454"/>
                  <a:pt x="1026452" y="31643"/>
                  <a:pt x="1026452" y="33972"/>
                </a:cubicBezTo>
                <a:lnTo>
                  <a:pt x="1026452" y="35162"/>
                </a:lnTo>
                <a:moveTo>
                  <a:pt x="1019864" y="33217"/>
                </a:moveTo>
                <a:cubicBezTo>
                  <a:pt x="1019943" y="29778"/>
                  <a:pt x="1019182" y="27079"/>
                  <a:pt x="1017582" y="25121"/>
                </a:cubicBezTo>
                <a:cubicBezTo>
                  <a:pt x="1015981" y="23164"/>
                  <a:pt x="1013606" y="22185"/>
                  <a:pt x="1010458" y="22185"/>
                </a:cubicBezTo>
                <a:cubicBezTo>
                  <a:pt x="1008844" y="22185"/>
                  <a:pt x="1007429" y="22489"/>
                  <a:pt x="1006212" y="23097"/>
                </a:cubicBezTo>
                <a:cubicBezTo>
                  <a:pt x="1004995" y="23706"/>
                  <a:pt x="1003976" y="24513"/>
                  <a:pt x="1003156" y="25518"/>
                </a:cubicBezTo>
                <a:cubicBezTo>
                  <a:pt x="1002336" y="26524"/>
                  <a:pt x="1001701" y="27694"/>
                  <a:pt x="1001251" y="29031"/>
                </a:cubicBezTo>
                <a:cubicBezTo>
                  <a:pt x="1000801" y="30367"/>
                  <a:pt x="1000550" y="31762"/>
                  <a:pt x="1000497" y="33217"/>
                </a:cubicBezTo>
                <a:lnTo>
                  <a:pt x="1019864" y="33217"/>
                </a:lnTo>
                <a:close/>
                <a:moveTo>
                  <a:pt x="1087873" y="36254"/>
                </a:moveTo>
                <a:cubicBezTo>
                  <a:pt x="1087873" y="39352"/>
                  <a:pt x="1087536" y="42139"/>
                  <a:pt x="1086861" y="44615"/>
                </a:cubicBezTo>
                <a:cubicBezTo>
                  <a:pt x="1086186" y="47091"/>
                  <a:pt x="1085194" y="49204"/>
                  <a:pt x="1083884" y="50952"/>
                </a:cubicBezTo>
                <a:cubicBezTo>
                  <a:pt x="1082575" y="52700"/>
                  <a:pt x="1080968" y="54038"/>
                  <a:pt x="1079063" y="54964"/>
                </a:cubicBezTo>
                <a:cubicBezTo>
                  <a:pt x="1077158" y="55891"/>
                  <a:pt x="1074975" y="56355"/>
                  <a:pt x="1072514" y="56355"/>
                </a:cubicBezTo>
                <a:cubicBezTo>
                  <a:pt x="1071377" y="56355"/>
                  <a:pt x="1070325" y="56242"/>
                  <a:pt x="1069359" y="56016"/>
                </a:cubicBezTo>
                <a:cubicBezTo>
                  <a:pt x="1068394" y="55791"/>
                  <a:pt x="1067448" y="55427"/>
                  <a:pt x="1066522" y="54925"/>
                </a:cubicBezTo>
                <a:cubicBezTo>
                  <a:pt x="1065596" y="54421"/>
                  <a:pt x="1064670" y="53785"/>
                  <a:pt x="1063744" y="53017"/>
                </a:cubicBezTo>
                <a:cubicBezTo>
                  <a:pt x="1062818" y="52249"/>
                  <a:pt x="1061839" y="51322"/>
                  <a:pt x="1060807" y="50237"/>
                </a:cubicBezTo>
                <a:lnTo>
                  <a:pt x="1060807" y="54576"/>
                </a:lnTo>
                <a:cubicBezTo>
                  <a:pt x="1060807" y="54786"/>
                  <a:pt x="1060754" y="54970"/>
                  <a:pt x="1060648" y="55128"/>
                </a:cubicBezTo>
                <a:cubicBezTo>
                  <a:pt x="1060542" y="55286"/>
                  <a:pt x="1060370" y="55411"/>
                  <a:pt x="1060132" y="55504"/>
                </a:cubicBezTo>
                <a:cubicBezTo>
                  <a:pt x="1059894" y="55596"/>
                  <a:pt x="1059596" y="55668"/>
                  <a:pt x="1059239" y="55720"/>
                </a:cubicBezTo>
                <a:cubicBezTo>
                  <a:pt x="1058882" y="55773"/>
                  <a:pt x="1058426" y="55799"/>
                  <a:pt x="1057870" y="55799"/>
                </a:cubicBezTo>
                <a:cubicBezTo>
                  <a:pt x="1057341" y="55799"/>
                  <a:pt x="1056891" y="55773"/>
                  <a:pt x="1056521" y="55720"/>
                </a:cubicBezTo>
                <a:cubicBezTo>
                  <a:pt x="1056150" y="55667"/>
                  <a:pt x="1055846" y="55594"/>
                  <a:pt x="1055608" y="55501"/>
                </a:cubicBezTo>
                <a:cubicBezTo>
                  <a:pt x="1055370" y="55409"/>
                  <a:pt x="1055211" y="55283"/>
                  <a:pt x="1055132" y="55124"/>
                </a:cubicBezTo>
                <a:cubicBezTo>
                  <a:pt x="1055052" y="54965"/>
                  <a:pt x="1055013" y="54779"/>
                  <a:pt x="1055013" y="54568"/>
                </a:cubicBezTo>
                <a:lnTo>
                  <a:pt x="1055013" y="1509"/>
                </a:lnTo>
                <a:cubicBezTo>
                  <a:pt x="1055013" y="1298"/>
                  <a:pt x="1055059" y="1112"/>
                  <a:pt x="1055152" y="954"/>
                </a:cubicBezTo>
                <a:cubicBezTo>
                  <a:pt x="1055244" y="794"/>
                  <a:pt x="1055416" y="661"/>
                  <a:pt x="1055667" y="556"/>
                </a:cubicBezTo>
                <a:cubicBezTo>
                  <a:pt x="1055919" y="450"/>
                  <a:pt x="1056256" y="370"/>
                  <a:pt x="1056679" y="317"/>
                </a:cubicBezTo>
                <a:cubicBezTo>
                  <a:pt x="1057103" y="265"/>
                  <a:pt x="1057632" y="238"/>
                  <a:pt x="1058267" y="238"/>
                </a:cubicBezTo>
                <a:cubicBezTo>
                  <a:pt x="1058928" y="238"/>
                  <a:pt x="1059471" y="265"/>
                  <a:pt x="1059894" y="317"/>
                </a:cubicBezTo>
                <a:cubicBezTo>
                  <a:pt x="1060317" y="370"/>
                  <a:pt x="1060648" y="450"/>
                  <a:pt x="1060886" y="557"/>
                </a:cubicBezTo>
                <a:cubicBezTo>
                  <a:pt x="1061124" y="663"/>
                  <a:pt x="1061296" y="795"/>
                  <a:pt x="1061402" y="955"/>
                </a:cubicBezTo>
                <a:cubicBezTo>
                  <a:pt x="1061508" y="1114"/>
                  <a:pt x="1061561" y="1299"/>
                  <a:pt x="1061561" y="1511"/>
                </a:cubicBezTo>
                <a:lnTo>
                  <a:pt x="1061561" y="22945"/>
                </a:lnTo>
                <a:cubicBezTo>
                  <a:pt x="1062619" y="21859"/>
                  <a:pt x="1063644" y="20946"/>
                  <a:pt x="1064637" y="20204"/>
                </a:cubicBezTo>
                <a:cubicBezTo>
                  <a:pt x="1065629" y="19462"/>
                  <a:pt x="1066601" y="18860"/>
                  <a:pt x="1067554" y="18397"/>
                </a:cubicBezTo>
                <a:cubicBezTo>
                  <a:pt x="1068506" y="17933"/>
                  <a:pt x="1069458" y="17596"/>
                  <a:pt x="1070411" y="17384"/>
                </a:cubicBezTo>
                <a:cubicBezTo>
                  <a:pt x="1071363" y="17171"/>
                  <a:pt x="1072369" y="17065"/>
                  <a:pt x="1073427" y="17065"/>
                </a:cubicBezTo>
                <a:cubicBezTo>
                  <a:pt x="1076020" y="17065"/>
                  <a:pt x="1078236" y="17582"/>
                  <a:pt x="1080075" y="18615"/>
                </a:cubicBezTo>
                <a:cubicBezTo>
                  <a:pt x="1081913" y="19648"/>
                  <a:pt x="1083408" y="21032"/>
                  <a:pt x="1084559" y="22766"/>
                </a:cubicBezTo>
                <a:cubicBezTo>
                  <a:pt x="1085710" y="24501"/>
                  <a:pt x="1086550" y="26534"/>
                  <a:pt x="1087079" y="28864"/>
                </a:cubicBezTo>
                <a:cubicBezTo>
                  <a:pt x="1087608" y="31194"/>
                  <a:pt x="1087873" y="33657"/>
                  <a:pt x="1087873" y="36254"/>
                </a:cubicBezTo>
                <a:moveTo>
                  <a:pt x="1080968" y="37008"/>
                </a:moveTo>
                <a:cubicBezTo>
                  <a:pt x="1080968" y="35179"/>
                  <a:pt x="1080829" y="33404"/>
                  <a:pt x="1080551" y="31682"/>
                </a:cubicBezTo>
                <a:cubicBezTo>
                  <a:pt x="1080273" y="29960"/>
                  <a:pt x="1079790" y="28437"/>
                  <a:pt x="1079102" y="27112"/>
                </a:cubicBezTo>
                <a:cubicBezTo>
                  <a:pt x="1078414" y="25787"/>
                  <a:pt x="1077502" y="24721"/>
                  <a:pt x="1076364" y="23914"/>
                </a:cubicBezTo>
                <a:cubicBezTo>
                  <a:pt x="1075226" y="23105"/>
                  <a:pt x="1073811" y="22701"/>
                  <a:pt x="1072117" y="22701"/>
                </a:cubicBezTo>
                <a:cubicBezTo>
                  <a:pt x="1071271" y="22701"/>
                  <a:pt x="1070437" y="22820"/>
                  <a:pt x="1069617" y="23059"/>
                </a:cubicBezTo>
                <a:cubicBezTo>
                  <a:pt x="1068797" y="23297"/>
                  <a:pt x="1067964" y="23694"/>
                  <a:pt x="1067117" y="24251"/>
                </a:cubicBezTo>
                <a:cubicBezTo>
                  <a:pt x="1066270" y="24807"/>
                  <a:pt x="1065391" y="25523"/>
                  <a:pt x="1064478" y="26398"/>
                </a:cubicBezTo>
                <a:cubicBezTo>
                  <a:pt x="1063565" y="27272"/>
                  <a:pt x="1062593" y="28372"/>
                  <a:pt x="1061561" y="29698"/>
                </a:cubicBezTo>
                <a:lnTo>
                  <a:pt x="1061561" y="43960"/>
                </a:lnTo>
                <a:cubicBezTo>
                  <a:pt x="1063360" y="46160"/>
                  <a:pt x="1065080" y="47837"/>
                  <a:pt x="1066720" y="48990"/>
                </a:cubicBezTo>
                <a:cubicBezTo>
                  <a:pt x="1068360" y="50143"/>
                  <a:pt x="1070067" y="50719"/>
                  <a:pt x="1071840" y="50719"/>
                </a:cubicBezTo>
                <a:cubicBezTo>
                  <a:pt x="1073480" y="50719"/>
                  <a:pt x="1074882" y="50322"/>
                  <a:pt x="1076046" y="49527"/>
                </a:cubicBezTo>
                <a:cubicBezTo>
                  <a:pt x="1077211" y="48732"/>
                  <a:pt x="1078156" y="47679"/>
                  <a:pt x="1078884" y="46367"/>
                </a:cubicBezTo>
                <a:cubicBezTo>
                  <a:pt x="1079612" y="45056"/>
                  <a:pt x="1080141" y="43586"/>
                  <a:pt x="1080471" y="41956"/>
                </a:cubicBezTo>
                <a:cubicBezTo>
                  <a:pt x="1080802" y="40326"/>
                  <a:pt x="1080968" y="38677"/>
                  <a:pt x="1080968" y="37008"/>
                </a:cubicBezTo>
                <a:close/>
                <a:moveTo>
                  <a:pt x="1127956" y="54569"/>
                </a:moveTo>
                <a:cubicBezTo>
                  <a:pt x="1127956" y="54780"/>
                  <a:pt x="1127910" y="54959"/>
                  <a:pt x="1127818" y="55105"/>
                </a:cubicBezTo>
                <a:cubicBezTo>
                  <a:pt x="1127725" y="55250"/>
                  <a:pt x="1127560" y="55376"/>
                  <a:pt x="1127321" y="55482"/>
                </a:cubicBezTo>
                <a:cubicBezTo>
                  <a:pt x="1127083" y="55587"/>
                  <a:pt x="1126772" y="55667"/>
                  <a:pt x="1126389" y="55720"/>
                </a:cubicBezTo>
                <a:cubicBezTo>
                  <a:pt x="1126005" y="55773"/>
                  <a:pt x="1125536" y="55799"/>
                  <a:pt x="1124980" y="55799"/>
                </a:cubicBezTo>
                <a:cubicBezTo>
                  <a:pt x="1124371" y="55799"/>
                  <a:pt x="1123875" y="55773"/>
                  <a:pt x="1123492" y="55720"/>
                </a:cubicBezTo>
                <a:cubicBezTo>
                  <a:pt x="1123108" y="55667"/>
                  <a:pt x="1122804" y="55587"/>
                  <a:pt x="1122579" y="55482"/>
                </a:cubicBezTo>
                <a:cubicBezTo>
                  <a:pt x="1122354" y="55376"/>
                  <a:pt x="1122202" y="55250"/>
                  <a:pt x="1122123" y="55105"/>
                </a:cubicBezTo>
                <a:cubicBezTo>
                  <a:pt x="1122043" y="54959"/>
                  <a:pt x="1122003" y="54780"/>
                  <a:pt x="1122003" y="54569"/>
                </a:cubicBezTo>
                <a:lnTo>
                  <a:pt x="1122003" y="49846"/>
                </a:lnTo>
                <a:cubicBezTo>
                  <a:pt x="1119966" y="52109"/>
                  <a:pt x="1117955" y="53760"/>
                  <a:pt x="1115971" y="54798"/>
                </a:cubicBezTo>
                <a:cubicBezTo>
                  <a:pt x="1113987" y="55836"/>
                  <a:pt x="1111976" y="56355"/>
                  <a:pt x="1109939" y="56355"/>
                </a:cubicBezTo>
                <a:cubicBezTo>
                  <a:pt x="1107558" y="56355"/>
                  <a:pt x="1105553" y="55957"/>
                  <a:pt x="1103926" y="55163"/>
                </a:cubicBezTo>
                <a:cubicBezTo>
                  <a:pt x="1102299" y="54368"/>
                  <a:pt x="1100983" y="53289"/>
                  <a:pt x="1099978" y="51926"/>
                </a:cubicBezTo>
                <a:cubicBezTo>
                  <a:pt x="1098972" y="50562"/>
                  <a:pt x="1098251" y="48973"/>
                  <a:pt x="1097815" y="47159"/>
                </a:cubicBezTo>
                <a:cubicBezTo>
                  <a:pt x="1097378" y="45344"/>
                  <a:pt x="1097160" y="43139"/>
                  <a:pt x="1097160" y="40543"/>
                </a:cubicBezTo>
                <a:lnTo>
                  <a:pt x="1097160" y="18852"/>
                </a:lnTo>
                <a:cubicBezTo>
                  <a:pt x="1097160" y="18641"/>
                  <a:pt x="1097206" y="18462"/>
                  <a:pt x="1097299" y="18317"/>
                </a:cubicBezTo>
                <a:cubicBezTo>
                  <a:pt x="1097391" y="18170"/>
                  <a:pt x="1097570" y="18037"/>
                  <a:pt x="1097834" y="17918"/>
                </a:cubicBezTo>
                <a:cubicBezTo>
                  <a:pt x="1098099" y="17799"/>
                  <a:pt x="1098443" y="17720"/>
                  <a:pt x="1098866" y="17680"/>
                </a:cubicBezTo>
                <a:cubicBezTo>
                  <a:pt x="1099290" y="17641"/>
                  <a:pt x="1099819" y="17621"/>
                  <a:pt x="1100454" y="17621"/>
                </a:cubicBezTo>
                <a:cubicBezTo>
                  <a:pt x="1101089" y="17621"/>
                  <a:pt x="1101618" y="17641"/>
                  <a:pt x="1102041" y="17680"/>
                </a:cubicBezTo>
                <a:cubicBezTo>
                  <a:pt x="1102465" y="17720"/>
                  <a:pt x="1102802" y="17799"/>
                  <a:pt x="1103053" y="17918"/>
                </a:cubicBezTo>
                <a:cubicBezTo>
                  <a:pt x="1103305" y="18037"/>
                  <a:pt x="1103483" y="18170"/>
                  <a:pt x="1103589" y="18317"/>
                </a:cubicBezTo>
                <a:cubicBezTo>
                  <a:pt x="1103695" y="18462"/>
                  <a:pt x="1103748" y="18641"/>
                  <a:pt x="1103748" y="18852"/>
                </a:cubicBezTo>
                <a:lnTo>
                  <a:pt x="1103748" y="39673"/>
                </a:lnTo>
                <a:cubicBezTo>
                  <a:pt x="1103748" y="41765"/>
                  <a:pt x="1103900" y="43441"/>
                  <a:pt x="1104204" y="44699"/>
                </a:cubicBezTo>
                <a:cubicBezTo>
                  <a:pt x="1104508" y="45958"/>
                  <a:pt x="1104971" y="47031"/>
                  <a:pt x="1105593" y="47919"/>
                </a:cubicBezTo>
                <a:cubicBezTo>
                  <a:pt x="1106215" y="48806"/>
                  <a:pt x="1107002" y="49495"/>
                  <a:pt x="1107954" y="49985"/>
                </a:cubicBezTo>
                <a:cubicBezTo>
                  <a:pt x="1108907" y="50474"/>
                  <a:pt x="1110018" y="50719"/>
                  <a:pt x="1111288" y="50719"/>
                </a:cubicBezTo>
                <a:cubicBezTo>
                  <a:pt x="1112929" y="50719"/>
                  <a:pt x="1114562" y="50134"/>
                  <a:pt x="1116189" y="48963"/>
                </a:cubicBezTo>
                <a:cubicBezTo>
                  <a:pt x="1117817" y="47792"/>
                  <a:pt x="1119543" y="46076"/>
                  <a:pt x="1121368" y="43814"/>
                </a:cubicBezTo>
                <a:lnTo>
                  <a:pt x="1121368" y="18851"/>
                </a:lnTo>
                <a:cubicBezTo>
                  <a:pt x="1121368" y="18639"/>
                  <a:pt x="1121415" y="18461"/>
                  <a:pt x="1121507" y="18315"/>
                </a:cubicBezTo>
                <a:cubicBezTo>
                  <a:pt x="1121600" y="18170"/>
                  <a:pt x="1121779" y="18037"/>
                  <a:pt x="1122043" y="17918"/>
                </a:cubicBezTo>
                <a:cubicBezTo>
                  <a:pt x="1122308" y="17799"/>
                  <a:pt x="1122645" y="17720"/>
                  <a:pt x="1123055" y="17680"/>
                </a:cubicBezTo>
                <a:cubicBezTo>
                  <a:pt x="1123465" y="17641"/>
                  <a:pt x="1124001" y="17621"/>
                  <a:pt x="1124662" y="17621"/>
                </a:cubicBezTo>
                <a:cubicBezTo>
                  <a:pt x="1125297" y="17621"/>
                  <a:pt x="1125827" y="17641"/>
                  <a:pt x="1126250" y="17680"/>
                </a:cubicBezTo>
                <a:cubicBezTo>
                  <a:pt x="1126673" y="17720"/>
                  <a:pt x="1127004" y="17799"/>
                  <a:pt x="1127242" y="17918"/>
                </a:cubicBezTo>
                <a:cubicBezTo>
                  <a:pt x="1127480" y="18037"/>
                  <a:pt x="1127659" y="18170"/>
                  <a:pt x="1127778" y="18315"/>
                </a:cubicBezTo>
                <a:cubicBezTo>
                  <a:pt x="1127897" y="18461"/>
                  <a:pt x="1127956" y="18639"/>
                  <a:pt x="1127956" y="18851"/>
                </a:cubicBezTo>
                <a:lnTo>
                  <a:pt x="1127956" y="54569"/>
                </a:lnTo>
                <a:close/>
                <a:moveTo>
                  <a:pt x="1169548" y="20438"/>
                </a:moveTo>
                <a:cubicBezTo>
                  <a:pt x="1169548" y="21364"/>
                  <a:pt x="1169422" y="22033"/>
                  <a:pt x="1169171" y="22443"/>
                </a:cubicBezTo>
                <a:cubicBezTo>
                  <a:pt x="1168920" y="22853"/>
                  <a:pt x="1168596" y="23058"/>
                  <a:pt x="1168199" y="23058"/>
                </a:cubicBezTo>
                <a:lnTo>
                  <a:pt x="1163079" y="23058"/>
                </a:lnTo>
                <a:cubicBezTo>
                  <a:pt x="1164005" y="24013"/>
                  <a:pt x="1164653" y="25068"/>
                  <a:pt x="1165024" y="26223"/>
                </a:cubicBezTo>
                <a:cubicBezTo>
                  <a:pt x="1165394" y="27377"/>
                  <a:pt x="1165579" y="28577"/>
                  <a:pt x="1165579" y="29824"/>
                </a:cubicBezTo>
                <a:cubicBezTo>
                  <a:pt x="1165579" y="31885"/>
                  <a:pt x="1165249" y="33707"/>
                  <a:pt x="1164587" y="35292"/>
                </a:cubicBezTo>
                <a:cubicBezTo>
                  <a:pt x="1163926" y="36877"/>
                  <a:pt x="1162980" y="38218"/>
                  <a:pt x="1161750" y="39314"/>
                </a:cubicBezTo>
                <a:cubicBezTo>
                  <a:pt x="1160519" y="40411"/>
                  <a:pt x="1159058" y="41249"/>
                  <a:pt x="1157364" y="41831"/>
                </a:cubicBezTo>
                <a:cubicBezTo>
                  <a:pt x="1155671" y="42412"/>
                  <a:pt x="1153792" y="42703"/>
                  <a:pt x="1151729" y="42703"/>
                </a:cubicBezTo>
                <a:cubicBezTo>
                  <a:pt x="1150274" y="42703"/>
                  <a:pt x="1148891" y="42511"/>
                  <a:pt x="1147582" y="42128"/>
                </a:cubicBezTo>
                <a:cubicBezTo>
                  <a:pt x="1146272" y="41746"/>
                  <a:pt x="1145260" y="41263"/>
                  <a:pt x="1144546" y="40682"/>
                </a:cubicBezTo>
                <a:cubicBezTo>
                  <a:pt x="1144069" y="41158"/>
                  <a:pt x="1143679" y="41701"/>
                  <a:pt x="1143375" y="42309"/>
                </a:cubicBezTo>
                <a:cubicBezTo>
                  <a:pt x="1143071" y="42917"/>
                  <a:pt x="1142918" y="43617"/>
                  <a:pt x="1142918" y="44410"/>
                </a:cubicBezTo>
                <a:cubicBezTo>
                  <a:pt x="1142918" y="45336"/>
                  <a:pt x="1143348" y="46104"/>
                  <a:pt x="1144208" y="46712"/>
                </a:cubicBezTo>
                <a:cubicBezTo>
                  <a:pt x="1145068" y="47320"/>
                  <a:pt x="1146212" y="47650"/>
                  <a:pt x="1147641" y="47703"/>
                </a:cubicBezTo>
                <a:lnTo>
                  <a:pt x="1156967" y="48101"/>
                </a:lnTo>
                <a:cubicBezTo>
                  <a:pt x="1158740" y="48154"/>
                  <a:pt x="1160367" y="48400"/>
                  <a:pt x="1161849" y="48838"/>
                </a:cubicBezTo>
                <a:cubicBezTo>
                  <a:pt x="1163330" y="49276"/>
                  <a:pt x="1164614" y="49900"/>
                  <a:pt x="1165698" y="50711"/>
                </a:cubicBezTo>
                <a:cubicBezTo>
                  <a:pt x="1166783" y="51520"/>
                  <a:pt x="1167630" y="52515"/>
                  <a:pt x="1168238" y="53697"/>
                </a:cubicBezTo>
                <a:cubicBezTo>
                  <a:pt x="1168847" y="54878"/>
                  <a:pt x="1169151" y="56253"/>
                  <a:pt x="1169151" y="57819"/>
                </a:cubicBezTo>
                <a:cubicBezTo>
                  <a:pt x="1169151" y="59465"/>
                  <a:pt x="1168807" y="61032"/>
                  <a:pt x="1168119" y="62518"/>
                </a:cubicBezTo>
                <a:cubicBezTo>
                  <a:pt x="1167431" y="64006"/>
                  <a:pt x="1166380" y="65313"/>
                  <a:pt x="1164964" y="66441"/>
                </a:cubicBezTo>
                <a:cubicBezTo>
                  <a:pt x="1163549" y="67570"/>
                  <a:pt x="1161743" y="68459"/>
                  <a:pt x="1159547" y="69110"/>
                </a:cubicBezTo>
                <a:cubicBezTo>
                  <a:pt x="1157351" y="69761"/>
                  <a:pt x="1154758" y="70086"/>
                  <a:pt x="1151768" y="70086"/>
                </a:cubicBezTo>
                <a:cubicBezTo>
                  <a:pt x="1148885" y="70086"/>
                  <a:pt x="1146431" y="69841"/>
                  <a:pt x="1144407" y="69351"/>
                </a:cubicBezTo>
                <a:cubicBezTo>
                  <a:pt x="1142383" y="68861"/>
                  <a:pt x="1140722" y="68193"/>
                  <a:pt x="1139426" y="67345"/>
                </a:cubicBezTo>
                <a:cubicBezTo>
                  <a:pt x="1138130" y="66499"/>
                  <a:pt x="1137190" y="65486"/>
                  <a:pt x="1136608" y="64308"/>
                </a:cubicBezTo>
                <a:cubicBezTo>
                  <a:pt x="1136026" y="63130"/>
                  <a:pt x="1135735" y="61852"/>
                  <a:pt x="1135735" y="60475"/>
                </a:cubicBezTo>
                <a:cubicBezTo>
                  <a:pt x="1135735" y="59601"/>
                  <a:pt x="1135841" y="58754"/>
                  <a:pt x="1136053" y="57933"/>
                </a:cubicBezTo>
                <a:cubicBezTo>
                  <a:pt x="1136264" y="57112"/>
                  <a:pt x="1136588" y="56331"/>
                  <a:pt x="1137025" y="55589"/>
                </a:cubicBezTo>
                <a:cubicBezTo>
                  <a:pt x="1137462" y="54849"/>
                  <a:pt x="1138004" y="54141"/>
                  <a:pt x="1138652" y="53466"/>
                </a:cubicBezTo>
                <a:cubicBezTo>
                  <a:pt x="1139300" y="52791"/>
                  <a:pt x="1140048" y="52122"/>
                  <a:pt x="1140894" y="51460"/>
                </a:cubicBezTo>
                <a:cubicBezTo>
                  <a:pt x="1139598" y="50796"/>
                  <a:pt x="1138639" y="49959"/>
                  <a:pt x="1138017" y="48949"/>
                </a:cubicBezTo>
                <a:cubicBezTo>
                  <a:pt x="1137395" y="47939"/>
                  <a:pt x="1137085" y="46849"/>
                  <a:pt x="1137085" y="45680"/>
                </a:cubicBezTo>
                <a:cubicBezTo>
                  <a:pt x="1137085" y="44060"/>
                  <a:pt x="1137415" y="42612"/>
                  <a:pt x="1138077" y="41336"/>
                </a:cubicBezTo>
                <a:cubicBezTo>
                  <a:pt x="1138738" y="40060"/>
                  <a:pt x="1139558" y="38917"/>
                  <a:pt x="1140537" y="37908"/>
                </a:cubicBezTo>
                <a:cubicBezTo>
                  <a:pt x="1139717" y="36931"/>
                  <a:pt x="1139069" y="35828"/>
                  <a:pt x="1138593" y="34599"/>
                </a:cubicBezTo>
                <a:cubicBezTo>
                  <a:pt x="1138116" y="33370"/>
                  <a:pt x="1137878" y="31885"/>
                  <a:pt x="1137878" y="30142"/>
                </a:cubicBezTo>
                <a:cubicBezTo>
                  <a:pt x="1137878" y="28108"/>
                  <a:pt x="1138222" y="26285"/>
                  <a:pt x="1138910" y="24674"/>
                </a:cubicBezTo>
                <a:cubicBezTo>
                  <a:pt x="1139598" y="23062"/>
                  <a:pt x="1140550" y="21702"/>
                  <a:pt x="1141768" y="20592"/>
                </a:cubicBezTo>
                <a:cubicBezTo>
                  <a:pt x="1142985" y="19483"/>
                  <a:pt x="1144446" y="18631"/>
                  <a:pt x="1146153" y="18036"/>
                </a:cubicBezTo>
                <a:cubicBezTo>
                  <a:pt x="1147859" y="17442"/>
                  <a:pt x="1149718" y="17145"/>
                  <a:pt x="1151729" y="17145"/>
                </a:cubicBezTo>
                <a:cubicBezTo>
                  <a:pt x="1152814" y="17145"/>
                  <a:pt x="1153826" y="17201"/>
                  <a:pt x="1154765" y="17313"/>
                </a:cubicBezTo>
                <a:cubicBezTo>
                  <a:pt x="1155704" y="17425"/>
                  <a:pt x="1156584" y="17580"/>
                  <a:pt x="1157404" y="17779"/>
                </a:cubicBezTo>
                <a:lnTo>
                  <a:pt x="1168199" y="17779"/>
                </a:lnTo>
                <a:cubicBezTo>
                  <a:pt x="1168648" y="17779"/>
                  <a:pt x="1168986" y="17998"/>
                  <a:pt x="1169211" y="18434"/>
                </a:cubicBezTo>
                <a:cubicBezTo>
                  <a:pt x="1169436" y="18871"/>
                  <a:pt x="1169548" y="19539"/>
                  <a:pt x="1169548" y="20438"/>
                </a:cubicBezTo>
                <a:moveTo>
                  <a:pt x="1159309" y="29864"/>
                </a:moveTo>
                <a:cubicBezTo>
                  <a:pt x="1159309" y="27437"/>
                  <a:pt x="1158641" y="25543"/>
                  <a:pt x="1157305" y="24184"/>
                </a:cubicBezTo>
                <a:cubicBezTo>
                  <a:pt x="1155969" y="22825"/>
                  <a:pt x="1154070" y="22145"/>
                  <a:pt x="1151610" y="22145"/>
                </a:cubicBezTo>
                <a:cubicBezTo>
                  <a:pt x="1150340" y="22145"/>
                  <a:pt x="1149235" y="22356"/>
                  <a:pt x="1148296" y="22779"/>
                </a:cubicBezTo>
                <a:cubicBezTo>
                  <a:pt x="1147357" y="23200"/>
                  <a:pt x="1146576" y="23781"/>
                  <a:pt x="1145954" y="24520"/>
                </a:cubicBezTo>
                <a:cubicBezTo>
                  <a:pt x="1145333" y="25259"/>
                  <a:pt x="1144870" y="26110"/>
                  <a:pt x="1144565" y="27074"/>
                </a:cubicBezTo>
                <a:cubicBezTo>
                  <a:pt x="1144261" y="28037"/>
                  <a:pt x="1144109" y="29046"/>
                  <a:pt x="1144109" y="30102"/>
                </a:cubicBezTo>
                <a:cubicBezTo>
                  <a:pt x="1144109" y="32450"/>
                  <a:pt x="1144777" y="34297"/>
                  <a:pt x="1146113" y="35643"/>
                </a:cubicBezTo>
                <a:cubicBezTo>
                  <a:pt x="1147449" y="36989"/>
                  <a:pt x="1149321" y="37662"/>
                  <a:pt x="1151729" y="37662"/>
                </a:cubicBezTo>
                <a:cubicBezTo>
                  <a:pt x="1153025" y="37662"/>
                  <a:pt x="1154150" y="37458"/>
                  <a:pt x="1155102" y="37050"/>
                </a:cubicBezTo>
                <a:cubicBezTo>
                  <a:pt x="1156055" y="36640"/>
                  <a:pt x="1156842" y="36073"/>
                  <a:pt x="1157463" y="35347"/>
                </a:cubicBezTo>
                <a:cubicBezTo>
                  <a:pt x="1158085" y="34621"/>
                  <a:pt x="1158548" y="33783"/>
                  <a:pt x="1158852" y="32833"/>
                </a:cubicBezTo>
                <a:cubicBezTo>
                  <a:pt x="1159157" y="31883"/>
                  <a:pt x="1159309" y="30893"/>
                  <a:pt x="1159309" y="29864"/>
                </a:cubicBezTo>
                <a:moveTo>
                  <a:pt x="1162603" y="58175"/>
                </a:moveTo>
                <a:cubicBezTo>
                  <a:pt x="1162603" y="56630"/>
                  <a:pt x="1161974" y="55438"/>
                  <a:pt x="1160718" y="54600"/>
                </a:cubicBezTo>
                <a:cubicBezTo>
                  <a:pt x="1159461" y="53761"/>
                  <a:pt x="1157761" y="53315"/>
                  <a:pt x="1155618" y="53262"/>
                </a:cubicBezTo>
                <a:lnTo>
                  <a:pt x="1146371" y="52942"/>
                </a:lnTo>
                <a:cubicBezTo>
                  <a:pt x="1145524" y="53607"/>
                  <a:pt x="1144830" y="54240"/>
                  <a:pt x="1144288" y="54839"/>
                </a:cubicBezTo>
                <a:cubicBezTo>
                  <a:pt x="1143745" y="55439"/>
                  <a:pt x="1143315" y="56011"/>
                  <a:pt x="1142998" y="56557"/>
                </a:cubicBezTo>
                <a:cubicBezTo>
                  <a:pt x="1142680" y="57102"/>
                  <a:pt x="1142462" y="57642"/>
                  <a:pt x="1142343" y="58174"/>
                </a:cubicBezTo>
                <a:cubicBezTo>
                  <a:pt x="1142224" y="58707"/>
                  <a:pt x="1142164" y="59253"/>
                  <a:pt x="1142164" y="59812"/>
                </a:cubicBezTo>
                <a:cubicBezTo>
                  <a:pt x="1142164" y="61544"/>
                  <a:pt x="1143037" y="62855"/>
                  <a:pt x="1144784" y="63747"/>
                </a:cubicBezTo>
                <a:cubicBezTo>
                  <a:pt x="1146530" y="64640"/>
                  <a:pt x="1148964" y="65086"/>
                  <a:pt x="1152086" y="65086"/>
                </a:cubicBezTo>
                <a:cubicBezTo>
                  <a:pt x="1154070" y="65086"/>
                  <a:pt x="1155731" y="64893"/>
                  <a:pt x="1157067" y="64506"/>
                </a:cubicBezTo>
                <a:cubicBezTo>
                  <a:pt x="1158403" y="64120"/>
                  <a:pt x="1159481" y="63608"/>
                  <a:pt x="1160301" y="62969"/>
                </a:cubicBezTo>
                <a:cubicBezTo>
                  <a:pt x="1161121" y="62330"/>
                  <a:pt x="1161710" y="61597"/>
                  <a:pt x="1162067" y="60771"/>
                </a:cubicBezTo>
                <a:cubicBezTo>
                  <a:pt x="1162424" y="59946"/>
                  <a:pt x="1162603" y="59081"/>
                  <a:pt x="1162603" y="58175"/>
                </a:cubicBezTo>
                <a:close/>
                <a:moveTo>
                  <a:pt x="1203910" y="54569"/>
                </a:moveTo>
                <a:cubicBezTo>
                  <a:pt x="1203910" y="54780"/>
                  <a:pt x="1203858" y="54959"/>
                  <a:pt x="1203752" y="55105"/>
                </a:cubicBezTo>
                <a:cubicBezTo>
                  <a:pt x="1203646" y="55250"/>
                  <a:pt x="1203474" y="55376"/>
                  <a:pt x="1203236" y="55482"/>
                </a:cubicBezTo>
                <a:cubicBezTo>
                  <a:pt x="1202998" y="55587"/>
                  <a:pt x="1202667" y="55667"/>
                  <a:pt x="1202244" y="55720"/>
                </a:cubicBezTo>
                <a:cubicBezTo>
                  <a:pt x="1201820" y="55773"/>
                  <a:pt x="1201278" y="55799"/>
                  <a:pt x="1200617" y="55799"/>
                </a:cubicBezTo>
                <a:cubicBezTo>
                  <a:pt x="1199982" y="55799"/>
                  <a:pt x="1199452" y="55773"/>
                  <a:pt x="1199029" y="55720"/>
                </a:cubicBezTo>
                <a:cubicBezTo>
                  <a:pt x="1198606" y="55667"/>
                  <a:pt x="1198268" y="55587"/>
                  <a:pt x="1198017" y="55482"/>
                </a:cubicBezTo>
                <a:cubicBezTo>
                  <a:pt x="1197766" y="55376"/>
                  <a:pt x="1197594" y="55250"/>
                  <a:pt x="1197501" y="55105"/>
                </a:cubicBezTo>
                <a:cubicBezTo>
                  <a:pt x="1197409" y="54959"/>
                  <a:pt x="1197362" y="54780"/>
                  <a:pt x="1197362" y="54569"/>
                </a:cubicBezTo>
                <a:lnTo>
                  <a:pt x="1197362" y="18851"/>
                </a:lnTo>
                <a:cubicBezTo>
                  <a:pt x="1197362" y="18666"/>
                  <a:pt x="1197409" y="18494"/>
                  <a:pt x="1197501" y="18335"/>
                </a:cubicBezTo>
                <a:cubicBezTo>
                  <a:pt x="1197594" y="18176"/>
                  <a:pt x="1197766" y="18044"/>
                  <a:pt x="1198017" y="17938"/>
                </a:cubicBezTo>
                <a:cubicBezTo>
                  <a:pt x="1198268" y="17832"/>
                  <a:pt x="1198606" y="17753"/>
                  <a:pt x="1199029" y="17700"/>
                </a:cubicBezTo>
                <a:cubicBezTo>
                  <a:pt x="1199452" y="17647"/>
                  <a:pt x="1199982" y="17621"/>
                  <a:pt x="1200617" y="17621"/>
                </a:cubicBezTo>
                <a:cubicBezTo>
                  <a:pt x="1201278" y="17621"/>
                  <a:pt x="1201820" y="17647"/>
                  <a:pt x="1202244" y="17700"/>
                </a:cubicBezTo>
                <a:cubicBezTo>
                  <a:pt x="1202667" y="17753"/>
                  <a:pt x="1202998" y="17832"/>
                  <a:pt x="1203236" y="17938"/>
                </a:cubicBezTo>
                <a:cubicBezTo>
                  <a:pt x="1203474" y="18044"/>
                  <a:pt x="1203646" y="18176"/>
                  <a:pt x="1203752" y="18335"/>
                </a:cubicBezTo>
                <a:cubicBezTo>
                  <a:pt x="1203858" y="18494"/>
                  <a:pt x="1203910" y="18666"/>
                  <a:pt x="1203910" y="18851"/>
                </a:cubicBezTo>
                <a:lnTo>
                  <a:pt x="1203910" y="54569"/>
                </a:lnTo>
                <a:moveTo>
                  <a:pt x="1204665" y="6747"/>
                </a:moveTo>
                <a:cubicBezTo>
                  <a:pt x="1204665" y="8281"/>
                  <a:pt x="1204373" y="9326"/>
                  <a:pt x="1203791" y="9882"/>
                </a:cubicBezTo>
                <a:cubicBezTo>
                  <a:pt x="1203209" y="10438"/>
                  <a:pt x="1202138" y="10715"/>
                  <a:pt x="1200577" y="10715"/>
                </a:cubicBezTo>
                <a:cubicBezTo>
                  <a:pt x="1199042" y="10715"/>
                  <a:pt x="1197991" y="10444"/>
                  <a:pt x="1197422" y="9902"/>
                </a:cubicBezTo>
                <a:cubicBezTo>
                  <a:pt x="1196853" y="9359"/>
                  <a:pt x="1196569" y="8334"/>
                  <a:pt x="1196569" y="6826"/>
                </a:cubicBezTo>
                <a:cubicBezTo>
                  <a:pt x="1196569" y="5292"/>
                  <a:pt x="1196860" y="4246"/>
                  <a:pt x="1197442" y="3691"/>
                </a:cubicBezTo>
                <a:cubicBezTo>
                  <a:pt x="1198024" y="3135"/>
                  <a:pt x="1199095" y="2857"/>
                  <a:pt x="1200656" y="2857"/>
                </a:cubicBezTo>
                <a:cubicBezTo>
                  <a:pt x="1202191" y="2857"/>
                  <a:pt x="1203242" y="3129"/>
                  <a:pt x="1203811" y="3671"/>
                </a:cubicBezTo>
                <a:cubicBezTo>
                  <a:pt x="1204380" y="4213"/>
                  <a:pt x="1204665" y="5239"/>
                  <a:pt x="1204665" y="6747"/>
                </a:cubicBezTo>
                <a:close/>
                <a:moveTo>
                  <a:pt x="1246870" y="54569"/>
                </a:moveTo>
                <a:cubicBezTo>
                  <a:pt x="1246870" y="54780"/>
                  <a:pt x="1246817" y="54959"/>
                  <a:pt x="1246711" y="55105"/>
                </a:cubicBezTo>
                <a:cubicBezTo>
                  <a:pt x="1246605" y="55250"/>
                  <a:pt x="1246433" y="55376"/>
                  <a:pt x="1246195" y="55482"/>
                </a:cubicBezTo>
                <a:cubicBezTo>
                  <a:pt x="1245957" y="55587"/>
                  <a:pt x="1245626" y="55667"/>
                  <a:pt x="1245203" y="55720"/>
                </a:cubicBezTo>
                <a:cubicBezTo>
                  <a:pt x="1244780" y="55773"/>
                  <a:pt x="1244250" y="55799"/>
                  <a:pt x="1243616" y="55799"/>
                </a:cubicBezTo>
                <a:cubicBezTo>
                  <a:pt x="1242954" y="55799"/>
                  <a:pt x="1242412" y="55773"/>
                  <a:pt x="1241988" y="55720"/>
                </a:cubicBezTo>
                <a:cubicBezTo>
                  <a:pt x="1241565" y="55667"/>
                  <a:pt x="1241234" y="55587"/>
                  <a:pt x="1240996" y="55482"/>
                </a:cubicBezTo>
                <a:cubicBezTo>
                  <a:pt x="1240758" y="55376"/>
                  <a:pt x="1240586" y="55250"/>
                  <a:pt x="1240480" y="55105"/>
                </a:cubicBezTo>
                <a:cubicBezTo>
                  <a:pt x="1240374" y="54959"/>
                  <a:pt x="1240322" y="54780"/>
                  <a:pt x="1240322" y="54569"/>
                </a:cubicBezTo>
                <a:lnTo>
                  <a:pt x="1240322" y="33654"/>
                </a:lnTo>
                <a:cubicBezTo>
                  <a:pt x="1240322" y="31617"/>
                  <a:pt x="1240163" y="29976"/>
                  <a:pt x="1239845" y="28733"/>
                </a:cubicBezTo>
                <a:cubicBezTo>
                  <a:pt x="1239528" y="27489"/>
                  <a:pt x="1239065" y="26418"/>
                  <a:pt x="1238456" y="25518"/>
                </a:cubicBezTo>
                <a:cubicBezTo>
                  <a:pt x="1237848" y="24619"/>
                  <a:pt x="1237061" y="23931"/>
                  <a:pt x="1236095" y="23455"/>
                </a:cubicBezTo>
                <a:cubicBezTo>
                  <a:pt x="1235129" y="22978"/>
                  <a:pt x="1234011" y="22740"/>
                  <a:pt x="1232741" y="22740"/>
                </a:cubicBezTo>
                <a:cubicBezTo>
                  <a:pt x="1231101" y="22740"/>
                  <a:pt x="1229461" y="23322"/>
                  <a:pt x="1227820" y="24486"/>
                </a:cubicBezTo>
                <a:cubicBezTo>
                  <a:pt x="1226180" y="25651"/>
                  <a:pt x="1224460" y="27357"/>
                  <a:pt x="1222661" y="29606"/>
                </a:cubicBezTo>
                <a:lnTo>
                  <a:pt x="1222661" y="54569"/>
                </a:lnTo>
                <a:cubicBezTo>
                  <a:pt x="1222661" y="54780"/>
                  <a:pt x="1222608" y="54959"/>
                  <a:pt x="1222502" y="55105"/>
                </a:cubicBezTo>
                <a:cubicBezTo>
                  <a:pt x="1222397" y="55250"/>
                  <a:pt x="1222225" y="55376"/>
                  <a:pt x="1221986" y="55482"/>
                </a:cubicBezTo>
                <a:cubicBezTo>
                  <a:pt x="1221748" y="55587"/>
                  <a:pt x="1221418" y="55667"/>
                  <a:pt x="1220994" y="55720"/>
                </a:cubicBezTo>
                <a:cubicBezTo>
                  <a:pt x="1220571" y="55773"/>
                  <a:pt x="1220029" y="55799"/>
                  <a:pt x="1219367" y="55799"/>
                </a:cubicBezTo>
                <a:cubicBezTo>
                  <a:pt x="1218732" y="55799"/>
                  <a:pt x="1218203" y="55773"/>
                  <a:pt x="1217780" y="55720"/>
                </a:cubicBezTo>
                <a:cubicBezTo>
                  <a:pt x="1217356" y="55667"/>
                  <a:pt x="1217019" y="55587"/>
                  <a:pt x="1216768" y="55482"/>
                </a:cubicBezTo>
                <a:cubicBezTo>
                  <a:pt x="1216516" y="55376"/>
                  <a:pt x="1216344" y="55250"/>
                  <a:pt x="1216252" y="55105"/>
                </a:cubicBezTo>
                <a:cubicBezTo>
                  <a:pt x="1216159" y="54959"/>
                  <a:pt x="1216113" y="54780"/>
                  <a:pt x="1216113" y="54569"/>
                </a:cubicBezTo>
                <a:lnTo>
                  <a:pt x="1216113" y="18851"/>
                </a:lnTo>
                <a:cubicBezTo>
                  <a:pt x="1216113" y="18639"/>
                  <a:pt x="1216153" y="18461"/>
                  <a:pt x="1216232" y="18315"/>
                </a:cubicBezTo>
                <a:cubicBezTo>
                  <a:pt x="1216311" y="18170"/>
                  <a:pt x="1216470" y="18037"/>
                  <a:pt x="1216708" y="17918"/>
                </a:cubicBezTo>
                <a:cubicBezTo>
                  <a:pt x="1216946" y="17799"/>
                  <a:pt x="1217251" y="17720"/>
                  <a:pt x="1217621" y="17680"/>
                </a:cubicBezTo>
                <a:cubicBezTo>
                  <a:pt x="1217991" y="17641"/>
                  <a:pt x="1218481" y="17621"/>
                  <a:pt x="1219089" y="17621"/>
                </a:cubicBezTo>
                <a:cubicBezTo>
                  <a:pt x="1219671" y="17621"/>
                  <a:pt x="1220154" y="17641"/>
                  <a:pt x="1220538" y="17680"/>
                </a:cubicBezTo>
                <a:cubicBezTo>
                  <a:pt x="1220922" y="17720"/>
                  <a:pt x="1221219" y="17799"/>
                  <a:pt x="1221431" y="17918"/>
                </a:cubicBezTo>
                <a:cubicBezTo>
                  <a:pt x="1221642" y="18037"/>
                  <a:pt x="1221795" y="18170"/>
                  <a:pt x="1221887" y="18315"/>
                </a:cubicBezTo>
                <a:cubicBezTo>
                  <a:pt x="1221980" y="18461"/>
                  <a:pt x="1222026" y="18639"/>
                  <a:pt x="1222026" y="18851"/>
                </a:cubicBezTo>
                <a:lnTo>
                  <a:pt x="1222026" y="23574"/>
                </a:lnTo>
                <a:cubicBezTo>
                  <a:pt x="1224037" y="21325"/>
                  <a:pt x="1226041" y="19678"/>
                  <a:pt x="1228039" y="18633"/>
                </a:cubicBezTo>
                <a:cubicBezTo>
                  <a:pt x="1230036" y="17588"/>
                  <a:pt x="1232054" y="17065"/>
                  <a:pt x="1234091" y="17065"/>
                </a:cubicBezTo>
                <a:cubicBezTo>
                  <a:pt x="1236472" y="17065"/>
                  <a:pt x="1238476" y="17469"/>
                  <a:pt x="1240103" y="18276"/>
                </a:cubicBezTo>
                <a:cubicBezTo>
                  <a:pt x="1241730" y="19083"/>
                  <a:pt x="1243047" y="20161"/>
                  <a:pt x="1244052" y="21510"/>
                </a:cubicBezTo>
                <a:cubicBezTo>
                  <a:pt x="1245057" y="22859"/>
                  <a:pt x="1245778" y="24440"/>
                  <a:pt x="1246215" y="26253"/>
                </a:cubicBezTo>
                <a:cubicBezTo>
                  <a:pt x="1246652" y="28065"/>
                  <a:pt x="1246870" y="30241"/>
                  <a:pt x="1246870" y="32781"/>
                </a:cubicBezTo>
                <a:lnTo>
                  <a:pt x="1246870" y="54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detail.">
            <a:extLst xmlns:a="http://schemas.openxmlformats.org/drawingml/2006/main">
              <a:ext uri="{FF2B5EF4-FFF2-40B4-BE49-F238E27FC236}">
                <a16:creationId xmlns:a16="http://schemas.microsoft.com/office/drawing/2014/main" id="{2657D87B-EF57-4C4C-A4E4-1A5ACD9A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95" y="683121"/>
            <a:ext cx="195516" cy="56117"/>
          </a:xfrm>
          <a:custGeom xmlns:a="http://schemas.openxmlformats.org/drawingml/2006/main">
            <a:pathLst>
              <a:path w="195516" h="56117">
                <a:moveTo>
                  <a:pt x="32860" y="54329"/>
                </a:moveTo>
                <a:cubicBezTo>
                  <a:pt x="32860" y="54541"/>
                  <a:pt x="32814" y="54727"/>
                  <a:pt x="32721" y="54886"/>
                </a:cubicBezTo>
                <a:cubicBezTo>
                  <a:pt x="32629" y="55045"/>
                  <a:pt x="32470" y="55171"/>
                  <a:pt x="32245" y="55263"/>
                </a:cubicBezTo>
                <a:cubicBezTo>
                  <a:pt x="32020" y="55356"/>
                  <a:pt x="31723" y="55429"/>
                  <a:pt x="31352" y="55482"/>
                </a:cubicBezTo>
                <a:cubicBezTo>
                  <a:pt x="30982" y="55534"/>
                  <a:pt x="30532" y="55561"/>
                  <a:pt x="30003" y="55561"/>
                </a:cubicBezTo>
                <a:cubicBezTo>
                  <a:pt x="29447" y="55561"/>
                  <a:pt x="28984" y="55534"/>
                  <a:pt x="28614" y="55482"/>
                </a:cubicBezTo>
                <a:cubicBezTo>
                  <a:pt x="28243" y="55429"/>
                  <a:pt x="27939" y="55358"/>
                  <a:pt x="27701" y="55266"/>
                </a:cubicBezTo>
                <a:cubicBezTo>
                  <a:pt x="27463" y="55173"/>
                  <a:pt x="27291" y="55048"/>
                  <a:pt x="27185" y="54890"/>
                </a:cubicBezTo>
                <a:cubicBezTo>
                  <a:pt x="27079" y="54732"/>
                  <a:pt x="27026" y="54548"/>
                  <a:pt x="27026" y="54338"/>
                </a:cubicBezTo>
                <a:lnTo>
                  <a:pt x="27026" y="49641"/>
                </a:lnTo>
                <a:cubicBezTo>
                  <a:pt x="25148" y="51680"/>
                  <a:pt x="23197" y="53269"/>
                  <a:pt x="21173" y="54409"/>
                </a:cubicBezTo>
                <a:cubicBezTo>
                  <a:pt x="19149" y="55547"/>
                  <a:pt x="16933" y="56117"/>
                  <a:pt x="14525" y="56117"/>
                </a:cubicBezTo>
                <a:cubicBezTo>
                  <a:pt x="11906" y="56117"/>
                  <a:pt x="9670" y="55607"/>
                  <a:pt x="7818" y="54587"/>
                </a:cubicBezTo>
                <a:cubicBezTo>
                  <a:pt x="5966" y="53568"/>
                  <a:pt x="4465" y="52191"/>
                  <a:pt x="3314" y="50456"/>
                </a:cubicBezTo>
                <a:cubicBezTo>
                  <a:pt x="2163" y="48721"/>
                  <a:pt x="1323" y="46682"/>
                  <a:pt x="794" y="44338"/>
                </a:cubicBezTo>
                <a:cubicBezTo>
                  <a:pt x="265" y="41994"/>
                  <a:pt x="0" y="39524"/>
                  <a:pt x="0" y="36928"/>
                </a:cubicBezTo>
                <a:cubicBezTo>
                  <a:pt x="0" y="33857"/>
                  <a:pt x="331" y="31083"/>
                  <a:pt x="992" y="28606"/>
                </a:cubicBezTo>
                <a:cubicBezTo>
                  <a:pt x="1654" y="26130"/>
                  <a:pt x="2633" y="24018"/>
                  <a:pt x="3929" y="22270"/>
                </a:cubicBezTo>
                <a:cubicBezTo>
                  <a:pt x="5225" y="20522"/>
                  <a:pt x="6833" y="19177"/>
                  <a:pt x="8751" y="18237"/>
                </a:cubicBezTo>
                <a:cubicBezTo>
                  <a:pt x="10669" y="17297"/>
                  <a:pt x="12885" y="16827"/>
                  <a:pt x="15398" y="16827"/>
                </a:cubicBezTo>
                <a:cubicBezTo>
                  <a:pt x="17488" y="16827"/>
                  <a:pt x="19400" y="17284"/>
                  <a:pt x="21133" y="18197"/>
                </a:cubicBezTo>
                <a:cubicBezTo>
                  <a:pt x="22866" y="19111"/>
                  <a:pt x="24579" y="20455"/>
                  <a:pt x="26272" y="22229"/>
                </a:cubicBezTo>
                <a:lnTo>
                  <a:pt x="26272" y="1431"/>
                </a:lnTo>
                <a:cubicBezTo>
                  <a:pt x="26272" y="1246"/>
                  <a:pt x="26319" y="1067"/>
                  <a:pt x="26411" y="895"/>
                </a:cubicBezTo>
                <a:cubicBezTo>
                  <a:pt x="26504" y="723"/>
                  <a:pt x="26682" y="590"/>
                  <a:pt x="26947" y="497"/>
                </a:cubicBezTo>
                <a:cubicBezTo>
                  <a:pt x="27212" y="404"/>
                  <a:pt x="27549" y="324"/>
                  <a:pt x="27959" y="258"/>
                </a:cubicBezTo>
                <a:cubicBezTo>
                  <a:pt x="28369" y="192"/>
                  <a:pt x="28892" y="159"/>
                  <a:pt x="29527" y="159"/>
                </a:cubicBezTo>
                <a:cubicBezTo>
                  <a:pt x="30188" y="159"/>
                  <a:pt x="30730" y="192"/>
                  <a:pt x="31154" y="258"/>
                </a:cubicBezTo>
                <a:cubicBezTo>
                  <a:pt x="31577" y="324"/>
                  <a:pt x="31908" y="403"/>
                  <a:pt x="32146" y="496"/>
                </a:cubicBezTo>
                <a:cubicBezTo>
                  <a:pt x="32384" y="589"/>
                  <a:pt x="32563" y="721"/>
                  <a:pt x="32682" y="894"/>
                </a:cubicBezTo>
                <a:cubicBezTo>
                  <a:pt x="32801" y="1066"/>
                  <a:pt x="32860" y="1245"/>
                  <a:pt x="32860" y="1430"/>
                </a:cubicBezTo>
                <a:lnTo>
                  <a:pt x="32860" y="54329"/>
                </a:lnTo>
                <a:moveTo>
                  <a:pt x="26272" y="29222"/>
                </a:moveTo>
                <a:cubicBezTo>
                  <a:pt x="24500" y="27021"/>
                  <a:pt x="22787" y="25345"/>
                  <a:pt x="21133" y="24193"/>
                </a:cubicBezTo>
                <a:cubicBezTo>
                  <a:pt x="19479" y="23039"/>
                  <a:pt x="17753" y="22462"/>
                  <a:pt x="15954" y="22462"/>
                </a:cubicBezTo>
                <a:cubicBezTo>
                  <a:pt x="14287" y="22462"/>
                  <a:pt x="12872" y="22860"/>
                  <a:pt x="11707" y="23656"/>
                </a:cubicBezTo>
                <a:cubicBezTo>
                  <a:pt x="10543" y="24450"/>
                  <a:pt x="9597" y="25496"/>
                  <a:pt x="8870" y="26795"/>
                </a:cubicBezTo>
                <a:cubicBezTo>
                  <a:pt x="8142" y="28093"/>
                  <a:pt x="7613" y="29563"/>
                  <a:pt x="7282" y="31206"/>
                </a:cubicBezTo>
                <a:cubicBezTo>
                  <a:pt x="6952" y="32849"/>
                  <a:pt x="6786" y="34518"/>
                  <a:pt x="6786" y="36214"/>
                </a:cubicBezTo>
                <a:cubicBezTo>
                  <a:pt x="6786" y="38015"/>
                  <a:pt x="6925" y="39777"/>
                  <a:pt x="7203" y="41500"/>
                </a:cubicBezTo>
                <a:cubicBezTo>
                  <a:pt x="7481" y="43222"/>
                  <a:pt x="7964" y="44752"/>
                  <a:pt x="8652" y="46090"/>
                </a:cubicBezTo>
                <a:cubicBezTo>
                  <a:pt x="9340" y="47427"/>
                  <a:pt x="10252" y="48500"/>
                  <a:pt x="11390" y="49309"/>
                </a:cubicBezTo>
                <a:cubicBezTo>
                  <a:pt x="12528" y="50117"/>
                  <a:pt x="13956" y="50521"/>
                  <a:pt x="15676" y="50521"/>
                </a:cubicBezTo>
                <a:cubicBezTo>
                  <a:pt x="16549" y="50521"/>
                  <a:pt x="17389" y="50402"/>
                  <a:pt x="18196" y="50164"/>
                </a:cubicBezTo>
                <a:cubicBezTo>
                  <a:pt x="19003" y="49925"/>
                  <a:pt x="19830" y="49527"/>
                  <a:pt x="20677" y="48971"/>
                </a:cubicBezTo>
                <a:cubicBezTo>
                  <a:pt x="21523" y="48414"/>
                  <a:pt x="22410" y="47692"/>
                  <a:pt x="23336" y="46804"/>
                </a:cubicBezTo>
                <a:cubicBezTo>
                  <a:pt x="24262" y="45916"/>
                  <a:pt x="25241" y="44822"/>
                  <a:pt x="26272" y="43524"/>
                </a:cubicBezTo>
                <a:lnTo>
                  <a:pt x="26272" y="29222"/>
                </a:lnTo>
                <a:close/>
                <a:moveTo>
                  <a:pt x="75119" y="34924"/>
                </a:moveTo>
                <a:cubicBezTo>
                  <a:pt x="75119" y="35956"/>
                  <a:pt x="74861" y="36690"/>
                  <a:pt x="74346" y="37127"/>
                </a:cubicBezTo>
                <a:cubicBezTo>
                  <a:pt x="73830" y="37563"/>
                  <a:pt x="73241" y="37781"/>
                  <a:pt x="72580" y="37781"/>
                </a:cubicBezTo>
                <a:lnTo>
                  <a:pt x="49165" y="37781"/>
                </a:lnTo>
                <a:cubicBezTo>
                  <a:pt x="49165" y="39772"/>
                  <a:pt x="49363" y="41563"/>
                  <a:pt x="49760" y="43155"/>
                </a:cubicBezTo>
                <a:cubicBezTo>
                  <a:pt x="50157" y="44748"/>
                  <a:pt x="50818" y="46114"/>
                  <a:pt x="51744" y="47255"/>
                </a:cubicBezTo>
                <a:cubicBezTo>
                  <a:pt x="52670" y="48396"/>
                  <a:pt x="53874" y="49272"/>
                  <a:pt x="55356" y="49883"/>
                </a:cubicBezTo>
                <a:cubicBezTo>
                  <a:pt x="56837" y="50493"/>
                  <a:pt x="58650" y="50799"/>
                  <a:pt x="60793" y="50799"/>
                </a:cubicBezTo>
                <a:cubicBezTo>
                  <a:pt x="62486" y="50799"/>
                  <a:pt x="63994" y="50660"/>
                  <a:pt x="65317" y="50382"/>
                </a:cubicBezTo>
                <a:cubicBezTo>
                  <a:pt x="66640" y="50104"/>
                  <a:pt x="67784" y="49793"/>
                  <a:pt x="68750" y="49449"/>
                </a:cubicBezTo>
                <a:cubicBezTo>
                  <a:pt x="69715" y="49105"/>
                  <a:pt x="70509" y="48794"/>
                  <a:pt x="71131" y="48517"/>
                </a:cubicBezTo>
                <a:cubicBezTo>
                  <a:pt x="71753" y="48239"/>
                  <a:pt x="72222" y="48100"/>
                  <a:pt x="72540" y="48100"/>
                </a:cubicBezTo>
                <a:cubicBezTo>
                  <a:pt x="72725" y="48100"/>
                  <a:pt x="72890" y="48146"/>
                  <a:pt x="73036" y="48239"/>
                </a:cubicBezTo>
                <a:cubicBezTo>
                  <a:pt x="73181" y="48331"/>
                  <a:pt x="73294" y="48470"/>
                  <a:pt x="73373" y="48655"/>
                </a:cubicBezTo>
                <a:cubicBezTo>
                  <a:pt x="73453" y="48841"/>
                  <a:pt x="73512" y="49099"/>
                  <a:pt x="73552" y="49429"/>
                </a:cubicBezTo>
                <a:cubicBezTo>
                  <a:pt x="73592" y="49760"/>
                  <a:pt x="73611" y="50164"/>
                  <a:pt x="73611" y="50640"/>
                </a:cubicBezTo>
                <a:cubicBezTo>
                  <a:pt x="73611" y="50984"/>
                  <a:pt x="73598" y="51281"/>
                  <a:pt x="73572" y="51533"/>
                </a:cubicBezTo>
                <a:cubicBezTo>
                  <a:pt x="73545" y="51784"/>
                  <a:pt x="73512" y="52009"/>
                  <a:pt x="73472" y="52207"/>
                </a:cubicBezTo>
                <a:cubicBezTo>
                  <a:pt x="73433" y="52406"/>
                  <a:pt x="73367" y="52584"/>
                  <a:pt x="73274" y="52743"/>
                </a:cubicBezTo>
                <a:cubicBezTo>
                  <a:pt x="73181" y="52902"/>
                  <a:pt x="73062" y="53054"/>
                  <a:pt x="72917" y="53200"/>
                </a:cubicBezTo>
                <a:cubicBezTo>
                  <a:pt x="72771" y="53345"/>
                  <a:pt x="72341" y="53583"/>
                  <a:pt x="71627" y="53914"/>
                </a:cubicBezTo>
                <a:cubicBezTo>
                  <a:pt x="70913" y="54245"/>
                  <a:pt x="69987" y="54569"/>
                  <a:pt x="68849" y="54886"/>
                </a:cubicBezTo>
                <a:cubicBezTo>
                  <a:pt x="67711" y="55204"/>
                  <a:pt x="66395" y="55488"/>
                  <a:pt x="64900" y="55740"/>
                </a:cubicBezTo>
                <a:cubicBezTo>
                  <a:pt x="63405" y="55991"/>
                  <a:pt x="61811" y="56117"/>
                  <a:pt x="60118" y="56117"/>
                </a:cubicBezTo>
                <a:cubicBezTo>
                  <a:pt x="57181" y="56117"/>
                  <a:pt x="54608" y="55706"/>
                  <a:pt x="52399" y="54885"/>
                </a:cubicBezTo>
                <a:cubicBezTo>
                  <a:pt x="50190" y="54064"/>
                  <a:pt x="48331" y="52846"/>
                  <a:pt x="46823" y="51230"/>
                </a:cubicBezTo>
                <a:cubicBezTo>
                  <a:pt x="45315" y="49615"/>
                  <a:pt x="44177" y="47589"/>
                  <a:pt x="43410" y="45152"/>
                </a:cubicBezTo>
                <a:cubicBezTo>
                  <a:pt x="42643" y="42715"/>
                  <a:pt x="42259" y="39882"/>
                  <a:pt x="42259" y="36650"/>
                </a:cubicBezTo>
                <a:cubicBezTo>
                  <a:pt x="42259" y="33578"/>
                  <a:pt x="42656" y="30817"/>
                  <a:pt x="43450" y="28367"/>
                </a:cubicBezTo>
                <a:cubicBezTo>
                  <a:pt x="44243" y="25917"/>
                  <a:pt x="45388" y="23838"/>
                  <a:pt x="46883" y="22130"/>
                </a:cubicBezTo>
                <a:cubicBezTo>
                  <a:pt x="48377" y="20422"/>
                  <a:pt x="50183" y="19111"/>
                  <a:pt x="52300" y="18197"/>
                </a:cubicBezTo>
                <a:cubicBezTo>
                  <a:pt x="54416" y="17284"/>
                  <a:pt x="56784" y="16827"/>
                  <a:pt x="59404" y="16827"/>
                </a:cubicBezTo>
                <a:cubicBezTo>
                  <a:pt x="62208" y="16827"/>
                  <a:pt x="64596" y="17277"/>
                  <a:pt x="66567" y="18176"/>
                </a:cubicBezTo>
                <a:cubicBezTo>
                  <a:pt x="68538" y="19076"/>
                  <a:pt x="70159" y="20286"/>
                  <a:pt x="71429" y="21808"/>
                </a:cubicBezTo>
                <a:cubicBezTo>
                  <a:pt x="72699" y="23329"/>
                  <a:pt x="73631" y="25115"/>
                  <a:pt x="74226" y="27165"/>
                </a:cubicBezTo>
                <a:cubicBezTo>
                  <a:pt x="74822" y="29216"/>
                  <a:pt x="75119" y="31405"/>
                  <a:pt x="75119" y="33733"/>
                </a:cubicBezTo>
                <a:lnTo>
                  <a:pt x="75119" y="34924"/>
                </a:lnTo>
                <a:moveTo>
                  <a:pt x="68532" y="32979"/>
                </a:moveTo>
                <a:cubicBezTo>
                  <a:pt x="68611" y="29540"/>
                  <a:pt x="67850" y="26841"/>
                  <a:pt x="66250" y="24883"/>
                </a:cubicBezTo>
                <a:cubicBezTo>
                  <a:pt x="64649" y="22925"/>
                  <a:pt x="62274" y="21947"/>
                  <a:pt x="59126" y="21947"/>
                </a:cubicBezTo>
                <a:cubicBezTo>
                  <a:pt x="57512" y="21947"/>
                  <a:pt x="56096" y="22251"/>
                  <a:pt x="54879" y="22859"/>
                </a:cubicBezTo>
                <a:cubicBezTo>
                  <a:pt x="53662" y="23468"/>
                  <a:pt x="52644" y="24275"/>
                  <a:pt x="51824" y="25280"/>
                </a:cubicBezTo>
                <a:cubicBezTo>
                  <a:pt x="51003" y="26286"/>
                  <a:pt x="50368" y="27456"/>
                  <a:pt x="49919" y="28792"/>
                </a:cubicBezTo>
                <a:cubicBezTo>
                  <a:pt x="49469" y="30129"/>
                  <a:pt x="49217" y="31524"/>
                  <a:pt x="49165" y="32979"/>
                </a:cubicBezTo>
                <a:lnTo>
                  <a:pt x="68532" y="32979"/>
                </a:lnTo>
                <a:close/>
                <a:moveTo>
                  <a:pt x="102804" y="51751"/>
                </a:moveTo>
                <a:cubicBezTo>
                  <a:pt x="102804" y="52518"/>
                  <a:pt x="102751" y="53127"/>
                  <a:pt x="102645" y="53577"/>
                </a:cubicBezTo>
                <a:cubicBezTo>
                  <a:pt x="102539" y="54026"/>
                  <a:pt x="102381" y="54357"/>
                  <a:pt x="102169" y="54569"/>
                </a:cubicBezTo>
                <a:cubicBezTo>
                  <a:pt x="101957" y="54780"/>
                  <a:pt x="101640" y="54979"/>
                  <a:pt x="101216" y="55164"/>
                </a:cubicBezTo>
                <a:cubicBezTo>
                  <a:pt x="100793" y="55349"/>
                  <a:pt x="100310" y="55501"/>
                  <a:pt x="99768" y="55620"/>
                </a:cubicBezTo>
                <a:cubicBezTo>
                  <a:pt x="99226" y="55740"/>
                  <a:pt x="98650" y="55839"/>
                  <a:pt x="98042" y="55918"/>
                </a:cubicBezTo>
                <a:cubicBezTo>
                  <a:pt x="97433" y="55997"/>
                  <a:pt x="96824" y="56037"/>
                  <a:pt x="96216" y="56037"/>
                </a:cubicBezTo>
                <a:cubicBezTo>
                  <a:pt x="94364" y="56037"/>
                  <a:pt x="92776" y="55792"/>
                  <a:pt x="91454" y="55302"/>
                </a:cubicBezTo>
                <a:cubicBezTo>
                  <a:pt x="90131" y="54811"/>
                  <a:pt x="89046" y="54068"/>
                  <a:pt x="88199" y="53073"/>
                </a:cubicBezTo>
                <a:cubicBezTo>
                  <a:pt x="87353" y="52078"/>
                  <a:pt x="86738" y="50819"/>
                  <a:pt x="86354" y="49294"/>
                </a:cubicBezTo>
                <a:cubicBezTo>
                  <a:pt x="85970" y="47770"/>
                  <a:pt x="85778" y="45973"/>
                  <a:pt x="85778" y="43904"/>
                </a:cubicBezTo>
                <a:lnTo>
                  <a:pt x="85778" y="22978"/>
                </a:lnTo>
                <a:lnTo>
                  <a:pt x="80778" y="22978"/>
                </a:lnTo>
                <a:cubicBezTo>
                  <a:pt x="80381" y="22978"/>
                  <a:pt x="80064" y="22767"/>
                  <a:pt x="79825" y="22343"/>
                </a:cubicBezTo>
                <a:cubicBezTo>
                  <a:pt x="79587" y="21920"/>
                  <a:pt x="79468" y="21232"/>
                  <a:pt x="79468" y="20280"/>
                </a:cubicBezTo>
                <a:cubicBezTo>
                  <a:pt x="79468" y="19777"/>
                  <a:pt x="79501" y="19354"/>
                  <a:pt x="79568" y="19010"/>
                </a:cubicBezTo>
                <a:cubicBezTo>
                  <a:pt x="79634" y="18666"/>
                  <a:pt x="79720" y="18381"/>
                  <a:pt x="79825" y="18157"/>
                </a:cubicBezTo>
                <a:cubicBezTo>
                  <a:pt x="79931" y="17932"/>
                  <a:pt x="80070" y="17773"/>
                  <a:pt x="80242" y="17680"/>
                </a:cubicBezTo>
                <a:cubicBezTo>
                  <a:pt x="80414" y="17588"/>
                  <a:pt x="80606" y="17541"/>
                  <a:pt x="80818" y="17541"/>
                </a:cubicBezTo>
                <a:lnTo>
                  <a:pt x="85778" y="17541"/>
                </a:lnTo>
                <a:lnTo>
                  <a:pt x="85778" y="9048"/>
                </a:lnTo>
                <a:cubicBezTo>
                  <a:pt x="85778" y="8863"/>
                  <a:pt x="85825" y="8691"/>
                  <a:pt x="85917" y="8533"/>
                </a:cubicBezTo>
                <a:cubicBezTo>
                  <a:pt x="86010" y="8374"/>
                  <a:pt x="86182" y="8235"/>
                  <a:pt x="86433" y="8116"/>
                </a:cubicBezTo>
                <a:cubicBezTo>
                  <a:pt x="86685" y="7997"/>
                  <a:pt x="87022" y="7911"/>
                  <a:pt x="87445" y="7858"/>
                </a:cubicBezTo>
                <a:cubicBezTo>
                  <a:pt x="87869" y="7805"/>
                  <a:pt x="88398" y="7779"/>
                  <a:pt x="89033" y="7779"/>
                </a:cubicBezTo>
                <a:cubicBezTo>
                  <a:pt x="89694" y="7779"/>
                  <a:pt x="90237" y="7805"/>
                  <a:pt x="90660" y="7858"/>
                </a:cubicBezTo>
                <a:cubicBezTo>
                  <a:pt x="91083" y="7911"/>
                  <a:pt x="91414" y="7997"/>
                  <a:pt x="91652" y="8116"/>
                </a:cubicBezTo>
                <a:cubicBezTo>
                  <a:pt x="91890" y="8235"/>
                  <a:pt x="92062" y="8374"/>
                  <a:pt x="92168" y="8533"/>
                </a:cubicBezTo>
                <a:cubicBezTo>
                  <a:pt x="92274" y="8691"/>
                  <a:pt x="92327" y="8863"/>
                  <a:pt x="92327" y="9048"/>
                </a:cubicBezTo>
                <a:lnTo>
                  <a:pt x="92327" y="17541"/>
                </a:lnTo>
                <a:lnTo>
                  <a:pt x="101494" y="17541"/>
                </a:lnTo>
                <a:cubicBezTo>
                  <a:pt x="101706" y="17541"/>
                  <a:pt x="101891" y="17588"/>
                  <a:pt x="102050" y="17680"/>
                </a:cubicBezTo>
                <a:cubicBezTo>
                  <a:pt x="102209" y="17773"/>
                  <a:pt x="102348" y="17932"/>
                  <a:pt x="102467" y="18157"/>
                </a:cubicBezTo>
                <a:cubicBezTo>
                  <a:pt x="102586" y="18381"/>
                  <a:pt x="102672" y="18666"/>
                  <a:pt x="102725" y="19010"/>
                </a:cubicBezTo>
                <a:cubicBezTo>
                  <a:pt x="102777" y="19354"/>
                  <a:pt x="102804" y="19777"/>
                  <a:pt x="102804" y="20280"/>
                </a:cubicBezTo>
                <a:cubicBezTo>
                  <a:pt x="102804" y="21232"/>
                  <a:pt x="102685" y="21920"/>
                  <a:pt x="102447" y="22343"/>
                </a:cubicBezTo>
                <a:cubicBezTo>
                  <a:pt x="102209" y="22767"/>
                  <a:pt x="101891" y="22978"/>
                  <a:pt x="101494" y="22978"/>
                </a:cubicBezTo>
                <a:lnTo>
                  <a:pt x="92327" y="22978"/>
                </a:lnTo>
                <a:lnTo>
                  <a:pt x="92327" y="42959"/>
                </a:lnTo>
                <a:cubicBezTo>
                  <a:pt x="92327" y="45426"/>
                  <a:pt x="92690" y="47290"/>
                  <a:pt x="93418" y="48551"/>
                </a:cubicBezTo>
                <a:cubicBezTo>
                  <a:pt x="94146" y="49811"/>
                  <a:pt x="95449" y="50441"/>
                  <a:pt x="97327" y="50441"/>
                </a:cubicBezTo>
                <a:cubicBezTo>
                  <a:pt x="97936" y="50441"/>
                  <a:pt x="98478" y="50382"/>
                  <a:pt x="98954" y="50263"/>
                </a:cubicBezTo>
                <a:cubicBezTo>
                  <a:pt x="99431" y="50144"/>
                  <a:pt x="99854" y="50018"/>
                  <a:pt x="100224" y="49886"/>
                </a:cubicBezTo>
                <a:cubicBezTo>
                  <a:pt x="100595" y="49753"/>
                  <a:pt x="100912" y="49628"/>
                  <a:pt x="101177" y="49509"/>
                </a:cubicBezTo>
                <a:cubicBezTo>
                  <a:pt x="101441" y="49390"/>
                  <a:pt x="101679" y="49330"/>
                  <a:pt x="101891" y="49330"/>
                </a:cubicBezTo>
                <a:cubicBezTo>
                  <a:pt x="102023" y="49330"/>
                  <a:pt x="102149" y="49363"/>
                  <a:pt x="102268" y="49429"/>
                </a:cubicBezTo>
                <a:cubicBezTo>
                  <a:pt x="102387" y="49496"/>
                  <a:pt x="102480" y="49621"/>
                  <a:pt x="102546" y="49806"/>
                </a:cubicBezTo>
                <a:cubicBezTo>
                  <a:pt x="102612" y="49992"/>
                  <a:pt x="102672" y="50243"/>
                  <a:pt x="102725" y="50560"/>
                </a:cubicBezTo>
                <a:cubicBezTo>
                  <a:pt x="102777" y="50878"/>
                  <a:pt x="102804" y="51275"/>
                  <a:pt x="102804" y="51751"/>
                </a:cubicBezTo>
                <a:close/>
                <a:moveTo>
                  <a:pt x="137553" y="54370"/>
                </a:moveTo>
                <a:cubicBezTo>
                  <a:pt x="137553" y="54688"/>
                  <a:pt x="137448" y="54926"/>
                  <a:pt x="137236" y="55085"/>
                </a:cubicBezTo>
                <a:cubicBezTo>
                  <a:pt x="137024" y="55243"/>
                  <a:pt x="136733" y="55362"/>
                  <a:pt x="136363" y="55442"/>
                </a:cubicBezTo>
                <a:cubicBezTo>
                  <a:pt x="135992" y="55521"/>
                  <a:pt x="135450" y="55561"/>
                  <a:pt x="134736" y="55561"/>
                </a:cubicBezTo>
                <a:cubicBezTo>
                  <a:pt x="134048" y="55561"/>
                  <a:pt x="133499" y="55521"/>
                  <a:pt x="133089" y="55442"/>
                </a:cubicBezTo>
                <a:cubicBezTo>
                  <a:pt x="132679" y="55362"/>
                  <a:pt x="132381" y="55243"/>
                  <a:pt x="132196" y="55085"/>
                </a:cubicBezTo>
                <a:cubicBezTo>
                  <a:pt x="132010" y="54926"/>
                  <a:pt x="131918" y="54688"/>
                  <a:pt x="131918" y="54370"/>
                </a:cubicBezTo>
                <a:lnTo>
                  <a:pt x="131918" y="50799"/>
                </a:lnTo>
                <a:cubicBezTo>
                  <a:pt x="130357" y="52465"/>
                  <a:pt x="128617" y="53768"/>
                  <a:pt x="126699" y="54708"/>
                </a:cubicBezTo>
                <a:cubicBezTo>
                  <a:pt x="124781" y="55647"/>
                  <a:pt x="122750" y="56117"/>
                  <a:pt x="120607" y="56117"/>
                </a:cubicBezTo>
                <a:cubicBezTo>
                  <a:pt x="118729" y="56117"/>
                  <a:pt x="117029" y="55871"/>
                  <a:pt x="115508" y="55380"/>
                </a:cubicBezTo>
                <a:cubicBezTo>
                  <a:pt x="113986" y="54889"/>
                  <a:pt x="112690" y="54179"/>
                  <a:pt x="111618" y="53249"/>
                </a:cubicBezTo>
                <a:cubicBezTo>
                  <a:pt x="110547" y="52320"/>
                  <a:pt x="109713" y="51178"/>
                  <a:pt x="109118" y="49825"/>
                </a:cubicBezTo>
                <a:cubicBezTo>
                  <a:pt x="108523" y="48471"/>
                  <a:pt x="108225" y="46930"/>
                  <a:pt x="108225" y="45204"/>
                </a:cubicBezTo>
                <a:cubicBezTo>
                  <a:pt x="108225" y="43187"/>
                  <a:pt x="108635" y="41435"/>
                  <a:pt x="109455" y="39948"/>
                </a:cubicBezTo>
                <a:cubicBezTo>
                  <a:pt x="110276" y="38461"/>
                  <a:pt x="111453" y="37226"/>
                  <a:pt x="112987" y="36244"/>
                </a:cubicBezTo>
                <a:cubicBezTo>
                  <a:pt x="114522" y="35261"/>
                  <a:pt x="116401" y="34525"/>
                  <a:pt x="118623" y="34034"/>
                </a:cubicBezTo>
                <a:cubicBezTo>
                  <a:pt x="120845" y="33542"/>
                  <a:pt x="123346" y="33297"/>
                  <a:pt x="126124" y="33297"/>
                </a:cubicBezTo>
                <a:lnTo>
                  <a:pt x="131045" y="33297"/>
                </a:lnTo>
                <a:lnTo>
                  <a:pt x="131045" y="30529"/>
                </a:lnTo>
                <a:cubicBezTo>
                  <a:pt x="131045" y="29158"/>
                  <a:pt x="130899" y="27945"/>
                  <a:pt x="130608" y="26891"/>
                </a:cubicBezTo>
                <a:cubicBezTo>
                  <a:pt x="130317" y="25836"/>
                  <a:pt x="129848" y="24959"/>
                  <a:pt x="129199" y="24261"/>
                </a:cubicBezTo>
                <a:cubicBezTo>
                  <a:pt x="128551" y="23562"/>
                  <a:pt x="127711" y="23035"/>
                  <a:pt x="126679" y="22680"/>
                </a:cubicBezTo>
                <a:cubicBezTo>
                  <a:pt x="125647" y="22323"/>
                  <a:pt x="124377" y="22145"/>
                  <a:pt x="122869" y="22145"/>
                </a:cubicBezTo>
                <a:cubicBezTo>
                  <a:pt x="121255" y="22145"/>
                  <a:pt x="119807" y="22335"/>
                  <a:pt x="118524" y="22714"/>
                </a:cubicBezTo>
                <a:cubicBezTo>
                  <a:pt x="117241" y="23094"/>
                  <a:pt x="116116" y="23513"/>
                  <a:pt x="115150" y="23971"/>
                </a:cubicBezTo>
                <a:cubicBezTo>
                  <a:pt x="114185" y="24429"/>
                  <a:pt x="113378" y="24847"/>
                  <a:pt x="112730" y="25227"/>
                </a:cubicBezTo>
                <a:cubicBezTo>
                  <a:pt x="112081" y="25606"/>
                  <a:pt x="111598" y="25796"/>
                  <a:pt x="111281" y="25796"/>
                </a:cubicBezTo>
                <a:cubicBezTo>
                  <a:pt x="111069" y="25796"/>
                  <a:pt x="110884" y="25743"/>
                  <a:pt x="110725" y="25637"/>
                </a:cubicBezTo>
                <a:cubicBezTo>
                  <a:pt x="110567" y="25532"/>
                  <a:pt x="110428" y="25373"/>
                  <a:pt x="110309" y="25161"/>
                </a:cubicBezTo>
                <a:cubicBezTo>
                  <a:pt x="110190" y="24950"/>
                  <a:pt x="110104" y="24678"/>
                  <a:pt x="110051" y="24348"/>
                </a:cubicBezTo>
                <a:cubicBezTo>
                  <a:pt x="109998" y="24017"/>
                  <a:pt x="109971" y="23653"/>
                  <a:pt x="109971" y="23256"/>
                </a:cubicBezTo>
                <a:cubicBezTo>
                  <a:pt x="109971" y="22595"/>
                  <a:pt x="110018" y="22072"/>
                  <a:pt x="110110" y="21689"/>
                </a:cubicBezTo>
                <a:cubicBezTo>
                  <a:pt x="110203" y="21305"/>
                  <a:pt x="110428" y="20941"/>
                  <a:pt x="110785" y="20597"/>
                </a:cubicBezTo>
                <a:cubicBezTo>
                  <a:pt x="111142" y="20253"/>
                  <a:pt x="111757" y="19853"/>
                  <a:pt x="112630" y="19395"/>
                </a:cubicBezTo>
                <a:cubicBezTo>
                  <a:pt x="113503" y="18937"/>
                  <a:pt x="114509" y="18519"/>
                  <a:pt x="115646" y="18140"/>
                </a:cubicBezTo>
                <a:cubicBezTo>
                  <a:pt x="116784" y="17762"/>
                  <a:pt x="118028" y="17448"/>
                  <a:pt x="119377" y="17200"/>
                </a:cubicBezTo>
                <a:cubicBezTo>
                  <a:pt x="120726" y="16951"/>
                  <a:pt x="122089" y="16827"/>
                  <a:pt x="123465" y="16827"/>
                </a:cubicBezTo>
                <a:cubicBezTo>
                  <a:pt x="126031" y="16827"/>
                  <a:pt x="128214" y="17118"/>
                  <a:pt x="130013" y="17700"/>
                </a:cubicBezTo>
                <a:cubicBezTo>
                  <a:pt x="131812" y="18282"/>
                  <a:pt x="133267" y="19135"/>
                  <a:pt x="134378" y="20260"/>
                </a:cubicBezTo>
                <a:cubicBezTo>
                  <a:pt x="135490" y="21384"/>
                  <a:pt x="136297" y="22780"/>
                  <a:pt x="136799" y="24447"/>
                </a:cubicBezTo>
                <a:cubicBezTo>
                  <a:pt x="137302" y="26114"/>
                  <a:pt x="137553" y="28058"/>
                  <a:pt x="137553" y="30281"/>
                </a:cubicBezTo>
                <a:lnTo>
                  <a:pt x="137553" y="54370"/>
                </a:lnTo>
                <a:moveTo>
                  <a:pt x="131045" y="38020"/>
                </a:moveTo>
                <a:lnTo>
                  <a:pt x="125449" y="38020"/>
                </a:lnTo>
                <a:cubicBezTo>
                  <a:pt x="123650" y="38020"/>
                  <a:pt x="122089" y="38173"/>
                  <a:pt x="120766" y="38480"/>
                </a:cubicBezTo>
                <a:cubicBezTo>
                  <a:pt x="119443" y="38786"/>
                  <a:pt x="118345" y="39238"/>
                  <a:pt x="117472" y="39836"/>
                </a:cubicBezTo>
                <a:cubicBezTo>
                  <a:pt x="116599" y="40435"/>
                  <a:pt x="115957" y="41154"/>
                  <a:pt x="115547" y="41993"/>
                </a:cubicBezTo>
                <a:cubicBezTo>
                  <a:pt x="115137" y="42832"/>
                  <a:pt x="114932" y="43796"/>
                  <a:pt x="114932" y="44888"/>
                </a:cubicBezTo>
                <a:cubicBezTo>
                  <a:pt x="114932" y="46751"/>
                  <a:pt x="115521" y="48235"/>
                  <a:pt x="116698" y="49340"/>
                </a:cubicBezTo>
                <a:cubicBezTo>
                  <a:pt x="117876" y="50445"/>
                  <a:pt x="119523" y="50997"/>
                  <a:pt x="121639" y="50997"/>
                </a:cubicBezTo>
                <a:cubicBezTo>
                  <a:pt x="123359" y="50997"/>
                  <a:pt x="124953" y="50558"/>
                  <a:pt x="126421" y="49680"/>
                </a:cubicBezTo>
                <a:cubicBezTo>
                  <a:pt x="127890" y="48801"/>
                  <a:pt x="129431" y="47457"/>
                  <a:pt x="131045" y="45647"/>
                </a:cubicBezTo>
                <a:lnTo>
                  <a:pt x="131045" y="38020"/>
                </a:lnTo>
                <a:close/>
                <a:moveTo>
                  <a:pt x="156102" y="54331"/>
                </a:moveTo>
                <a:cubicBezTo>
                  <a:pt x="156102" y="54542"/>
                  <a:pt x="156049" y="54721"/>
                  <a:pt x="155943" y="54866"/>
                </a:cubicBezTo>
                <a:cubicBezTo>
                  <a:pt x="155837" y="55012"/>
                  <a:pt x="155665" y="55138"/>
                  <a:pt x="155427" y="55243"/>
                </a:cubicBezTo>
                <a:cubicBezTo>
                  <a:pt x="155189" y="55349"/>
                  <a:pt x="154858" y="55429"/>
                  <a:pt x="154435" y="55482"/>
                </a:cubicBezTo>
                <a:cubicBezTo>
                  <a:pt x="154012" y="55534"/>
                  <a:pt x="153469" y="55561"/>
                  <a:pt x="152808" y="55561"/>
                </a:cubicBezTo>
                <a:cubicBezTo>
                  <a:pt x="152173" y="55561"/>
                  <a:pt x="151644" y="55534"/>
                  <a:pt x="151220" y="55482"/>
                </a:cubicBezTo>
                <a:cubicBezTo>
                  <a:pt x="150797" y="55429"/>
                  <a:pt x="150460" y="55349"/>
                  <a:pt x="150208" y="55243"/>
                </a:cubicBezTo>
                <a:cubicBezTo>
                  <a:pt x="149957" y="55138"/>
                  <a:pt x="149785" y="55012"/>
                  <a:pt x="149692" y="54866"/>
                </a:cubicBezTo>
                <a:cubicBezTo>
                  <a:pt x="149600" y="54721"/>
                  <a:pt x="149554" y="54542"/>
                  <a:pt x="149554" y="54331"/>
                </a:cubicBezTo>
                <a:lnTo>
                  <a:pt x="149554" y="18613"/>
                </a:lnTo>
                <a:cubicBezTo>
                  <a:pt x="149554" y="18428"/>
                  <a:pt x="149600" y="18256"/>
                  <a:pt x="149692" y="18097"/>
                </a:cubicBezTo>
                <a:cubicBezTo>
                  <a:pt x="149785" y="17938"/>
                  <a:pt x="149957" y="17806"/>
                  <a:pt x="150208" y="17700"/>
                </a:cubicBezTo>
                <a:cubicBezTo>
                  <a:pt x="150460" y="17594"/>
                  <a:pt x="150797" y="17515"/>
                  <a:pt x="151220" y="17462"/>
                </a:cubicBezTo>
                <a:cubicBezTo>
                  <a:pt x="151644" y="17409"/>
                  <a:pt x="152173" y="17383"/>
                  <a:pt x="152808" y="17383"/>
                </a:cubicBezTo>
                <a:cubicBezTo>
                  <a:pt x="153469" y="17383"/>
                  <a:pt x="154012" y="17409"/>
                  <a:pt x="154435" y="17462"/>
                </a:cubicBezTo>
                <a:cubicBezTo>
                  <a:pt x="154858" y="17515"/>
                  <a:pt x="155189" y="17594"/>
                  <a:pt x="155427" y="17700"/>
                </a:cubicBezTo>
                <a:cubicBezTo>
                  <a:pt x="155665" y="17806"/>
                  <a:pt x="155837" y="17938"/>
                  <a:pt x="155943" y="18097"/>
                </a:cubicBezTo>
                <a:cubicBezTo>
                  <a:pt x="156049" y="18256"/>
                  <a:pt x="156102" y="18428"/>
                  <a:pt x="156102" y="18613"/>
                </a:cubicBezTo>
                <a:lnTo>
                  <a:pt x="156102" y="54331"/>
                </a:lnTo>
                <a:moveTo>
                  <a:pt x="156856" y="6509"/>
                </a:moveTo>
                <a:cubicBezTo>
                  <a:pt x="156856" y="8043"/>
                  <a:pt x="156565" y="9088"/>
                  <a:pt x="155983" y="9644"/>
                </a:cubicBezTo>
                <a:cubicBezTo>
                  <a:pt x="155401" y="10199"/>
                  <a:pt x="154329" y="10477"/>
                  <a:pt x="152768" y="10477"/>
                </a:cubicBezTo>
                <a:cubicBezTo>
                  <a:pt x="151234" y="10477"/>
                  <a:pt x="150182" y="10206"/>
                  <a:pt x="149613" y="9664"/>
                </a:cubicBezTo>
                <a:cubicBezTo>
                  <a:pt x="149044" y="9121"/>
                  <a:pt x="148760" y="8096"/>
                  <a:pt x="148760" y="6588"/>
                </a:cubicBezTo>
                <a:cubicBezTo>
                  <a:pt x="148760" y="5053"/>
                  <a:pt x="149051" y="4008"/>
                  <a:pt x="149633" y="3453"/>
                </a:cubicBezTo>
                <a:cubicBezTo>
                  <a:pt x="150215" y="2897"/>
                  <a:pt x="151287" y="2619"/>
                  <a:pt x="152848" y="2619"/>
                </a:cubicBezTo>
                <a:cubicBezTo>
                  <a:pt x="154382" y="2619"/>
                  <a:pt x="155434" y="2890"/>
                  <a:pt x="156003" y="3433"/>
                </a:cubicBezTo>
                <a:cubicBezTo>
                  <a:pt x="156571" y="3975"/>
                  <a:pt x="156856" y="5000"/>
                  <a:pt x="156856" y="6509"/>
                </a:cubicBezTo>
                <a:close/>
                <a:moveTo>
                  <a:pt x="174853" y="54329"/>
                </a:moveTo>
                <a:cubicBezTo>
                  <a:pt x="174853" y="54541"/>
                  <a:pt x="174800" y="54720"/>
                  <a:pt x="174694" y="54866"/>
                </a:cubicBezTo>
                <a:cubicBezTo>
                  <a:pt x="174588" y="55012"/>
                  <a:pt x="174416" y="55138"/>
                  <a:pt x="174178" y="55243"/>
                </a:cubicBezTo>
                <a:cubicBezTo>
                  <a:pt x="173940" y="55349"/>
                  <a:pt x="173609" y="55429"/>
                  <a:pt x="173186" y="55482"/>
                </a:cubicBezTo>
                <a:cubicBezTo>
                  <a:pt x="172762" y="55534"/>
                  <a:pt x="172220" y="55561"/>
                  <a:pt x="171559" y="55561"/>
                </a:cubicBezTo>
                <a:cubicBezTo>
                  <a:pt x="170924" y="55561"/>
                  <a:pt x="170395" y="55534"/>
                  <a:pt x="169971" y="55482"/>
                </a:cubicBezTo>
                <a:cubicBezTo>
                  <a:pt x="169548" y="55429"/>
                  <a:pt x="169211" y="55349"/>
                  <a:pt x="168959" y="55243"/>
                </a:cubicBezTo>
                <a:cubicBezTo>
                  <a:pt x="168708" y="55138"/>
                  <a:pt x="168536" y="55012"/>
                  <a:pt x="168443" y="54866"/>
                </a:cubicBezTo>
                <a:cubicBezTo>
                  <a:pt x="168351" y="54720"/>
                  <a:pt x="168304" y="54541"/>
                  <a:pt x="168304" y="54329"/>
                </a:cubicBezTo>
                <a:lnTo>
                  <a:pt x="168304" y="1271"/>
                </a:lnTo>
                <a:cubicBezTo>
                  <a:pt x="168304" y="1060"/>
                  <a:pt x="168351" y="874"/>
                  <a:pt x="168443" y="716"/>
                </a:cubicBezTo>
                <a:cubicBezTo>
                  <a:pt x="168536" y="556"/>
                  <a:pt x="168708" y="423"/>
                  <a:pt x="168959" y="317"/>
                </a:cubicBezTo>
                <a:cubicBezTo>
                  <a:pt x="169211" y="212"/>
                  <a:pt x="169548" y="132"/>
                  <a:pt x="169971" y="79"/>
                </a:cubicBezTo>
                <a:cubicBezTo>
                  <a:pt x="170395" y="26"/>
                  <a:pt x="170924" y="0"/>
                  <a:pt x="171559" y="0"/>
                </a:cubicBezTo>
                <a:cubicBezTo>
                  <a:pt x="172220" y="0"/>
                  <a:pt x="172762" y="26"/>
                  <a:pt x="173186" y="79"/>
                </a:cubicBezTo>
                <a:cubicBezTo>
                  <a:pt x="173609" y="132"/>
                  <a:pt x="173940" y="212"/>
                  <a:pt x="174178" y="317"/>
                </a:cubicBezTo>
                <a:cubicBezTo>
                  <a:pt x="174416" y="423"/>
                  <a:pt x="174588" y="556"/>
                  <a:pt x="174694" y="716"/>
                </a:cubicBezTo>
                <a:cubicBezTo>
                  <a:pt x="174800" y="874"/>
                  <a:pt x="174853" y="1060"/>
                  <a:pt x="174853" y="1271"/>
                </a:cubicBezTo>
                <a:lnTo>
                  <a:pt x="174853" y="54329"/>
                </a:lnTo>
                <a:close/>
                <a:moveTo>
                  <a:pt x="195516" y="51017"/>
                </a:moveTo>
                <a:cubicBezTo>
                  <a:pt x="195516" y="52904"/>
                  <a:pt x="195206" y="54159"/>
                  <a:pt x="194584" y="54783"/>
                </a:cubicBezTo>
                <a:cubicBezTo>
                  <a:pt x="193962" y="55408"/>
                  <a:pt x="192831" y="55720"/>
                  <a:pt x="191191" y="55720"/>
                </a:cubicBezTo>
                <a:cubicBezTo>
                  <a:pt x="189603" y="55720"/>
                  <a:pt x="188505" y="55414"/>
                  <a:pt x="187897" y="54803"/>
                </a:cubicBezTo>
                <a:cubicBezTo>
                  <a:pt x="187288" y="54192"/>
                  <a:pt x="186984" y="52970"/>
                  <a:pt x="186984" y="51136"/>
                </a:cubicBezTo>
                <a:cubicBezTo>
                  <a:pt x="186984" y="49249"/>
                  <a:pt x="187295" y="47994"/>
                  <a:pt x="187917" y="47369"/>
                </a:cubicBezTo>
                <a:cubicBezTo>
                  <a:pt x="188538" y="46745"/>
                  <a:pt x="189669" y="46433"/>
                  <a:pt x="191310" y="46433"/>
                </a:cubicBezTo>
                <a:cubicBezTo>
                  <a:pt x="192897" y="46433"/>
                  <a:pt x="193995" y="46739"/>
                  <a:pt x="194604" y="47350"/>
                </a:cubicBezTo>
                <a:cubicBezTo>
                  <a:pt x="195212" y="47961"/>
                  <a:pt x="195516" y="49183"/>
                  <a:pt x="195516" y="510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2.outputthefilenamethatismost">
            <a:extLst xmlns:a="http://schemas.openxmlformats.org/drawingml/2006/main">
              <a:ext uri="{FF2B5EF4-FFF2-40B4-BE49-F238E27FC236}">
                <a16:creationId xmlns:a16="http://schemas.microsoft.com/office/drawing/2014/main" id="{9D749893-93F6-4B09-A8B7-D6266E12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09" y="780173"/>
            <a:ext cx="1175314" cy="70007"/>
          </a:xfrm>
          <a:custGeom xmlns:a="http://schemas.openxmlformats.org/drawingml/2006/main">
            <a:pathLst>
              <a:path w="1175314" h="70007">
                <a:moveTo>
                  <a:pt x="32146" y="52624"/>
                </a:moveTo>
                <a:cubicBezTo>
                  <a:pt x="32146" y="53100"/>
                  <a:pt x="32113" y="53524"/>
                  <a:pt x="32047" y="53894"/>
                </a:cubicBezTo>
                <a:cubicBezTo>
                  <a:pt x="31981" y="54265"/>
                  <a:pt x="31888" y="54575"/>
                  <a:pt x="31769" y="54827"/>
                </a:cubicBezTo>
                <a:cubicBezTo>
                  <a:pt x="31650" y="55078"/>
                  <a:pt x="31491" y="55263"/>
                  <a:pt x="31293" y="55382"/>
                </a:cubicBezTo>
                <a:cubicBezTo>
                  <a:pt x="31094" y="55501"/>
                  <a:pt x="30876" y="55561"/>
                  <a:pt x="30638" y="55561"/>
                </a:cubicBezTo>
                <a:lnTo>
                  <a:pt x="2262" y="55561"/>
                </a:lnTo>
                <a:cubicBezTo>
                  <a:pt x="1892" y="55561"/>
                  <a:pt x="1568" y="55515"/>
                  <a:pt x="1290" y="55422"/>
                </a:cubicBezTo>
                <a:cubicBezTo>
                  <a:pt x="1012" y="55329"/>
                  <a:pt x="774" y="55177"/>
                  <a:pt x="575" y="54966"/>
                </a:cubicBezTo>
                <a:cubicBezTo>
                  <a:pt x="377" y="54754"/>
                  <a:pt x="232" y="54450"/>
                  <a:pt x="139" y="54053"/>
                </a:cubicBezTo>
                <a:cubicBezTo>
                  <a:pt x="46" y="53656"/>
                  <a:pt x="0" y="53167"/>
                  <a:pt x="0" y="52584"/>
                </a:cubicBezTo>
                <a:cubicBezTo>
                  <a:pt x="0" y="52055"/>
                  <a:pt x="20" y="51592"/>
                  <a:pt x="60" y="51195"/>
                </a:cubicBezTo>
                <a:cubicBezTo>
                  <a:pt x="99" y="50799"/>
                  <a:pt x="185" y="50448"/>
                  <a:pt x="317" y="50144"/>
                </a:cubicBezTo>
                <a:cubicBezTo>
                  <a:pt x="450" y="49839"/>
                  <a:pt x="615" y="49535"/>
                  <a:pt x="814" y="49231"/>
                </a:cubicBezTo>
                <a:cubicBezTo>
                  <a:pt x="1012" y="48927"/>
                  <a:pt x="1270" y="48603"/>
                  <a:pt x="1587" y="48259"/>
                </a:cubicBezTo>
                <a:lnTo>
                  <a:pt x="11549" y="37688"/>
                </a:lnTo>
                <a:cubicBezTo>
                  <a:pt x="13851" y="35253"/>
                  <a:pt x="15696" y="33068"/>
                  <a:pt x="17085" y="31135"/>
                </a:cubicBezTo>
                <a:cubicBezTo>
                  <a:pt x="18474" y="29202"/>
                  <a:pt x="19546" y="27441"/>
                  <a:pt x="20300" y="25853"/>
                </a:cubicBezTo>
                <a:cubicBezTo>
                  <a:pt x="21054" y="24264"/>
                  <a:pt x="21550" y="22821"/>
                  <a:pt x="21788" y="21524"/>
                </a:cubicBezTo>
                <a:cubicBezTo>
                  <a:pt x="22026" y="20226"/>
                  <a:pt x="22145" y="19009"/>
                  <a:pt x="22145" y="17870"/>
                </a:cubicBezTo>
                <a:cubicBezTo>
                  <a:pt x="22145" y="16731"/>
                  <a:pt x="21960" y="15651"/>
                  <a:pt x="21589" y="14632"/>
                </a:cubicBezTo>
                <a:cubicBezTo>
                  <a:pt x="21219" y="13612"/>
                  <a:pt x="20683" y="12717"/>
                  <a:pt x="19982" y="11949"/>
                </a:cubicBezTo>
                <a:cubicBezTo>
                  <a:pt x="19281" y="11180"/>
                  <a:pt x="18401" y="10571"/>
                  <a:pt x="17343" y="10121"/>
                </a:cubicBezTo>
                <a:cubicBezTo>
                  <a:pt x="16285" y="9671"/>
                  <a:pt x="15068" y="9445"/>
                  <a:pt x="13692" y="9445"/>
                </a:cubicBezTo>
                <a:cubicBezTo>
                  <a:pt x="12078" y="9445"/>
                  <a:pt x="10629" y="9670"/>
                  <a:pt x="9346" y="10120"/>
                </a:cubicBezTo>
                <a:cubicBezTo>
                  <a:pt x="8063" y="10570"/>
                  <a:pt x="6939" y="11059"/>
                  <a:pt x="5973" y="11588"/>
                </a:cubicBezTo>
                <a:cubicBezTo>
                  <a:pt x="5007" y="12118"/>
                  <a:pt x="4200" y="12607"/>
                  <a:pt x="3552" y="13057"/>
                </a:cubicBezTo>
                <a:cubicBezTo>
                  <a:pt x="2904" y="13507"/>
                  <a:pt x="2421" y="13731"/>
                  <a:pt x="2103" y="13731"/>
                </a:cubicBezTo>
                <a:cubicBezTo>
                  <a:pt x="1918" y="13731"/>
                  <a:pt x="1753" y="13679"/>
                  <a:pt x="1607" y="13573"/>
                </a:cubicBezTo>
                <a:cubicBezTo>
                  <a:pt x="1462" y="13467"/>
                  <a:pt x="1343" y="13295"/>
                  <a:pt x="1250" y="13057"/>
                </a:cubicBezTo>
                <a:cubicBezTo>
                  <a:pt x="1158" y="12819"/>
                  <a:pt x="1085" y="12501"/>
                  <a:pt x="1032" y="12104"/>
                </a:cubicBezTo>
                <a:cubicBezTo>
                  <a:pt x="979" y="11707"/>
                  <a:pt x="952" y="11231"/>
                  <a:pt x="952" y="10676"/>
                </a:cubicBezTo>
                <a:cubicBezTo>
                  <a:pt x="952" y="10279"/>
                  <a:pt x="966" y="9935"/>
                  <a:pt x="992" y="9644"/>
                </a:cubicBezTo>
                <a:cubicBezTo>
                  <a:pt x="1019" y="9353"/>
                  <a:pt x="1065" y="9101"/>
                  <a:pt x="1131" y="8890"/>
                </a:cubicBezTo>
                <a:cubicBezTo>
                  <a:pt x="1197" y="8678"/>
                  <a:pt x="1283" y="8480"/>
                  <a:pt x="1389" y="8294"/>
                </a:cubicBezTo>
                <a:cubicBezTo>
                  <a:pt x="1495" y="8109"/>
                  <a:pt x="1707" y="7878"/>
                  <a:pt x="2024" y="7600"/>
                </a:cubicBezTo>
                <a:cubicBezTo>
                  <a:pt x="2341" y="7322"/>
                  <a:pt x="2890" y="6945"/>
                  <a:pt x="3671" y="6469"/>
                </a:cubicBezTo>
                <a:cubicBezTo>
                  <a:pt x="4451" y="5993"/>
                  <a:pt x="5430" y="5523"/>
                  <a:pt x="6608" y="5060"/>
                </a:cubicBezTo>
                <a:cubicBezTo>
                  <a:pt x="7785" y="4597"/>
                  <a:pt x="9082" y="4207"/>
                  <a:pt x="10497" y="3889"/>
                </a:cubicBezTo>
                <a:cubicBezTo>
                  <a:pt x="11913" y="3572"/>
                  <a:pt x="13401" y="3413"/>
                  <a:pt x="14962" y="3413"/>
                </a:cubicBezTo>
                <a:cubicBezTo>
                  <a:pt x="17449" y="3413"/>
                  <a:pt x="19625" y="3764"/>
                  <a:pt x="21490" y="4466"/>
                </a:cubicBezTo>
                <a:cubicBezTo>
                  <a:pt x="23355" y="5167"/>
                  <a:pt x="24903" y="6127"/>
                  <a:pt x="26133" y="7344"/>
                </a:cubicBezTo>
                <a:cubicBezTo>
                  <a:pt x="27364" y="8562"/>
                  <a:pt x="28283" y="9979"/>
                  <a:pt x="28892" y="11595"/>
                </a:cubicBezTo>
                <a:cubicBezTo>
                  <a:pt x="29500" y="13209"/>
                  <a:pt x="29804" y="14930"/>
                  <a:pt x="29804" y="16758"/>
                </a:cubicBezTo>
                <a:cubicBezTo>
                  <a:pt x="29804" y="18400"/>
                  <a:pt x="29659" y="20035"/>
                  <a:pt x="29368" y="21664"/>
                </a:cubicBezTo>
                <a:cubicBezTo>
                  <a:pt x="29077" y="23292"/>
                  <a:pt x="28462" y="25052"/>
                  <a:pt x="27523" y="26946"/>
                </a:cubicBezTo>
                <a:cubicBezTo>
                  <a:pt x="26583" y="28839"/>
                  <a:pt x="25227" y="30944"/>
                  <a:pt x="23455" y="33261"/>
                </a:cubicBezTo>
                <a:cubicBezTo>
                  <a:pt x="21682" y="35578"/>
                  <a:pt x="19327" y="38245"/>
                  <a:pt x="16390" y="41264"/>
                </a:cubicBezTo>
                <a:lnTo>
                  <a:pt x="8255" y="49767"/>
                </a:lnTo>
                <a:lnTo>
                  <a:pt x="30598" y="49767"/>
                </a:lnTo>
                <a:cubicBezTo>
                  <a:pt x="30810" y="49767"/>
                  <a:pt x="31015" y="49826"/>
                  <a:pt x="31213" y="49945"/>
                </a:cubicBezTo>
                <a:cubicBezTo>
                  <a:pt x="31412" y="50064"/>
                  <a:pt x="31584" y="50243"/>
                  <a:pt x="31729" y="50481"/>
                </a:cubicBezTo>
                <a:cubicBezTo>
                  <a:pt x="31875" y="50719"/>
                  <a:pt x="31981" y="51017"/>
                  <a:pt x="32047" y="51374"/>
                </a:cubicBezTo>
                <a:cubicBezTo>
                  <a:pt x="32113" y="51731"/>
                  <a:pt x="32146" y="52148"/>
                  <a:pt x="32146" y="52624"/>
                </a:cubicBezTo>
                <a:close/>
                <a:moveTo>
                  <a:pt x="50989" y="51255"/>
                </a:moveTo>
                <a:cubicBezTo>
                  <a:pt x="50989" y="53142"/>
                  <a:pt x="50678" y="54397"/>
                  <a:pt x="50057" y="55021"/>
                </a:cubicBezTo>
                <a:cubicBezTo>
                  <a:pt x="49435" y="55646"/>
                  <a:pt x="48304" y="55958"/>
                  <a:pt x="46663" y="55958"/>
                </a:cubicBezTo>
                <a:cubicBezTo>
                  <a:pt x="45076" y="55958"/>
                  <a:pt x="43978" y="55652"/>
                  <a:pt x="43370" y="55041"/>
                </a:cubicBezTo>
                <a:cubicBezTo>
                  <a:pt x="42761" y="54430"/>
                  <a:pt x="42457" y="53208"/>
                  <a:pt x="42457" y="51374"/>
                </a:cubicBezTo>
                <a:cubicBezTo>
                  <a:pt x="42457" y="49487"/>
                  <a:pt x="42768" y="48232"/>
                  <a:pt x="43389" y="47608"/>
                </a:cubicBezTo>
                <a:cubicBezTo>
                  <a:pt x="44011" y="46983"/>
                  <a:pt x="45142" y="46671"/>
                  <a:pt x="46783" y="46671"/>
                </a:cubicBezTo>
                <a:cubicBezTo>
                  <a:pt x="48370" y="46671"/>
                  <a:pt x="49468" y="46977"/>
                  <a:pt x="50077" y="47588"/>
                </a:cubicBezTo>
                <a:cubicBezTo>
                  <a:pt x="50685" y="48199"/>
                  <a:pt x="50989" y="49421"/>
                  <a:pt x="50989" y="51255"/>
                </a:cubicBezTo>
                <a:close/>
                <a:moveTo>
                  <a:pt x="114637" y="36333"/>
                </a:moveTo>
                <a:cubicBezTo>
                  <a:pt x="114637" y="39246"/>
                  <a:pt x="114253" y="41927"/>
                  <a:pt x="113486" y="44377"/>
                </a:cubicBezTo>
                <a:cubicBezTo>
                  <a:pt x="112719" y="46827"/>
                  <a:pt x="111574" y="48939"/>
                  <a:pt x="110053" y="50714"/>
                </a:cubicBezTo>
                <a:cubicBezTo>
                  <a:pt x="108532" y="52489"/>
                  <a:pt x="106627" y="53872"/>
                  <a:pt x="104338" y="54865"/>
                </a:cubicBezTo>
                <a:cubicBezTo>
                  <a:pt x="102050" y="55858"/>
                  <a:pt x="99397" y="56355"/>
                  <a:pt x="96381" y="56355"/>
                </a:cubicBezTo>
                <a:cubicBezTo>
                  <a:pt x="93444" y="56355"/>
                  <a:pt x="90885" y="55918"/>
                  <a:pt x="88702" y="55044"/>
                </a:cubicBezTo>
                <a:cubicBezTo>
                  <a:pt x="86519" y="54170"/>
                  <a:pt x="84700" y="52899"/>
                  <a:pt x="83245" y="51230"/>
                </a:cubicBezTo>
                <a:cubicBezTo>
                  <a:pt x="81790" y="49562"/>
                  <a:pt x="80705" y="47536"/>
                  <a:pt x="79991" y="45152"/>
                </a:cubicBezTo>
                <a:cubicBezTo>
                  <a:pt x="79276" y="42768"/>
                  <a:pt x="78919" y="40067"/>
                  <a:pt x="78919" y="37047"/>
                </a:cubicBezTo>
                <a:cubicBezTo>
                  <a:pt x="78919" y="34134"/>
                  <a:pt x="79296" y="31453"/>
                  <a:pt x="80050" y="29003"/>
                </a:cubicBezTo>
                <a:cubicBezTo>
                  <a:pt x="80804" y="26553"/>
                  <a:pt x="81942" y="24441"/>
                  <a:pt x="83463" y="22667"/>
                </a:cubicBezTo>
                <a:cubicBezTo>
                  <a:pt x="84985" y="20892"/>
                  <a:pt x="86883" y="19515"/>
                  <a:pt x="89158" y="18535"/>
                </a:cubicBezTo>
                <a:cubicBezTo>
                  <a:pt x="91434" y="17555"/>
                  <a:pt x="94093" y="17065"/>
                  <a:pt x="97135" y="17065"/>
                </a:cubicBezTo>
                <a:cubicBezTo>
                  <a:pt x="100072" y="17065"/>
                  <a:pt x="102632" y="17502"/>
                  <a:pt x="104814" y="18376"/>
                </a:cubicBezTo>
                <a:cubicBezTo>
                  <a:pt x="106997" y="19250"/>
                  <a:pt x="108816" y="20521"/>
                  <a:pt x="110271" y="22190"/>
                </a:cubicBezTo>
                <a:cubicBezTo>
                  <a:pt x="111727" y="23858"/>
                  <a:pt x="112818" y="25884"/>
                  <a:pt x="113545" y="28268"/>
                </a:cubicBezTo>
                <a:cubicBezTo>
                  <a:pt x="114273" y="30652"/>
                  <a:pt x="114637" y="33340"/>
                  <a:pt x="114637" y="36333"/>
                </a:cubicBezTo>
                <a:moveTo>
                  <a:pt x="107731" y="36769"/>
                </a:moveTo>
                <a:cubicBezTo>
                  <a:pt x="107731" y="34836"/>
                  <a:pt x="107553" y="33007"/>
                  <a:pt x="107196" y="31285"/>
                </a:cubicBezTo>
                <a:cubicBezTo>
                  <a:pt x="106838" y="29563"/>
                  <a:pt x="106250" y="28053"/>
                  <a:pt x="105430" y="26755"/>
                </a:cubicBezTo>
                <a:cubicBezTo>
                  <a:pt x="104609" y="25457"/>
                  <a:pt x="103498" y="24430"/>
                  <a:pt x="102096" y="23675"/>
                </a:cubicBezTo>
                <a:cubicBezTo>
                  <a:pt x="100694" y="22920"/>
                  <a:pt x="98948" y="22542"/>
                  <a:pt x="96857" y="22542"/>
                </a:cubicBezTo>
                <a:cubicBezTo>
                  <a:pt x="94926" y="22542"/>
                  <a:pt x="93266" y="22886"/>
                  <a:pt x="91877" y="23575"/>
                </a:cubicBezTo>
                <a:cubicBezTo>
                  <a:pt x="90488" y="24264"/>
                  <a:pt x="89343" y="25238"/>
                  <a:pt x="88444" y="26497"/>
                </a:cubicBezTo>
                <a:cubicBezTo>
                  <a:pt x="87544" y="27755"/>
                  <a:pt x="86876" y="29246"/>
                  <a:pt x="86440" y="30968"/>
                </a:cubicBezTo>
                <a:cubicBezTo>
                  <a:pt x="86003" y="32689"/>
                  <a:pt x="85785" y="34570"/>
                  <a:pt x="85785" y="36611"/>
                </a:cubicBezTo>
                <a:cubicBezTo>
                  <a:pt x="85785" y="38571"/>
                  <a:pt x="85963" y="40412"/>
                  <a:pt x="86321" y="42135"/>
                </a:cubicBezTo>
                <a:cubicBezTo>
                  <a:pt x="86678" y="43857"/>
                  <a:pt x="87273" y="45360"/>
                  <a:pt x="88107" y="46645"/>
                </a:cubicBezTo>
                <a:cubicBezTo>
                  <a:pt x="88940" y="47930"/>
                  <a:pt x="90058" y="48950"/>
                  <a:pt x="91460" y="49706"/>
                </a:cubicBezTo>
                <a:cubicBezTo>
                  <a:pt x="92862" y="50461"/>
                  <a:pt x="94608" y="50838"/>
                  <a:pt x="96699" y="50838"/>
                </a:cubicBezTo>
                <a:cubicBezTo>
                  <a:pt x="98604" y="50838"/>
                  <a:pt x="100257" y="50494"/>
                  <a:pt x="101659" y="49805"/>
                </a:cubicBezTo>
                <a:cubicBezTo>
                  <a:pt x="103062" y="49116"/>
                  <a:pt x="104213" y="48149"/>
                  <a:pt x="105112" y="46904"/>
                </a:cubicBezTo>
                <a:cubicBezTo>
                  <a:pt x="106012" y="45658"/>
                  <a:pt x="106673" y="44175"/>
                  <a:pt x="107096" y="42453"/>
                </a:cubicBezTo>
                <a:cubicBezTo>
                  <a:pt x="107520" y="40731"/>
                  <a:pt x="107731" y="38836"/>
                  <a:pt x="107731" y="36769"/>
                </a:cubicBezTo>
                <a:close/>
                <a:moveTo>
                  <a:pt x="155087" y="54569"/>
                </a:moveTo>
                <a:cubicBezTo>
                  <a:pt x="155087" y="54780"/>
                  <a:pt x="155040" y="54959"/>
                  <a:pt x="154948" y="55105"/>
                </a:cubicBezTo>
                <a:cubicBezTo>
                  <a:pt x="154855" y="55250"/>
                  <a:pt x="154690" y="55376"/>
                  <a:pt x="154452" y="55482"/>
                </a:cubicBezTo>
                <a:cubicBezTo>
                  <a:pt x="154214" y="55587"/>
                  <a:pt x="153903" y="55667"/>
                  <a:pt x="153519" y="55720"/>
                </a:cubicBezTo>
                <a:cubicBezTo>
                  <a:pt x="153135" y="55773"/>
                  <a:pt x="152666" y="55799"/>
                  <a:pt x="152110" y="55799"/>
                </a:cubicBezTo>
                <a:cubicBezTo>
                  <a:pt x="151502" y="55799"/>
                  <a:pt x="151006" y="55773"/>
                  <a:pt x="150622" y="55720"/>
                </a:cubicBezTo>
                <a:cubicBezTo>
                  <a:pt x="150238" y="55667"/>
                  <a:pt x="149934" y="55587"/>
                  <a:pt x="149709" y="55482"/>
                </a:cubicBezTo>
                <a:cubicBezTo>
                  <a:pt x="149484" y="55376"/>
                  <a:pt x="149332" y="55250"/>
                  <a:pt x="149253" y="55105"/>
                </a:cubicBezTo>
                <a:cubicBezTo>
                  <a:pt x="149173" y="54959"/>
                  <a:pt x="149134" y="54780"/>
                  <a:pt x="149134" y="54569"/>
                </a:cubicBezTo>
                <a:lnTo>
                  <a:pt x="149134" y="49846"/>
                </a:lnTo>
                <a:cubicBezTo>
                  <a:pt x="147096" y="52109"/>
                  <a:pt x="145086" y="53760"/>
                  <a:pt x="143101" y="54798"/>
                </a:cubicBezTo>
                <a:cubicBezTo>
                  <a:pt x="141117" y="55836"/>
                  <a:pt x="139106" y="56355"/>
                  <a:pt x="137069" y="56355"/>
                </a:cubicBezTo>
                <a:cubicBezTo>
                  <a:pt x="134688" y="56355"/>
                  <a:pt x="132684" y="55957"/>
                  <a:pt x="131057" y="55163"/>
                </a:cubicBezTo>
                <a:cubicBezTo>
                  <a:pt x="129429" y="54368"/>
                  <a:pt x="128113" y="53289"/>
                  <a:pt x="127108" y="51926"/>
                </a:cubicBezTo>
                <a:cubicBezTo>
                  <a:pt x="126102" y="50562"/>
                  <a:pt x="125381" y="48973"/>
                  <a:pt x="124945" y="47159"/>
                </a:cubicBezTo>
                <a:cubicBezTo>
                  <a:pt x="124508" y="45344"/>
                  <a:pt x="124290" y="43139"/>
                  <a:pt x="124290" y="40543"/>
                </a:cubicBezTo>
                <a:lnTo>
                  <a:pt x="124290" y="18852"/>
                </a:lnTo>
                <a:cubicBezTo>
                  <a:pt x="124290" y="18641"/>
                  <a:pt x="124336" y="18462"/>
                  <a:pt x="124429" y="18317"/>
                </a:cubicBezTo>
                <a:cubicBezTo>
                  <a:pt x="124521" y="18170"/>
                  <a:pt x="124700" y="18037"/>
                  <a:pt x="124965" y="17918"/>
                </a:cubicBezTo>
                <a:cubicBezTo>
                  <a:pt x="125229" y="17799"/>
                  <a:pt x="125573" y="17720"/>
                  <a:pt x="125997" y="17680"/>
                </a:cubicBezTo>
                <a:cubicBezTo>
                  <a:pt x="126420" y="17641"/>
                  <a:pt x="126949" y="17621"/>
                  <a:pt x="127584" y="17621"/>
                </a:cubicBezTo>
                <a:cubicBezTo>
                  <a:pt x="128219" y="17621"/>
                  <a:pt x="128748" y="17641"/>
                  <a:pt x="129171" y="17680"/>
                </a:cubicBezTo>
                <a:cubicBezTo>
                  <a:pt x="129595" y="17720"/>
                  <a:pt x="129932" y="17799"/>
                  <a:pt x="130183" y="17918"/>
                </a:cubicBezTo>
                <a:cubicBezTo>
                  <a:pt x="130435" y="18037"/>
                  <a:pt x="130613" y="18170"/>
                  <a:pt x="130719" y="18317"/>
                </a:cubicBezTo>
                <a:cubicBezTo>
                  <a:pt x="130825" y="18462"/>
                  <a:pt x="130878" y="18641"/>
                  <a:pt x="130878" y="18852"/>
                </a:cubicBezTo>
                <a:lnTo>
                  <a:pt x="130878" y="39673"/>
                </a:lnTo>
                <a:cubicBezTo>
                  <a:pt x="130878" y="41765"/>
                  <a:pt x="131030" y="43441"/>
                  <a:pt x="131334" y="44699"/>
                </a:cubicBezTo>
                <a:cubicBezTo>
                  <a:pt x="131639" y="45958"/>
                  <a:pt x="132102" y="47031"/>
                  <a:pt x="132723" y="47919"/>
                </a:cubicBezTo>
                <a:cubicBezTo>
                  <a:pt x="133345" y="48806"/>
                  <a:pt x="134132" y="49495"/>
                  <a:pt x="135085" y="49985"/>
                </a:cubicBezTo>
                <a:cubicBezTo>
                  <a:pt x="136037" y="50474"/>
                  <a:pt x="137148" y="50719"/>
                  <a:pt x="138418" y="50719"/>
                </a:cubicBezTo>
                <a:cubicBezTo>
                  <a:pt x="140059" y="50719"/>
                  <a:pt x="141692" y="50134"/>
                  <a:pt x="143320" y="48963"/>
                </a:cubicBezTo>
                <a:cubicBezTo>
                  <a:pt x="144947" y="47792"/>
                  <a:pt x="146673" y="46076"/>
                  <a:pt x="148499" y="43814"/>
                </a:cubicBezTo>
                <a:lnTo>
                  <a:pt x="148499" y="18851"/>
                </a:lnTo>
                <a:cubicBezTo>
                  <a:pt x="148499" y="18639"/>
                  <a:pt x="148545" y="18461"/>
                  <a:pt x="148638" y="18315"/>
                </a:cubicBezTo>
                <a:cubicBezTo>
                  <a:pt x="148730" y="18170"/>
                  <a:pt x="148909" y="18037"/>
                  <a:pt x="149173" y="17918"/>
                </a:cubicBezTo>
                <a:cubicBezTo>
                  <a:pt x="149438" y="17799"/>
                  <a:pt x="149775" y="17720"/>
                  <a:pt x="150185" y="17680"/>
                </a:cubicBezTo>
                <a:cubicBezTo>
                  <a:pt x="150595" y="17641"/>
                  <a:pt x="151131" y="17621"/>
                  <a:pt x="151793" y="17621"/>
                </a:cubicBezTo>
                <a:cubicBezTo>
                  <a:pt x="152428" y="17621"/>
                  <a:pt x="152957" y="17641"/>
                  <a:pt x="153380" y="17680"/>
                </a:cubicBezTo>
                <a:cubicBezTo>
                  <a:pt x="153803" y="17720"/>
                  <a:pt x="154134" y="17799"/>
                  <a:pt x="154372" y="17918"/>
                </a:cubicBezTo>
                <a:cubicBezTo>
                  <a:pt x="154610" y="18037"/>
                  <a:pt x="154789" y="18170"/>
                  <a:pt x="154908" y="18315"/>
                </a:cubicBezTo>
                <a:cubicBezTo>
                  <a:pt x="155027" y="18461"/>
                  <a:pt x="155087" y="18639"/>
                  <a:pt x="155087" y="18851"/>
                </a:cubicBezTo>
                <a:lnTo>
                  <a:pt x="155087" y="54569"/>
                </a:lnTo>
                <a:close/>
                <a:moveTo>
                  <a:pt x="185407" y="51989"/>
                </a:moveTo>
                <a:cubicBezTo>
                  <a:pt x="185407" y="52756"/>
                  <a:pt x="185354" y="53365"/>
                  <a:pt x="185249" y="53815"/>
                </a:cubicBezTo>
                <a:cubicBezTo>
                  <a:pt x="185143" y="54265"/>
                  <a:pt x="184984" y="54595"/>
                  <a:pt x="184772" y="54807"/>
                </a:cubicBezTo>
                <a:cubicBezTo>
                  <a:pt x="184561" y="55019"/>
                  <a:pt x="184243" y="55217"/>
                  <a:pt x="183820" y="55402"/>
                </a:cubicBezTo>
                <a:cubicBezTo>
                  <a:pt x="183397" y="55587"/>
                  <a:pt x="182914" y="55740"/>
                  <a:pt x="182371" y="55859"/>
                </a:cubicBezTo>
                <a:cubicBezTo>
                  <a:pt x="181829" y="55978"/>
                  <a:pt x="181253" y="56077"/>
                  <a:pt x="180645" y="56156"/>
                </a:cubicBezTo>
                <a:cubicBezTo>
                  <a:pt x="180036" y="56236"/>
                  <a:pt x="179428" y="56275"/>
                  <a:pt x="178819" y="56275"/>
                </a:cubicBezTo>
                <a:cubicBezTo>
                  <a:pt x="176967" y="56275"/>
                  <a:pt x="175380" y="56030"/>
                  <a:pt x="174057" y="55540"/>
                </a:cubicBezTo>
                <a:cubicBezTo>
                  <a:pt x="172734" y="55049"/>
                  <a:pt x="171649" y="54306"/>
                  <a:pt x="170803" y="53311"/>
                </a:cubicBezTo>
                <a:cubicBezTo>
                  <a:pt x="169956" y="52317"/>
                  <a:pt x="169341" y="51057"/>
                  <a:pt x="168957" y="49532"/>
                </a:cubicBezTo>
                <a:cubicBezTo>
                  <a:pt x="168574" y="48008"/>
                  <a:pt x="168382" y="46211"/>
                  <a:pt x="168382" y="44142"/>
                </a:cubicBezTo>
                <a:lnTo>
                  <a:pt x="168382" y="23217"/>
                </a:lnTo>
                <a:lnTo>
                  <a:pt x="163381" y="23217"/>
                </a:lnTo>
                <a:cubicBezTo>
                  <a:pt x="162984" y="23217"/>
                  <a:pt x="162667" y="23005"/>
                  <a:pt x="162429" y="22582"/>
                </a:cubicBezTo>
                <a:cubicBezTo>
                  <a:pt x="162191" y="22158"/>
                  <a:pt x="162072" y="21470"/>
                  <a:pt x="162072" y="20518"/>
                </a:cubicBezTo>
                <a:cubicBezTo>
                  <a:pt x="162072" y="20015"/>
                  <a:pt x="162105" y="19592"/>
                  <a:pt x="162171" y="19248"/>
                </a:cubicBezTo>
                <a:cubicBezTo>
                  <a:pt x="162237" y="18904"/>
                  <a:pt x="162323" y="18620"/>
                  <a:pt x="162429" y="18395"/>
                </a:cubicBezTo>
                <a:cubicBezTo>
                  <a:pt x="162535" y="18170"/>
                  <a:pt x="162674" y="18011"/>
                  <a:pt x="162846" y="17918"/>
                </a:cubicBezTo>
                <a:cubicBezTo>
                  <a:pt x="163018" y="17826"/>
                  <a:pt x="163209" y="17779"/>
                  <a:pt x="163421" y="17779"/>
                </a:cubicBezTo>
                <a:lnTo>
                  <a:pt x="168382" y="17779"/>
                </a:lnTo>
                <a:lnTo>
                  <a:pt x="168382" y="9287"/>
                </a:lnTo>
                <a:cubicBezTo>
                  <a:pt x="168382" y="9101"/>
                  <a:pt x="168428" y="8929"/>
                  <a:pt x="168521" y="8771"/>
                </a:cubicBezTo>
                <a:cubicBezTo>
                  <a:pt x="168613" y="8612"/>
                  <a:pt x="168785" y="8473"/>
                  <a:pt x="169037" y="8354"/>
                </a:cubicBezTo>
                <a:cubicBezTo>
                  <a:pt x="169288" y="8235"/>
                  <a:pt x="169625" y="8149"/>
                  <a:pt x="170049" y="8096"/>
                </a:cubicBezTo>
                <a:cubicBezTo>
                  <a:pt x="170472" y="8043"/>
                  <a:pt x="171001" y="8017"/>
                  <a:pt x="171636" y="8017"/>
                </a:cubicBezTo>
                <a:cubicBezTo>
                  <a:pt x="172298" y="8017"/>
                  <a:pt x="172840" y="8043"/>
                  <a:pt x="173263" y="8096"/>
                </a:cubicBezTo>
                <a:cubicBezTo>
                  <a:pt x="173687" y="8149"/>
                  <a:pt x="174017" y="8235"/>
                  <a:pt x="174255" y="8354"/>
                </a:cubicBezTo>
                <a:cubicBezTo>
                  <a:pt x="174494" y="8473"/>
                  <a:pt x="174666" y="8612"/>
                  <a:pt x="174771" y="8771"/>
                </a:cubicBezTo>
                <a:cubicBezTo>
                  <a:pt x="174877" y="8929"/>
                  <a:pt x="174930" y="9101"/>
                  <a:pt x="174930" y="9287"/>
                </a:cubicBezTo>
                <a:lnTo>
                  <a:pt x="174930" y="17779"/>
                </a:lnTo>
                <a:lnTo>
                  <a:pt x="184098" y="17779"/>
                </a:lnTo>
                <a:cubicBezTo>
                  <a:pt x="184309" y="17779"/>
                  <a:pt x="184494" y="17826"/>
                  <a:pt x="184653" y="17918"/>
                </a:cubicBezTo>
                <a:cubicBezTo>
                  <a:pt x="184812" y="18011"/>
                  <a:pt x="184951" y="18170"/>
                  <a:pt x="185070" y="18395"/>
                </a:cubicBezTo>
                <a:cubicBezTo>
                  <a:pt x="185189" y="18620"/>
                  <a:pt x="185275" y="18904"/>
                  <a:pt x="185328" y="19248"/>
                </a:cubicBezTo>
                <a:cubicBezTo>
                  <a:pt x="185381" y="19592"/>
                  <a:pt x="185407" y="20015"/>
                  <a:pt x="185407" y="20518"/>
                </a:cubicBezTo>
                <a:cubicBezTo>
                  <a:pt x="185407" y="21470"/>
                  <a:pt x="185288" y="22158"/>
                  <a:pt x="185050" y="22582"/>
                </a:cubicBezTo>
                <a:cubicBezTo>
                  <a:pt x="184812" y="23005"/>
                  <a:pt x="184494" y="23217"/>
                  <a:pt x="184098" y="23217"/>
                </a:cubicBezTo>
                <a:lnTo>
                  <a:pt x="174930" y="23217"/>
                </a:lnTo>
                <a:lnTo>
                  <a:pt x="174930" y="43197"/>
                </a:lnTo>
                <a:cubicBezTo>
                  <a:pt x="174930" y="45665"/>
                  <a:pt x="175294" y="47529"/>
                  <a:pt x="176021" y="48789"/>
                </a:cubicBezTo>
                <a:cubicBezTo>
                  <a:pt x="176749" y="50049"/>
                  <a:pt x="178052" y="50680"/>
                  <a:pt x="179931" y="50680"/>
                </a:cubicBezTo>
                <a:cubicBezTo>
                  <a:pt x="180539" y="50680"/>
                  <a:pt x="181081" y="50620"/>
                  <a:pt x="181558" y="50501"/>
                </a:cubicBezTo>
                <a:cubicBezTo>
                  <a:pt x="182034" y="50382"/>
                  <a:pt x="182457" y="50256"/>
                  <a:pt x="182828" y="50124"/>
                </a:cubicBezTo>
                <a:cubicBezTo>
                  <a:pt x="183198" y="49992"/>
                  <a:pt x="183516" y="49866"/>
                  <a:pt x="183780" y="49747"/>
                </a:cubicBezTo>
                <a:cubicBezTo>
                  <a:pt x="184045" y="49628"/>
                  <a:pt x="184283" y="49568"/>
                  <a:pt x="184494" y="49568"/>
                </a:cubicBezTo>
                <a:cubicBezTo>
                  <a:pt x="184627" y="49568"/>
                  <a:pt x="184752" y="49601"/>
                  <a:pt x="184872" y="49667"/>
                </a:cubicBezTo>
                <a:cubicBezTo>
                  <a:pt x="184991" y="49734"/>
                  <a:pt x="185083" y="49859"/>
                  <a:pt x="185149" y="50045"/>
                </a:cubicBezTo>
                <a:cubicBezTo>
                  <a:pt x="185215" y="50230"/>
                  <a:pt x="185275" y="50481"/>
                  <a:pt x="185328" y="50799"/>
                </a:cubicBezTo>
                <a:cubicBezTo>
                  <a:pt x="185381" y="51116"/>
                  <a:pt x="185407" y="51513"/>
                  <a:pt x="185407" y="51989"/>
                </a:cubicBezTo>
                <a:close/>
                <a:moveTo>
                  <a:pt x="226784" y="36174"/>
                </a:moveTo>
                <a:cubicBezTo>
                  <a:pt x="226784" y="39299"/>
                  <a:pt x="226447" y="42106"/>
                  <a:pt x="225772" y="44595"/>
                </a:cubicBezTo>
                <a:cubicBezTo>
                  <a:pt x="225098" y="47085"/>
                  <a:pt x="224105" y="49197"/>
                  <a:pt x="222796" y="50933"/>
                </a:cubicBezTo>
                <a:cubicBezTo>
                  <a:pt x="221486" y="52667"/>
                  <a:pt x="219866" y="54004"/>
                  <a:pt x="217934" y="54945"/>
                </a:cubicBezTo>
                <a:cubicBezTo>
                  <a:pt x="216003" y="55885"/>
                  <a:pt x="213794" y="56355"/>
                  <a:pt x="211307" y="56355"/>
                </a:cubicBezTo>
                <a:cubicBezTo>
                  <a:pt x="210248" y="56355"/>
                  <a:pt x="209269" y="56249"/>
                  <a:pt x="208370" y="56037"/>
                </a:cubicBezTo>
                <a:cubicBezTo>
                  <a:pt x="207470" y="55826"/>
                  <a:pt x="206590" y="55495"/>
                  <a:pt x="205731" y="55045"/>
                </a:cubicBezTo>
                <a:cubicBezTo>
                  <a:pt x="204871" y="54594"/>
                  <a:pt x="204017" y="54025"/>
                  <a:pt x="203171" y="53336"/>
                </a:cubicBezTo>
                <a:cubicBezTo>
                  <a:pt x="202324" y="52647"/>
                  <a:pt x="201425" y="51840"/>
                  <a:pt x="200472" y="50913"/>
                </a:cubicBezTo>
                <a:lnTo>
                  <a:pt x="200472" y="68739"/>
                </a:lnTo>
                <a:cubicBezTo>
                  <a:pt x="200472" y="68950"/>
                  <a:pt x="200419" y="69135"/>
                  <a:pt x="200313" y="69294"/>
                </a:cubicBezTo>
                <a:cubicBezTo>
                  <a:pt x="200208" y="69452"/>
                  <a:pt x="200036" y="69584"/>
                  <a:pt x="199798" y="69689"/>
                </a:cubicBezTo>
                <a:cubicBezTo>
                  <a:pt x="199559" y="69795"/>
                  <a:pt x="199229" y="69874"/>
                  <a:pt x="198805" y="69927"/>
                </a:cubicBezTo>
                <a:cubicBezTo>
                  <a:pt x="198382" y="69980"/>
                  <a:pt x="197840" y="70007"/>
                  <a:pt x="197178" y="70007"/>
                </a:cubicBezTo>
                <a:cubicBezTo>
                  <a:pt x="196543" y="70007"/>
                  <a:pt x="196014" y="69980"/>
                  <a:pt x="195591" y="69927"/>
                </a:cubicBezTo>
                <a:cubicBezTo>
                  <a:pt x="195167" y="69874"/>
                  <a:pt x="194830" y="69795"/>
                  <a:pt x="194579" y="69689"/>
                </a:cubicBezTo>
                <a:cubicBezTo>
                  <a:pt x="194327" y="69583"/>
                  <a:pt x="194155" y="69451"/>
                  <a:pt x="194063" y="69292"/>
                </a:cubicBezTo>
                <a:cubicBezTo>
                  <a:pt x="193970" y="69134"/>
                  <a:pt x="193924" y="68948"/>
                  <a:pt x="193924" y="68737"/>
                </a:cubicBezTo>
                <a:lnTo>
                  <a:pt x="193924" y="18851"/>
                </a:lnTo>
                <a:cubicBezTo>
                  <a:pt x="193924" y="18613"/>
                  <a:pt x="193964" y="18421"/>
                  <a:pt x="194043" y="18276"/>
                </a:cubicBezTo>
                <a:cubicBezTo>
                  <a:pt x="194122" y="18130"/>
                  <a:pt x="194281" y="18004"/>
                  <a:pt x="194519" y="17899"/>
                </a:cubicBezTo>
                <a:cubicBezTo>
                  <a:pt x="194757" y="17793"/>
                  <a:pt x="195062" y="17720"/>
                  <a:pt x="195432" y="17680"/>
                </a:cubicBezTo>
                <a:cubicBezTo>
                  <a:pt x="195802" y="17641"/>
                  <a:pt x="196252" y="17621"/>
                  <a:pt x="196781" y="17621"/>
                </a:cubicBezTo>
                <a:cubicBezTo>
                  <a:pt x="197337" y="17621"/>
                  <a:pt x="197793" y="17641"/>
                  <a:pt x="198151" y="17680"/>
                </a:cubicBezTo>
                <a:cubicBezTo>
                  <a:pt x="198508" y="17720"/>
                  <a:pt x="198805" y="17793"/>
                  <a:pt x="199043" y="17899"/>
                </a:cubicBezTo>
                <a:cubicBezTo>
                  <a:pt x="199282" y="18004"/>
                  <a:pt x="199447" y="18130"/>
                  <a:pt x="199540" y="18277"/>
                </a:cubicBezTo>
                <a:cubicBezTo>
                  <a:pt x="199632" y="18422"/>
                  <a:pt x="199678" y="18614"/>
                  <a:pt x="199678" y="18852"/>
                </a:cubicBezTo>
                <a:lnTo>
                  <a:pt x="199678" y="23659"/>
                </a:lnTo>
                <a:cubicBezTo>
                  <a:pt x="200763" y="22547"/>
                  <a:pt x="201808" y="21581"/>
                  <a:pt x="202814" y="20760"/>
                </a:cubicBezTo>
                <a:cubicBezTo>
                  <a:pt x="203819" y="19939"/>
                  <a:pt x="204831" y="19257"/>
                  <a:pt x="205850" y="18715"/>
                </a:cubicBezTo>
                <a:cubicBezTo>
                  <a:pt x="206868" y="18171"/>
                  <a:pt x="207913" y="17761"/>
                  <a:pt x="208985" y="17483"/>
                </a:cubicBezTo>
                <a:cubicBezTo>
                  <a:pt x="210056" y="17204"/>
                  <a:pt x="211188" y="17065"/>
                  <a:pt x="212378" y="17065"/>
                </a:cubicBezTo>
                <a:cubicBezTo>
                  <a:pt x="214971" y="17065"/>
                  <a:pt x="217180" y="17568"/>
                  <a:pt x="219006" y="18574"/>
                </a:cubicBezTo>
                <a:cubicBezTo>
                  <a:pt x="220831" y="19581"/>
                  <a:pt x="222320" y="20958"/>
                  <a:pt x="223470" y="22707"/>
                </a:cubicBezTo>
                <a:cubicBezTo>
                  <a:pt x="224621" y="24455"/>
                  <a:pt x="225461" y="26487"/>
                  <a:pt x="225991" y="28805"/>
                </a:cubicBezTo>
                <a:cubicBezTo>
                  <a:pt x="226520" y="31122"/>
                  <a:pt x="226784" y="33578"/>
                  <a:pt x="226784" y="36174"/>
                </a:cubicBezTo>
                <a:moveTo>
                  <a:pt x="219879" y="36928"/>
                </a:moveTo>
                <a:cubicBezTo>
                  <a:pt x="219879" y="35100"/>
                  <a:pt x="219740" y="33332"/>
                  <a:pt x="219462" y="31623"/>
                </a:cubicBezTo>
                <a:cubicBezTo>
                  <a:pt x="219184" y="29914"/>
                  <a:pt x="218708" y="28397"/>
                  <a:pt x="218033" y="27072"/>
                </a:cubicBezTo>
                <a:cubicBezTo>
                  <a:pt x="217359" y="25748"/>
                  <a:pt x="216453" y="24688"/>
                  <a:pt x="215315" y="23894"/>
                </a:cubicBezTo>
                <a:cubicBezTo>
                  <a:pt x="214177" y="23098"/>
                  <a:pt x="212762" y="22701"/>
                  <a:pt x="211068" y="22701"/>
                </a:cubicBezTo>
                <a:cubicBezTo>
                  <a:pt x="210222" y="22701"/>
                  <a:pt x="209388" y="22827"/>
                  <a:pt x="208568" y="23079"/>
                </a:cubicBezTo>
                <a:cubicBezTo>
                  <a:pt x="207748" y="23330"/>
                  <a:pt x="206915" y="23727"/>
                  <a:pt x="206068" y="24271"/>
                </a:cubicBezTo>
                <a:cubicBezTo>
                  <a:pt x="205221" y="24814"/>
                  <a:pt x="204335" y="25530"/>
                  <a:pt x="203409" y="26417"/>
                </a:cubicBezTo>
                <a:cubicBezTo>
                  <a:pt x="202483" y="27305"/>
                  <a:pt x="201504" y="28399"/>
                  <a:pt x="200472" y="29698"/>
                </a:cubicBezTo>
                <a:lnTo>
                  <a:pt x="200472" y="43920"/>
                </a:lnTo>
                <a:cubicBezTo>
                  <a:pt x="202271" y="46121"/>
                  <a:pt x="203978" y="47804"/>
                  <a:pt x="205592" y="48971"/>
                </a:cubicBezTo>
                <a:cubicBezTo>
                  <a:pt x="207206" y="50136"/>
                  <a:pt x="208899" y="50719"/>
                  <a:pt x="210672" y="50719"/>
                </a:cubicBezTo>
                <a:cubicBezTo>
                  <a:pt x="212312" y="50719"/>
                  <a:pt x="213721" y="50322"/>
                  <a:pt x="214898" y="49527"/>
                </a:cubicBezTo>
                <a:cubicBezTo>
                  <a:pt x="216076" y="48732"/>
                  <a:pt x="217028" y="47672"/>
                  <a:pt x="217756" y="46347"/>
                </a:cubicBezTo>
                <a:cubicBezTo>
                  <a:pt x="218483" y="45023"/>
                  <a:pt x="219019" y="43539"/>
                  <a:pt x="219363" y="41896"/>
                </a:cubicBezTo>
                <a:cubicBezTo>
                  <a:pt x="219707" y="40254"/>
                  <a:pt x="219879" y="38597"/>
                  <a:pt x="219879" y="36928"/>
                </a:cubicBezTo>
                <a:close/>
                <a:moveTo>
                  <a:pt x="266868" y="54569"/>
                </a:moveTo>
                <a:cubicBezTo>
                  <a:pt x="266868" y="54780"/>
                  <a:pt x="266822" y="54959"/>
                  <a:pt x="266729" y="55105"/>
                </a:cubicBezTo>
                <a:cubicBezTo>
                  <a:pt x="266636" y="55250"/>
                  <a:pt x="266471" y="55376"/>
                  <a:pt x="266233" y="55482"/>
                </a:cubicBezTo>
                <a:cubicBezTo>
                  <a:pt x="265995" y="55587"/>
                  <a:pt x="265684" y="55667"/>
                  <a:pt x="265300" y="55720"/>
                </a:cubicBezTo>
                <a:cubicBezTo>
                  <a:pt x="264917" y="55773"/>
                  <a:pt x="264447" y="55799"/>
                  <a:pt x="263891" y="55799"/>
                </a:cubicBezTo>
                <a:cubicBezTo>
                  <a:pt x="263283" y="55799"/>
                  <a:pt x="262787" y="55773"/>
                  <a:pt x="262403" y="55720"/>
                </a:cubicBezTo>
                <a:cubicBezTo>
                  <a:pt x="262019" y="55667"/>
                  <a:pt x="261715" y="55587"/>
                  <a:pt x="261490" y="55482"/>
                </a:cubicBezTo>
                <a:cubicBezTo>
                  <a:pt x="261265" y="55376"/>
                  <a:pt x="261113" y="55250"/>
                  <a:pt x="261034" y="55105"/>
                </a:cubicBezTo>
                <a:cubicBezTo>
                  <a:pt x="260955" y="54959"/>
                  <a:pt x="260915" y="54780"/>
                  <a:pt x="260915" y="54569"/>
                </a:cubicBezTo>
                <a:lnTo>
                  <a:pt x="260915" y="49846"/>
                </a:lnTo>
                <a:cubicBezTo>
                  <a:pt x="258878" y="52109"/>
                  <a:pt x="256867" y="53760"/>
                  <a:pt x="254883" y="54798"/>
                </a:cubicBezTo>
                <a:cubicBezTo>
                  <a:pt x="252898" y="55836"/>
                  <a:pt x="250887" y="56355"/>
                  <a:pt x="248850" y="56355"/>
                </a:cubicBezTo>
                <a:cubicBezTo>
                  <a:pt x="246469" y="56355"/>
                  <a:pt x="244465" y="55957"/>
                  <a:pt x="242838" y="55163"/>
                </a:cubicBezTo>
                <a:cubicBezTo>
                  <a:pt x="241211" y="54368"/>
                  <a:pt x="239894" y="53289"/>
                  <a:pt x="238889" y="51926"/>
                </a:cubicBezTo>
                <a:cubicBezTo>
                  <a:pt x="237884" y="50562"/>
                  <a:pt x="237163" y="48973"/>
                  <a:pt x="236726" y="47159"/>
                </a:cubicBezTo>
                <a:cubicBezTo>
                  <a:pt x="236289" y="45344"/>
                  <a:pt x="236071" y="43139"/>
                  <a:pt x="236071" y="40543"/>
                </a:cubicBezTo>
                <a:lnTo>
                  <a:pt x="236071" y="18852"/>
                </a:lnTo>
                <a:cubicBezTo>
                  <a:pt x="236071" y="18641"/>
                  <a:pt x="236118" y="18462"/>
                  <a:pt x="236210" y="18317"/>
                </a:cubicBezTo>
                <a:cubicBezTo>
                  <a:pt x="236303" y="18170"/>
                  <a:pt x="236481" y="18037"/>
                  <a:pt x="236746" y="17918"/>
                </a:cubicBezTo>
                <a:cubicBezTo>
                  <a:pt x="237010" y="17799"/>
                  <a:pt x="237354" y="17720"/>
                  <a:pt x="237778" y="17680"/>
                </a:cubicBezTo>
                <a:cubicBezTo>
                  <a:pt x="238201" y="17641"/>
                  <a:pt x="238730" y="17621"/>
                  <a:pt x="239365" y="17621"/>
                </a:cubicBezTo>
                <a:cubicBezTo>
                  <a:pt x="240000" y="17621"/>
                  <a:pt x="240529" y="17641"/>
                  <a:pt x="240953" y="17680"/>
                </a:cubicBezTo>
                <a:cubicBezTo>
                  <a:pt x="241376" y="17720"/>
                  <a:pt x="241713" y="17799"/>
                  <a:pt x="241965" y="17918"/>
                </a:cubicBezTo>
                <a:cubicBezTo>
                  <a:pt x="242216" y="18037"/>
                  <a:pt x="242395" y="18170"/>
                  <a:pt x="242500" y="18317"/>
                </a:cubicBezTo>
                <a:cubicBezTo>
                  <a:pt x="242606" y="18462"/>
                  <a:pt x="242659" y="18641"/>
                  <a:pt x="242659" y="18852"/>
                </a:cubicBezTo>
                <a:lnTo>
                  <a:pt x="242659" y="39673"/>
                </a:lnTo>
                <a:cubicBezTo>
                  <a:pt x="242659" y="41765"/>
                  <a:pt x="242811" y="43441"/>
                  <a:pt x="243116" y="44699"/>
                </a:cubicBezTo>
                <a:cubicBezTo>
                  <a:pt x="243420" y="45958"/>
                  <a:pt x="243883" y="47031"/>
                  <a:pt x="244505" y="47919"/>
                </a:cubicBezTo>
                <a:cubicBezTo>
                  <a:pt x="245126" y="48806"/>
                  <a:pt x="245913" y="49495"/>
                  <a:pt x="246866" y="49985"/>
                </a:cubicBezTo>
                <a:cubicBezTo>
                  <a:pt x="247818" y="50474"/>
                  <a:pt x="248930" y="50719"/>
                  <a:pt x="250200" y="50719"/>
                </a:cubicBezTo>
                <a:cubicBezTo>
                  <a:pt x="251840" y="50719"/>
                  <a:pt x="253474" y="50134"/>
                  <a:pt x="255101" y="48963"/>
                </a:cubicBezTo>
                <a:cubicBezTo>
                  <a:pt x="256728" y="47792"/>
                  <a:pt x="258454" y="46076"/>
                  <a:pt x="260280" y="43814"/>
                </a:cubicBezTo>
                <a:lnTo>
                  <a:pt x="260280" y="18851"/>
                </a:lnTo>
                <a:cubicBezTo>
                  <a:pt x="260280" y="18639"/>
                  <a:pt x="260326" y="18461"/>
                  <a:pt x="260419" y="18315"/>
                </a:cubicBezTo>
                <a:cubicBezTo>
                  <a:pt x="260511" y="18170"/>
                  <a:pt x="260690" y="18037"/>
                  <a:pt x="260955" y="17918"/>
                </a:cubicBezTo>
                <a:cubicBezTo>
                  <a:pt x="261219" y="17799"/>
                  <a:pt x="261556" y="17720"/>
                  <a:pt x="261967" y="17680"/>
                </a:cubicBezTo>
                <a:cubicBezTo>
                  <a:pt x="262377" y="17641"/>
                  <a:pt x="262912" y="17621"/>
                  <a:pt x="263574" y="17621"/>
                </a:cubicBezTo>
                <a:cubicBezTo>
                  <a:pt x="264209" y="17621"/>
                  <a:pt x="264738" y="17641"/>
                  <a:pt x="265161" y="17680"/>
                </a:cubicBezTo>
                <a:cubicBezTo>
                  <a:pt x="265585" y="17720"/>
                  <a:pt x="265915" y="17799"/>
                  <a:pt x="266153" y="17918"/>
                </a:cubicBezTo>
                <a:cubicBezTo>
                  <a:pt x="266392" y="18037"/>
                  <a:pt x="266570" y="18170"/>
                  <a:pt x="266689" y="18315"/>
                </a:cubicBezTo>
                <a:cubicBezTo>
                  <a:pt x="266808" y="18461"/>
                  <a:pt x="266868" y="18639"/>
                  <a:pt x="266868" y="18851"/>
                </a:cubicBezTo>
                <a:lnTo>
                  <a:pt x="266868" y="54569"/>
                </a:lnTo>
                <a:close/>
                <a:moveTo>
                  <a:pt x="297189" y="51989"/>
                </a:moveTo>
                <a:cubicBezTo>
                  <a:pt x="297189" y="52756"/>
                  <a:pt x="297136" y="53365"/>
                  <a:pt x="297030" y="53815"/>
                </a:cubicBezTo>
                <a:cubicBezTo>
                  <a:pt x="296924" y="54265"/>
                  <a:pt x="296765" y="54595"/>
                  <a:pt x="296554" y="54807"/>
                </a:cubicBezTo>
                <a:cubicBezTo>
                  <a:pt x="296342" y="55019"/>
                  <a:pt x="296024" y="55217"/>
                  <a:pt x="295601" y="55402"/>
                </a:cubicBezTo>
                <a:cubicBezTo>
                  <a:pt x="295178" y="55587"/>
                  <a:pt x="294695" y="55740"/>
                  <a:pt x="294153" y="55859"/>
                </a:cubicBezTo>
                <a:cubicBezTo>
                  <a:pt x="293610" y="55978"/>
                  <a:pt x="293035" y="56077"/>
                  <a:pt x="292426" y="56156"/>
                </a:cubicBezTo>
                <a:cubicBezTo>
                  <a:pt x="291818" y="56236"/>
                  <a:pt x="291209" y="56275"/>
                  <a:pt x="290601" y="56275"/>
                </a:cubicBezTo>
                <a:cubicBezTo>
                  <a:pt x="288749" y="56275"/>
                  <a:pt x="287161" y="56030"/>
                  <a:pt x="285838" y="55540"/>
                </a:cubicBezTo>
                <a:cubicBezTo>
                  <a:pt x="284515" y="55049"/>
                  <a:pt x="283431" y="54306"/>
                  <a:pt x="282584" y="53311"/>
                </a:cubicBezTo>
                <a:cubicBezTo>
                  <a:pt x="281737" y="52317"/>
                  <a:pt x="281122" y="51057"/>
                  <a:pt x="280739" y="49532"/>
                </a:cubicBezTo>
                <a:cubicBezTo>
                  <a:pt x="280355" y="48008"/>
                  <a:pt x="280163" y="46211"/>
                  <a:pt x="280163" y="44142"/>
                </a:cubicBezTo>
                <a:lnTo>
                  <a:pt x="280163" y="23217"/>
                </a:lnTo>
                <a:lnTo>
                  <a:pt x="275163" y="23217"/>
                </a:lnTo>
                <a:cubicBezTo>
                  <a:pt x="274766" y="23217"/>
                  <a:pt x="274448" y="23005"/>
                  <a:pt x="274210" y="22582"/>
                </a:cubicBezTo>
                <a:cubicBezTo>
                  <a:pt x="273972" y="22158"/>
                  <a:pt x="273853" y="21470"/>
                  <a:pt x="273853" y="20518"/>
                </a:cubicBezTo>
                <a:cubicBezTo>
                  <a:pt x="273853" y="20015"/>
                  <a:pt x="273886" y="19592"/>
                  <a:pt x="273952" y="19248"/>
                </a:cubicBezTo>
                <a:cubicBezTo>
                  <a:pt x="274018" y="18904"/>
                  <a:pt x="274104" y="18620"/>
                  <a:pt x="274210" y="18395"/>
                </a:cubicBezTo>
                <a:cubicBezTo>
                  <a:pt x="274316" y="18170"/>
                  <a:pt x="274455" y="18011"/>
                  <a:pt x="274627" y="17918"/>
                </a:cubicBezTo>
                <a:cubicBezTo>
                  <a:pt x="274799" y="17826"/>
                  <a:pt x="274991" y="17779"/>
                  <a:pt x="275202" y="17779"/>
                </a:cubicBezTo>
                <a:lnTo>
                  <a:pt x="280163" y="17779"/>
                </a:lnTo>
                <a:lnTo>
                  <a:pt x="280163" y="9287"/>
                </a:lnTo>
                <a:cubicBezTo>
                  <a:pt x="280163" y="9101"/>
                  <a:pt x="280209" y="8929"/>
                  <a:pt x="280302" y="8771"/>
                </a:cubicBezTo>
                <a:cubicBezTo>
                  <a:pt x="280395" y="8612"/>
                  <a:pt x="280567" y="8473"/>
                  <a:pt x="280818" y="8354"/>
                </a:cubicBezTo>
                <a:cubicBezTo>
                  <a:pt x="281069" y="8235"/>
                  <a:pt x="281407" y="8149"/>
                  <a:pt x="281830" y="8096"/>
                </a:cubicBezTo>
                <a:cubicBezTo>
                  <a:pt x="282253" y="8043"/>
                  <a:pt x="282782" y="8017"/>
                  <a:pt x="283417" y="8017"/>
                </a:cubicBezTo>
                <a:cubicBezTo>
                  <a:pt x="284079" y="8017"/>
                  <a:pt x="284621" y="8043"/>
                  <a:pt x="285045" y="8096"/>
                </a:cubicBezTo>
                <a:cubicBezTo>
                  <a:pt x="285468" y="8149"/>
                  <a:pt x="285799" y="8235"/>
                  <a:pt x="286037" y="8354"/>
                </a:cubicBezTo>
                <a:cubicBezTo>
                  <a:pt x="286275" y="8473"/>
                  <a:pt x="286447" y="8612"/>
                  <a:pt x="286553" y="8771"/>
                </a:cubicBezTo>
                <a:cubicBezTo>
                  <a:pt x="286658" y="8929"/>
                  <a:pt x="286711" y="9101"/>
                  <a:pt x="286711" y="9287"/>
                </a:cubicBezTo>
                <a:lnTo>
                  <a:pt x="286711" y="17779"/>
                </a:lnTo>
                <a:lnTo>
                  <a:pt x="295879" y="17779"/>
                </a:lnTo>
                <a:cubicBezTo>
                  <a:pt x="296091" y="17779"/>
                  <a:pt x="296276" y="17826"/>
                  <a:pt x="296435" y="17918"/>
                </a:cubicBezTo>
                <a:cubicBezTo>
                  <a:pt x="296593" y="18011"/>
                  <a:pt x="296732" y="18170"/>
                  <a:pt x="296851" y="18395"/>
                </a:cubicBezTo>
                <a:cubicBezTo>
                  <a:pt x="296970" y="18620"/>
                  <a:pt x="297056" y="18904"/>
                  <a:pt x="297109" y="19248"/>
                </a:cubicBezTo>
                <a:cubicBezTo>
                  <a:pt x="297162" y="19592"/>
                  <a:pt x="297189" y="20015"/>
                  <a:pt x="297189" y="20518"/>
                </a:cubicBezTo>
                <a:cubicBezTo>
                  <a:pt x="297189" y="21470"/>
                  <a:pt x="297070" y="22158"/>
                  <a:pt x="296831" y="22582"/>
                </a:cubicBezTo>
                <a:cubicBezTo>
                  <a:pt x="296593" y="23005"/>
                  <a:pt x="296276" y="23217"/>
                  <a:pt x="295879" y="23217"/>
                </a:cubicBezTo>
                <a:lnTo>
                  <a:pt x="286711" y="23217"/>
                </a:lnTo>
                <a:lnTo>
                  <a:pt x="286711" y="43197"/>
                </a:lnTo>
                <a:cubicBezTo>
                  <a:pt x="286711" y="45665"/>
                  <a:pt x="287075" y="47529"/>
                  <a:pt x="287803" y="48789"/>
                </a:cubicBezTo>
                <a:cubicBezTo>
                  <a:pt x="288530" y="50049"/>
                  <a:pt x="289833" y="50680"/>
                  <a:pt x="291712" y="50680"/>
                </a:cubicBezTo>
                <a:cubicBezTo>
                  <a:pt x="292320" y="50680"/>
                  <a:pt x="292863" y="50620"/>
                  <a:pt x="293339" y="50501"/>
                </a:cubicBezTo>
                <a:cubicBezTo>
                  <a:pt x="293815" y="50382"/>
                  <a:pt x="294239" y="50256"/>
                  <a:pt x="294609" y="50124"/>
                </a:cubicBezTo>
                <a:cubicBezTo>
                  <a:pt x="294979" y="49992"/>
                  <a:pt x="295297" y="49866"/>
                  <a:pt x="295561" y="49747"/>
                </a:cubicBezTo>
                <a:cubicBezTo>
                  <a:pt x="295826" y="49628"/>
                  <a:pt x="296064" y="49568"/>
                  <a:pt x="296276" y="49568"/>
                </a:cubicBezTo>
                <a:cubicBezTo>
                  <a:pt x="296408" y="49568"/>
                  <a:pt x="296534" y="49601"/>
                  <a:pt x="296653" y="49667"/>
                </a:cubicBezTo>
                <a:cubicBezTo>
                  <a:pt x="296772" y="49734"/>
                  <a:pt x="296864" y="49859"/>
                  <a:pt x="296931" y="50045"/>
                </a:cubicBezTo>
                <a:cubicBezTo>
                  <a:pt x="296997" y="50230"/>
                  <a:pt x="297056" y="50481"/>
                  <a:pt x="297109" y="50799"/>
                </a:cubicBezTo>
                <a:cubicBezTo>
                  <a:pt x="297162" y="51116"/>
                  <a:pt x="297189" y="51513"/>
                  <a:pt x="297189" y="51989"/>
                </a:cubicBezTo>
                <a:close/>
                <a:moveTo>
                  <a:pt x="343736" y="51989"/>
                </a:moveTo>
                <a:cubicBezTo>
                  <a:pt x="343736" y="52756"/>
                  <a:pt x="343683" y="53365"/>
                  <a:pt x="343578" y="53815"/>
                </a:cubicBezTo>
                <a:cubicBezTo>
                  <a:pt x="343472" y="54265"/>
                  <a:pt x="343313" y="54595"/>
                  <a:pt x="343101" y="54807"/>
                </a:cubicBezTo>
                <a:cubicBezTo>
                  <a:pt x="342890" y="55019"/>
                  <a:pt x="342572" y="55217"/>
                  <a:pt x="342149" y="55402"/>
                </a:cubicBezTo>
                <a:cubicBezTo>
                  <a:pt x="341726" y="55587"/>
                  <a:pt x="341243" y="55740"/>
                  <a:pt x="340700" y="55859"/>
                </a:cubicBezTo>
                <a:cubicBezTo>
                  <a:pt x="340158" y="55978"/>
                  <a:pt x="339582" y="56077"/>
                  <a:pt x="338974" y="56156"/>
                </a:cubicBezTo>
                <a:cubicBezTo>
                  <a:pt x="338365" y="56236"/>
                  <a:pt x="337757" y="56275"/>
                  <a:pt x="337148" y="56275"/>
                </a:cubicBezTo>
                <a:cubicBezTo>
                  <a:pt x="335296" y="56275"/>
                  <a:pt x="333709" y="56030"/>
                  <a:pt x="332386" y="55540"/>
                </a:cubicBezTo>
                <a:cubicBezTo>
                  <a:pt x="331063" y="55049"/>
                  <a:pt x="329978" y="54306"/>
                  <a:pt x="329132" y="53311"/>
                </a:cubicBezTo>
                <a:cubicBezTo>
                  <a:pt x="328285" y="52317"/>
                  <a:pt x="327670" y="51057"/>
                  <a:pt x="327286" y="49532"/>
                </a:cubicBezTo>
                <a:cubicBezTo>
                  <a:pt x="326903" y="48008"/>
                  <a:pt x="326711" y="46211"/>
                  <a:pt x="326711" y="44142"/>
                </a:cubicBezTo>
                <a:lnTo>
                  <a:pt x="326711" y="23217"/>
                </a:lnTo>
                <a:lnTo>
                  <a:pt x="321710" y="23217"/>
                </a:lnTo>
                <a:cubicBezTo>
                  <a:pt x="321313" y="23217"/>
                  <a:pt x="320996" y="23005"/>
                  <a:pt x="320758" y="22582"/>
                </a:cubicBezTo>
                <a:cubicBezTo>
                  <a:pt x="320520" y="22158"/>
                  <a:pt x="320401" y="21470"/>
                  <a:pt x="320401" y="20518"/>
                </a:cubicBezTo>
                <a:cubicBezTo>
                  <a:pt x="320401" y="20015"/>
                  <a:pt x="320434" y="19592"/>
                  <a:pt x="320500" y="19248"/>
                </a:cubicBezTo>
                <a:cubicBezTo>
                  <a:pt x="320566" y="18904"/>
                  <a:pt x="320652" y="18620"/>
                  <a:pt x="320758" y="18395"/>
                </a:cubicBezTo>
                <a:cubicBezTo>
                  <a:pt x="320864" y="18170"/>
                  <a:pt x="321003" y="18011"/>
                  <a:pt x="321175" y="17918"/>
                </a:cubicBezTo>
                <a:cubicBezTo>
                  <a:pt x="321347" y="17826"/>
                  <a:pt x="321538" y="17779"/>
                  <a:pt x="321750" y="17779"/>
                </a:cubicBezTo>
                <a:lnTo>
                  <a:pt x="326711" y="17779"/>
                </a:lnTo>
                <a:lnTo>
                  <a:pt x="326711" y="9287"/>
                </a:lnTo>
                <a:cubicBezTo>
                  <a:pt x="326711" y="9101"/>
                  <a:pt x="326757" y="8929"/>
                  <a:pt x="326850" y="8771"/>
                </a:cubicBezTo>
                <a:cubicBezTo>
                  <a:pt x="326942" y="8612"/>
                  <a:pt x="327114" y="8473"/>
                  <a:pt x="327366" y="8354"/>
                </a:cubicBezTo>
                <a:cubicBezTo>
                  <a:pt x="327617" y="8235"/>
                  <a:pt x="327954" y="8149"/>
                  <a:pt x="328378" y="8096"/>
                </a:cubicBezTo>
                <a:cubicBezTo>
                  <a:pt x="328801" y="8043"/>
                  <a:pt x="329330" y="8017"/>
                  <a:pt x="329965" y="8017"/>
                </a:cubicBezTo>
                <a:cubicBezTo>
                  <a:pt x="330627" y="8017"/>
                  <a:pt x="331169" y="8043"/>
                  <a:pt x="331592" y="8096"/>
                </a:cubicBezTo>
                <a:cubicBezTo>
                  <a:pt x="332016" y="8149"/>
                  <a:pt x="332346" y="8235"/>
                  <a:pt x="332584" y="8354"/>
                </a:cubicBezTo>
                <a:cubicBezTo>
                  <a:pt x="332823" y="8473"/>
                  <a:pt x="332995" y="8612"/>
                  <a:pt x="333100" y="8771"/>
                </a:cubicBezTo>
                <a:cubicBezTo>
                  <a:pt x="333206" y="8929"/>
                  <a:pt x="333259" y="9101"/>
                  <a:pt x="333259" y="9287"/>
                </a:cubicBezTo>
                <a:lnTo>
                  <a:pt x="333259" y="17779"/>
                </a:lnTo>
                <a:lnTo>
                  <a:pt x="342427" y="17779"/>
                </a:lnTo>
                <a:cubicBezTo>
                  <a:pt x="342638" y="17779"/>
                  <a:pt x="342824" y="17826"/>
                  <a:pt x="342982" y="17918"/>
                </a:cubicBezTo>
                <a:cubicBezTo>
                  <a:pt x="343141" y="18011"/>
                  <a:pt x="343280" y="18170"/>
                  <a:pt x="343399" y="18395"/>
                </a:cubicBezTo>
                <a:cubicBezTo>
                  <a:pt x="343518" y="18620"/>
                  <a:pt x="343604" y="18904"/>
                  <a:pt x="343657" y="19248"/>
                </a:cubicBezTo>
                <a:cubicBezTo>
                  <a:pt x="343710" y="19592"/>
                  <a:pt x="343736" y="20015"/>
                  <a:pt x="343736" y="20518"/>
                </a:cubicBezTo>
                <a:cubicBezTo>
                  <a:pt x="343736" y="21470"/>
                  <a:pt x="343617" y="22158"/>
                  <a:pt x="343379" y="22582"/>
                </a:cubicBezTo>
                <a:cubicBezTo>
                  <a:pt x="343141" y="23005"/>
                  <a:pt x="342824" y="23217"/>
                  <a:pt x="342427" y="23217"/>
                </a:cubicBezTo>
                <a:lnTo>
                  <a:pt x="333259" y="23217"/>
                </a:lnTo>
                <a:lnTo>
                  <a:pt x="333259" y="43197"/>
                </a:lnTo>
                <a:cubicBezTo>
                  <a:pt x="333259" y="45665"/>
                  <a:pt x="333623" y="47529"/>
                  <a:pt x="334350" y="48789"/>
                </a:cubicBezTo>
                <a:cubicBezTo>
                  <a:pt x="335078" y="50049"/>
                  <a:pt x="336381" y="50680"/>
                  <a:pt x="338260" y="50680"/>
                </a:cubicBezTo>
                <a:cubicBezTo>
                  <a:pt x="338868" y="50680"/>
                  <a:pt x="339410" y="50620"/>
                  <a:pt x="339887" y="50501"/>
                </a:cubicBezTo>
                <a:cubicBezTo>
                  <a:pt x="340363" y="50382"/>
                  <a:pt x="340786" y="50256"/>
                  <a:pt x="341157" y="50124"/>
                </a:cubicBezTo>
                <a:cubicBezTo>
                  <a:pt x="341527" y="49992"/>
                  <a:pt x="341845" y="49866"/>
                  <a:pt x="342109" y="49747"/>
                </a:cubicBezTo>
                <a:cubicBezTo>
                  <a:pt x="342374" y="49628"/>
                  <a:pt x="342612" y="49568"/>
                  <a:pt x="342824" y="49568"/>
                </a:cubicBezTo>
                <a:cubicBezTo>
                  <a:pt x="342956" y="49568"/>
                  <a:pt x="343081" y="49601"/>
                  <a:pt x="343201" y="49667"/>
                </a:cubicBezTo>
                <a:cubicBezTo>
                  <a:pt x="343320" y="49734"/>
                  <a:pt x="343412" y="49859"/>
                  <a:pt x="343478" y="50045"/>
                </a:cubicBezTo>
                <a:cubicBezTo>
                  <a:pt x="343544" y="50230"/>
                  <a:pt x="343604" y="50481"/>
                  <a:pt x="343657" y="50799"/>
                </a:cubicBezTo>
                <a:cubicBezTo>
                  <a:pt x="343710" y="51116"/>
                  <a:pt x="343736" y="51513"/>
                  <a:pt x="343736" y="51989"/>
                </a:cubicBezTo>
                <a:close/>
                <a:moveTo>
                  <a:pt x="383010" y="54569"/>
                </a:moveTo>
                <a:cubicBezTo>
                  <a:pt x="383010" y="54780"/>
                  <a:pt x="382957" y="54959"/>
                  <a:pt x="382851" y="55105"/>
                </a:cubicBezTo>
                <a:cubicBezTo>
                  <a:pt x="382745" y="55250"/>
                  <a:pt x="382573" y="55376"/>
                  <a:pt x="382335" y="55482"/>
                </a:cubicBezTo>
                <a:cubicBezTo>
                  <a:pt x="382097" y="55587"/>
                  <a:pt x="381766" y="55667"/>
                  <a:pt x="381343" y="55720"/>
                </a:cubicBezTo>
                <a:cubicBezTo>
                  <a:pt x="380920" y="55773"/>
                  <a:pt x="380391" y="55799"/>
                  <a:pt x="379756" y="55799"/>
                </a:cubicBezTo>
                <a:cubicBezTo>
                  <a:pt x="379094" y="55799"/>
                  <a:pt x="378552" y="55773"/>
                  <a:pt x="378128" y="55720"/>
                </a:cubicBezTo>
                <a:cubicBezTo>
                  <a:pt x="377705" y="55667"/>
                  <a:pt x="377374" y="55587"/>
                  <a:pt x="377136" y="55482"/>
                </a:cubicBezTo>
                <a:cubicBezTo>
                  <a:pt x="376898" y="55376"/>
                  <a:pt x="376726" y="55250"/>
                  <a:pt x="376620" y="55105"/>
                </a:cubicBezTo>
                <a:cubicBezTo>
                  <a:pt x="376515" y="54959"/>
                  <a:pt x="376462" y="54780"/>
                  <a:pt x="376462" y="54569"/>
                </a:cubicBezTo>
                <a:lnTo>
                  <a:pt x="376462" y="33654"/>
                </a:lnTo>
                <a:cubicBezTo>
                  <a:pt x="376462" y="31617"/>
                  <a:pt x="376303" y="29976"/>
                  <a:pt x="375985" y="28733"/>
                </a:cubicBezTo>
                <a:cubicBezTo>
                  <a:pt x="375668" y="27489"/>
                  <a:pt x="375205" y="26418"/>
                  <a:pt x="374596" y="25518"/>
                </a:cubicBezTo>
                <a:cubicBezTo>
                  <a:pt x="373988" y="24619"/>
                  <a:pt x="373201" y="23931"/>
                  <a:pt x="372235" y="23455"/>
                </a:cubicBezTo>
                <a:cubicBezTo>
                  <a:pt x="371269" y="22978"/>
                  <a:pt x="370151" y="22740"/>
                  <a:pt x="368882" y="22740"/>
                </a:cubicBezTo>
                <a:cubicBezTo>
                  <a:pt x="367241" y="22740"/>
                  <a:pt x="365601" y="23322"/>
                  <a:pt x="363960" y="24486"/>
                </a:cubicBezTo>
                <a:cubicBezTo>
                  <a:pt x="362320" y="25651"/>
                  <a:pt x="360600" y="27357"/>
                  <a:pt x="358801" y="29606"/>
                </a:cubicBezTo>
                <a:lnTo>
                  <a:pt x="358801" y="54569"/>
                </a:lnTo>
                <a:cubicBezTo>
                  <a:pt x="358801" y="54780"/>
                  <a:pt x="358748" y="54959"/>
                  <a:pt x="358642" y="55105"/>
                </a:cubicBezTo>
                <a:cubicBezTo>
                  <a:pt x="358537" y="55250"/>
                  <a:pt x="358365" y="55376"/>
                  <a:pt x="358127" y="55482"/>
                </a:cubicBezTo>
                <a:cubicBezTo>
                  <a:pt x="357888" y="55587"/>
                  <a:pt x="357558" y="55667"/>
                  <a:pt x="357134" y="55720"/>
                </a:cubicBezTo>
                <a:cubicBezTo>
                  <a:pt x="356711" y="55773"/>
                  <a:pt x="356169" y="55799"/>
                  <a:pt x="355507" y="55799"/>
                </a:cubicBezTo>
                <a:cubicBezTo>
                  <a:pt x="354872" y="55799"/>
                  <a:pt x="354343" y="55773"/>
                  <a:pt x="353920" y="55720"/>
                </a:cubicBezTo>
                <a:cubicBezTo>
                  <a:pt x="353496" y="55667"/>
                  <a:pt x="353159" y="55587"/>
                  <a:pt x="352908" y="55482"/>
                </a:cubicBezTo>
                <a:cubicBezTo>
                  <a:pt x="352656" y="55376"/>
                  <a:pt x="352484" y="55250"/>
                  <a:pt x="352392" y="55105"/>
                </a:cubicBezTo>
                <a:cubicBezTo>
                  <a:pt x="352299" y="54958"/>
                  <a:pt x="352253" y="54779"/>
                  <a:pt x="352253" y="54568"/>
                </a:cubicBezTo>
                <a:lnTo>
                  <a:pt x="352253" y="1509"/>
                </a:lnTo>
                <a:cubicBezTo>
                  <a:pt x="352253" y="1298"/>
                  <a:pt x="352299" y="1112"/>
                  <a:pt x="352392" y="954"/>
                </a:cubicBezTo>
                <a:cubicBezTo>
                  <a:pt x="352484" y="794"/>
                  <a:pt x="352656" y="661"/>
                  <a:pt x="352908" y="556"/>
                </a:cubicBezTo>
                <a:cubicBezTo>
                  <a:pt x="353159" y="450"/>
                  <a:pt x="353496" y="370"/>
                  <a:pt x="353920" y="317"/>
                </a:cubicBezTo>
                <a:cubicBezTo>
                  <a:pt x="354343" y="265"/>
                  <a:pt x="354872" y="238"/>
                  <a:pt x="355507" y="238"/>
                </a:cubicBezTo>
                <a:cubicBezTo>
                  <a:pt x="356169" y="238"/>
                  <a:pt x="356711" y="265"/>
                  <a:pt x="357134" y="317"/>
                </a:cubicBezTo>
                <a:cubicBezTo>
                  <a:pt x="357558" y="370"/>
                  <a:pt x="357888" y="450"/>
                  <a:pt x="358127" y="557"/>
                </a:cubicBezTo>
                <a:cubicBezTo>
                  <a:pt x="358365" y="663"/>
                  <a:pt x="358537" y="795"/>
                  <a:pt x="358642" y="954"/>
                </a:cubicBezTo>
                <a:cubicBezTo>
                  <a:pt x="358748" y="1112"/>
                  <a:pt x="358801" y="1298"/>
                  <a:pt x="358801" y="1511"/>
                </a:cubicBezTo>
                <a:lnTo>
                  <a:pt x="358801" y="22939"/>
                </a:lnTo>
                <a:cubicBezTo>
                  <a:pt x="360680" y="20954"/>
                  <a:pt x="362571" y="19479"/>
                  <a:pt x="364476" y="18514"/>
                </a:cubicBezTo>
                <a:cubicBezTo>
                  <a:pt x="366381" y="17548"/>
                  <a:pt x="368299" y="17065"/>
                  <a:pt x="370231" y="17065"/>
                </a:cubicBezTo>
                <a:cubicBezTo>
                  <a:pt x="372612" y="17065"/>
                  <a:pt x="374616" y="17469"/>
                  <a:pt x="376243" y="18276"/>
                </a:cubicBezTo>
                <a:cubicBezTo>
                  <a:pt x="377870" y="19083"/>
                  <a:pt x="379187" y="20161"/>
                  <a:pt x="380192" y="21510"/>
                </a:cubicBezTo>
                <a:cubicBezTo>
                  <a:pt x="381198" y="22859"/>
                  <a:pt x="381919" y="24440"/>
                  <a:pt x="382355" y="26253"/>
                </a:cubicBezTo>
                <a:cubicBezTo>
                  <a:pt x="382792" y="28065"/>
                  <a:pt x="383010" y="30254"/>
                  <a:pt x="383010" y="32821"/>
                </a:cubicBezTo>
                <a:lnTo>
                  <a:pt x="383010" y="54569"/>
                </a:lnTo>
                <a:close/>
                <a:moveTo>
                  <a:pt x="425078" y="35162"/>
                </a:moveTo>
                <a:cubicBezTo>
                  <a:pt x="425078" y="36194"/>
                  <a:pt x="424820" y="36928"/>
                  <a:pt x="424304" y="37365"/>
                </a:cubicBezTo>
                <a:cubicBezTo>
                  <a:pt x="423788" y="37801"/>
                  <a:pt x="423199" y="38020"/>
                  <a:pt x="422538" y="38020"/>
                </a:cubicBezTo>
                <a:lnTo>
                  <a:pt x="399123" y="38020"/>
                </a:lnTo>
                <a:cubicBezTo>
                  <a:pt x="399123" y="40010"/>
                  <a:pt x="399321" y="41801"/>
                  <a:pt x="399718" y="43393"/>
                </a:cubicBezTo>
                <a:cubicBezTo>
                  <a:pt x="400115" y="44986"/>
                  <a:pt x="400777" y="46352"/>
                  <a:pt x="401703" y="47493"/>
                </a:cubicBezTo>
                <a:cubicBezTo>
                  <a:pt x="402629" y="48634"/>
                  <a:pt x="403832" y="49510"/>
                  <a:pt x="405314" y="50121"/>
                </a:cubicBezTo>
                <a:cubicBezTo>
                  <a:pt x="406796" y="50732"/>
                  <a:pt x="408608" y="51037"/>
                  <a:pt x="410751" y="51037"/>
                </a:cubicBezTo>
                <a:cubicBezTo>
                  <a:pt x="412444" y="51037"/>
                  <a:pt x="413952" y="50898"/>
                  <a:pt x="415275" y="50620"/>
                </a:cubicBezTo>
                <a:cubicBezTo>
                  <a:pt x="416598" y="50342"/>
                  <a:pt x="417742" y="50031"/>
                  <a:pt x="418708" y="49687"/>
                </a:cubicBezTo>
                <a:cubicBezTo>
                  <a:pt x="419674" y="49343"/>
                  <a:pt x="420468" y="49033"/>
                  <a:pt x="421089" y="48755"/>
                </a:cubicBezTo>
                <a:cubicBezTo>
                  <a:pt x="421711" y="48477"/>
                  <a:pt x="422181" y="48338"/>
                  <a:pt x="422498" y="48338"/>
                </a:cubicBezTo>
                <a:cubicBezTo>
                  <a:pt x="422683" y="48338"/>
                  <a:pt x="422849" y="48384"/>
                  <a:pt x="422994" y="48477"/>
                </a:cubicBezTo>
                <a:cubicBezTo>
                  <a:pt x="423140" y="48570"/>
                  <a:pt x="423252" y="48708"/>
                  <a:pt x="423332" y="48894"/>
                </a:cubicBezTo>
                <a:cubicBezTo>
                  <a:pt x="423411" y="49079"/>
                  <a:pt x="423471" y="49337"/>
                  <a:pt x="423510" y="49667"/>
                </a:cubicBezTo>
                <a:cubicBezTo>
                  <a:pt x="423550" y="49998"/>
                  <a:pt x="423570" y="50402"/>
                  <a:pt x="423570" y="50878"/>
                </a:cubicBezTo>
                <a:cubicBezTo>
                  <a:pt x="423570" y="51222"/>
                  <a:pt x="423556" y="51520"/>
                  <a:pt x="423530" y="51771"/>
                </a:cubicBezTo>
                <a:cubicBezTo>
                  <a:pt x="423504" y="52022"/>
                  <a:pt x="423471" y="52247"/>
                  <a:pt x="423431" y="52446"/>
                </a:cubicBezTo>
                <a:cubicBezTo>
                  <a:pt x="423391" y="52644"/>
                  <a:pt x="423325" y="52823"/>
                  <a:pt x="423232" y="52981"/>
                </a:cubicBezTo>
                <a:cubicBezTo>
                  <a:pt x="423140" y="53140"/>
                  <a:pt x="423021" y="53292"/>
                  <a:pt x="422875" y="53438"/>
                </a:cubicBezTo>
                <a:cubicBezTo>
                  <a:pt x="422730" y="53583"/>
                  <a:pt x="422300" y="53821"/>
                  <a:pt x="421585" y="54152"/>
                </a:cubicBezTo>
                <a:cubicBezTo>
                  <a:pt x="420871" y="54483"/>
                  <a:pt x="419945" y="54807"/>
                  <a:pt x="418807" y="55124"/>
                </a:cubicBezTo>
                <a:cubicBezTo>
                  <a:pt x="417670" y="55442"/>
                  <a:pt x="416353" y="55726"/>
                  <a:pt x="414859" y="55978"/>
                </a:cubicBezTo>
                <a:cubicBezTo>
                  <a:pt x="413364" y="56229"/>
                  <a:pt x="411770" y="56355"/>
                  <a:pt x="410076" y="56355"/>
                </a:cubicBezTo>
                <a:cubicBezTo>
                  <a:pt x="407140" y="56355"/>
                  <a:pt x="404567" y="55944"/>
                  <a:pt x="402357" y="55123"/>
                </a:cubicBezTo>
                <a:cubicBezTo>
                  <a:pt x="400148" y="54302"/>
                  <a:pt x="398289" y="53084"/>
                  <a:pt x="396781" y="51468"/>
                </a:cubicBezTo>
                <a:cubicBezTo>
                  <a:pt x="395273" y="49853"/>
                  <a:pt x="394136" y="47827"/>
                  <a:pt x="393368" y="45390"/>
                </a:cubicBezTo>
                <a:cubicBezTo>
                  <a:pt x="392601" y="42953"/>
                  <a:pt x="392217" y="40120"/>
                  <a:pt x="392217" y="36888"/>
                </a:cubicBezTo>
                <a:cubicBezTo>
                  <a:pt x="392217" y="33816"/>
                  <a:pt x="392614" y="31055"/>
                  <a:pt x="393408" y="28605"/>
                </a:cubicBezTo>
                <a:cubicBezTo>
                  <a:pt x="394202" y="26155"/>
                  <a:pt x="395346" y="24076"/>
                  <a:pt x="396841" y="22368"/>
                </a:cubicBezTo>
                <a:cubicBezTo>
                  <a:pt x="398336" y="20660"/>
                  <a:pt x="400142" y="19349"/>
                  <a:pt x="402258" y="18436"/>
                </a:cubicBezTo>
                <a:cubicBezTo>
                  <a:pt x="404375" y="17522"/>
                  <a:pt x="406743" y="17065"/>
                  <a:pt x="409362" y="17065"/>
                </a:cubicBezTo>
                <a:cubicBezTo>
                  <a:pt x="412167" y="17065"/>
                  <a:pt x="414554" y="17515"/>
                  <a:pt x="416525" y="18414"/>
                </a:cubicBezTo>
                <a:cubicBezTo>
                  <a:pt x="418496" y="19314"/>
                  <a:pt x="420117" y="20524"/>
                  <a:pt x="421387" y="22046"/>
                </a:cubicBezTo>
                <a:cubicBezTo>
                  <a:pt x="422657" y="23567"/>
                  <a:pt x="423590" y="25353"/>
                  <a:pt x="424185" y="27403"/>
                </a:cubicBezTo>
                <a:cubicBezTo>
                  <a:pt x="424780" y="29454"/>
                  <a:pt x="425078" y="31643"/>
                  <a:pt x="425078" y="33972"/>
                </a:cubicBezTo>
                <a:lnTo>
                  <a:pt x="425078" y="35162"/>
                </a:lnTo>
                <a:moveTo>
                  <a:pt x="418490" y="33217"/>
                </a:moveTo>
                <a:cubicBezTo>
                  <a:pt x="418569" y="29778"/>
                  <a:pt x="417809" y="27079"/>
                  <a:pt x="416208" y="25121"/>
                </a:cubicBezTo>
                <a:cubicBezTo>
                  <a:pt x="414607" y="23164"/>
                  <a:pt x="412233" y="22185"/>
                  <a:pt x="409084" y="22185"/>
                </a:cubicBezTo>
                <a:cubicBezTo>
                  <a:pt x="407470" y="22185"/>
                  <a:pt x="406055" y="22489"/>
                  <a:pt x="404838" y="23097"/>
                </a:cubicBezTo>
                <a:cubicBezTo>
                  <a:pt x="403621" y="23706"/>
                  <a:pt x="402602" y="24513"/>
                  <a:pt x="401782" y="25518"/>
                </a:cubicBezTo>
                <a:cubicBezTo>
                  <a:pt x="400962" y="26524"/>
                  <a:pt x="400327" y="27694"/>
                  <a:pt x="399877" y="29031"/>
                </a:cubicBezTo>
                <a:cubicBezTo>
                  <a:pt x="399427" y="30367"/>
                  <a:pt x="399176" y="31762"/>
                  <a:pt x="399123" y="33217"/>
                </a:cubicBezTo>
                <a:lnTo>
                  <a:pt x="418490" y="33217"/>
                </a:lnTo>
                <a:close/>
                <a:moveTo>
                  <a:pt x="474057" y="5318"/>
                </a:moveTo>
                <a:cubicBezTo>
                  <a:pt x="474057" y="6085"/>
                  <a:pt x="474030" y="6700"/>
                  <a:pt x="473977" y="7163"/>
                </a:cubicBezTo>
                <a:cubicBezTo>
                  <a:pt x="473924" y="7626"/>
                  <a:pt x="473845" y="7984"/>
                  <a:pt x="473739" y="8235"/>
                </a:cubicBezTo>
                <a:cubicBezTo>
                  <a:pt x="473633" y="8486"/>
                  <a:pt x="473514" y="8658"/>
                  <a:pt x="473382" y="8751"/>
                </a:cubicBezTo>
                <a:cubicBezTo>
                  <a:pt x="473250" y="8843"/>
                  <a:pt x="473104" y="8890"/>
                  <a:pt x="472945" y="8890"/>
                </a:cubicBezTo>
                <a:cubicBezTo>
                  <a:pt x="472760" y="8890"/>
                  <a:pt x="472555" y="8843"/>
                  <a:pt x="472330" y="8751"/>
                </a:cubicBezTo>
                <a:cubicBezTo>
                  <a:pt x="472105" y="8658"/>
                  <a:pt x="471828" y="8559"/>
                  <a:pt x="471497" y="8453"/>
                </a:cubicBezTo>
                <a:cubicBezTo>
                  <a:pt x="471166" y="8347"/>
                  <a:pt x="470776" y="8248"/>
                  <a:pt x="470326" y="8156"/>
                </a:cubicBezTo>
                <a:cubicBezTo>
                  <a:pt x="469876" y="8063"/>
                  <a:pt x="469347" y="8017"/>
                  <a:pt x="468739" y="8017"/>
                </a:cubicBezTo>
                <a:cubicBezTo>
                  <a:pt x="468024" y="8017"/>
                  <a:pt x="467409" y="8129"/>
                  <a:pt x="466893" y="8354"/>
                </a:cubicBezTo>
                <a:cubicBezTo>
                  <a:pt x="466377" y="8579"/>
                  <a:pt x="465947" y="8936"/>
                  <a:pt x="465603" y="9426"/>
                </a:cubicBezTo>
                <a:cubicBezTo>
                  <a:pt x="465260" y="9915"/>
                  <a:pt x="465008" y="10550"/>
                  <a:pt x="464849" y="11330"/>
                </a:cubicBezTo>
                <a:cubicBezTo>
                  <a:pt x="464691" y="12111"/>
                  <a:pt x="464611" y="13070"/>
                  <a:pt x="464611" y="14208"/>
                </a:cubicBezTo>
                <a:lnTo>
                  <a:pt x="464611" y="17462"/>
                </a:lnTo>
                <a:lnTo>
                  <a:pt x="471080" y="17462"/>
                </a:lnTo>
                <a:cubicBezTo>
                  <a:pt x="471318" y="17462"/>
                  <a:pt x="471537" y="17528"/>
                  <a:pt x="471735" y="17660"/>
                </a:cubicBezTo>
                <a:cubicBezTo>
                  <a:pt x="471933" y="17793"/>
                  <a:pt x="472099" y="18011"/>
                  <a:pt x="472231" y="18315"/>
                </a:cubicBezTo>
                <a:cubicBezTo>
                  <a:pt x="472363" y="18620"/>
                  <a:pt x="472463" y="19036"/>
                  <a:pt x="472529" y="19565"/>
                </a:cubicBezTo>
                <a:cubicBezTo>
                  <a:pt x="472595" y="20095"/>
                  <a:pt x="472628" y="20743"/>
                  <a:pt x="472628" y="21510"/>
                </a:cubicBezTo>
                <a:cubicBezTo>
                  <a:pt x="472628" y="22965"/>
                  <a:pt x="472496" y="24004"/>
                  <a:pt x="472231" y="24625"/>
                </a:cubicBezTo>
                <a:cubicBezTo>
                  <a:pt x="471967" y="25247"/>
                  <a:pt x="471583" y="25558"/>
                  <a:pt x="471080" y="25558"/>
                </a:cubicBezTo>
                <a:lnTo>
                  <a:pt x="464611" y="25558"/>
                </a:lnTo>
                <a:lnTo>
                  <a:pt x="464611" y="54212"/>
                </a:lnTo>
                <a:cubicBezTo>
                  <a:pt x="464611" y="54476"/>
                  <a:pt x="464532" y="54708"/>
                  <a:pt x="464373" y="54906"/>
                </a:cubicBezTo>
                <a:cubicBezTo>
                  <a:pt x="464214" y="55105"/>
                  <a:pt x="463950" y="55270"/>
                  <a:pt x="463579" y="55402"/>
                </a:cubicBezTo>
                <a:cubicBezTo>
                  <a:pt x="463209" y="55534"/>
                  <a:pt x="462693" y="55634"/>
                  <a:pt x="462032" y="55700"/>
                </a:cubicBezTo>
                <a:cubicBezTo>
                  <a:pt x="461370" y="55766"/>
                  <a:pt x="460563" y="55799"/>
                  <a:pt x="459611" y="55799"/>
                </a:cubicBezTo>
                <a:cubicBezTo>
                  <a:pt x="458658" y="55799"/>
                  <a:pt x="457858" y="55766"/>
                  <a:pt x="457210" y="55700"/>
                </a:cubicBezTo>
                <a:cubicBezTo>
                  <a:pt x="456562" y="55634"/>
                  <a:pt x="456046" y="55534"/>
                  <a:pt x="455662" y="55402"/>
                </a:cubicBezTo>
                <a:cubicBezTo>
                  <a:pt x="455278" y="55270"/>
                  <a:pt x="455014" y="55105"/>
                  <a:pt x="454868" y="54906"/>
                </a:cubicBezTo>
                <a:cubicBezTo>
                  <a:pt x="454723" y="54708"/>
                  <a:pt x="454650" y="54476"/>
                  <a:pt x="454650" y="54212"/>
                </a:cubicBezTo>
                <a:lnTo>
                  <a:pt x="454650" y="25558"/>
                </a:lnTo>
                <a:lnTo>
                  <a:pt x="450205" y="25558"/>
                </a:lnTo>
                <a:cubicBezTo>
                  <a:pt x="449702" y="25558"/>
                  <a:pt x="449325" y="25247"/>
                  <a:pt x="449074" y="24625"/>
                </a:cubicBezTo>
                <a:cubicBezTo>
                  <a:pt x="448823" y="24004"/>
                  <a:pt x="448697" y="22965"/>
                  <a:pt x="448697" y="21510"/>
                </a:cubicBezTo>
                <a:cubicBezTo>
                  <a:pt x="448697" y="20743"/>
                  <a:pt x="448730" y="20095"/>
                  <a:pt x="448796" y="19565"/>
                </a:cubicBezTo>
                <a:cubicBezTo>
                  <a:pt x="448862" y="19036"/>
                  <a:pt x="448955" y="18620"/>
                  <a:pt x="449074" y="18315"/>
                </a:cubicBezTo>
                <a:cubicBezTo>
                  <a:pt x="449193" y="18011"/>
                  <a:pt x="449352" y="17793"/>
                  <a:pt x="449550" y="17660"/>
                </a:cubicBezTo>
                <a:cubicBezTo>
                  <a:pt x="449749" y="17528"/>
                  <a:pt x="449980" y="17462"/>
                  <a:pt x="450245" y="17462"/>
                </a:cubicBezTo>
                <a:lnTo>
                  <a:pt x="454650" y="17462"/>
                </a:lnTo>
                <a:lnTo>
                  <a:pt x="454650" y="14486"/>
                </a:lnTo>
                <a:cubicBezTo>
                  <a:pt x="454650" y="12078"/>
                  <a:pt x="454888" y="9968"/>
                  <a:pt x="455364" y="8156"/>
                </a:cubicBezTo>
                <a:cubicBezTo>
                  <a:pt x="455841" y="6343"/>
                  <a:pt x="456588" y="4835"/>
                  <a:pt x="457607" y="3631"/>
                </a:cubicBezTo>
                <a:cubicBezTo>
                  <a:pt x="458625" y="2427"/>
                  <a:pt x="459922" y="1521"/>
                  <a:pt x="461496" y="913"/>
                </a:cubicBezTo>
                <a:cubicBezTo>
                  <a:pt x="463070" y="304"/>
                  <a:pt x="464929" y="0"/>
                  <a:pt x="467072" y="0"/>
                </a:cubicBezTo>
                <a:cubicBezTo>
                  <a:pt x="468104" y="0"/>
                  <a:pt x="469083" y="86"/>
                  <a:pt x="470009" y="258"/>
                </a:cubicBezTo>
                <a:cubicBezTo>
                  <a:pt x="470935" y="430"/>
                  <a:pt x="471662" y="615"/>
                  <a:pt x="472191" y="814"/>
                </a:cubicBezTo>
                <a:cubicBezTo>
                  <a:pt x="472721" y="1012"/>
                  <a:pt x="473078" y="1197"/>
                  <a:pt x="473263" y="1369"/>
                </a:cubicBezTo>
                <a:cubicBezTo>
                  <a:pt x="473448" y="1541"/>
                  <a:pt x="473600" y="1792"/>
                  <a:pt x="473719" y="2123"/>
                </a:cubicBezTo>
                <a:cubicBezTo>
                  <a:pt x="473838" y="2454"/>
                  <a:pt x="473924" y="2877"/>
                  <a:pt x="473977" y="3393"/>
                </a:cubicBezTo>
                <a:cubicBezTo>
                  <a:pt x="474030" y="3909"/>
                  <a:pt x="474057" y="4551"/>
                  <a:pt x="474057" y="5318"/>
                </a:cubicBezTo>
                <a:close/>
                <a:moveTo>
                  <a:pt x="488406" y="54212"/>
                </a:moveTo>
                <a:cubicBezTo>
                  <a:pt x="488406" y="54476"/>
                  <a:pt x="488327" y="54708"/>
                  <a:pt x="488168" y="54906"/>
                </a:cubicBezTo>
                <a:cubicBezTo>
                  <a:pt x="488010" y="55105"/>
                  <a:pt x="487738" y="55270"/>
                  <a:pt x="487355" y="55402"/>
                </a:cubicBezTo>
                <a:cubicBezTo>
                  <a:pt x="486971" y="55534"/>
                  <a:pt x="486462" y="55634"/>
                  <a:pt x="485827" y="55700"/>
                </a:cubicBezTo>
                <a:cubicBezTo>
                  <a:pt x="485192" y="55766"/>
                  <a:pt x="484385" y="55799"/>
                  <a:pt x="483406" y="55799"/>
                </a:cubicBezTo>
                <a:cubicBezTo>
                  <a:pt x="482427" y="55799"/>
                  <a:pt x="481620" y="55766"/>
                  <a:pt x="480985" y="55700"/>
                </a:cubicBezTo>
                <a:cubicBezTo>
                  <a:pt x="480350" y="55634"/>
                  <a:pt x="479841" y="55534"/>
                  <a:pt x="479457" y="55402"/>
                </a:cubicBezTo>
                <a:cubicBezTo>
                  <a:pt x="479073" y="55270"/>
                  <a:pt x="478802" y="55105"/>
                  <a:pt x="478644" y="54906"/>
                </a:cubicBezTo>
                <a:cubicBezTo>
                  <a:pt x="478485" y="54708"/>
                  <a:pt x="478405" y="54476"/>
                  <a:pt x="478405" y="54212"/>
                </a:cubicBezTo>
                <a:lnTo>
                  <a:pt x="478405" y="18891"/>
                </a:lnTo>
                <a:cubicBezTo>
                  <a:pt x="478405" y="18626"/>
                  <a:pt x="478485" y="18395"/>
                  <a:pt x="478644" y="18196"/>
                </a:cubicBezTo>
                <a:cubicBezTo>
                  <a:pt x="478802" y="17998"/>
                  <a:pt x="479073" y="17826"/>
                  <a:pt x="479457" y="17680"/>
                </a:cubicBezTo>
                <a:cubicBezTo>
                  <a:pt x="479841" y="17535"/>
                  <a:pt x="480350" y="17422"/>
                  <a:pt x="480985" y="17343"/>
                </a:cubicBezTo>
                <a:cubicBezTo>
                  <a:pt x="481620" y="17264"/>
                  <a:pt x="482427" y="17224"/>
                  <a:pt x="483406" y="17224"/>
                </a:cubicBezTo>
                <a:cubicBezTo>
                  <a:pt x="484385" y="17224"/>
                  <a:pt x="485192" y="17264"/>
                  <a:pt x="485827" y="17343"/>
                </a:cubicBezTo>
                <a:cubicBezTo>
                  <a:pt x="486462" y="17422"/>
                  <a:pt x="486971" y="17535"/>
                  <a:pt x="487355" y="17680"/>
                </a:cubicBezTo>
                <a:cubicBezTo>
                  <a:pt x="487738" y="17826"/>
                  <a:pt x="488010" y="17998"/>
                  <a:pt x="488168" y="18196"/>
                </a:cubicBezTo>
                <a:cubicBezTo>
                  <a:pt x="488327" y="18395"/>
                  <a:pt x="488406" y="18626"/>
                  <a:pt x="488406" y="18891"/>
                </a:cubicBezTo>
                <a:lnTo>
                  <a:pt x="488406" y="54212"/>
                </a:lnTo>
                <a:moveTo>
                  <a:pt x="489160" y="6826"/>
                </a:moveTo>
                <a:cubicBezTo>
                  <a:pt x="489160" y="8837"/>
                  <a:pt x="488750" y="10226"/>
                  <a:pt x="487930" y="10993"/>
                </a:cubicBezTo>
                <a:cubicBezTo>
                  <a:pt x="487110" y="11760"/>
                  <a:pt x="485589" y="12144"/>
                  <a:pt x="483366" y="12144"/>
                </a:cubicBezTo>
                <a:cubicBezTo>
                  <a:pt x="481117" y="12144"/>
                  <a:pt x="479603" y="11774"/>
                  <a:pt x="478822" y="11033"/>
                </a:cubicBezTo>
                <a:cubicBezTo>
                  <a:pt x="478042" y="10292"/>
                  <a:pt x="477651" y="8956"/>
                  <a:pt x="477651" y="7024"/>
                </a:cubicBezTo>
                <a:cubicBezTo>
                  <a:pt x="477651" y="5014"/>
                  <a:pt x="478055" y="3618"/>
                  <a:pt x="478862" y="2838"/>
                </a:cubicBezTo>
                <a:cubicBezTo>
                  <a:pt x="479669" y="2057"/>
                  <a:pt x="481197" y="1667"/>
                  <a:pt x="483446" y="1667"/>
                </a:cubicBezTo>
                <a:cubicBezTo>
                  <a:pt x="485668" y="1667"/>
                  <a:pt x="487176" y="2044"/>
                  <a:pt x="487970" y="2798"/>
                </a:cubicBezTo>
                <a:cubicBezTo>
                  <a:pt x="488764" y="3552"/>
                  <a:pt x="489160" y="4895"/>
                  <a:pt x="489160" y="6826"/>
                </a:cubicBezTo>
                <a:close/>
                <a:moveTo>
                  <a:pt x="508563" y="54212"/>
                </a:moveTo>
                <a:cubicBezTo>
                  <a:pt x="508563" y="54476"/>
                  <a:pt x="508484" y="54708"/>
                  <a:pt x="508325" y="54906"/>
                </a:cubicBezTo>
                <a:cubicBezTo>
                  <a:pt x="508166" y="55105"/>
                  <a:pt x="507895" y="55270"/>
                  <a:pt x="507512" y="55402"/>
                </a:cubicBezTo>
                <a:cubicBezTo>
                  <a:pt x="507128" y="55534"/>
                  <a:pt x="506619" y="55634"/>
                  <a:pt x="505984" y="55700"/>
                </a:cubicBezTo>
                <a:cubicBezTo>
                  <a:pt x="505349" y="55766"/>
                  <a:pt x="504542" y="55799"/>
                  <a:pt x="503563" y="55799"/>
                </a:cubicBezTo>
                <a:cubicBezTo>
                  <a:pt x="502584" y="55799"/>
                  <a:pt x="501777" y="55766"/>
                  <a:pt x="501142" y="55700"/>
                </a:cubicBezTo>
                <a:cubicBezTo>
                  <a:pt x="500507" y="55634"/>
                  <a:pt x="499998" y="55534"/>
                  <a:pt x="499614" y="55402"/>
                </a:cubicBezTo>
                <a:cubicBezTo>
                  <a:pt x="499230" y="55270"/>
                  <a:pt x="498959" y="55105"/>
                  <a:pt x="498800" y="54906"/>
                </a:cubicBezTo>
                <a:cubicBezTo>
                  <a:pt x="498642" y="54708"/>
                  <a:pt x="498562" y="54476"/>
                  <a:pt x="498562" y="54212"/>
                </a:cubicBezTo>
                <a:lnTo>
                  <a:pt x="498562" y="2024"/>
                </a:lnTo>
                <a:cubicBezTo>
                  <a:pt x="498562" y="1759"/>
                  <a:pt x="498642" y="1521"/>
                  <a:pt x="498800" y="1310"/>
                </a:cubicBezTo>
                <a:cubicBezTo>
                  <a:pt x="498959" y="1098"/>
                  <a:pt x="499230" y="919"/>
                  <a:pt x="499614" y="774"/>
                </a:cubicBezTo>
                <a:cubicBezTo>
                  <a:pt x="499998" y="628"/>
                  <a:pt x="500507" y="516"/>
                  <a:pt x="501142" y="437"/>
                </a:cubicBezTo>
                <a:cubicBezTo>
                  <a:pt x="501777" y="357"/>
                  <a:pt x="502584" y="317"/>
                  <a:pt x="503563" y="317"/>
                </a:cubicBezTo>
                <a:cubicBezTo>
                  <a:pt x="504542" y="317"/>
                  <a:pt x="505349" y="357"/>
                  <a:pt x="505984" y="437"/>
                </a:cubicBezTo>
                <a:cubicBezTo>
                  <a:pt x="506619" y="516"/>
                  <a:pt x="507128" y="628"/>
                  <a:pt x="507512" y="774"/>
                </a:cubicBezTo>
                <a:cubicBezTo>
                  <a:pt x="507895" y="919"/>
                  <a:pt x="508166" y="1098"/>
                  <a:pt x="508325" y="1310"/>
                </a:cubicBezTo>
                <a:cubicBezTo>
                  <a:pt x="508484" y="1521"/>
                  <a:pt x="508563" y="1759"/>
                  <a:pt x="508563" y="2024"/>
                </a:cubicBezTo>
                <a:lnTo>
                  <a:pt x="508563" y="54212"/>
                </a:lnTo>
                <a:close/>
                <a:moveTo>
                  <a:pt x="551421" y="35473"/>
                </a:moveTo>
                <a:cubicBezTo>
                  <a:pt x="551421" y="36693"/>
                  <a:pt x="551150" y="37594"/>
                  <a:pt x="550607" y="38177"/>
                </a:cubicBezTo>
                <a:cubicBezTo>
                  <a:pt x="550065" y="38760"/>
                  <a:pt x="549317" y="39051"/>
                  <a:pt x="548365" y="39051"/>
                </a:cubicBezTo>
                <a:lnTo>
                  <a:pt x="526815" y="39051"/>
                </a:lnTo>
                <a:cubicBezTo>
                  <a:pt x="526815" y="40565"/>
                  <a:pt x="526994" y="41940"/>
                  <a:pt x="527351" y="43175"/>
                </a:cubicBezTo>
                <a:cubicBezTo>
                  <a:pt x="527708" y="44410"/>
                  <a:pt x="528277" y="45460"/>
                  <a:pt x="529057" y="46324"/>
                </a:cubicBezTo>
                <a:cubicBezTo>
                  <a:pt x="529838" y="47187"/>
                  <a:pt x="530843" y="47844"/>
                  <a:pt x="532074" y="48296"/>
                </a:cubicBezTo>
                <a:cubicBezTo>
                  <a:pt x="533304" y="48747"/>
                  <a:pt x="534779" y="48973"/>
                  <a:pt x="536499" y="48973"/>
                </a:cubicBezTo>
                <a:cubicBezTo>
                  <a:pt x="538245" y="48973"/>
                  <a:pt x="539779" y="48845"/>
                  <a:pt x="541102" y="48590"/>
                </a:cubicBezTo>
                <a:cubicBezTo>
                  <a:pt x="542425" y="48334"/>
                  <a:pt x="543569" y="48052"/>
                  <a:pt x="544535" y="47743"/>
                </a:cubicBezTo>
                <a:cubicBezTo>
                  <a:pt x="545501" y="47433"/>
                  <a:pt x="546301" y="47151"/>
                  <a:pt x="546936" y="46896"/>
                </a:cubicBezTo>
                <a:cubicBezTo>
                  <a:pt x="547571" y="46640"/>
                  <a:pt x="548087" y="46512"/>
                  <a:pt x="548484" y="46512"/>
                </a:cubicBezTo>
                <a:cubicBezTo>
                  <a:pt x="548722" y="46512"/>
                  <a:pt x="548920" y="46559"/>
                  <a:pt x="549079" y="46653"/>
                </a:cubicBezTo>
                <a:cubicBezTo>
                  <a:pt x="549238" y="46745"/>
                  <a:pt x="549370" y="46911"/>
                  <a:pt x="549476" y="47151"/>
                </a:cubicBezTo>
                <a:cubicBezTo>
                  <a:pt x="549582" y="47390"/>
                  <a:pt x="549655" y="47729"/>
                  <a:pt x="549694" y="48168"/>
                </a:cubicBezTo>
                <a:cubicBezTo>
                  <a:pt x="549734" y="48607"/>
                  <a:pt x="549754" y="49159"/>
                  <a:pt x="549754" y="49824"/>
                </a:cubicBezTo>
                <a:cubicBezTo>
                  <a:pt x="549754" y="50409"/>
                  <a:pt x="549741" y="50908"/>
                  <a:pt x="549714" y="51321"/>
                </a:cubicBezTo>
                <a:cubicBezTo>
                  <a:pt x="549688" y="51732"/>
                  <a:pt x="549648" y="52085"/>
                  <a:pt x="549595" y="52377"/>
                </a:cubicBezTo>
                <a:cubicBezTo>
                  <a:pt x="549542" y="52670"/>
                  <a:pt x="549463" y="52916"/>
                  <a:pt x="549357" y="53116"/>
                </a:cubicBezTo>
                <a:cubicBezTo>
                  <a:pt x="549251" y="53316"/>
                  <a:pt x="549112" y="53508"/>
                  <a:pt x="548940" y="53694"/>
                </a:cubicBezTo>
                <a:cubicBezTo>
                  <a:pt x="548768" y="53880"/>
                  <a:pt x="548299" y="54132"/>
                  <a:pt x="547531" y="54450"/>
                </a:cubicBezTo>
                <a:cubicBezTo>
                  <a:pt x="546764" y="54767"/>
                  <a:pt x="545785" y="55078"/>
                  <a:pt x="544595" y="55382"/>
                </a:cubicBezTo>
                <a:cubicBezTo>
                  <a:pt x="543404" y="55687"/>
                  <a:pt x="542041" y="55951"/>
                  <a:pt x="540507" y="56176"/>
                </a:cubicBezTo>
                <a:cubicBezTo>
                  <a:pt x="538972" y="56401"/>
                  <a:pt x="537332" y="56513"/>
                  <a:pt x="535586" y="56513"/>
                </a:cubicBezTo>
                <a:cubicBezTo>
                  <a:pt x="532437" y="56513"/>
                  <a:pt x="529679" y="56116"/>
                  <a:pt x="527311" y="55320"/>
                </a:cubicBezTo>
                <a:cubicBezTo>
                  <a:pt x="524943" y="54525"/>
                  <a:pt x="522966" y="53319"/>
                  <a:pt x="521378" y="51701"/>
                </a:cubicBezTo>
                <a:cubicBezTo>
                  <a:pt x="519791" y="50084"/>
                  <a:pt x="518607" y="48043"/>
                  <a:pt x="517826" y="45579"/>
                </a:cubicBezTo>
                <a:cubicBezTo>
                  <a:pt x="517046" y="43113"/>
                  <a:pt x="516655" y="40223"/>
                  <a:pt x="516655" y="36910"/>
                </a:cubicBezTo>
                <a:cubicBezTo>
                  <a:pt x="516655" y="33755"/>
                  <a:pt x="517066" y="30911"/>
                  <a:pt x="517886" y="28379"/>
                </a:cubicBezTo>
                <a:cubicBezTo>
                  <a:pt x="518706" y="25848"/>
                  <a:pt x="519896" y="23701"/>
                  <a:pt x="521457" y="21938"/>
                </a:cubicBezTo>
                <a:cubicBezTo>
                  <a:pt x="523018" y="20174"/>
                  <a:pt x="524917" y="18829"/>
                  <a:pt x="527152" y="17901"/>
                </a:cubicBezTo>
                <a:cubicBezTo>
                  <a:pt x="529388" y="16973"/>
                  <a:pt x="531908" y="16510"/>
                  <a:pt x="534713" y="16510"/>
                </a:cubicBezTo>
                <a:cubicBezTo>
                  <a:pt x="537676" y="16510"/>
                  <a:pt x="540209" y="16947"/>
                  <a:pt x="542313" y="17822"/>
                </a:cubicBezTo>
                <a:cubicBezTo>
                  <a:pt x="544416" y="18696"/>
                  <a:pt x="546142" y="19909"/>
                  <a:pt x="547492" y="21459"/>
                </a:cubicBezTo>
                <a:cubicBezTo>
                  <a:pt x="548841" y="23009"/>
                  <a:pt x="549833" y="24845"/>
                  <a:pt x="550468" y="26966"/>
                </a:cubicBezTo>
                <a:cubicBezTo>
                  <a:pt x="551103" y="29086"/>
                  <a:pt x="551421" y="31392"/>
                  <a:pt x="551421" y="33883"/>
                </a:cubicBezTo>
                <a:lnTo>
                  <a:pt x="551421" y="35473"/>
                </a:lnTo>
                <a:moveTo>
                  <a:pt x="541737" y="32622"/>
                </a:moveTo>
                <a:cubicBezTo>
                  <a:pt x="541817" y="29805"/>
                  <a:pt x="541254" y="27593"/>
                  <a:pt x="540051" y="25986"/>
                </a:cubicBezTo>
                <a:cubicBezTo>
                  <a:pt x="538847" y="24378"/>
                  <a:pt x="536988" y="23574"/>
                  <a:pt x="534475" y="23574"/>
                </a:cubicBezTo>
                <a:cubicBezTo>
                  <a:pt x="533205" y="23574"/>
                  <a:pt x="532100" y="23813"/>
                  <a:pt x="531161" y="24292"/>
                </a:cubicBezTo>
                <a:cubicBezTo>
                  <a:pt x="530222" y="24770"/>
                  <a:pt x="529441" y="25414"/>
                  <a:pt x="528819" y="26225"/>
                </a:cubicBezTo>
                <a:cubicBezTo>
                  <a:pt x="528198" y="27036"/>
                  <a:pt x="527721" y="27992"/>
                  <a:pt x="527391" y="29095"/>
                </a:cubicBezTo>
                <a:cubicBezTo>
                  <a:pt x="527060" y="30197"/>
                  <a:pt x="526868" y="31373"/>
                  <a:pt x="526815" y="32622"/>
                </a:cubicBezTo>
                <a:lnTo>
                  <a:pt x="541737" y="32622"/>
                </a:lnTo>
                <a:close/>
                <a:moveTo>
                  <a:pt x="610881" y="54210"/>
                </a:moveTo>
                <a:cubicBezTo>
                  <a:pt x="610881" y="54475"/>
                  <a:pt x="610802" y="54707"/>
                  <a:pt x="610643" y="54906"/>
                </a:cubicBezTo>
                <a:cubicBezTo>
                  <a:pt x="610484" y="55105"/>
                  <a:pt x="610220" y="55270"/>
                  <a:pt x="609849" y="55402"/>
                </a:cubicBezTo>
                <a:cubicBezTo>
                  <a:pt x="609479" y="55534"/>
                  <a:pt x="608970" y="55634"/>
                  <a:pt x="608321" y="55700"/>
                </a:cubicBezTo>
                <a:cubicBezTo>
                  <a:pt x="607673" y="55766"/>
                  <a:pt x="606873" y="55799"/>
                  <a:pt x="605920" y="55799"/>
                </a:cubicBezTo>
                <a:cubicBezTo>
                  <a:pt x="604941" y="55799"/>
                  <a:pt x="604128" y="55766"/>
                  <a:pt x="603480" y="55700"/>
                </a:cubicBezTo>
                <a:cubicBezTo>
                  <a:pt x="602831" y="55634"/>
                  <a:pt x="602322" y="55534"/>
                  <a:pt x="601952" y="55402"/>
                </a:cubicBezTo>
                <a:cubicBezTo>
                  <a:pt x="601581" y="55270"/>
                  <a:pt x="601317" y="55105"/>
                  <a:pt x="601158" y="54906"/>
                </a:cubicBezTo>
                <a:cubicBezTo>
                  <a:pt x="600999" y="54708"/>
                  <a:pt x="600920" y="54476"/>
                  <a:pt x="600920" y="54212"/>
                </a:cubicBezTo>
                <a:lnTo>
                  <a:pt x="600920" y="34011"/>
                </a:lnTo>
                <a:cubicBezTo>
                  <a:pt x="600920" y="32291"/>
                  <a:pt x="600794" y="30942"/>
                  <a:pt x="600543" y="29963"/>
                </a:cubicBezTo>
                <a:cubicBezTo>
                  <a:pt x="600292" y="28984"/>
                  <a:pt x="599928" y="28144"/>
                  <a:pt x="599452" y="27443"/>
                </a:cubicBezTo>
                <a:cubicBezTo>
                  <a:pt x="598975" y="26742"/>
                  <a:pt x="598360" y="26200"/>
                  <a:pt x="597606" y="25816"/>
                </a:cubicBezTo>
                <a:cubicBezTo>
                  <a:pt x="596852" y="25432"/>
                  <a:pt x="595972" y="25241"/>
                  <a:pt x="594967" y="25241"/>
                </a:cubicBezTo>
                <a:cubicBezTo>
                  <a:pt x="593697" y="25241"/>
                  <a:pt x="592414" y="25704"/>
                  <a:pt x="591117" y="26630"/>
                </a:cubicBezTo>
                <a:cubicBezTo>
                  <a:pt x="589821" y="27556"/>
                  <a:pt x="588472" y="28905"/>
                  <a:pt x="587069" y="30678"/>
                </a:cubicBezTo>
                <a:lnTo>
                  <a:pt x="587069" y="54212"/>
                </a:lnTo>
                <a:cubicBezTo>
                  <a:pt x="587069" y="54476"/>
                  <a:pt x="586990" y="54708"/>
                  <a:pt x="586831" y="54906"/>
                </a:cubicBezTo>
                <a:cubicBezTo>
                  <a:pt x="586673" y="55105"/>
                  <a:pt x="586401" y="55270"/>
                  <a:pt x="586018" y="55402"/>
                </a:cubicBezTo>
                <a:cubicBezTo>
                  <a:pt x="585634" y="55534"/>
                  <a:pt x="585125" y="55634"/>
                  <a:pt x="584490" y="55700"/>
                </a:cubicBezTo>
                <a:cubicBezTo>
                  <a:pt x="583855" y="55766"/>
                  <a:pt x="583048" y="55799"/>
                  <a:pt x="582069" y="55799"/>
                </a:cubicBezTo>
                <a:cubicBezTo>
                  <a:pt x="581090" y="55799"/>
                  <a:pt x="580283" y="55766"/>
                  <a:pt x="579648" y="55700"/>
                </a:cubicBezTo>
                <a:cubicBezTo>
                  <a:pt x="579013" y="55634"/>
                  <a:pt x="578504" y="55534"/>
                  <a:pt x="578120" y="55402"/>
                </a:cubicBezTo>
                <a:cubicBezTo>
                  <a:pt x="577736" y="55270"/>
                  <a:pt x="577465" y="55105"/>
                  <a:pt x="577307" y="54906"/>
                </a:cubicBezTo>
                <a:cubicBezTo>
                  <a:pt x="577148" y="54708"/>
                  <a:pt x="577068" y="54476"/>
                  <a:pt x="577068" y="54212"/>
                </a:cubicBezTo>
                <a:lnTo>
                  <a:pt x="577068" y="18811"/>
                </a:lnTo>
                <a:cubicBezTo>
                  <a:pt x="577068" y="18547"/>
                  <a:pt x="577135" y="18315"/>
                  <a:pt x="577267" y="18117"/>
                </a:cubicBezTo>
                <a:cubicBezTo>
                  <a:pt x="577399" y="17918"/>
                  <a:pt x="577637" y="17753"/>
                  <a:pt x="577981" y="17621"/>
                </a:cubicBezTo>
                <a:cubicBezTo>
                  <a:pt x="578325" y="17488"/>
                  <a:pt x="578768" y="17389"/>
                  <a:pt x="579311" y="17323"/>
                </a:cubicBezTo>
                <a:cubicBezTo>
                  <a:pt x="579853" y="17257"/>
                  <a:pt x="580534" y="17224"/>
                  <a:pt x="581355" y="17224"/>
                </a:cubicBezTo>
                <a:cubicBezTo>
                  <a:pt x="582201" y="17224"/>
                  <a:pt x="582902" y="17257"/>
                  <a:pt x="583458" y="17323"/>
                </a:cubicBezTo>
                <a:cubicBezTo>
                  <a:pt x="584014" y="17389"/>
                  <a:pt x="584443" y="17488"/>
                  <a:pt x="584748" y="17621"/>
                </a:cubicBezTo>
                <a:cubicBezTo>
                  <a:pt x="585052" y="17753"/>
                  <a:pt x="585270" y="17918"/>
                  <a:pt x="585403" y="18117"/>
                </a:cubicBezTo>
                <a:cubicBezTo>
                  <a:pt x="585535" y="18315"/>
                  <a:pt x="585601" y="18547"/>
                  <a:pt x="585601" y="18811"/>
                </a:cubicBezTo>
                <a:lnTo>
                  <a:pt x="585601" y="22899"/>
                </a:lnTo>
                <a:cubicBezTo>
                  <a:pt x="587559" y="20769"/>
                  <a:pt x="589550" y="19172"/>
                  <a:pt x="591574" y="18107"/>
                </a:cubicBezTo>
                <a:cubicBezTo>
                  <a:pt x="593598" y="17042"/>
                  <a:pt x="595708" y="16510"/>
                  <a:pt x="597904" y="16510"/>
                </a:cubicBezTo>
                <a:cubicBezTo>
                  <a:pt x="600311" y="16510"/>
                  <a:pt x="602342" y="16907"/>
                  <a:pt x="603996" y="17701"/>
                </a:cubicBezTo>
                <a:cubicBezTo>
                  <a:pt x="605649" y="18496"/>
                  <a:pt x="606985" y="19575"/>
                  <a:pt x="608004" y="20940"/>
                </a:cubicBezTo>
                <a:cubicBezTo>
                  <a:pt x="609023" y="22303"/>
                  <a:pt x="609757" y="23899"/>
                  <a:pt x="610207" y="25727"/>
                </a:cubicBezTo>
                <a:cubicBezTo>
                  <a:pt x="610656" y="27554"/>
                  <a:pt x="610881" y="29752"/>
                  <a:pt x="610881" y="32321"/>
                </a:cubicBezTo>
                <a:lnTo>
                  <a:pt x="610881" y="54210"/>
                </a:lnTo>
                <a:close/>
                <a:moveTo>
                  <a:pt x="650998" y="54329"/>
                </a:moveTo>
                <a:cubicBezTo>
                  <a:pt x="650998" y="54700"/>
                  <a:pt x="650866" y="54991"/>
                  <a:pt x="650601" y="55204"/>
                </a:cubicBezTo>
                <a:cubicBezTo>
                  <a:pt x="650337" y="55415"/>
                  <a:pt x="649920" y="55568"/>
                  <a:pt x="649351" y="55660"/>
                </a:cubicBezTo>
                <a:cubicBezTo>
                  <a:pt x="648782" y="55753"/>
                  <a:pt x="647942" y="55799"/>
                  <a:pt x="646831" y="55799"/>
                </a:cubicBezTo>
                <a:cubicBezTo>
                  <a:pt x="645641" y="55799"/>
                  <a:pt x="644774" y="55753"/>
                  <a:pt x="644232" y="55660"/>
                </a:cubicBezTo>
                <a:cubicBezTo>
                  <a:pt x="643689" y="55568"/>
                  <a:pt x="643306" y="55415"/>
                  <a:pt x="643081" y="55204"/>
                </a:cubicBezTo>
                <a:cubicBezTo>
                  <a:pt x="642856" y="54992"/>
                  <a:pt x="642743" y="54701"/>
                  <a:pt x="642743" y="54331"/>
                </a:cubicBezTo>
                <a:lnTo>
                  <a:pt x="642743" y="51513"/>
                </a:lnTo>
                <a:cubicBezTo>
                  <a:pt x="641288" y="53074"/>
                  <a:pt x="639628" y="54298"/>
                  <a:pt x="637763" y="55184"/>
                </a:cubicBezTo>
                <a:cubicBezTo>
                  <a:pt x="635898" y="56070"/>
                  <a:pt x="633827" y="56513"/>
                  <a:pt x="631552" y="56513"/>
                </a:cubicBezTo>
                <a:cubicBezTo>
                  <a:pt x="629673" y="56513"/>
                  <a:pt x="627947" y="56268"/>
                  <a:pt x="626373" y="55777"/>
                </a:cubicBezTo>
                <a:cubicBezTo>
                  <a:pt x="624799" y="55286"/>
                  <a:pt x="623436" y="54556"/>
                  <a:pt x="622285" y="53587"/>
                </a:cubicBezTo>
                <a:cubicBezTo>
                  <a:pt x="621134" y="52618"/>
                  <a:pt x="620241" y="51417"/>
                  <a:pt x="619606" y="49984"/>
                </a:cubicBezTo>
                <a:cubicBezTo>
                  <a:pt x="618971" y="48550"/>
                  <a:pt x="618654" y="46877"/>
                  <a:pt x="618654" y="44966"/>
                </a:cubicBezTo>
                <a:cubicBezTo>
                  <a:pt x="618654" y="42895"/>
                  <a:pt x="619057" y="41096"/>
                  <a:pt x="619864" y="39570"/>
                </a:cubicBezTo>
                <a:cubicBezTo>
                  <a:pt x="620671" y="38044"/>
                  <a:pt x="621875" y="36783"/>
                  <a:pt x="623476" y="35787"/>
                </a:cubicBezTo>
                <a:cubicBezTo>
                  <a:pt x="625076" y="34792"/>
                  <a:pt x="627067" y="34055"/>
                  <a:pt x="629448" y="33577"/>
                </a:cubicBezTo>
                <a:cubicBezTo>
                  <a:pt x="631830" y="33099"/>
                  <a:pt x="634594" y="32860"/>
                  <a:pt x="637743" y="32860"/>
                </a:cubicBezTo>
                <a:lnTo>
                  <a:pt x="641196" y="32860"/>
                </a:lnTo>
                <a:lnTo>
                  <a:pt x="641196" y="30727"/>
                </a:lnTo>
                <a:cubicBezTo>
                  <a:pt x="641196" y="29621"/>
                  <a:pt x="641083" y="28653"/>
                  <a:pt x="640858" y="27824"/>
                </a:cubicBezTo>
                <a:cubicBezTo>
                  <a:pt x="640633" y="26994"/>
                  <a:pt x="640263" y="26302"/>
                  <a:pt x="639747" y="25749"/>
                </a:cubicBezTo>
                <a:cubicBezTo>
                  <a:pt x="639231" y="25196"/>
                  <a:pt x="638543" y="24788"/>
                  <a:pt x="637683" y="24525"/>
                </a:cubicBezTo>
                <a:cubicBezTo>
                  <a:pt x="636824" y="24261"/>
                  <a:pt x="635759" y="24129"/>
                  <a:pt x="634489" y="24129"/>
                </a:cubicBezTo>
                <a:cubicBezTo>
                  <a:pt x="632822" y="24129"/>
                  <a:pt x="631334" y="24315"/>
                  <a:pt x="630024" y="24685"/>
                </a:cubicBezTo>
                <a:cubicBezTo>
                  <a:pt x="628714" y="25055"/>
                  <a:pt x="627557" y="25465"/>
                  <a:pt x="626551" y="25915"/>
                </a:cubicBezTo>
                <a:cubicBezTo>
                  <a:pt x="625546" y="26365"/>
                  <a:pt x="624706" y="26775"/>
                  <a:pt x="624031" y="27145"/>
                </a:cubicBezTo>
                <a:cubicBezTo>
                  <a:pt x="623357" y="27516"/>
                  <a:pt x="622808" y="27701"/>
                  <a:pt x="622384" y="27701"/>
                </a:cubicBezTo>
                <a:cubicBezTo>
                  <a:pt x="622093" y="27701"/>
                  <a:pt x="621835" y="27608"/>
                  <a:pt x="621610" y="27422"/>
                </a:cubicBezTo>
                <a:cubicBezTo>
                  <a:pt x="621386" y="27236"/>
                  <a:pt x="621200" y="26970"/>
                  <a:pt x="621055" y="26625"/>
                </a:cubicBezTo>
                <a:cubicBezTo>
                  <a:pt x="620909" y="26279"/>
                  <a:pt x="620797" y="25854"/>
                  <a:pt x="620717" y="25348"/>
                </a:cubicBezTo>
                <a:cubicBezTo>
                  <a:pt x="620638" y="24842"/>
                  <a:pt x="620598" y="24284"/>
                  <a:pt x="620598" y="23673"/>
                </a:cubicBezTo>
                <a:cubicBezTo>
                  <a:pt x="620598" y="22849"/>
                  <a:pt x="620665" y="22197"/>
                  <a:pt x="620797" y="21718"/>
                </a:cubicBezTo>
                <a:cubicBezTo>
                  <a:pt x="620929" y="21240"/>
                  <a:pt x="621180" y="20808"/>
                  <a:pt x="621551" y="20422"/>
                </a:cubicBezTo>
                <a:cubicBezTo>
                  <a:pt x="621921" y="20036"/>
                  <a:pt x="622570" y="19612"/>
                  <a:pt x="623496" y="19149"/>
                </a:cubicBezTo>
                <a:cubicBezTo>
                  <a:pt x="624422" y="18686"/>
                  <a:pt x="625506" y="18256"/>
                  <a:pt x="626750" y="17859"/>
                </a:cubicBezTo>
                <a:cubicBezTo>
                  <a:pt x="627993" y="17462"/>
                  <a:pt x="629349" y="17138"/>
                  <a:pt x="630818" y="16887"/>
                </a:cubicBezTo>
                <a:cubicBezTo>
                  <a:pt x="632286" y="16635"/>
                  <a:pt x="633801" y="16510"/>
                  <a:pt x="635362" y="16510"/>
                </a:cubicBezTo>
                <a:cubicBezTo>
                  <a:pt x="638140" y="16510"/>
                  <a:pt x="640514" y="16781"/>
                  <a:pt x="642485" y="17324"/>
                </a:cubicBezTo>
                <a:cubicBezTo>
                  <a:pt x="644457" y="17867"/>
                  <a:pt x="646077" y="18701"/>
                  <a:pt x="647347" y="19827"/>
                </a:cubicBezTo>
                <a:cubicBezTo>
                  <a:pt x="648617" y="20952"/>
                  <a:pt x="649543" y="22402"/>
                  <a:pt x="650125" y="24176"/>
                </a:cubicBezTo>
                <a:cubicBezTo>
                  <a:pt x="650707" y="25951"/>
                  <a:pt x="650998" y="28056"/>
                  <a:pt x="650998" y="30493"/>
                </a:cubicBezTo>
                <a:lnTo>
                  <a:pt x="650998" y="54329"/>
                </a:lnTo>
                <a:moveTo>
                  <a:pt x="641196" y="39131"/>
                </a:moveTo>
                <a:lnTo>
                  <a:pt x="637386" y="39131"/>
                </a:lnTo>
                <a:cubicBezTo>
                  <a:pt x="635772" y="39131"/>
                  <a:pt x="634396" y="39251"/>
                  <a:pt x="633258" y="39490"/>
                </a:cubicBezTo>
                <a:cubicBezTo>
                  <a:pt x="632121" y="39730"/>
                  <a:pt x="631195" y="40090"/>
                  <a:pt x="630480" y="40571"/>
                </a:cubicBezTo>
                <a:cubicBezTo>
                  <a:pt x="629766" y="41050"/>
                  <a:pt x="629243" y="41630"/>
                  <a:pt x="628913" y="42311"/>
                </a:cubicBezTo>
                <a:cubicBezTo>
                  <a:pt x="628582" y="42990"/>
                  <a:pt x="628417" y="43770"/>
                  <a:pt x="628417" y="44650"/>
                </a:cubicBezTo>
                <a:cubicBezTo>
                  <a:pt x="628417" y="46143"/>
                  <a:pt x="628886" y="47316"/>
                  <a:pt x="629826" y="48169"/>
                </a:cubicBezTo>
                <a:cubicBezTo>
                  <a:pt x="630765" y="49023"/>
                  <a:pt x="632068" y="49449"/>
                  <a:pt x="633735" y="49449"/>
                </a:cubicBezTo>
                <a:cubicBezTo>
                  <a:pt x="635137" y="49449"/>
                  <a:pt x="636427" y="49090"/>
                  <a:pt x="637604" y="48370"/>
                </a:cubicBezTo>
                <a:cubicBezTo>
                  <a:pt x="638781" y="47650"/>
                  <a:pt x="639979" y="46597"/>
                  <a:pt x="641196" y="45210"/>
                </a:cubicBezTo>
                <a:lnTo>
                  <a:pt x="641196" y="39131"/>
                </a:lnTo>
                <a:close/>
                <a:moveTo>
                  <a:pt x="717465" y="54210"/>
                </a:moveTo>
                <a:cubicBezTo>
                  <a:pt x="717465" y="54475"/>
                  <a:pt x="717386" y="54707"/>
                  <a:pt x="717227" y="54906"/>
                </a:cubicBezTo>
                <a:cubicBezTo>
                  <a:pt x="717068" y="55105"/>
                  <a:pt x="716804" y="55270"/>
                  <a:pt x="716433" y="55402"/>
                </a:cubicBezTo>
                <a:cubicBezTo>
                  <a:pt x="716063" y="55534"/>
                  <a:pt x="715560" y="55634"/>
                  <a:pt x="714925" y="55700"/>
                </a:cubicBezTo>
                <a:cubicBezTo>
                  <a:pt x="714290" y="55766"/>
                  <a:pt x="713483" y="55799"/>
                  <a:pt x="712504" y="55799"/>
                </a:cubicBezTo>
                <a:cubicBezTo>
                  <a:pt x="711499" y="55799"/>
                  <a:pt x="710679" y="55766"/>
                  <a:pt x="710044" y="55700"/>
                </a:cubicBezTo>
                <a:cubicBezTo>
                  <a:pt x="709409" y="55634"/>
                  <a:pt x="708899" y="55534"/>
                  <a:pt x="708516" y="55402"/>
                </a:cubicBezTo>
                <a:cubicBezTo>
                  <a:pt x="708132" y="55270"/>
                  <a:pt x="707868" y="55105"/>
                  <a:pt x="707722" y="54906"/>
                </a:cubicBezTo>
                <a:cubicBezTo>
                  <a:pt x="707577" y="54708"/>
                  <a:pt x="707504" y="54476"/>
                  <a:pt x="707504" y="54212"/>
                </a:cubicBezTo>
                <a:lnTo>
                  <a:pt x="707504" y="33217"/>
                </a:lnTo>
                <a:cubicBezTo>
                  <a:pt x="707504" y="32027"/>
                  <a:pt x="707391" y="30942"/>
                  <a:pt x="707167" y="29963"/>
                </a:cubicBezTo>
                <a:cubicBezTo>
                  <a:pt x="706942" y="28984"/>
                  <a:pt x="706598" y="28144"/>
                  <a:pt x="706135" y="27443"/>
                </a:cubicBezTo>
                <a:cubicBezTo>
                  <a:pt x="705672" y="26742"/>
                  <a:pt x="705090" y="26200"/>
                  <a:pt x="704388" y="25816"/>
                </a:cubicBezTo>
                <a:cubicBezTo>
                  <a:pt x="703687" y="25432"/>
                  <a:pt x="702847" y="25241"/>
                  <a:pt x="701868" y="25241"/>
                </a:cubicBezTo>
                <a:cubicBezTo>
                  <a:pt x="700678" y="25241"/>
                  <a:pt x="699474" y="25704"/>
                  <a:pt x="698257" y="26630"/>
                </a:cubicBezTo>
                <a:cubicBezTo>
                  <a:pt x="697040" y="27556"/>
                  <a:pt x="695717" y="28905"/>
                  <a:pt x="694288" y="30678"/>
                </a:cubicBezTo>
                <a:lnTo>
                  <a:pt x="694288" y="54212"/>
                </a:lnTo>
                <a:cubicBezTo>
                  <a:pt x="694288" y="54476"/>
                  <a:pt x="694209" y="54708"/>
                  <a:pt x="694050" y="54906"/>
                </a:cubicBezTo>
                <a:cubicBezTo>
                  <a:pt x="693891" y="55105"/>
                  <a:pt x="693620" y="55270"/>
                  <a:pt x="693237" y="55402"/>
                </a:cubicBezTo>
                <a:cubicBezTo>
                  <a:pt x="692853" y="55534"/>
                  <a:pt x="692344" y="55634"/>
                  <a:pt x="691709" y="55700"/>
                </a:cubicBezTo>
                <a:cubicBezTo>
                  <a:pt x="691074" y="55766"/>
                  <a:pt x="690280" y="55799"/>
                  <a:pt x="689327" y="55799"/>
                </a:cubicBezTo>
                <a:cubicBezTo>
                  <a:pt x="688349" y="55799"/>
                  <a:pt x="687542" y="55766"/>
                  <a:pt x="686907" y="55700"/>
                </a:cubicBezTo>
                <a:cubicBezTo>
                  <a:pt x="686272" y="55634"/>
                  <a:pt x="685762" y="55534"/>
                  <a:pt x="685379" y="55402"/>
                </a:cubicBezTo>
                <a:cubicBezTo>
                  <a:pt x="684995" y="55270"/>
                  <a:pt x="684724" y="55105"/>
                  <a:pt x="684565" y="54906"/>
                </a:cubicBezTo>
                <a:cubicBezTo>
                  <a:pt x="684406" y="54708"/>
                  <a:pt x="684327" y="54476"/>
                  <a:pt x="684327" y="54212"/>
                </a:cubicBezTo>
                <a:lnTo>
                  <a:pt x="684327" y="33217"/>
                </a:lnTo>
                <a:cubicBezTo>
                  <a:pt x="684327" y="32027"/>
                  <a:pt x="684215" y="30942"/>
                  <a:pt x="683990" y="29963"/>
                </a:cubicBezTo>
                <a:cubicBezTo>
                  <a:pt x="683765" y="28984"/>
                  <a:pt x="683427" y="28144"/>
                  <a:pt x="682978" y="27443"/>
                </a:cubicBezTo>
                <a:cubicBezTo>
                  <a:pt x="682528" y="26742"/>
                  <a:pt x="681946" y="26200"/>
                  <a:pt x="681231" y="25816"/>
                </a:cubicBezTo>
                <a:cubicBezTo>
                  <a:pt x="680517" y="25432"/>
                  <a:pt x="679684" y="25241"/>
                  <a:pt x="678731" y="25241"/>
                </a:cubicBezTo>
                <a:cubicBezTo>
                  <a:pt x="677514" y="25241"/>
                  <a:pt x="676297" y="25704"/>
                  <a:pt x="675080" y="26630"/>
                </a:cubicBezTo>
                <a:cubicBezTo>
                  <a:pt x="673863" y="27556"/>
                  <a:pt x="672553" y="28905"/>
                  <a:pt x="671151" y="30678"/>
                </a:cubicBezTo>
                <a:lnTo>
                  <a:pt x="671151" y="54212"/>
                </a:lnTo>
                <a:cubicBezTo>
                  <a:pt x="671151" y="54476"/>
                  <a:pt x="671072" y="54708"/>
                  <a:pt x="670913" y="54906"/>
                </a:cubicBezTo>
                <a:cubicBezTo>
                  <a:pt x="670754" y="55105"/>
                  <a:pt x="670483" y="55270"/>
                  <a:pt x="670099" y="55402"/>
                </a:cubicBezTo>
                <a:cubicBezTo>
                  <a:pt x="669716" y="55534"/>
                  <a:pt x="669206" y="55634"/>
                  <a:pt x="668572" y="55700"/>
                </a:cubicBezTo>
                <a:cubicBezTo>
                  <a:pt x="667937" y="55766"/>
                  <a:pt x="667130" y="55799"/>
                  <a:pt x="666151" y="55799"/>
                </a:cubicBezTo>
                <a:cubicBezTo>
                  <a:pt x="665172" y="55799"/>
                  <a:pt x="664365" y="55766"/>
                  <a:pt x="663730" y="55700"/>
                </a:cubicBezTo>
                <a:cubicBezTo>
                  <a:pt x="663095" y="55634"/>
                  <a:pt x="662585" y="55534"/>
                  <a:pt x="662202" y="55402"/>
                </a:cubicBezTo>
                <a:cubicBezTo>
                  <a:pt x="661818" y="55270"/>
                  <a:pt x="661547" y="55105"/>
                  <a:pt x="661388" y="54906"/>
                </a:cubicBezTo>
                <a:cubicBezTo>
                  <a:pt x="661230" y="54708"/>
                  <a:pt x="661150" y="54476"/>
                  <a:pt x="661150" y="54212"/>
                </a:cubicBezTo>
                <a:lnTo>
                  <a:pt x="661150" y="18811"/>
                </a:lnTo>
                <a:cubicBezTo>
                  <a:pt x="661150" y="18547"/>
                  <a:pt x="661216" y="18315"/>
                  <a:pt x="661349" y="18117"/>
                </a:cubicBezTo>
                <a:cubicBezTo>
                  <a:pt x="661481" y="17918"/>
                  <a:pt x="661719" y="17753"/>
                  <a:pt x="662063" y="17621"/>
                </a:cubicBezTo>
                <a:cubicBezTo>
                  <a:pt x="662407" y="17488"/>
                  <a:pt x="662850" y="17389"/>
                  <a:pt x="663392" y="17323"/>
                </a:cubicBezTo>
                <a:cubicBezTo>
                  <a:pt x="663935" y="17257"/>
                  <a:pt x="664616" y="17224"/>
                  <a:pt x="665436" y="17224"/>
                </a:cubicBezTo>
                <a:cubicBezTo>
                  <a:pt x="666283" y="17224"/>
                  <a:pt x="666984" y="17257"/>
                  <a:pt x="667540" y="17323"/>
                </a:cubicBezTo>
                <a:cubicBezTo>
                  <a:pt x="668095" y="17389"/>
                  <a:pt x="668525" y="17488"/>
                  <a:pt x="668829" y="17621"/>
                </a:cubicBezTo>
                <a:cubicBezTo>
                  <a:pt x="669134" y="17753"/>
                  <a:pt x="669352" y="17918"/>
                  <a:pt x="669484" y="18117"/>
                </a:cubicBezTo>
                <a:cubicBezTo>
                  <a:pt x="669617" y="18315"/>
                  <a:pt x="669683" y="18547"/>
                  <a:pt x="669683" y="18811"/>
                </a:cubicBezTo>
                <a:lnTo>
                  <a:pt x="669683" y="22899"/>
                </a:lnTo>
                <a:cubicBezTo>
                  <a:pt x="671641" y="20769"/>
                  <a:pt x="673592" y="19172"/>
                  <a:pt x="675536" y="18107"/>
                </a:cubicBezTo>
                <a:cubicBezTo>
                  <a:pt x="677481" y="17042"/>
                  <a:pt x="679512" y="16510"/>
                  <a:pt x="681628" y="16510"/>
                </a:cubicBezTo>
                <a:cubicBezTo>
                  <a:pt x="683083" y="16510"/>
                  <a:pt x="684393" y="16663"/>
                  <a:pt x="685557" y="16970"/>
                </a:cubicBezTo>
                <a:cubicBezTo>
                  <a:pt x="686721" y="17276"/>
                  <a:pt x="687760" y="17715"/>
                  <a:pt x="688673" y="18287"/>
                </a:cubicBezTo>
                <a:cubicBezTo>
                  <a:pt x="689585" y="18859"/>
                  <a:pt x="690373" y="19544"/>
                  <a:pt x="691034" y="20343"/>
                </a:cubicBezTo>
                <a:cubicBezTo>
                  <a:pt x="691695" y="21142"/>
                  <a:pt x="692251" y="22033"/>
                  <a:pt x="692701" y="23018"/>
                </a:cubicBezTo>
                <a:cubicBezTo>
                  <a:pt x="693759" y="21874"/>
                  <a:pt x="694798" y="20889"/>
                  <a:pt x="695816" y="20064"/>
                </a:cubicBezTo>
                <a:cubicBezTo>
                  <a:pt x="696835" y="19238"/>
                  <a:pt x="697840" y="18566"/>
                  <a:pt x="698832" y="18047"/>
                </a:cubicBezTo>
                <a:cubicBezTo>
                  <a:pt x="699825" y="17528"/>
                  <a:pt x="700817" y="17142"/>
                  <a:pt x="701809" y="16889"/>
                </a:cubicBezTo>
                <a:cubicBezTo>
                  <a:pt x="702801" y="16636"/>
                  <a:pt x="703813" y="16510"/>
                  <a:pt x="704845" y="16510"/>
                </a:cubicBezTo>
                <a:cubicBezTo>
                  <a:pt x="707200" y="16510"/>
                  <a:pt x="709184" y="16907"/>
                  <a:pt x="710798" y="17701"/>
                </a:cubicBezTo>
                <a:cubicBezTo>
                  <a:pt x="712412" y="18496"/>
                  <a:pt x="713715" y="19575"/>
                  <a:pt x="714707" y="20940"/>
                </a:cubicBezTo>
                <a:cubicBezTo>
                  <a:pt x="715699" y="22303"/>
                  <a:pt x="716407" y="23899"/>
                  <a:pt x="716830" y="25727"/>
                </a:cubicBezTo>
                <a:cubicBezTo>
                  <a:pt x="717253" y="27554"/>
                  <a:pt x="717465" y="29487"/>
                  <a:pt x="717465" y="31526"/>
                </a:cubicBezTo>
                <a:lnTo>
                  <a:pt x="717465" y="54210"/>
                </a:lnTo>
                <a:close/>
                <a:moveTo>
                  <a:pt x="759849" y="35473"/>
                </a:moveTo>
                <a:cubicBezTo>
                  <a:pt x="759849" y="36693"/>
                  <a:pt x="759578" y="37594"/>
                  <a:pt x="759036" y="38177"/>
                </a:cubicBezTo>
                <a:cubicBezTo>
                  <a:pt x="758493" y="38760"/>
                  <a:pt x="757746" y="39051"/>
                  <a:pt x="756793" y="39051"/>
                </a:cubicBezTo>
                <a:lnTo>
                  <a:pt x="735244" y="39051"/>
                </a:lnTo>
                <a:cubicBezTo>
                  <a:pt x="735244" y="40565"/>
                  <a:pt x="735422" y="41940"/>
                  <a:pt x="735779" y="43175"/>
                </a:cubicBezTo>
                <a:cubicBezTo>
                  <a:pt x="736137" y="44410"/>
                  <a:pt x="736705" y="45460"/>
                  <a:pt x="737486" y="46324"/>
                </a:cubicBezTo>
                <a:cubicBezTo>
                  <a:pt x="738266" y="47187"/>
                  <a:pt x="739272" y="47844"/>
                  <a:pt x="740502" y="48296"/>
                </a:cubicBezTo>
                <a:cubicBezTo>
                  <a:pt x="741732" y="48747"/>
                  <a:pt x="743207" y="48973"/>
                  <a:pt x="744927" y="48973"/>
                </a:cubicBezTo>
                <a:cubicBezTo>
                  <a:pt x="746673" y="48973"/>
                  <a:pt x="748208" y="48845"/>
                  <a:pt x="749531" y="48590"/>
                </a:cubicBezTo>
                <a:cubicBezTo>
                  <a:pt x="750854" y="48334"/>
                  <a:pt x="751998" y="48052"/>
                  <a:pt x="752964" y="47743"/>
                </a:cubicBezTo>
                <a:cubicBezTo>
                  <a:pt x="753929" y="47433"/>
                  <a:pt x="754730" y="47151"/>
                  <a:pt x="755365" y="46896"/>
                </a:cubicBezTo>
                <a:cubicBezTo>
                  <a:pt x="756000" y="46640"/>
                  <a:pt x="756516" y="46512"/>
                  <a:pt x="756912" y="46512"/>
                </a:cubicBezTo>
                <a:cubicBezTo>
                  <a:pt x="757151" y="46512"/>
                  <a:pt x="757349" y="46559"/>
                  <a:pt x="757508" y="46653"/>
                </a:cubicBezTo>
                <a:cubicBezTo>
                  <a:pt x="757666" y="46745"/>
                  <a:pt x="757799" y="46911"/>
                  <a:pt x="757905" y="47151"/>
                </a:cubicBezTo>
                <a:cubicBezTo>
                  <a:pt x="758010" y="47390"/>
                  <a:pt x="758083" y="47729"/>
                  <a:pt x="758123" y="48168"/>
                </a:cubicBezTo>
                <a:cubicBezTo>
                  <a:pt x="758163" y="48607"/>
                  <a:pt x="758182" y="49159"/>
                  <a:pt x="758182" y="49824"/>
                </a:cubicBezTo>
                <a:cubicBezTo>
                  <a:pt x="758182" y="50409"/>
                  <a:pt x="758169" y="50908"/>
                  <a:pt x="758143" y="51321"/>
                </a:cubicBezTo>
                <a:cubicBezTo>
                  <a:pt x="758116" y="51732"/>
                  <a:pt x="758077" y="52085"/>
                  <a:pt x="758024" y="52377"/>
                </a:cubicBezTo>
                <a:cubicBezTo>
                  <a:pt x="757971" y="52670"/>
                  <a:pt x="757891" y="52916"/>
                  <a:pt x="757786" y="53116"/>
                </a:cubicBezTo>
                <a:cubicBezTo>
                  <a:pt x="757680" y="53316"/>
                  <a:pt x="757541" y="53508"/>
                  <a:pt x="757369" y="53694"/>
                </a:cubicBezTo>
                <a:cubicBezTo>
                  <a:pt x="757197" y="53880"/>
                  <a:pt x="756727" y="54132"/>
                  <a:pt x="755960" y="54450"/>
                </a:cubicBezTo>
                <a:cubicBezTo>
                  <a:pt x="755193" y="54767"/>
                  <a:pt x="754214" y="55078"/>
                  <a:pt x="753023" y="55382"/>
                </a:cubicBezTo>
                <a:cubicBezTo>
                  <a:pt x="751833" y="55687"/>
                  <a:pt x="750470" y="55951"/>
                  <a:pt x="748935" y="56176"/>
                </a:cubicBezTo>
                <a:cubicBezTo>
                  <a:pt x="747401" y="56401"/>
                  <a:pt x="745761" y="56513"/>
                  <a:pt x="744014" y="56513"/>
                </a:cubicBezTo>
                <a:cubicBezTo>
                  <a:pt x="740866" y="56513"/>
                  <a:pt x="738108" y="56116"/>
                  <a:pt x="735740" y="55320"/>
                </a:cubicBezTo>
                <a:cubicBezTo>
                  <a:pt x="733372" y="54525"/>
                  <a:pt x="731394" y="53319"/>
                  <a:pt x="729807" y="51701"/>
                </a:cubicBezTo>
                <a:cubicBezTo>
                  <a:pt x="728219" y="50084"/>
                  <a:pt x="727035" y="48043"/>
                  <a:pt x="726255" y="45579"/>
                </a:cubicBezTo>
                <a:cubicBezTo>
                  <a:pt x="725474" y="43113"/>
                  <a:pt x="725084" y="40223"/>
                  <a:pt x="725084" y="36910"/>
                </a:cubicBezTo>
                <a:cubicBezTo>
                  <a:pt x="725084" y="33755"/>
                  <a:pt x="725494" y="30911"/>
                  <a:pt x="726314" y="28379"/>
                </a:cubicBezTo>
                <a:cubicBezTo>
                  <a:pt x="727134" y="25848"/>
                  <a:pt x="728325" y="23701"/>
                  <a:pt x="729886" y="21938"/>
                </a:cubicBezTo>
                <a:cubicBezTo>
                  <a:pt x="731447" y="20174"/>
                  <a:pt x="733345" y="18829"/>
                  <a:pt x="735581" y="17901"/>
                </a:cubicBezTo>
                <a:cubicBezTo>
                  <a:pt x="737817" y="16973"/>
                  <a:pt x="740337" y="16510"/>
                  <a:pt x="743141" y="16510"/>
                </a:cubicBezTo>
                <a:cubicBezTo>
                  <a:pt x="746105" y="16510"/>
                  <a:pt x="748638" y="16947"/>
                  <a:pt x="750741" y="17822"/>
                </a:cubicBezTo>
                <a:cubicBezTo>
                  <a:pt x="752845" y="18696"/>
                  <a:pt x="754571" y="19909"/>
                  <a:pt x="755920" y="21459"/>
                </a:cubicBezTo>
                <a:cubicBezTo>
                  <a:pt x="757270" y="23009"/>
                  <a:pt x="758262" y="24845"/>
                  <a:pt x="758897" y="26966"/>
                </a:cubicBezTo>
                <a:cubicBezTo>
                  <a:pt x="759532" y="29086"/>
                  <a:pt x="759849" y="31392"/>
                  <a:pt x="759849" y="33883"/>
                </a:cubicBezTo>
                <a:lnTo>
                  <a:pt x="759849" y="35473"/>
                </a:lnTo>
                <a:moveTo>
                  <a:pt x="750166" y="32622"/>
                </a:moveTo>
                <a:cubicBezTo>
                  <a:pt x="750245" y="29805"/>
                  <a:pt x="749683" y="27593"/>
                  <a:pt x="748479" y="25986"/>
                </a:cubicBezTo>
                <a:cubicBezTo>
                  <a:pt x="747275" y="24378"/>
                  <a:pt x="745417" y="23574"/>
                  <a:pt x="742903" y="23574"/>
                </a:cubicBezTo>
                <a:cubicBezTo>
                  <a:pt x="741633" y="23574"/>
                  <a:pt x="740529" y="23813"/>
                  <a:pt x="739589" y="24292"/>
                </a:cubicBezTo>
                <a:cubicBezTo>
                  <a:pt x="738650" y="24770"/>
                  <a:pt x="737870" y="25414"/>
                  <a:pt x="737248" y="26225"/>
                </a:cubicBezTo>
                <a:cubicBezTo>
                  <a:pt x="736626" y="27036"/>
                  <a:pt x="736150" y="27992"/>
                  <a:pt x="735819" y="29095"/>
                </a:cubicBezTo>
                <a:cubicBezTo>
                  <a:pt x="735488" y="30197"/>
                  <a:pt x="735297" y="31373"/>
                  <a:pt x="735244" y="32622"/>
                </a:cubicBezTo>
                <a:lnTo>
                  <a:pt x="750166" y="32622"/>
                </a:lnTo>
                <a:close/>
                <a:moveTo>
                  <a:pt x="805744" y="50692"/>
                </a:moveTo>
                <a:cubicBezTo>
                  <a:pt x="805744" y="51862"/>
                  <a:pt x="805671" y="52759"/>
                  <a:pt x="805526" y="53384"/>
                </a:cubicBezTo>
                <a:cubicBezTo>
                  <a:pt x="805380" y="54009"/>
                  <a:pt x="805189" y="54447"/>
                  <a:pt x="804951" y="54700"/>
                </a:cubicBezTo>
                <a:cubicBezTo>
                  <a:pt x="804712" y="54952"/>
                  <a:pt x="804362" y="55178"/>
                  <a:pt x="803899" y="55377"/>
                </a:cubicBezTo>
                <a:cubicBezTo>
                  <a:pt x="803436" y="55577"/>
                  <a:pt x="802893" y="55749"/>
                  <a:pt x="802272" y="55896"/>
                </a:cubicBezTo>
                <a:cubicBezTo>
                  <a:pt x="801650" y="56042"/>
                  <a:pt x="800975" y="56155"/>
                  <a:pt x="800248" y="56234"/>
                </a:cubicBezTo>
                <a:cubicBezTo>
                  <a:pt x="799520" y="56315"/>
                  <a:pt x="798786" y="56355"/>
                  <a:pt x="798045" y="56355"/>
                </a:cubicBezTo>
                <a:cubicBezTo>
                  <a:pt x="796061" y="56355"/>
                  <a:pt x="794341" y="56103"/>
                  <a:pt x="792886" y="55601"/>
                </a:cubicBezTo>
                <a:cubicBezTo>
                  <a:pt x="791431" y="55098"/>
                  <a:pt x="790227" y="54324"/>
                  <a:pt x="789274" y="53279"/>
                </a:cubicBezTo>
                <a:cubicBezTo>
                  <a:pt x="788322" y="52234"/>
                  <a:pt x="787621" y="50918"/>
                  <a:pt x="787171" y="49330"/>
                </a:cubicBezTo>
                <a:cubicBezTo>
                  <a:pt x="786721" y="47743"/>
                  <a:pt x="786496" y="45864"/>
                  <a:pt x="786496" y="43695"/>
                </a:cubicBezTo>
                <a:lnTo>
                  <a:pt x="786496" y="25558"/>
                </a:lnTo>
                <a:lnTo>
                  <a:pt x="782250" y="25558"/>
                </a:lnTo>
                <a:cubicBezTo>
                  <a:pt x="781747" y="25558"/>
                  <a:pt x="781364" y="25247"/>
                  <a:pt x="781099" y="24625"/>
                </a:cubicBezTo>
                <a:cubicBezTo>
                  <a:pt x="780834" y="24004"/>
                  <a:pt x="780702" y="22965"/>
                  <a:pt x="780702" y="21510"/>
                </a:cubicBezTo>
                <a:cubicBezTo>
                  <a:pt x="780702" y="20743"/>
                  <a:pt x="780735" y="20095"/>
                  <a:pt x="780801" y="19565"/>
                </a:cubicBezTo>
                <a:cubicBezTo>
                  <a:pt x="780867" y="19036"/>
                  <a:pt x="780967" y="18620"/>
                  <a:pt x="781099" y="18315"/>
                </a:cubicBezTo>
                <a:cubicBezTo>
                  <a:pt x="781231" y="18011"/>
                  <a:pt x="781397" y="17793"/>
                  <a:pt x="781595" y="17660"/>
                </a:cubicBezTo>
                <a:cubicBezTo>
                  <a:pt x="781794" y="17528"/>
                  <a:pt x="782025" y="17462"/>
                  <a:pt x="782290" y="17462"/>
                </a:cubicBezTo>
                <a:lnTo>
                  <a:pt x="786496" y="17462"/>
                </a:lnTo>
                <a:lnTo>
                  <a:pt x="786496" y="9532"/>
                </a:lnTo>
                <a:cubicBezTo>
                  <a:pt x="786496" y="9266"/>
                  <a:pt x="786569" y="9027"/>
                  <a:pt x="786715" y="8814"/>
                </a:cubicBezTo>
                <a:cubicBezTo>
                  <a:pt x="786860" y="8602"/>
                  <a:pt x="787125" y="8423"/>
                  <a:pt x="787508" y="8277"/>
                </a:cubicBezTo>
                <a:cubicBezTo>
                  <a:pt x="787892" y="8131"/>
                  <a:pt x="788408" y="8025"/>
                  <a:pt x="789056" y="7958"/>
                </a:cubicBezTo>
                <a:cubicBezTo>
                  <a:pt x="789704" y="7891"/>
                  <a:pt x="790505" y="7858"/>
                  <a:pt x="791457" y="7858"/>
                </a:cubicBezTo>
                <a:cubicBezTo>
                  <a:pt x="792436" y="7858"/>
                  <a:pt x="793250" y="7891"/>
                  <a:pt x="793898" y="7958"/>
                </a:cubicBezTo>
                <a:cubicBezTo>
                  <a:pt x="794546" y="8025"/>
                  <a:pt x="795055" y="8131"/>
                  <a:pt x="795426" y="8277"/>
                </a:cubicBezTo>
                <a:cubicBezTo>
                  <a:pt x="795796" y="8423"/>
                  <a:pt x="796061" y="8602"/>
                  <a:pt x="796220" y="8814"/>
                </a:cubicBezTo>
                <a:cubicBezTo>
                  <a:pt x="796378" y="9027"/>
                  <a:pt x="796458" y="9266"/>
                  <a:pt x="796458" y="9532"/>
                </a:cubicBezTo>
                <a:lnTo>
                  <a:pt x="796458" y="17462"/>
                </a:lnTo>
                <a:lnTo>
                  <a:pt x="804157" y="17462"/>
                </a:lnTo>
                <a:cubicBezTo>
                  <a:pt x="804421" y="17462"/>
                  <a:pt x="804653" y="17528"/>
                  <a:pt x="804851" y="17660"/>
                </a:cubicBezTo>
                <a:cubicBezTo>
                  <a:pt x="805050" y="17793"/>
                  <a:pt x="805215" y="18011"/>
                  <a:pt x="805347" y="18315"/>
                </a:cubicBezTo>
                <a:cubicBezTo>
                  <a:pt x="805480" y="18620"/>
                  <a:pt x="805579" y="19036"/>
                  <a:pt x="805645" y="19565"/>
                </a:cubicBezTo>
                <a:cubicBezTo>
                  <a:pt x="805711" y="20095"/>
                  <a:pt x="805744" y="20743"/>
                  <a:pt x="805744" y="21510"/>
                </a:cubicBezTo>
                <a:cubicBezTo>
                  <a:pt x="805744" y="22965"/>
                  <a:pt x="805612" y="24004"/>
                  <a:pt x="805347" y="24625"/>
                </a:cubicBezTo>
                <a:cubicBezTo>
                  <a:pt x="805083" y="25247"/>
                  <a:pt x="804699" y="25558"/>
                  <a:pt x="804196" y="25558"/>
                </a:cubicBezTo>
                <a:lnTo>
                  <a:pt x="796458" y="25558"/>
                </a:lnTo>
                <a:lnTo>
                  <a:pt x="796458" y="42157"/>
                </a:lnTo>
                <a:cubicBezTo>
                  <a:pt x="796458" y="44085"/>
                  <a:pt x="796762" y="45531"/>
                  <a:pt x="797370" y="46495"/>
                </a:cubicBezTo>
                <a:cubicBezTo>
                  <a:pt x="797979" y="47459"/>
                  <a:pt x="799064" y="47941"/>
                  <a:pt x="800625" y="47941"/>
                </a:cubicBezTo>
                <a:cubicBezTo>
                  <a:pt x="801154" y="47941"/>
                  <a:pt x="801630" y="47895"/>
                  <a:pt x="802053" y="47802"/>
                </a:cubicBezTo>
                <a:cubicBezTo>
                  <a:pt x="802477" y="47710"/>
                  <a:pt x="802854" y="47604"/>
                  <a:pt x="803184" y="47485"/>
                </a:cubicBezTo>
                <a:cubicBezTo>
                  <a:pt x="803515" y="47366"/>
                  <a:pt x="803793" y="47260"/>
                  <a:pt x="804018" y="47167"/>
                </a:cubicBezTo>
                <a:cubicBezTo>
                  <a:pt x="804243" y="47075"/>
                  <a:pt x="804448" y="47028"/>
                  <a:pt x="804633" y="47028"/>
                </a:cubicBezTo>
                <a:cubicBezTo>
                  <a:pt x="804792" y="47028"/>
                  <a:pt x="804944" y="47075"/>
                  <a:pt x="805089" y="47167"/>
                </a:cubicBezTo>
                <a:cubicBezTo>
                  <a:pt x="805235" y="47260"/>
                  <a:pt x="805347" y="47445"/>
                  <a:pt x="805427" y="47724"/>
                </a:cubicBezTo>
                <a:cubicBezTo>
                  <a:pt x="805506" y="48002"/>
                  <a:pt x="805579" y="48380"/>
                  <a:pt x="805645" y="48859"/>
                </a:cubicBezTo>
                <a:cubicBezTo>
                  <a:pt x="805711" y="49337"/>
                  <a:pt x="805744" y="49948"/>
                  <a:pt x="805744" y="50692"/>
                </a:cubicBezTo>
                <a:close/>
                <a:moveTo>
                  <a:pt x="847082" y="54210"/>
                </a:moveTo>
                <a:cubicBezTo>
                  <a:pt x="847082" y="54475"/>
                  <a:pt x="847003" y="54707"/>
                  <a:pt x="846844" y="54906"/>
                </a:cubicBezTo>
                <a:cubicBezTo>
                  <a:pt x="846685" y="55105"/>
                  <a:pt x="846421" y="55270"/>
                  <a:pt x="846051" y="55402"/>
                </a:cubicBezTo>
                <a:cubicBezTo>
                  <a:pt x="845680" y="55534"/>
                  <a:pt x="845171" y="55634"/>
                  <a:pt x="844523" y="55700"/>
                </a:cubicBezTo>
                <a:cubicBezTo>
                  <a:pt x="843874" y="55766"/>
                  <a:pt x="843074" y="55799"/>
                  <a:pt x="842122" y="55799"/>
                </a:cubicBezTo>
                <a:cubicBezTo>
                  <a:pt x="841143" y="55799"/>
                  <a:pt x="840329" y="55766"/>
                  <a:pt x="839681" y="55700"/>
                </a:cubicBezTo>
                <a:cubicBezTo>
                  <a:pt x="839033" y="55634"/>
                  <a:pt x="838523" y="55534"/>
                  <a:pt x="838153" y="55402"/>
                </a:cubicBezTo>
                <a:cubicBezTo>
                  <a:pt x="837783" y="55270"/>
                  <a:pt x="837518" y="55105"/>
                  <a:pt x="837359" y="54906"/>
                </a:cubicBezTo>
                <a:cubicBezTo>
                  <a:pt x="837200" y="54708"/>
                  <a:pt x="837121" y="54476"/>
                  <a:pt x="837121" y="54212"/>
                </a:cubicBezTo>
                <a:lnTo>
                  <a:pt x="837121" y="34011"/>
                </a:lnTo>
                <a:cubicBezTo>
                  <a:pt x="837121" y="32291"/>
                  <a:pt x="836995" y="30942"/>
                  <a:pt x="836744" y="29963"/>
                </a:cubicBezTo>
                <a:cubicBezTo>
                  <a:pt x="836493" y="28984"/>
                  <a:pt x="836129" y="28144"/>
                  <a:pt x="835653" y="27443"/>
                </a:cubicBezTo>
                <a:cubicBezTo>
                  <a:pt x="835176" y="26742"/>
                  <a:pt x="834561" y="26200"/>
                  <a:pt x="833807" y="25816"/>
                </a:cubicBezTo>
                <a:cubicBezTo>
                  <a:pt x="833053" y="25432"/>
                  <a:pt x="832174" y="25241"/>
                  <a:pt x="831168" y="25241"/>
                </a:cubicBezTo>
                <a:cubicBezTo>
                  <a:pt x="829898" y="25241"/>
                  <a:pt x="828615" y="25704"/>
                  <a:pt x="827319" y="26630"/>
                </a:cubicBezTo>
                <a:cubicBezTo>
                  <a:pt x="826022" y="27556"/>
                  <a:pt x="824673" y="28905"/>
                  <a:pt x="823271" y="30678"/>
                </a:cubicBezTo>
                <a:lnTo>
                  <a:pt x="823271" y="54212"/>
                </a:lnTo>
                <a:cubicBezTo>
                  <a:pt x="823271" y="54476"/>
                  <a:pt x="823191" y="54708"/>
                  <a:pt x="823032" y="54906"/>
                </a:cubicBezTo>
                <a:cubicBezTo>
                  <a:pt x="822874" y="55105"/>
                  <a:pt x="822602" y="55270"/>
                  <a:pt x="822219" y="55402"/>
                </a:cubicBezTo>
                <a:cubicBezTo>
                  <a:pt x="821835" y="55534"/>
                  <a:pt x="821326" y="55634"/>
                  <a:pt x="820691" y="55700"/>
                </a:cubicBezTo>
                <a:cubicBezTo>
                  <a:pt x="820056" y="55766"/>
                  <a:pt x="819249" y="55799"/>
                  <a:pt x="818270" y="55799"/>
                </a:cubicBezTo>
                <a:cubicBezTo>
                  <a:pt x="817291" y="55799"/>
                  <a:pt x="816484" y="55766"/>
                  <a:pt x="815849" y="55700"/>
                </a:cubicBezTo>
                <a:cubicBezTo>
                  <a:pt x="815214" y="55634"/>
                  <a:pt x="814705" y="55534"/>
                  <a:pt x="814321" y="55402"/>
                </a:cubicBezTo>
                <a:cubicBezTo>
                  <a:pt x="813938" y="55270"/>
                  <a:pt x="813666" y="55105"/>
                  <a:pt x="813508" y="54906"/>
                </a:cubicBezTo>
                <a:cubicBezTo>
                  <a:pt x="813349" y="54708"/>
                  <a:pt x="813270" y="54476"/>
                  <a:pt x="813270" y="54212"/>
                </a:cubicBezTo>
                <a:lnTo>
                  <a:pt x="813270" y="2024"/>
                </a:lnTo>
                <a:cubicBezTo>
                  <a:pt x="813270" y="1759"/>
                  <a:pt x="813349" y="1521"/>
                  <a:pt x="813508" y="1310"/>
                </a:cubicBezTo>
                <a:cubicBezTo>
                  <a:pt x="813666" y="1098"/>
                  <a:pt x="813938" y="919"/>
                  <a:pt x="814321" y="774"/>
                </a:cubicBezTo>
                <a:cubicBezTo>
                  <a:pt x="814705" y="628"/>
                  <a:pt x="815214" y="516"/>
                  <a:pt x="815849" y="437"/>
                </a:cubicBezTo>
                <a:cubicBezTo>
                  <a:pt x="816484" y="357"/>
                  <a:pt x="817291" y="317"/>
                  <a:pt x="818270" y="317"/>
                </a:cubicBezTo>
                <a:cubicBezTo>
                  <a:pt x="819249" y="317"/>
                  <a:pt x="820056" y="357"/>
                  <a:pt x="820691" y="437"/>
                </a:cubicBezTo>
                <a:cubicBezTo>
                  <a:pt x="821326" y="516"/>
                  <a:pt x="821835" y="628"/>
                  <a:pt x="822219" y="774"/>
                </a:cubicBezTo>
                <a:cubicBezTo>
                  <a:pt x="822602" y="919"/>
                  <a:pt x="822874" y="1097"/>
                  <a:pt x="823032" y="1308"/>
                </a:cubicBezTo>
                <a:cubicBezTo>
                  <a:pt x="823191" y="1519"/>
                  <a:pt x="823271" y="1757"/>
                  <a:pt x="823271" y="2022"/>
                </a:cubicBezTo>
                <a:lnTo>
                  <a:pt x="823271" y="21555"/>
                </a:lnTo>
                <a:cubicBezTo>
                  <a:pt x="824990" y="19860"/>
                  <a:pt x="826743" y="18595"/>
                  <a:pt x="828529" y="17761"/>
                </a:cubicBezTo>
                <a:cubicBezTo>
                  <a:pt x="830315" y="16927"/>
                  <a:pt x="832174" y="16510"/>
                  <a:pt x="834105" y="16510"/>
                </a:cubicBezTo>
                <a:cubicBezTo>
                  <a:pt x="836513" y="16510"/>
                  <a:pt x="838543" y="16907"/>
                  <a:pt x="840197" y="17701"/>
                </a:cubicBezTo>
                <a:cubicBezTo>
                  <a:pt x="841850" y="18496"/>
                  <a:pt x="843186" y="19582"/>
                  <a:pt x="844205" y="20959"/>
                </a:cubicBezTo>
                <a:cubicBezTo>
                  <a:pt x="845224" y="22336"/>
                  <a:pt x="845958" y="23945"/>
                  <a:pt x="846408" y="25786"/>
                </a:cubicBezTo>
                <a:cubicBezTo>
                  <a:pt x="846857" y="27627"/>
                  <a:pt x="847082" y="29858"/>
                  <a:pt x="847082" y="32480"/>
                </a:cubicBezTo>
                <a:lnTo>
                  <a:pt x="847082" y="54210"/>
                </a:lnTo>
                <a:close/>
                <a:moveTo>
                  <a:pt x="887199" y="54329"/>
                </a:moveTo>
                <a:cubicBezTo>
                  <a:pt x="887199" y="54700"/>
                  <a:pt x="887067" y="54991"/>
                  <a:pt x="886802" y="55204"/>
                </a:cubicBezTo>
                <a:cubicBezTo>
                  <a:pt x="886538" y="55415"/>
                  <a:pt x="886121" y="55568"/>
                  <a:pt x="885552" y="55660"/>
                </a:cubicBezTo>
                <a:cubicBezTo>
                  <a:pt x="884983" y="55753"/>
                  <a:pt x="884143" y="55799"/>
                  <a:pt x="883032" y="55799"/>
                </a:cubicBezTo>
                <a:cubicBezTo>
                  <a:pt x="881842" y="55799"/>
                  <a:pt x="880975" y="55753"/>
                  <a:pt x="880433" y="55660"/>
                </a:cubicBezTo>
                <a:cubicBezTo>
                  <a:pt x="879890" y="55568"/>
                  <a:pt x="879507" y="55415"/>
                  <a:pt x="879282" y="55204"/>
                </a:cubicBezTo>
                <a:cubicBezTo>
                  <a:pt x="879057" y="54992"/>
                  <a:pt x="878945" y="54701"/>
                  <a:pt x="878945" y="54331"/>
                </a:cubicBezTo>
                <a:lnTo>
                  <a:pt x="878945" y="51513"/>
                </a:lnTo>
                <a:cubicBezTo>
                  <a:pt x="877489" y="53074"/>
                  <a:pt x="875829" y="54298"/>
                  <a:pt x="873964" y="55184"/>
                </a:cubicBezTo>
                <a:cubicBezTo>
                  <a:pt x="872099" y="56070"/>
                  <a:pt x="870028" y="56513"/>
                  <a:pt x="867753" y="56513"/>
                </a:cubicBezTo>
                <a:cubicBezTo>
                  <a:pt x="865874" y="56513"/>
                  <a:pt x="864148" y="56268"/>
                  <a:pt x="862574" y="55777"/>
                </a:cubicBezTo>
                <a:cubicBezTo>
                  <a:pt x="861000" y="55286"/>
                  <a:pt x="859637" y="54556"/>
                  <a:pt x="858486" y="53587"/>
                </a:cubicBezTo>
                <a:cubicBezTo>
                  <a:pt x="857335" y="52618"/>
                  <a:pt x="856442" y="51417"/>
                  <a:pt x="855807" y="49984"/>
                </a:cubicBezTo>
                <a:cubicBezTo>
                  <a:pt x="855172" y="48550"/>
                  <a:pt x="854855" y="46877"/>
                  <a:pt x="854855" y="44966"/>
                </a:cubicBezTo>
                <a:cubicBezTo>
                  <a:pt x="854855" y="42895"/>
                  <a:pt x="855258" y="41096"/>
                  <a:pt x="856065" y="39570"/>
                </a:cubicBezTo>
                <a:cubicBezTo>
                  <a:pt x="856872" y="38044"/>
                  <a:pt x="858076" y="36783"/>
                  <a:pt x="859677" y="35787"/>
                </a:cubicBezTo>
                <a:cubicBezTo>
                  <a:pt x="861277" y="34792"/>
                  <a:pt x="863268" y="34055"/>
                  <a:pt x="865650" y="33577"/>
                </a:cubicBezTo>
                <a:cubicBezTo>
                  <a:pt x="868031" y="33099"/>
                  <a:pt x="870796" y="32860"/>
                  <a:pt x="873944" y="32860"/>
                </a:cubicBezTo>
                <a:lnTo>
                  <a:pt x="877397" y="32860"/>
                </a:lnTo>
                <a:lnTo>
                  <a:pt x="877397" y="30727"/>
                </a:lnTo>
                <a:cubicBezTo>
                  <a:pt x="877397" y="29621"/>
                  <a:pt x="877284" y="28653"/>
                  <a:pt x="877059" y="27824"/>
                </a:cubicBezTo>
                <a:cubicBezTo>
                  <a:pt x="876835" y="26994"/>
                  <a:pt x="876464" y="26302"/>
                  <a:pt x="875948" y="25749"/>
                </a:cubicBezTo>
                <a:cubicBezTo>
                  <a:pt x="875432" y="25196"/>
                  <a:pt x="874744" y="24788"/>
                  <a:pt x="873885" y="24525"/>
                </a:cubicBezTo>
                <a:cubicBezTo>
                  <a:pt x="873025" y="24261"/>
                  <a:pt x="871960" y="24129"/>
                  <a:pt x="870690" y="24129"/>
                </a:cubicBezTo>
                <a:cubicBezTo>
                  <a:pt x="869023" y="24129"/>
                  <a:pt x="867535" y="24315"/>
                  <a:pt x="866225" y="24685"/>
                </a:cubicBezTo>
                <a:cubicBezTo>
                  <a:pt x="864915" y="25055"/>
                  <a:pt x="863758" y="25465"/>
                  <a:pt x="862753" y="25915"/>
                </a:cubicBezTo>
                <a:cubicBezTo>
                  <a:pt x="861747" y="26365"/>
                  <a:pt x="860907" y="26775"/>
                  <a:pt x="860232" y="27145"/>
                </a:cubicBezTo>
                <a:cubicBezTo>
                  <a:pt x="859558" y="27516"/>
                  <a:pt x="859009" y="27701"/>
                  <a:pt x="858585" y="27701"/>
                </a:cubicBezTo>
                <a:cubicBezTo>
                  <a:pt x="858294" y="27701"/>
                  <a:pt x="858036" y="27608"/>
                  <a:pt x="857812" y="27422"/>
                </a:cubicBezTo>
                <a:cubicBezTo>
                  <a:pt x="857587" y="27236"/>
                  <a:pt x="857401" y="26970"/>
                  <a:pt x="857256" y="26625"/>
                </a:cubicBezTo>
                <a:cubicBezTo>
                  <a:pt x="857110" y="26279"/>
                  <a:pt x="856998" y="25854"/>
                  <a:pt x="856919" y="25348"/>
                </a:cubicBezTo>
                <a:cubicBezTo>
                  <a:pt x="856839" y="24842"/>
                  <a:pt x="856800" y="24284"/>
                  <a:pt x="856800" y="23673"/>
                </a:cubicBezTo>
                <a:cubicBezTo>
                  <a:pt x="856800" y="22849"/>
                  <a:pt x="856866" y="22197"/>
                  <a:pt x="856998" y="21718"/>
                </a:cubicBezTo>
                <a:cubicBezTo>
                  <a:pt x="857130" y="21240"/>
                  <a:pt x="857382" y="20808"/>
                  <a:pt x="857752" y="20422"/>
                </a:cubicBezTo>
                <a:cubicBezTo>
                  <a:pt x="858122" y="20036"/>
                  <a:pt x="858771" y="19612"/>
                  <a:pt x="859697" y="19149"/>
                </a:cubicBezTo>
                <a:cubicBezTo>
                  <a:pt x="860623" y="18686"/>
                  <a:pt x="861707" y="18256"/>
                  <a:pt x="862951" y="17859"/>
                </a:cubicBezTo>
                <a:cubicBezTo>
                  <a:pt x="864194" y="17462"/>
                  <a:pt x="865550" y="17138"/>
                  <a:pt x="867019" y="16887"/>
                </a:cubicBezTo>
                <a:cubicBezTo>
                  <a:pt x="868487" y="16635"/>
                  <a:pt x="870002" y="16510"/>
                  <a:pt x="871563" y="16510"/>
                </a:cubicBezTo>
                <a:cubicBezTo>
                  <a:pt x="874341" y="16510"/>
                  <a:pt x="876715" y="16781"/>
                  <a:pt x="878687" y="17324"/>
                </a:cubicBezTo>
                <a:cubicBezTo>
                  <a:pt x="880658" y="17867"/>
                  <a:pt x="882278" y="18701"/>
                  <a:pt x="883548" y="19827"/>
                </a:cubicBezTo>
                <a:cubicBezTo>
                  <a:pt x="884818" y="20952"/>
                  <a:pt x="885744" y="22402"/>
                  <a:pt x="886326" y="24176"/>
                </a:cubicBezTo>
                <a:cubicBezTo>
                  <a:pt x="886908" y="25951"/>
                  <a:pt x="887199" y="28056"/>
                  <a:pt x="887199" y="30493"/>
                </a:cubicBezTo>
                <a:lnTo>
                  <a:pt x="887199" y="54329"/>
                </a:lnTo>
                <a:moveTo>
                  <a:pt x="877397" y="39131"/>
                </a:moveTo>
                <a:lnTo>
                  <a:pt x="873587" y="39131"/>
                </a:lnTo>
                <a:cubicBezTo>
                  <a:pt x="871973" y="39131"/>
                  <a:pt x="870597" y="39251"/>
                  <a:pt x="869460" y="39490"/>
                </a:cubicBezTo>
                <a:cubicBezTo>
                  <a:pt x="868322" y="39730"/>
                  <a:pt x="867396" y="40090"/>
                  <a:pt x="866681" y="40571"/>
                </a:cubicBezTo>
                <a:cubicBezTo>
                  <a:pt x="865967" y="41050"/>
                  <a:pt x="865445" y="41630"/>
                  <a:pt x="865114" y="42311"/>
                </a:cubicBezTo>
                <a:cubicBezTo>
                  <a:pt x="864783" y="42990"/>
                  <a:pt x="864618" y="43770"/>
                  <a:pt x="864618" y="44650"/>
                </a:cubicBezTo>
                <a:cubicBezTo>
                  <a:pt x="864618" y="46143"/>
                  <a:pt x="865087" y="47316"/>
                  <a:pt x="866027" y="48169"/>
                </a:cubicBezTo>
                <a:cubicBezTo>
                  <a:pt x="866966" y="49023"/>
                  <a:pt x="868269" y="49449"/>
                  <a:pt x="869936" y="49449"/>
                </a:cubicBezTo>
                <a:cubicBezTo>
                  <a:pt x="871338" y="49449"/>
                  <a:pt x="872628" y="49090"/>
                  <a:pt x="873805" y="48370"/>
                </a:cubicBezTo>
                <a:cubicBezTo>
                  <a:pt x="874983" y="47650"/>
                  <a:pt x="876180" y="46597"/>
                  <a:pt x="877397" y="45210"/>
                </a:cubicBezTo>
                <a:lnTo>
                  <a:pt x="877397" y="39131"/>
                </a:lnTo>
                <a:close/>
                <a:moveTo>
                  <a:pt x="917582" y="50692"/>
                </a:moveTo>
                <a:cubicBezTo>
                  <a:pt x="917582" y="51862"/>
                  <a:pt x="917510" y="52759"/>
                  <a:pt x="917364" y="53384"/>
                </a:cubicBezTo>
                <a:cubicBezTo>
                  <a:pt x="917218" y="54009"/>
                  <a:pt x="917027" y="54447"/>
                  <a:pt x="916789" y="54700"/>
                </a:cubicBezTo>
                <a:cubicBezTo>
                  <a:pt x="916550" y="54952"/>
                  <a:pt x="916200" y="55178"/>
                  <a:pt x="915737" y="55377"/>
                </a:cubicBezTo>
                <a:cubicBezTo>
                  <a:pt x="915274" y="55577"/>
                  <a:pt x="914731" y="55749"/>
                  <a:pt x="914110" y="55896"/>
                </a:cubicBezTo>
                <a:cubicBezTo>
                  <a:pt x="913488" y="56042"/>
                  <a:pt x="912813" y="56155"/>
                  <a:pt x="912086" y="56234"/>
                </a:cubicBezTo>
                <a:cubicBezTo>
                  <a:pt x="911358" y="56315"/>
                  <a:pt x="910624" y="56355"/>
                  <a:pt x="909883" y="56355"/>
                </a:cubicBezTo>
                <a:cubicBezTo>
                  <a:pt x="907899" y="56355"/>
                  <a:pt x="906179" y="56103"/>
                  <a:pt x="904724" y="55601"/>
                </a:cubicBezTo>
                <a:cubicBezTo>
                  <a:pt x="903269" y="55098"/>
                  <a:pt x="902065" y="54324"/>
                  <a:pt x="901112" y="53279"/>
                </a:cubicBezTo>
                <a:cubicBezTo>
                  <a:pt x="900160" y="52234"/>
                  <a:pt x="899459" y="50918"/>
                  <a:pt x="899009" y="49330"/>
                </a:cubicBezTo>
                <a:cubicBezTo>
                  <a:pt x="898559" y="47743"/>
                  <a:pt x="898334" y="45864"/>
                  <a:pt x="898334" y="43695"/>
                </a:cubicBezTo>
                <a:lnTo>
                  <a:pt x="898334" y="25558"/>
                </a:lnTo>
                <a:lnTo>
                  <a:pt x="894088" y="25558"/>
                </a:lnTo>
                <a:cubicBezTo>
                  <a:pt x="893585" y="25558"/>
                  <a:pt x="893202" y="25247"/>
                  <a:pt x="892937" y="24625"/>
                </a:cubicBezTo>
                <a:cubicBezTo>
                  <a:pt x="892672" y="24004"/>
                  <a:pt x="892540" y="22965"/>
                  <a:pt x="892540" y="21510"/>
                </a:cubicBezTo>
                <a:cubicBezTo>
                  <a:pt x="892540" y="20743"/>
                  <a:pt x="892573" y="20095"/>
                  <a:pt x="892639" y="19565"/>
                </a:cubicBezTo>
                <a:cubicBezTo>
                  <a:pt x="892706" y="19036"/>
                  <a:pt x="892805" y="18620"/>
                  <a:pt x="892937" y="18315"/>
                </a:cubicBezTo>
                <a:cubicBezTo>
                  <a:pt x="893069" y="18011"/>
                  <a:pt x="893235" y="17793"/>
                  <a:pt x="893433" y="17660"/>
                </a:cubicBezTo>
                <a:cubicBezTo>
                  <a:pt x="893632" y="17528"/>
                  <a:pt x="893863" y="17462"/>
                  <a:pt x="894128" y="17462"/>
                </a:cubicBezTo>
                <a:lnTo>
                  <a:pt x="898334" y="17462"/>
                </a:lnTo>
                <a:lnTo>
                  <a:pt x="898334" y="9532"/>
                </a:lnTo>
                <a:cubicBezTo>
                  <a:pt x="898334" y="9266"/>
                  <a:pt x="898407" y="9027"/>
                  <a:pt x="898553" y="8814"/>
                </a:cubicBezTo>
                <a:cubicBezTo>
                  <a:pt x="898698" y="8602"/>
                  <a:pt x="898963" y="8423"/>
                  <a:pt x="899346" y="8277"/>
                </a:cubicBezTo>
                <a:cubicBezTo>
                  <a:pt x="899730" y="8131"/>
                  <a:pt x="900246" y="8025"/>
                  <a:pt x="900894" y="7958"/>
                </a:cubicBezTo>
                <a:cubicBezTo>
                  <a:pt x="901542" y="7891"/>
                  <a:pt x="902343" y="7858"/>
                  <a:pt x="903295" y="7858"/>
                </a:cubicBezTo>
                <a:cubicBezTo>
                  <a:pt x="904274" y="7858"/>
                  <a:pt x="905088" y="7891"/>
                  <a:pt x="905736" y="7958"/>
                </a:cubicBezTo>
                <a:cubicBezTo>
                  <a:pt x="906384" y="8025"/>
                  <a:pt x="906893" y="8131"/>
                  <a:pt x="907264" y="8277"/>
                </a:cubicBezTo>
                <a:cubicBezTo>
                  <a:pt x="907634" y="8423"/>
                  <a:pt x="907899" y="8602"/>
                  <a:pt x="908058" y="8814"/>
                </a:cubicBezTo>
                <a:cubicBezTo>
                  <a:pt x="908216" y="9027"/>
                  <a:pt x="908296" y="9266"/>
                  <a:pt x="908296" y="9532"/>
                </a:cubicBezTo>
                <a:lnTo>
                  <a:pt x="908296" y="17462"/>
                </a:lnTo>
                <a:lnTo>
                  <a:pt x="915995" y="17462"/>
                </a:lnTo>
                <a:cubicBezTo>
                  <a:pt x="916259" y="17462"/>
                  <a:pt x="916491" y="17528"/>
                  <a:pt x="916689" y="17660"/>
                </a:cubicBezTo>
                <a:cubicBezTo>
                  <a:pt x="916888" y="17793"/>
                  <a:pt x="917053" y="18011"/>
                  <a:pt x="917185" y="18315"/>
                </a:cubicBezTo>
                <a:cubicBezTo>
                  <a:pt x="917318" y="18620"/>
                  <a:pt x="917417" y="19036"/>
                  <a:pt x="917483" y="19565"/>
                </a:cubicBezTo>
                <a:cubicBezTo>
                  <a:pt x="917549" y="20095"/>
                  <a:pt x="917582" y="20743"/>
                  <a:pt x="917582" y="21510"/>
                </a:cubicBezTo>
                <a:cubicBezTo>
                  <a:pt x="917582" y="22965"/>
                  <a:pt x="917450" y="24004"/>
                  <a:pt x="917185" y="24625"/>
                </a:cubicBezTo>
                <a:cubicBezTo>
                  <a:pt x="916921" y="25247"/>
                  <a:pt x="916537" y="25558"/>
                  <a:pt x="916035" y="25558"/>
                </a:cubicBezTo>
                <a:lnTo>
                  <a:pt x="908296" y="25558"/>
                </a:lnTo>
                <a:lnTo>
                  <a:pt x="908296" y="42157"/>
                </a:lnTo>
                <a:cubicBezTo>
                  <a:pt x="908296" y="44085"/>
                  <a:pt x="908600" y="45531"/>
                  <a:pt x="909208" y="46495"/>
                </a:cubicBezTo>
                <a:cubicBezTo>
                  <a:pt x="909817" y="47459"/>
                  <a:pt x="910902" y="47941"/>
                  <a:pt x="912463" y="47941"/>
                </a:cubicBezTo>
                <a:cubicBezTo>
                  <a:pt x="912992" y="47941"/>
                  <a:pt x="913468" y="47895"/>
                  <a:pt x="913891" y="47802"/>
                </a:cubicBezTo>
                <a:cubicBezTo>
                  <a:pt x="914315" y="47710"/>
                  <a:pt x="914692" y="47604"/>
                  <a:pt x="915023" y="47485"/>
                </a:cubicBezTo>
                <a:cubicBezTo>
                  <a:pt x="915353" y="47366"/>
                  <a:pt x="915631" y="47260"/>
                  <a:pt x="915856" y="47167"/>
                </a:cubicBezTo>
                <a:cubicBezTo>
                  <a:pt x="916081" y="47075"/>
                  <a:pt x="916286" y="47028"/>
                  <a:pt x="916471" y="47028"/>
                </a:cubicBezTo>
                <a:cubicBezTo>
                  <a:pt x="916630" y="47028"/>
                  <a:pt x="916782" y="47075"/>
                  <a:pt x="916927" y="47167"/>
                </a:cubicBezTo>
                <a:cubicBezTo>
                  <a:pt x="917073" y="47260"/>
                  <a:pt x="917185" y="47445"/>
                  <a:pt x="917265" y="47724"/>
                </a:cubicBezTo>
                <a:cubicBezTo>
                  <a:pt x="917344" y="48002"/>
                  <a:pt x="917417" y="48380"/>
                  <a:pt x="917483" y="48859"/>
                </a:cubicBezTo>
                <a:cubicBezTo>
                  <a:pt x="917549" y="49337"/>
                  <a:pt x="917582" y="49948"/>
                  <a:pt x="917582" y="50692"/>
                </a:cubicBezTo>
                <a:close/>
                <a:moveTo>
                  <a:pt x="951779" y="54212"/>
                </a:moveTo>
                <a:cubicBezTo>
                  <a:pt x="951779" y="54476"/>
                  <a:pt x="951699" y="54708"/>
                  <a:pt x="951541" y="54906"/>
                </a:cubicBezTo>
                <a:cubicBezTo>
                  <a:pt x="951382" y="55105"/>
                  <a:pt x="951111" y="55270"/>
                  <a:pt x="950727" y="55402"/>
                </a:cubicBezTo>
                <a:cubicBezTo>
                  <a:pt x="950343" y="55534"/>
                  <a:pt x="949834" y="55634"/>
                  <a:pt x="949199" y="55700"/>
                </a:cubicBezTo>
                <a:cubicBezTo>
                  <a:pt x="948564" y="55766"/>
                  <a:pt x="947757" y="55799"/>
                  <a:pt x="946778" y="55799"/>
                </a:cubicBezTo>
                <a:cubicBezTo>
                  <a:pt x="945799" y="55799"/>
                  <a:pt x="944992" y="55766"/>
                  <a:pt x="944357" y="55700"/>
                </a:cubicBezTo>
                <a:cubicBezTo>
                  <a:pt x="943722" y="55634"/>
                  <a:pt x="943213" y="55534"/>
                  <a:pt x="942829" y="55402"/>
                </a:cubicBezTo>
                <a:cubicBezTo>
                  <a:pt x="942446" y="55270"/>
                  <a:pt x="942175" y="55105"/>
                  <a:pt x="942016" y="54906"/>
                </a:cubicBezTo>
                <a:cubicBezTo>
                  <a:pt x="941857" y="54708"/>
                  <a:pt x="941778" y="54476"/>
                  <a:pt x="941778" y="54212"/>
                </a:cubicBezTo>
                <a:lnTo>
                  <a:pt x="941778" y="18891"/>
                </a:lnTo>
                <a:cubicBezTo>
                  <a:pt x="941778" y="18626"/>
                  <a:pt x="941857" y="18395"/>
                  <a:pt x="942016" y="18196"/>
                </a:cubicBezTo>
                <a:cubicBezTo>
                  <a:pt x="942175" y="17998"/>
                  <a:pt x="942446" y="17826"/>
                  <a:pt x="942829" y="17680"/>
                </a:cubicBezTo>
                <a:cubicBezTo>
                  <a:pt x="943213" y="17535"/>
                  <a:pt x="943722" y="17422"/>
                  <a:pt x="944357" y="17343"/>
                </a:cubicBezTo>
                <a:cubicBezTo>
                  <a:pt x="944992" y="17264"/>
                  <a:pt x="945799" y="17224"/>
                  <a:pt x="946778" y="17224"/>
                </a:cubicBezTo>
                <a:cubicBezTo>
                  <a:pt x="947757" y="17224"/>
                  <a:pt x="948564" y="17264"/>
                  <a:pt x="949199" y="17343"/>
                </a:cubicBezTo>
                <a:cubicBezTo>
                  <a:pt x="949834" y="17422"/>
                  <a:pt x="950343" y="17535"/>
                  <a:pt x="950727" y="17680"/>
                </a:cubicBezTo>
                <a:cubicBezTo>
                  <a:pt x="951111" y="17826"/>
                  <a:pt x="951382" y="17998"/>
                  <a:pt x="951541" y="18196"/>
                </a:cubicBezTo>
                <a:cubicBezTo>
                  <a:pt x="951699" y="18395"/>
                  <a:pt x="951779" y="18626"/>
                  <a:pt x="951779" y="18891"/>
                </a:cubicBezTo>
                <a:lnTo>
                  <a:pt x="951779" y="54212"/>
                </a:lnTo>
                <a:moveTo>
                  <a:pt x="952533" y="6826"/>
                </a:moveTo>
                <a:cubicBezTo>
                  <a:pt x="952533" y="8837"/>
                  <a:pt x="952123" y="10226"/>
                  <a:pt x="951303" y="10993"/>
                </a:cubicBezTo>
                <a:cubicBezTo>
                  <a:pt x="950482" y="11760"/>
                  <a:pt x="948961" y="12144"/>
                  <a:pt x="946739" y="12144"/>
                </a:cubicBezTo>
                <a:cubicBezTo>
                  <a:pt x="944490" y="12144"/>
                  <a:pt x="942975" y="11774"/>
                  <a:pt x="942195" y="11033"/>
                </a:cubicBezTo>
                <a:cubicBezTo>
                  <a:pt x="941414" y="10292"/>
                  <a:pt x="941024" y="8956"/>
                  <a:pt x="941024" y="7024"/>
                </a:cubicBezTo>
                <a:cubicBezTo>
                  <a:pt x="941024" y="5014"/>
                  <a:pt x="941427" y="3618"/>
                  <a:pt x="942234" y="2838"/>
                </a:cubicBezTo>
                <a:cubicBezTo>
                  <a:pt x="943041" y="2057"/>
                  <a:pt x="944569" y="1667"/>
                  <a:pt x="946818" y="1667"/>
                </a:cubicBezTo>
                <a:cubicBezTo>
                  <a:pt x="949040" y="1667"/>
                  <a:pt x="950548" y="2044"/>
                  <a:pt x="951342" y="2798"/>
                </a:cubicBezTo>
                <a:cubicBezTo>
                  <a:pt x="952136" y="3552"/>
                  <a:pt x="952533" y="4895"/>
                  <a:pt x="952533" y="6826"/>
                </a:cubicBezTo>
                <a:close/>
                <a:moveTo>
                  <a:pt x="986858" y="44226"/>
                </a:moveTo>
                <a:cubicBezTo>
                  <a:pt x="986858" y="46240"/>
                  <a:pt x="986481" y="48017"/>
                  <a:pt x="985727" y="49555"/>
                </a:cubicBezTo>
                <a:cubicBezTo>
                  <a:pt x="984973" y="51092"/>
                  <a:pt x="983908" y="52377"/>
                  <a:pt x="982532" y="53412"/>
                </a:cubicBezTo>
                <a:cubicBezTo>
                  <a:pt x="981156" y="54445"/>
                  <a:pt x="979529" y="55220"/>
                  <a:pt x="977650" y="55737"/>
                </a:cubicBezTo>
                <a:cubicBezTo>
                  <a:pt x="975772" y="56255"/>
                  <a:pt x="973735" y="56513"/>
                  <a:pt x="971539" y="56513"/>
                </a:cubicBezTo>
                <a:cubicBezTo>
                  <a:pt x="970216" y="56513"/>
                  <a:pt x="968952" y="56413"/>
                  <a:pt x="967749" y="56212"/>
                </a:cubicBezTo>
                <a:cubicBezTo>
                  <a:pt x="966545" y="56011"/>
                  <a:pt x="965467" y="55757"/>
                  <a:pt x="964514" y="55449"/>
                </a:cubicBezTo>
                <a:cubicBezTo>
                  <a:pt x="963562" y="55141"/>
                  <a:pt x="962768" y="54826"/>
                  <a:pt x="962133" y="54506"/>
                </a:cubicBezTo>
                <a:cubicBezTo>
                  <a:pt x="961498" y="54184"/>
                  <a:pt x="961035" y="53883"/>
                  <a:pt x="960744" y="53601"/>
                </a:cubicBezTo>
                <a:cubicBezTo>
                  <a:pt x="960453" y="53320"/>
                  <a:pt x="960228" y="52880"/>
                  <a:pt x="960069" y="52282"/>
                </a:cubicBezTo>
                <a:cubicBezTo>
                  <a:pt x="959911" y="51683"/>
                  <a:pt x="959831" y="50799"/>
                  <a:pt x="959831" y="49628"/>
                </a:cubicBezTo>
                <a:cubicBezTo>
                  <a:pt x="959831" y="48856"/>
                  <a:pt x="959858" y="48238"/>
                  <a:pt x="959911" y="47772"/>
                </a:cubicBezTo>
                <a:cubicBezTo>
                  <a:pt x="959963" y="47307"/>
                  <a:pt x="960043" y="46935"/>
                  <a:pt x="960149" y="46655"/>
                </a:cubicBezTo>
                <a:cubicBezTo>
                  <a:pt x="960255" y="46376"/>
                  <a:pt x="960387" y="46190"/>
                  <a:pt x="960546" y="46097"/>
                </a:cubicBezTo>
                <a:cubicBezTo>
                  <a:pt x="960704" y="46004"/>
                  <a:pt x="960903" y="45957"/>
                  <a:pt x="961141" y="45957"/>
                </a:cubicBezTo>
                <a:cubicBezTo>
                  <a:pt x="961432" y="45957"/>
                  <a:pt x="961862" y="46124"/>
                  <a:pt x="962431" y="46459"/>
                </a:cubicBezTo>
                <a:cubicBezTo>
                  <a:pt x="962999" y="46794"/>
                  <a:pt x="963707" y="47162"/>
                  <a:pt x="964554" y="47564"/>
                </a:cubicBezTo>
                <a:cubicBezTo>
                  <a:pt x="965401" y="47966"/>
                  <a:pt x="966386" y="48341"/>
                  <a:pt x="967511" y="48689"/>
                </a:cubicBezTo>
                <a:cubicBezTo>
                  <a:pt x="968635" y="49037"/>
                  <a:pt x="969912" y="49211"/>
                  <a:pt x="971340" y="49211"/>
                </a:cubicBezTo>
                <a:cubicBezTo>
                  <a:pt x="972240" y="49211"/>
                  <a:pt x="973040" y="49119"/>
                  <a:pt x="973741" y="48935"/>
                </a:cubicBezTo>
                <a:cubicBezTo>
                  <a:pt x="974442" y="48750"/>
                  <a:pt x="975051" y="48487"/>
                  <a:pt x="975567" y="48145"/>
                </a:cubicBezTo>
                <a:cubicBezTo>
                  <a:pt x="976083" y="47801"/>
                  <a:pt x="976473" y="47367"/>
                  <a:pt x="976738" y="46840"/>
                </a:cubicBezTo>
                <a:cubicBezTo>
                  <a:pt x="977002" y="46313"/>
                  <a:pt x="977134" y="45707"/>
                  <a:pt x="977134" y="45022"/>
                </a:cubicBezTo>
                <a:cubicBezTo>
                  <a:pt x="977134" y="44226"/>
                  <a:pt x="976890" y="43544"/>
                  <a:pt x="976400" y="42974"/>
                </a:cubicBezTo>
                <a:cubicBezTo>
                  <a:pt x="975911" y="42404"/>
                  <a:pt x="975263" y="41906"/>
                  <a:pt x="974456" y="41482"/>
                </a:cubicBezTo>
                <a:cubicBezTo>
                  <a:pt x="973649" y="41058"/>
                  <a:pt x="972736" y="40660"/>
                  <a:pt x="971717" y="40289"/>
                </a:cubicBezTo>
                <a:cubicBezTo>
                  <a:pt x="970699" y="39918"/>
                  <a:pt x="969654" y="39507"/>
                  <a:pt x="968582" y="39056"/>
                </a:cubicBezTo>
                <a:cubicBezTo>
                  <a:pt x="967511" y="38606"/>
                  <a:pt x="966465" y="38089"/>
                  <a:pt x="965447" y="37506"/>
                </a:cubicBezTo>
                <a:cubicBezTo>
                  <a:pt x="964428" y="36922"/>
                  <a:pt x="963515" y="36206"/>
                  <a:pt x="962708" y="35358"/>
                </a:cubicBezTo>
                <a:cubicBezTo>
                  <a:pt x="961902" y="34510"/>
                  <a:pt x="961253" y="33490"/>
                  <a:pt x="960764" y="32297"/>
                </a:cubicBezTo>
                <a:cubicBezTo>
                  <a:pt x="960274" y="31104"/>
                  <a:pt x="960030" y="29673"/>
                  <a:pt x="960030" y="28002"/>
                </a:cubicBezTo>
                <a:cubicBezTo>
                  <a:pt x="960030" y="26305"/>
                  <a:pt x="960360" y="24747"/>
                  <a:pt x="961022" y="23329"/>
                </a:cubicBezTo>
                <a:cubicBezTo>
                  <a:pt x="961683" y="21911"/>
                  <a:pt x="962636" y="20699"/>
                  <a:pt x="963879" y="19692"/>
                </a:cubicBezTo>
                <a:cubicBezTo>
                  <a:pt x="965123" y="18684"/>
                  <a:pt x="966637" y="17902"/>
                  <a:pt x="968423" y="17345"/>
                </a:cubicBezTo>
                <a:cubicBezTo>
                  <a:pt x="970209" y="16788"/>
                  <a:pt x="972213" y="16510"/>
                  <a:pt x="974436" y="16510"/>
                </a:cubicBezTo>
                <a:cubicBezTo>
                  <a:pt x="975547" y="16510"/>
                  <a:pt x="976625" y="16589"/>
                  <a:pt x="977670" y="16748"/>
                </a:cubicBezTo>
                <a:cubicBezTo>
                  <a:pt x="978715" y="16906"/>
                  <a:pt x="979661" y="17105"/>
                  <a:pt x="980508" y="17343"/>
                </a:cubicBezTo>
                <a:cubicBezTo>
                  <a:pt x="981354" y="17581"/>
                  <a:pt x="982069" y="17839"/>
                  <a:pt x="982651" y="18117"/>
                </a:cubicBezTo>
                <a:cubicBezTo>
                  <a:pt x="983233" y="18395"/>
                  <a:pt x="983650" y="18633"/>
                  <a:pt x="983901" y="18831"/>
                </a:cubicBezTo>
                <a:cubicBezTo>
                  <a:pt x="984152" y="19030"/>
                  <a:pt x="984331" y="19228"/>
                  <a:pt x="984437" y="19426"/>
                </a:cubicBezTo>
                <a:cubicBezTo>
                  <a:pt x="984543" y="19625"/>
                  <a:pt x="984622" y="19863"/>
                  <a:pt x="984675" y="20141"/>
                </a:cubicBezTo>
                <a:cubicBezTo>
                  <a:pt x="984728" y="20419"/>
                  <a:pt x="984774" y="20763"/>
                  <a:pt x="984814" y="21173"/>
                </a:cubicBezTo>
                <a:cubicBezTo>
                  <a:pt x="984853" y="21583"/>
                  <a:pt x="984873" y="22092"/>
                  <a:pt x="984873" y="22701"/>
                </a:cubicBezTo>
                <a:cubicBezTo>
                  <a:pt x="984873" y="23415"/>
                  <a:pt x="984853" y="23997"/>
                  <a:pt x="984814" y="24447"/>
                </a:cubicBezTo>
                <a:cubicBezTo>
                  <a:pt x="984774" y="24897"/>
                  <a:pt x="984708" y="25254"/>
                  <a:pt x="984615" y="25518"/>
                </a:cubicBezTo>
                <a:cubicBezTo>
                  <a:pt x="984523" y="25783"/>
                  <a:pt x="984397" y="25962"/>
                  <a:pt x="984238" y="26054"/>
                </a:cubicBezTo>
                <a:cubicBezTo>
                  <a:pt x="984080" y="26147"/>
                  <a:pt x="983894" y="26193"/>
                  <a:pt x="983683" y="26193"/>
                </a:cubicBezTo>
                <a:cubicBezTo>
                  <a:pt x="983445" y="26193"/>
                  <a:pt x="983074" y="26054"/>
                  <a:pt x="982571" y="25776"/>
                </a:cubicBezTo>
                <a:cubicBezTo>
                  <a:pt x="982069" y="25498"/>
                  <a:pt x="981440" y="25201"/>
                  <a:pt x="980686" y="24883"/>
                </a:cubicBezTo>
                <a:cubicBezTo>
                  <a:pt x="979932" y="24566"/>
                  <a:pt x="979059" y="24268"/>
                  <a:pt x="978067" y="23990"/>
                </a:cubicBezTo>
                <a:cubicBezTo>
                  <a:pt x="977075" y="23713"/>
                  <a:pt x="975944" y="23574"/>
                  <a:pt x="974674" y="23574"/>
                </a:cubicBezTo>
                <a:cubicBezTo>
                  <a:pt x="973774" y="23574"/>
                  <a:pt x="972994" y="23667"/>
                  <a:pt x="972332" y="23854"/>
                </a:cubicBezTo>
                <a:cubicBezTo>
                  <a:pt x="971671" y="24040"/>
                  <a:pt x="971129" y="24306"/>
                  <a:pt x="970705" y="24651"/>
                </a:cubicBezTo>
                <a:cubicBezTo>
                  <a:pt x="970282" y="24997"/>
                  <a:pt x="969964" y="25403"/>
                  <a:pt x="969753" y="25868"/>
                </a:cubicBezTo>
                <a:cubicBezTo>
                  <a:pt x="969541" y="26334"/>
                  <a:pt x="969435" y="26833"/>
                  <a:pt x="969435" y="27365"/>
                </a:cubicBezTo>
                <a:cubicBezTo>
                  <a:pt x="969435" y="28187"/>
                  <a:pt x="969687" y="28876"/>
                  <a:pt x="970189" y="29434"/>
                </a:cubicBezTo>
                <a:cubicBezTo>
                  <a:pt x="970692" y="29990"/>
                  <a:pt x="971353" y="30480"/>
                  <a:pt x="972174" y="30905"/>
                </a:cubicBezTo>
                <a:cubicBezTo>
                  <a:pt x="972994" y="31329"/>
                  <a:pt x="973926" y="31726"/>
                  <a:pt x="974972" y="32098"/>
                </a:cubicBezTo>
                <a:cubicBezTo>
                  <a:pt x="976017" y="32469"/>
                  <a:pt x="977075" y="32873"/>
                  <a:pt x="978146" y="33311"/>
                </a:cubicBezTo>
                <a:cubicBezTo>
                  <a:pt x="979218" y="33748"/>
                  <a:pt x="980276" y="34258"/>
                  <a:pt x="981321" y="34841"/>
                </a:cubicBezTo>
                <a:cubicBezTo>
                  <a:pt x="982366" y="35424"/>
                  <a:pt x="983299" y="36140"/>
                  <a:pt x="984119" y="36989"/>
                </a:cubicBezTo>
                <a:cubicBezTo>
                  <a:pt x="984939" y="37837"/>
                  <a:pt x="985601" y="38851"/>
                  <a:pt x="986104" y="40031"/>
                </a:cubicBezTo>
                <a:cubicBezTo>
                  <a:pt x="986606" y="41210"/>
                  <a:pt x="986858" y="42608"/>
                  <a:pt x="986858" y="44226"/>
                </a:cubicBezTo>
                <a:close/>
                <a:moveTo>
                  <a:pt x="1068959" y="54210"/>
                </a:moveTo>
                <a:cubicBezTo>
                  <a:pt x="1068959" y="54475"/>
                  <a:pt x="1068879" y="54707"/>
                  <a:pt x="1068721" y="54906"/>
                </a:cubicBezTo>
                <a:cubicBezTo>
                  <a:pt x="1068562" y="55105"/>
                  <a:pt x="1068297" y="55270"/>
                  <a:pt x="1067927" y="55402"/>
                </a:cubicBezTo>
                <a:cubicBezTo>
                  <a:pt x="1067557" y="55534"/>
                  <a:pt x="1067054" y="55634"/>
                  <a:pt x="1066419" y="55700"/>
                </a:cubicBezTo>
                <a:cubicBezTo>
                  <a:pt x="1065784" y="55766"/>
                  <a:pt x="1064977" y="55799"/>
                  <a:pt x="1063998" y="55799"/>
                </a:cubicBezTo>
                <a:cubicBezTo>
                  <a:pt x="1062993" y="55799"/>
                  <a:pt x="1062172" y="55766"/>
                  <a:pt x="1061537" y="55700"/>
                </a:cubicBezTo>
                <a:cubicBezTo>
                  <a:pt x="1060902" y="55634"/>
                  <a:pt x="1060393" y="55534"/>
                  <a:pt x="1060009" y="55402"/>
                </a:cubicBezTo>
                <a:cubicBezTo>
                  <a:pt x="1059626" y="55270"/>
                  <a:pt x="1059361" y="55105"/>
                  <a:pt x="1059216" y="54906"/>
                </a:cubicBezTo>
                <a:cubicBezTo>
                  <a:pt x="1059070" y="54708"/>
                  <a:pt x="1058997" y="54476"/>
                  <a:pt x="1058997" y="54212"/>
                </a:cubicBezTo>
                <a:lnTo>
                  <a:pt x="1058997" y="33217"/>
                </a:lnTo>
                <a:cubicBezTo>
                  <a:pt x="1058997" y="32027"/>
                  <a:pt x="1058885" y="30942"/>
                  <a:pt x="1058660" y="29963"/>
                </a:cubicBezTo>
                <a:cubicBezTo>
                  <a:pt x="1058435" y="28984"/>
                  <a:pt x="1058091" y="28144"/>
                  <a:pt x="1057628" y="27443"/>
                </a:cubicBezTo>
                <a:cubicBezTo>
                  <a:pt x="1057165" y="26742"/>
                  <a:pt x="1056583" y="26200"/>
                  <a:pt x="1055882" y="25816"/>
                </a:cubicBezTo>
                <a:cubicBezTo>
                  <a:pt x="1055181" y="25432"/>
                  <a:pt x="1054341" y="25241"/>
                  <a:pt x="1053362" y="25241"/>
                </a:cubicBezTo>
                <a:cubicBezTo>
                  <a:pt x="1052171" y="25241"/>
                  <a:pt x="1050968" y="25704"/>
                  <a:pt x="1049751" y="26630"/>
                </a:cubicBezTo>
                <a:cubicBezTo>
                  <a:pt x="1048534" y="27556"/>
                  <a:pt x="1047211" y="28905"/>
                  <a:pt x="1045782" y="30678"/>
                </a:cubicBezTo>
                <a:lnTo>
                  <a:pt x="1045782" y="54212"/>
                </a:lnTo>
                <a:cubicBezTo>
                  <a:pt x="1045782" y="54476"/>
                  <a:pt x="1045703" y="54708"/>
                  <a:pt x="1045544" y="54906"/>
                </a:cubicBezTo>
                <a:cubicBezTo>
                  <a:pt x="1045385" y="55105"/>
                  <a:pt x="1045114" y="55270"/>
                  <a:pt x="1044730" y="55402"/>
                </a:cubicBezTo>
                <a:cubicBezTo>
                  <a:pt x="1044347" y="55534"/>
                  <a:pt x="1043837" y="55634"/>
                  <a:pt x="1043202" y="55700"/>
                </a:cubicBezTo>
                <a:cubicBezTo>
                  <a:pt x="1042567" y="55766"/>
                  <a:pt x="1041774" y="55799"/>
                  <a:pt x="1040821" y="55799"/>
                </a:cubicBezTo>
                <a:cubicBezTo>
                  <a:pt x="1039842" y="55799"/>
                  <a:pt x="1039035" y="55766"/>
                  <a:pt x="1038400" y="55700"/>
                </a:cubicBezTo>
                <a:cubicBezTo>
                  <a:pt x="1037765" y="55634"/>
                  <a:pt x="1037256" y="55534"/>
                  <a:pt x="1036872" y="55402"/>
                </a:cubicBezTo>
                <a:cubicBezTo>
                  <a:pt x="1036489" y="55270"/>
                  <a:pt x="1036218" y="55105"/>
                  <a:pt x="1036059" y="54906"/>
                </a:cubicBezTo>
                <a:cubicBezTo>
                  <a:pt x="1035900" y="54708"/>
                  <a:pt x="1035821" y="54476"/>
                  <a:pt x="1035821" y="54212"/>
                </a:cubicBezTo>
                <a:lnTo>
                  <a:pt x="1035821" y="33217"/>
                </a:lnTo>
                <a:cubicBezTo>
                  <a:pt x="1035821" y="32027"/>
                  <a:pt x="1035708" y="30942"/>
                  <a:pt x="1035483" y="29963"/>
                </a:cubicBezTo>
                <a:cubicBezTo>
                  <a:pt x="1035258" y="28984"/>
                  <a:pt x="1034921" y="28144"/>
                  <a:pt x="1034471" y="27443"/>
                </a:cubicBezTo>
                <a:cubicBezTo>
                  <a:pt x="1034022" y="26742"/>
                  <a:pt x="1033439" y="26200"/>
                  <a:pt x="1032725" y="25816"/>
                </a:cubicBezTo>
                <a:cubicBezTo>
                  <a:pt x="1032011" y="25432"/>
                  <a:pt x="1031177" y="25241"/>
                  <a:pt x="1030225" y="25241"/>
                </a:cubicBezTo>
                <a:cubicBezTo>
                  <a:pt x="1029008" y="25241"/>
                  <a:pt x="1027791" y="25704"/>
                  <a:pt x="1026574" y="26630"/>
                </a:cubicBezTo>
                <a:cubicBezTo>
                  <a:pt x="1025357" y="27556"/>
                  <a:pt x="1024047" y="28905"/>
                  <a:pt x="1022645" y="30678"/>
                </a:cubicBezTo>
                <a:lnTo>
                  <a:pt x="1022645" y="54212"/>
                </a:lnTo>
                <a:cubicBezTo>
                  <a:pt x="1022645" y="54476"/>
                  <a:pt x="1022565" y="54708"/>
                  <a:pt x="1022407" y="54906"/>
                </a:cubicBezTo>
                <a:cubicBezTo>
                  <a:pt x="1022248" y="55105"/>
                  <a:pt x="1021977" y="55270"/>
                  <a:pt x="1021593" y="55402"/>
                </a:cubicBezTo>
                <a:cubicBezTo>
                  <a:pt x="1021209" y="55534"/>
                  <a:pt x="1020700" y="55634"/>
                  <a:pt x="1020065" y="55700"/>
                </a:cubicBezTo>
                <a:cubicBezTo>
                  <a:pt x="1019430" y="55766"/>
                  <a:pt x="1018623" y="55799"/>
                  <a:pt x="1017644" y="55799"/>
                </a:cubicBezTo>
                <a:cubicBezTo>
                  <a:pt x="1016665" y="55799"/>
                  <a:pt x="1015858" y="55766"/>
                  <a:pt x="1015223" y="55700"/>
                </a:cubicBezTo>
                <a:cubicBezTo>
                  <a:pt x="1014588" y="55634"/>
                  <a:pt x="1014079" y="55534"/>
                  <a:pt x="1013695" y="55402"/>
                </a:cubicBezTo>
                <a:cubicBezTo>
                  <a:pt x="1013312" y="55270"/>
                  <a:pt x="1013041" y="55105"/>
                  <a:pt x="1012882" y="54906"/>
                </a:cubicBezTo>
                <a:cubicBezTo>
                  <a:pt x="1012723" y="54708"/>
                  <a:pt x="1012644" y="54476"/>
                  <a:pt x="1012644" y="54212"/>
                </a:cubicBezTo>
                <a:lnTo>
                  <a:pt x="1012644" y="18811"/>
                </a:lnTo>
                <a:cubicBezTo>
                  <a:pt x="1012644" y="18547"/>
                  <a:pt x="1012710" y="18315"/>
                  <a:pt x="1012842" y="18117"/>
                </a:cubicBezTo>
                <a:cubicBezTo>
                  <a:pt x="1012975" y="17918"/>
                  <a:pt x="1013213" y="17753"/>
                  <a:pt x="1013557" y="17621"/>
                </a:cubicBezTo>
                <a:cubicBezTo>
                  <a:pt x="1013901" y="17488"/>
                  <a:pt x="1014344" y="17389"/>
                  <a:pt x="1014886" y="17323"/>
                </a:cubicBezTo>
                <a:cubicBezTo>
                  <a:pt x="1015428" y="17257"/>
                  <a:pt x="1016110" y="17224"/>
                  <a:pt x="1016930" y="17224"/>
                </a:cubicBezTo>
                <a:cubicBezTo>
                  <a:pt x="1017777" y="17224"/>
                  <a:pt x="1018478" y="17257"/>
                  <a:pt x="1019033" y="17323"/>
                </a:cubicBezTo>
                <a:cubicBezTo>
                  <a:pt x="1019589" y="17389"/>
                  <a:pt x="1020019" y="17488"/>
                  <a:pt x="1020323" y="17621"/>
                </a:cubicBezTo>
                <a:cubicBezTo>
                  <a:pt x="1020627" y="17753"/>
                  <a:pt x="1020846" y="17918"/>
                  <a:pt x="1020978" y="18117"/>
                </a:cubicBezTo>
                <a:cubicBezTo>
                  <a:pt x="1021110" y="18315"/>
                  <a:pt x="1021176" y="18547"/>
                  <a:pt x="1021176" y="18811"/>
                </a:cubicBezTo>
                <a:lnTo>
                  <a:pt x="1021176" y="22899"/>
                </a:lnTo>
                <a:cubicBezTo>
                  <a:pt x="1023134" y="20769"/>
                  <a:pt x="1025085" y="19172"/>
                  <a:pt x="1027030" y="18107"/>
                </a:cubicBezTo>
                <a:cubicBezTo>
                  <a:pt x="1028975" y="17042"/>
                  <a:pt x="1031005" y="16510"/>
                  <a:pt x="1033122" y="16510"/>
                </a:cubicBezTo>
                <a:cubicBezTo>
                  <a:pt x="1034577" y="16510"/>
                  <a:pt x="1035887" y="16663"/>
                  <a:pt x="1037051" y="16970"/>
                </a:cubicBezTo>
                <a:cubicBezTo>
                  <a:pt x="1038215" y="17276"/>
                  <a:pt x="1039254" y="17715"/>
                  <a:pt x="1040166" y="18287"/>
                </a:cubicBezTo>
                <a:cubicBezTo>
                  <a:pt x="1041079" y="18859"/>
                  <a:pt x="1041866" y="19544"/>
                  <a:pt x="1042528" y="20343"/>
                </a:cubicBezTo>
                <a:cubicBezTo>
                  <a:pt x="1043189" y="21142"/>
                  <a:pt x="1043745" y="22033"/>
                  <a:pt x="1044194" y="23018"/>
                </a:cubicBezTo>
                <a:cubicBezTo>
                  <a:pt x="1045253" y="21874"/>
                  <a:pt x="1046291" y="20889"/>
                  <a:pt x="1047310" y="20064"/>
                </a:cubicBezTo>
                <a:cubicBezTo>
                  <a:pt x="1048328" y="19238"/>
                  <a:pt x="1049334" y="18566"/>
                  <a:pt x="1050326" y="18047"/>
                </a:cubicBezTo>
                <a:cubicBezTo>
                  <a:pt x="1051318" y="17528"/>
                  <a:pt x="1052310" y="17142"/>
                  <a:pt x="1053302" y="16889"/>
                </a:cubicBezTo>
                <a:cubicBezTo>
                  <a:pt x="1054295" y="16636"/>
                  <a:pt x="1055307" y="16510"/>
                  <a:pt x="1056338" y="16510"/>
                </a:cubicBezTo>
                <a:cubicBezTo>
                  <a:pt x="1058693" y="16510"/>
                  <a:pt x="1060678" y="16907"/>
                  <a:pt x="1062291" y="17701"/>
                </a:cubicBezTo>
                <a:cubicBezTo>
                  <a:pt x="1063905" y="18496"/>
                  <a:pt x="1065208" y="19575"/>
                  <a:pt x="1066201" y="20940"/>
                </a:cubicBezTo>
                <a:cubicBezTo>
                  <a:pt x="1067193" y="22303"/>
                  <a:pt x="1067900" y="23899"/>
                  <a:pt x="1068324" y="25727"/>
                </a:cubicBezTo>
                <a:cubicBezTo>
                  <a:pt x="1068747" y="27554"/>
                  <a:pt x="1068959" y="29487"/>
                  <a:pt x="1068959" y="31526"/>
                </a:cubicBezTo>
                <a:lnTo>
                  <a:pt x="1068959" y="54210"/>
                </a:lnTo>
                <a:close/>
                <a:moveTo>
                  <a:pt x="1114438" y="36153"/>
                </a:moveTo>
                <a:cubicBezTo>
                  <a:pt x="1114438" y="39176"/>
                  <a:pt x="1114042" y="41933"/>
                  <a:pt x="1113248" y="44425"/>
                </a:cubicBezTo>
                <a:cubicBezTo>
                  <a:pt x="1112454" y="46917"/>
                  <a:pt x="1111250" y="49064"/>
                  <a:pt x="1109636" y="50867"/>
                </a:cubicBezTo>
                <a:cubicBezTo>
                  <a:pt x="1108022" y="52669"/>
                  <a:pt x="1105998" y="54061"/>
                  <a:pt x="1103564" y="55043"/>
                </a:cubicBezTo>
                <a:cubicBezTo>
                  <a:pt x="1101130" y="56023"/>
                  <a:pt x="1098286" y="56513"/>
                  <a:pt x="1095032" y="56513"/>
                </a:cubicBezTo>
                <a:cubicBezTo>
                  <a:pt x="1091883" y="56513"/>
                  <a:pt x="1089145" y="56076"/>
                  <a:pt x="1086817" y="55201"/>
                </a:cubicBezTo>
                <a:cubicBezTo>
                  <a:pt x="1084488" y="54327"/>
                  <a:pt x="1082557" y="53054"/>
                  <a:pt x="1081022" y="51384"/>
                </a:cubicBezTo>
                <a:cubicBezTo>
                  <a:pt x="1079488" y="49714"/>
                  <a:pt x="1078350" y="47659"/>
                  <a:pt x="1077609" y="45220"/>
                </a:cubicBezTo>
                <a:cubicBezTo>
                  <a:pt x="1076869" y="42781"/>
                  <a:pt x="1076498" y="39998"/>
                  <a:pt x="1076498" y="36870"/>
                </a:cubicBezTo>
                <a:cubicBezTo>
                  <a:pt x="1076498" y="33847"/>
                  <a:pt x="1076902" y="31083"/>
                  <a:pt x="1077709" y="28578"/>
                </a:cubicBezTo>
                <a:cubicBezTo>
                  <a:pt x="1078516" y="26073"/>
                  <a:pt x="1079726" y="23926"/>
                  <a:pt x="1081340" y="22136"/>
                </a:cubicBezTo>
                <a:cubicBezTo>
                  <a:pt x="1082954" y="20347"/>
                  <a:pt x="1084971" y="18962"/>
                  <a:pt x="1087392" y="17982"/>
                </a:cubicBezTo>
                <a:cubicBezTo>
                  <a:pt x="1089813" y="17000"/>
                  <a:pt x="1092651" y="16510"/>
                  <a:pt x="1095905" y="16510"/>
                </a:cubicBezTo>
                <a:cubicBezTo>
                  <a:pt x="1099080" y="16510"/>
                  <a:pt x="1101831" y="16940"/>
                  <a:pt x="1104160" y="17802"/>
                </a:cubicBezTo>
                <a:cubicBezTo>
                  <a:pt x="1106488" y="18663"/>
                  <a:pt x="1108413" y="19929"/>
                  <a:pt x="1109934" y="21599"/>
                </a:cubicBezTo>
                <a:cubicBezTo>
                  <a:pt x="1111455" y="23269"/>
                  <a:pt x="1112586" y="25324"/>
                  <a:pt x="1113327" y="27763"/>
                </a:cubicBezTo>
                <a:cubicBezTo>
                  <a:pt x="1114068" y="30202"/>
                  <a:pt x="1114438" y="32999"/>
                  <a:pt x="1114438" y="36153"/>
                </a:cubicBezTo>
                <a:moveTo>
                  <a:pt x="1104160" y="36551"/>
                </a:moveTo>
                <a:cubicBezTo>
                  <a:pt x="1104160" y="34805"/>
                  <a:pt x="1104021" y="33198"/>
                  <a:pt x="1103743" y="31729"/>
                </a:cubicBezTo>
                <a:cubicBezTo>
                  <a:pt x="1103465" y="30261"/>
                  <a:pt x="1102996" y="28984"/>
                  <a:pt x="1102334" y="27900"/>
                </a:cubicBezTo>
                <a:cubicBezTo>
                  <a:pt x="1101673" y="26815"/>
                  <a:pt x="1100793" y="25968"/>
                  <a:pt x="1099695" y="25360"/>
                </a:cubicBezTo>
                <a:cubicBezTo>
                  <a:pt x="1098597" y="24751"/>
                  <a:pt x="1097215" y="24447"/>
                  <a:pt x="1095548" y="24447"/>
                </a:cubicBezTo>
                <a:cubicBezTo>
                  <a:pt x="1094066" y="24447"/>
                  <a:pt x="1092770" y="24718"/>
                  <a:pt x="1091658" y="25260"/>
                </a:cubicBezTo>
                <a:cubicBezTo>
                  <a:pt x="1090547" y="25803"/>
                  <a:pt x="1089634" y="26596"/>
                  <a:pt x="1088920" y="27642"/>
                </a:cubicBezTo>
                <a:cubicBezTo>
                  <a:pt x="1088206" y="28687"/>
                  <a:pt x="1087670" y="29943"/>
                  <a:pt x="1087313" y="31412"/>
                </a:cubicBezTo>
                <a:cubicBezTo>
                  <a:pt x="1086956" y="32880"/>
                  <a:pt x="1086777" y="34554"/>
                  <a:pt x="1086777" y="36432"/>
                </a:cubicBezTo>
                <a:cubicBezTo>
                  <a:pt x="1086777" y="38178"/>
                  <a:pt x="1086923" y="39786"/>
                  <a:pt x="1087214" y="41254"/>
                </a:cubicBezTo>
                <a:cubicBezTo>
                  <a:pt x="1087505" y="42722"/>
                  <a:pt x="1087974" y="43999"/>
                  <a:pt x="1088622" y="45084"/>
                </a:cubicBezTo>
                <a:cubicBezTo>
                  <a:pt x="1089271" y="46168"/>
                  <a:pt x="1090150" y="47009"/>
                  <a:pt x="1091262" y="47604"/>
                </a:cubicBezTo>
                <a:cubicBezTo>
                  <a:pt x="1092373" y="48199"/>
                  <a:pt x="1093749" y="48497"/>
                  <a:pt x="1095389" y="48497"/>
                </a:cubicBezTo>
                <a:cubicBezTo>
                  <a:pt x="1096897" y="48497"/>
                  <a:pt x="1098207" y="48226"/>
                  <a:pt x="1099318" y="47683"/>
                </a:cubicBezTo>
                <a:cubicBezTo>
                  <a:pt x="1100429" y="47141"/>
                  <a:pt x="1101342" y="46354"/>
                  <a:pt x="1102056" y="45322"/>
                </a:cubicBezTo>
                <a:cubicBezTo>
                  <a:pt x="1102771" y="44290"/>
                  <a:pt x="1103300" y="43040"/>
                  <a:pt x="1103644" y="41571"/>
                </a:cubicBezTo>
                <a:cubicBezTo>
                  <a:pt x="1103988" y="40103"/>
                  <a:pt x="1104160" y="38430"/>
                  <a:pt x="1104160" y="36551"/>
                </a:cubicBezTo>
                <a:close/>
                <a:moveTo>
                  <a:pt x="1147324" y="44226"/>
                </a:moveTo>
                <a:cubicBezTo>
                  <a:pt x="1147324" y="46240"/>
                  <a:pt x="1146947" y="48017"/>
                  <a:pt x="1146193" y="49555"/>
                </a:cubicBezTo>
                <a:cubicBezTo>
                  <a:pt x="1145439" y="51092"/>
                  <a:pt x="1144374" y="52377"/>
                  <a:pt x="1142998" y="53412"/>
                </a:cubicBezTo>
                <a:cubicBezTo>
                  <a:pt x="1141623" y="54445"/>
                  <a:pt x="1139996" y="55220"/>
                  <a:pt x="1138117" y="55737"/>
                </a:cubicBezTo>
                <a:cubicBezTo>
                  <a:pt x="1136239" y="56255"/>
                  <a:pt x="1134201" y="56513"/>
                  <a:pt x="1132005" y="56513"/>
                </a:cubicBezTo>
                <a:cubicBezTo>
                  <a:pt x="1130682" y="56513"/>
                  <a:pt x="1129419" y="56413"/>
                  <a:pt x="1128215" y="56212"/>
                </a:cubicBezTo>
                <a:cubicBezTo>
                  <a:pt x="1127011" y="56011"/>
                  <a:pt x="1125933" y="55757"/>
                  <a:pt x="1124981" y="55449"/>
                </a:cubicBezTo>
                <a:cubicBezTo>
                  <a:pt x="1124028" y="55141"/>
                  <a:pt x="1123235" y="54826"/>
                  <a:pt x="1122600" y="54506"/>
                </a:cubicBezTo>
                <a:cubicBezTo>
                  <a:pt x="1121965" y="54184"/>
                  <a:pt x="1121502" y="53883"/>
                  <a:pt x="1121211" y="53601"/>
                </a:cubicBezTo>
                <a:cubicBezTo>
                  <a:pt x="1120920" y="53320"/>
                  <a:pt x="1120695" y="52880"/>
                  <a:pt x="1120536" y="52282"/>
                </a:cubicBezTo>
                <a:cubicBezTo>
                  <a:pt x="1120377" y="51683"/>
                  <a:pt x="1120298" y="50799"/>
                  <a:pt x="1120298" y="49628"/>
                </a:cubicBezTo>
                <a:cubicBezTo>
                  <a:pt x="1120298" y="48856"/>
                  <a:pt x="1120324" y="48238"/>
                  <a:pt x="1120377" y="47772"/>
                </a:cubicBezTo>
                <a:cubicBezTo>
                  <a:pt x="1120430" y="47307"/>
                  <a:pt x="1120510" y="46935"/>
                  <a:pt x="1120615" y="46655"/>
                </a:cubicBezTo>
                <a:cubicBezTo>
                  <a:pt x="1120721" y="46376"/>
                  <a:pt x="1120853" y="46190"/>
                  <a:pt x="1121012" y="46097"/>
                </a:cubicBezTo>
                <a:cubicBezTo>
                  <a:pt x="1121171" y="46004"/>
                  <a:pt x="1121369" y="45957"/>
                  <a:pt x="1121608" y="45957"/>
                </a:cubicBezTo>
                <a:cubicBezTo>
                  <a:pt x="1121899" y="45957"/>
                  <a:pt x="1122328" y="46124"/>
                  <a:pt x="1122897" y="46459"/>
                </a:cubicBezTo>
                <a:cubicBezTo>
                  <a:pt x="1123466" y="46794"/>
                  <a:pt x="1124174" y="47162"/>
                  <a:pt x="1125021" y="47564"/>
                </a:cubicBezTo>
                <a:cubicBezTo>
                  <a:pt x="1125867" y="47966"/>
                  <a:pt x="1126853" y="48341"/>
                  <a:pt x="1127977" y="48689"/>
                </a:cubicBezTo>
                <a:cubicBezTo>
                  <a:pt x="1129102" y="49037"/>
                  <a:pt x="1130378" y="49211"/>
                  <a:pt x="1131807" y="49211"/>
                </a:cubicBezTo>
                <a:cubicBezTo>
                  <a:pt x="1132706" y="49211"/>
                  <a:pt x="1133507" y="49119"/>
                  <a:pt x="1134208" y="48935"/>
                </a:cubicBezTo>
                <a:cubicBezTo>
                  <a:pt x="1134909" y="48750"/>
                  <a:pt x="1135518" y="48487"/>
                  <a:pt x="1136034" y="48145"/>
                </a:cubicBezTo>
                <a:cubicBezTo>
                  <a:pt x="1136549" y="47801"/>
                  <a:pt x="1136940" y="47367"/>
                  <a:pt x="1137204" y="46840"/>
                </a:cubicBezTo>
                <a:cubicBezTo>
                  <a:pt x="1137469" y="46313"/>
                  <a:pt x="1137601" y="45707"/>
                  <a:pt x="1137601" y="45022"/>
                </a:cubicBezTo>
                <a:cubicBezTo>
                  <a:pt x="1137601" y="44226"/>
                  <a:pt x="1137356" y="43544"/>
                  <a:pt x="1136867" y="42974"/>
                </a:cubicBezTo>
                <a:cubicBezTo>
                  <a:pt x="1136377" y="42404"/>
                  <a:pt x="1135729" y="41906"/>
                  <a:pt x="1134922" y="41482"/>
                </a:cubicBezTo>
                <a:cubicBezTo>
                  <a:pt x="1134115" y="41058"/>
                  <a:pt x="1133203" y="40660"/>
                  <a:pt x="1132184" y="40289"/>
                </a:cubicBezTo>
                <a:cubicBezTo>
                  <a:pt x="1131165" y="39918"/>
                  <a:pt x="1130120" y="39507"/>
                  <a:pt x="1129049" y="39056"/>
                </a:cubicBezTo>
                <a:cubicBezTo>
                  <a:pt x="1127977" y="38606"/>
                  <a:pt x="1126932" y="38089"/>
                  <a:pt x="1125913" y="37506"/>
                </a:cubicBezTo>
                <a:cubicBezTo>
                  <a:pt x="1124895" y="36922"/>
                  <a:pt x="1123982" y="36206"/>
                  <a:pt x="1123175" y="35358"/>
                </a:cubicBezTo>
                <a:cubicBezTo>
                  <a:pt x="1122368" y="34510"/>
                  <a:pt x="1121720" y="33490"/>
                  <a:pt x="1121230" y="32297"/>
                </a:cubicBezTo>
                <a:cubicBezTo>
                  <a:pt x="1120741" y="31104"/>
                  <a:pt x="1120496" y="29673"/>
                  <a:pt x="1120496" y="28002"/>
                </a:cubicBezTo>
                <a:cubicBezTo>
                  <a:pt x="1120496" y="26305"/>
                  <a:pt x="1120827" y="24747"/>
                  <a:pt x="1121488" y="23329"/>
                </a:cubicBezTo>
                <a:cubicBezTo>
                  <a:pt x="1122150" y="21911"/>
                  <a:pt x="1123102" y="20699"/>
                  <a:pt x="1124346" y="19692"/>
                </a:cubicBezTo>
                <a:cubicBezTo>
                  <a:pt x="1125589" y="18684"/>
                  <a:pt x="1127104" y="17902"/>
                  <a:pt x="1128890" y="17345"/>
                </a:cubicBezTo>
                <a:cubicBezTo>
                  <a:pt x="1130676" y="16788"/>
                  <a:pt x="1132680" y="16510"/>
                  <a:pt x="1134902" y="16510"/>
                </a:cubicBezTo>
                <a:cubicBezTo>
                  <a:pt x="1136014" y="16510"/>
                  <a:pt x="1137092" y="16589"/>
                  <a:pt x="1138137" y="16748"/>
                </a:cubicBezTo>
                <a:cubicBezTo>
                  <a:pt x="1139182" y="16906"/>
                  <a:pt x="1140128" y="17105"/>
                  <a:pt x="1140974" y="17343"/>
                </a:cubicBezTo>
                <a:cubicBezTo>
                  <a:pt x="1141821" y="17581"/>
                  <a:pt x="1142535" y="17839"/>
                  <a:pt x="1143118" y="18117"/>
                </a:cubicBezTo>
                <a:cubicBezTo>
                  <a:pt x="1143700" y="18395"/>
                  <a:pt x="1144116" y="18633"/>
                  <a:pt x="1144368" y="18831"/>
                </a:cubicBezTo>
                <a:cubicBezTo>
                  <a:pt x="1144619" y="19030"/>
                  <a:pt x="1144798" y="19228"/>
                  <a:pt x="1144903" y="19426"/>
                </a:cubicBezTo>
                <a:cubicBezTo>
                  <a:pt x="1145009" y="19625"/>
                  <a:pt x="1145089" y="19863"/>
                  <a:pt x="1145142" y="20141"/>
                </a:cubicBezTo>
                <a:cubicBezTo>
                  <a:pt x="1145194" y="20419"/>
                  <a:pt x="1145241" y="20763"/>
                  <a:pt x="1145280" y="21173"/>
                </a:cubicBezTo>
                <a:cubicBezTo>
                  <a:pt x="1145320" y="21583"/>
                  <a:pt x="1145340" y="22092"/>
                  <a:pt x="1145340" y="22701"/>
                </a:cubicBezTo>
                <a:cubicBezTo>
                  <a:pt x="1145340" y="23415"/>
                  <a:pt x="1145320" y="23997"/>
                  <a:pt x="1145280" y="24447"/>
                </a:cubicBezTo>
                <a:cubicBezTo>
                  <a:pt x="1145241" y="24897"/>
                  <a:pt x="1145175" y="25254"/>
                  <a:pt x="1145082" y="25518"/>
                </a:cubicBezTo>
                <a:cubicBezTo>
                  <a:pt x="1144989" y="25783"/>
                  <a:pt x="1144864" y="25962"/>
                  <a:pt x="1144705" y="26054"/>
                </a:cubicBezTo>
                <a:cubicBezTo>
                  <a:pt x="1144546" y="26147"/>
                  <a:pt x="1144361" y="26193"/>
                  <a:pt x="1144149" y="26193"/>
                </a:cubicBezTo>
                <a:cubicBezTo>
                  <a:pt x="1143911" y="26193"/>
                  <a:pt x="1143541" y="26054"/>
                  <a:pt x="1143038" y="25776"/>
                </a:cubicBezTo>
                <a:cubicBezTo>
                  <a:pt x="1142535" y="25498"/>
                  <a:pt x="1141907" y="25201"/>
                  <a:pt x="1141153" y="24883"/>
                </a:cubicBezTo>
                <a:cubicBezTo>
                  <a:pt x="1140399" y="24566"/>
                  <a:pt x="1139526" y="24268"/>
                  <a:pt x="1138534" y="23990"/>
                </a:cubicBezTo>
                <a:cubicBezTo>
                  <a:pt x="1137542" y="23713"/>
                  <a:pt x="1136411" y="23574"/>
                  <a:pt x="1135141" y="23574"/>
                </a:cubicBezTo>
                <a:cubicBezTo>
                  <a:pt x="1134241" y="23574"/>
                  <a:pt x="1133461" y="23667"/>
                  <a:pt x="1132799" y="23854"/>
                </a:cubicBezTo>
                <a:cubicBezTo>
                  <a:pt x="1132138" y="24040"/>
                  <a:pt x="1131595" y="24306"/>
                  <a:pt x="1131172" y="24651"/>
                </a:cubicBezTo>
                <a:cubicBezTo>
                  <a:pt x="1130749" y="24997"/>
                  <a:pt x="1130431" y="25403"/>
                  <a:pt x="1130219" y="25868"/>
                </a:cubicBezTo>
                <a:cubicBezTo>
                  <a:pt x="1130008" y="26334"/>
                  <a:pt x="1129902" y="26833"/>
                  <a:pt x="1129902" y="27365"/>
                </a:cubicBezTo>
                <a:cubicBezTo>
                  <a:pt x="1129902" y="28187"/>
                  <a:pt x="1130153" y="28876"/>
                  <a:pt x="1130656" y="29434"/>
                </a:cubicBezTo>
                <a:cubicBezTo>
                  <a:pt x="1131159" y="29990"/>
                  <a:pt x="1131820" y="30480"/>
                  <a:pt x="1132640" y="30905"/>
                </a:cubicBezTo>
                <a:cubicBezTo>
                  <a:pt x="1133461" y="31329"/>
                  <a:pt x="1134393" y="31726"/>
                  <a:pt x="1135438" y="32098"/>
                </a:cubicBezTo>
                <a:cubicBezTo>
                  <a:pt x="1136483" y="32469"/>
                  <a:pt x="1137542" y="32873"/>
                  <a:pt x="1138613" y="33311"/>
                </a:cubicBezTo>
                <a:cubicBezTo>
                  <a:pt x="1139685" y="33748"/>
                  <a:pt x="1140743" y="34258"/>
                  <a:pt x="1141788" y="34841"/>
                </a:cubicBezTo>
                <a:cubicBezTo>
                  <a:pt x="1142833" y="35424"/>
                  <a:pt x="1143766" y="36140"/>
                  <a:pt x="1144586" y="36989"/>
                </a:cubicBezTo>
                <a:cubicBezTo>
                  <a:pt x="1145406" y="37837"/>
                  <a:pt x="1146068" y="38851"/>
                  <a:pt x="1146570" y="40031"/>
                </a:cubicBezTo>
                <a:cubicBezTo>
                  <a:pt x="1147073" y="41210"/>
                  <a:pt x="1147324" y="42608"/>
                  <a:pt x="1147324" y="44226"/>
                </a:cubicBezTo>
                <a:close/>
                <a:moveTo>
                  <a:pt x="1175314" y="50692"/>
                </a:moveTo>
                <a:cubicBezTo>
                  <a:pt x="1175314" y="51862"/>
                  <a:pt x="1175241" y="52759"/>
                  <a:pt x="1175096" y="53384"/>
                </a:cubicBezTo>
                <a:cubicBezTo>
                  <a:pt x="1174950" y="54009"/>
                  <a:pt x="1174759" y="54447"/>
                  <a:pt x="1174520" y="54700"/>
                </a:cubicBezTo>
                <a:cubicBezTo>
                  <a:pt x="1174282" y="54952"/>
                  <a:pt x="1173932" y="55178"/>
                  <a:pt x="1173469" y="55377"/>
                </a:cubicBezTo>
                <a:cubicBezTo>
                  <a:pt x="1173006" y="55577"/>
                  <a:pt x="1172463" y="55749"/>
                  <a:pt x="1171842" y="55896"/>
                </a:cubicBezTo>
                <a:cubicBezTo>
                  <a:pt x="1171220" y="56042"/>
                  <a:pt x="1170545" y="56155"/>
                  <a:pt x="1169818" y="56234"/>
                </a:cubicBezTo>
                <a:cubicBezTo>
                  <a:pt x="1169090" y="56315"/>
                  <a:pt x="1168356" y="56355"/>
                  <a:pt x="1167615" y="56355"/>
                </a:cubicBezTo>
                <a:cubicBezTo>
                  <a:pt x="1165631" y="56355"/>
                  <a:pt x="1163911" y="56103"/>
                  <a:pt x="1162456" y="55601"/>
                </a:cubicBezTo>
                <a:cubicBezTo>
                  <a:pt x="1161001" y="55098"/>
                  <a:pt x="1159797" y="54324"/>
                  <a:pt x="1158844" y="53279"/>
                </a:cubicBezTo>
                <a:cubicBezTo>
                  <a:pt x="1157892" y="52234"/>
                  <a:pt x="1157191" y="50918"/>
                  <a:pt x="1156741" y="49330"/>
                </a:cubicBezTo>
                <a:cubicBezTo>
                  <a:pt x="1156291" y="47743"/>
                  <a:pt x="1156066" y="45864"/>
                  <a:pt x="1156066" y="43695"/>
                </a:cubicBezTo>
                <a:lnTo>
                  <a:pt x="1156066" y="25558"/>
                </a:lnTo>
                <a:lnTo>
                  <a:pt x="1151820" y="25558"/>
                </a:lnTo>
                <a:cubicBezTo>
                  <a:pt x="1151317" y="25558"/>
                  <a:pt x="1150933" y="25247"/>
                  <a:pt x="1150669" y="24625"/>
                </a:cubicBezTo>
                <a:cubicBezTo>
                  <a:pt x="1150404" y="24004"/>
                  <a:pt x="1150272" y="22965"/>
                  <a:pt x="1150272" y="21510"/>
                </a:cubicBezTo>
                <a:cubicBezTo>
                  <a:pt x="1150272" y="20743"/>
                  <a:pt x="1150305" y="20095"/>
                  <a:pt x="1150371" y="19565"/>
                </a:cubicBezTo>
                <a:cubicBezTo>
                  <a:pt x="1150437" y="19036"/>
                  <a:pt x="1150537" y="18620"/>
                  <a:pt x="1150669" y="18315"/>
                </a:cubicBezTo>
                <a:cubicBezTo>
                  <a:pt x="1150801" y="18011"/>
                  <a:pt x="1150967" y="17793"/>
                  <a:pt x="1151165" y="17660"/>
                </a:cubicBezTo>
                <a:cubicBezTo>
                  <a:pt x="1151363" y="17528"/>
                  <a:pt x="1151595" y="17462"/>
                  <a:pt x="1151859" y="17462"/>
                </a:cubicBezTo>
                <a:lnTo>
                  <a:pt x="1156066" y="17462"/>
                </a:lnTo>
                <a:lnTo>
                  <a:pt x="1156066" y="9532"/>
                </a:lnTo>
                <a:cubicBezTo>
                  <a:pt x="1156066" y="9266"/>
                  <a:pt x="1156139" y="9027"/>
                  <a:pt x="1156285" y="8814"/>
                </a:cubicBezTo>
                <a:cubicBezTo>
                  <a:pt x="1156430" y="8602"/>
                  <a:pt x="1156695" y="8423"/>
                  <a:pt x="1157078" y="8277"/>
                </a:cubicBezTo>
                <a:cubicBezTo>
                  <a:pt x="1157462" y="8131"/>
                  <a:pt x="1157978" y="8025"/>
                  <a:pt x="1158626" y="7958"/>
                </a:cubicBezTo>
                <a:cubicBezTo>
                  <a:pt x="1159274" y="7891"/>
                  <a:pt x="1160075" y="7858"/>
                  <a:pt x="1161027" y="7858"/>
                </a:cubicBezTo>
                <a:cubicBezTo>
                  <a:pt x="1162006" y="7858"/>
                  <a:pt x="1162820" y="7891"/>
                  <a:pt x="1163468" y="7958"/>
                </a:cubicBezTo>
                <a:cubicBezTo>
                  <a:pt x="1164116" y="8025"/>
                  <a:pt x="1164625" y="8131"/>
                  <a:pt x="1164996" y="8277"/>
                </a:cubicBezTo>
                <a:cubicBezTo>
                  <a:pt x="1165366" y="8423"/>
                  <a:pt x="1165631" y="8602"/>
                  <a:pt x="1165789" y="8814"/>
                </a:cubicBezTo>
                <a:cubicBezTo>
                  <a:pt x="1165948" y="9027"/>
                  <a:pt x="1166028" y="9266"/>
                  <a:pt x="1166028" y="9532"/>
                </a:cubicBezTo>
                <a:lnTo>
                  <a:pt x="1166028" y="17462"/>
                </a:lnTo>
                <a:lnTo>
                  <a:pt x="1173727" y="17462"/>
                </a:lnTo>
                <a:cubicBezTo>
                  <a:pt x="1173991" y="17462"/>
                  <a:pt x="1174223" y="17528"/>
                  <a:pt x="1174421" y="17660"/>
                </a:cubicBezTo>
                <a:cubicBezTo>
                  <a:pt x="1174620" y="17793"/>
                  <a:pt x="1174785" y="18011"/>
                  <a:pt x="1174917" y="18315"/>
                </a:cubicBezTo>
                <a:cubicBezTo>
                  <a:pt x="1175050" y="18620"/>
                  <a:pt x="1175149" y="19036"/>
                  <a:pt x="1175215" y="19565"/>
                </a:cubicBezTo>
                <a:cubicBezTo>
                  <a:pt x="1175281" y="20095"/>
                  <a:pt x="1175314" y="20743"/>
                  <a:pt x="1175314" y="21510"/>
                </a:cubicBezTo>
                <a:cubicBezTo>
                  <a:pt x="1175314" y="22965"/>
                  <a:pt x="1175182" y="24004"/>
                  <a:pt x="1174917" y="24625"/>
                </a:cubicBezTo>
                <a:cubicBezTo>
                  <a:pt x="1174653" y="25247"/>
                  <a:pt x="1174269" y="25558"/>
                  <a:pt x="1173766" y="25558"/>
                </a:cubicBezTo>
                <a:lnTo>
                  <a:pt x="1166028" y="25558"/>
                </a:lnTo>
                <a:lnTo>
                  <a:pt x="1166028" y="42157"/>
                </a:lnTo>
                <a:cubicBezTo>
                  <a:pt x="1166028" y="44085"/>
                  <a:pt x="1166332" y="45531"/>
                  <a:pt x="1166940" y="46495"/>
                </a:cubicBezTo>
                <a:cubicBezTo>
                  <a:pt x="1167549" y="47459"/>
                  <a:pt x="1168634" y="47941"/>
                  <a:pt x="1170195" y="47941"/>
                </a:cubicBezTo>
                <a:cubicBezTo>
                  <a:pt x="1170724" y="47941"/>
                  <a:pt x="1171200" y="47895"/>
                  <a:pt x="1171623" y="47802"/>
                </a:cubicBezTo>
                <a:cubicBezTo>
                  <a:pt x="1172047" y="47710"/>
                  <a:pt x="1172424" y="47604"/>
                  <a:pt x="1172754" y="47485"/>
                </a:cubicBezTo>
                <a:cubicBezTo>
                  <a:pt x="1173085" y="47366"/>
                  <a:pt x="1173363" y="47260"/>
                  <a:pt x="1173588" y="47167"/>
                </a:cubicBezTo>
                <a:cubicBezTo>
                  <a:pt x="1173813" y="47075"/>
                  <a:pt x="1174018" y="47028"/>
                  <a:pt x="1174203" y="47028"/>
                </a:cubicBezTo>
                <a:cubicBezTo>
                  <a:pt x="1174362" y="47028"/>
                  <a:pt x="1174514" y="47075"/>
                  <a:pt x="1174659" y="47167"/>
                </a:cubicBezTo>
                <a:cubicBezTo>
                  <a:pt x="1174805" y="47260"/>
                  <a:pt x="1174917" y="47445"/>
                  <a:pt x="1174997" y="47724"/>
                </a:cubicBezTo>
                <a:cubicBezTo>
                  <a:pt x="1175076" y="48002"/>
                  <a:pt x="1175149" y="48380"/>
                  <a:pt x="1175215" y="48859"/>
                </a:cubicBezTo>
                <a:cubicBezTo>
                  <a:pt x="1175281" y="49337"/>
                  <a:pt x="1175314" y="49948"/>
                  <a:pt x="1175314" y="506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likelytocausethebug.">
            <a:extLst xmlns:a="http://schemas.openxmlformats.org/drawingml/2006/main">
              <a:ext uri="{FF2B5EF4-FFF2-40B4-BE49-F238E27FC236}">
                <a16:creationId xmlns:a16="http://schemas.microsoft.com/office/drawing/2014/main" id="{75159D31-2370-42B0-82C9-45B669E1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85" y="877780"/>
            <a:ext cx="757036" cy="69769"/>
          </a:xfrm>
          <a:custGeom xmlns:a="http://schemas.openxmlformats.org/drawingml/2006/main">
            <a:pathLst>
              <a:path w="757036" h="69769">
                <a:moveTo>
                  <a:pt x="10001" y="53894"/>
                </a:moveTo>
                <a:cubicBezTo>
                  <a:pt x="10001" y="54159"/>
                  <a:pt x="9922" y="54390"/>
                  <a:pt x="9763" y="54589"/>
                </a:cubicBezTo>
                <a:cubicBezTo>
                  <a:pt x="9604" y="54787"/>
                  <a:pt x="9333" y="54952"/>
                  <a:pt x="8949" y="55085"/>
                </a:cubicBezTo>
                <a:cubicBezTo>
                  <a:pt x="8566" y="55217"/>
                  <a:pt x="8056" y="55316"/>
                  <a:pt x="7421" y="55382"/>
                </a:cubicBezTo>
                <a:cubicBezTo>
                  <a:pt x="6786" y="55448"/>
                  <a:pt x="5979" y="55482"/>
                  <a:pt x="5000" y="55482"/>
                </a:cubicBezTo>
                <a:cubicBezTo>
                  <a:pt x="4022" y="55482"/>
                  <a:pt x="3215" y="55448"/>
                  <a:pt x="2580" y="55382"/>
                </a:cubicBezTo>
                <a:cubicBezTo>
                  <a:pt x="1945" y="55316"/>
                  <a:pt x="1435" y="55217"/>
                  <a:pt x="1052" y="55085"/>
                </a:cubicBezTo>
                <a:cubicBezTo>
                  <a:pt x="668" y="54952"/>
                  <a:pt x="397" y="54787"/>
                  <a:pt x="238" y="54589"/>
                </a:cubicBezTo>
                <a:cubicBezTo>
                  <a:pt x="79" y="54390"/>
                  <a:pt x="0" y="54159"/>
                  <a:pt x="0" y="53894"/>
                </a:cubicBezTo>
                <a:lnTo>
                  <a:pt x="0" y="1707"/>
                </a:lnTo>
                <a:cubicBezTo>
                  <a:pt x="0" y="1442"/>
                  <a:pt x="79" y="1204"/>
                  <a:pt x="238" y="992"/>
                </a:cubicBezTo>
                <a:cubicBezTo>
                  <a:pt x="397" y="780"/>
                  <a:pt x="668" y="602"/>
                  <a:pt x="1052" y="456"/>
                </a:cubicBezTo>
                <a:cubicBezTo>
                  <a:pt x="1435" y="311"/>
                  <a:pt x="1945" y="198"/>
                  <a:pt x="2580" y="119"/>
                </a:cubicBezTo>
                <a:cubicBezTo>
                  <a:pt x="3215" y="40"/>
                  <a:pt x="4022" y="0"/>
                  <a:pt x="5000" y="0"/>
                </a:cubicBezTo>
                <a:cubicBezTo>
                  <a:pt x="5979" y="0"/>
                  <a:pt x="6786" y="40"/>
                  <a:pt x="7421" y="119"/>
                </a:cubicBezTo>
                <a:cubicBezTo>
                  <a:pt x="8056" y="198"/>
                  <a:pt x="8566" y="311"/>
                  <a:pt x="8949" y="456"/>
                </a:cubicBezTo>
                <a:cubicBezTo>
                  <a:pt x="9333" y="602"/>
                  <a:pt x="9604" y="780"/>
                  <a:pt x="9763" y="992"/>
                </a:cubicBezTo>
                <a:cubicBezTo>
                  <a:pt x="9922" y="1204"/>
                  <a:pt x="10001" y="1442"/>
                  <a:pt x="10001" y="1707"/>
                </a:cubicBezTo>
                <a:lnTo>
                  <a:pt x="10001" y="53894"/>
                </a:lnTo>
                <a:close/>
                <a:moveTo>
                  <a:pt x="30158" y="53894"/>
                </a:moveTo>
                <a:cubicBezTo>
                  <a:pt x="30158" y="54159"/>
                  <a:pt x="30078" y="54390"/>
                  <a:pt x="29920" y="54589"/>
                </a:cubicBezTo>
                <a:cubicBezTo>
                  <a:pt x="29761" y="54787"/>
                  <a:pt x="29490" y="54952"/>
                  <a:pt x="29106" y="55085"/>
                </a:cubicBezTo>
                <a:cubicBezTo>
                  <a:pt x="28722" y="55217"/>
                  <a:pt x="28213" y="55316"/>
                  <a:pt x="27578" y="55382"/>
                </a:cubicBezTo>
                <a:cubicBezTo>
                  <a:pt x="26943" y="55448"/>
                  <a:pt x="26136" y="55482"/>
                  <a:pt x="25157" y="55482"/>
                </a:cubicBezTo>
                <a:cubicBezTo>
                  <a:pt x="24178" y="55482"/>
                  <a:pt x="23371" y="55448"/>
                  <a:pt x="22736" y="55382"/>
                </a:cubicBezTo>
                <a:cubicBezTo>
                  <a:pt x="22101" y="55316"/>
                  <a:pt x="21592" y="55217"/>
                  <a:pt x="21209" y="55085"/>
                </a:cubicBezTo>
                <a:cubicBezTo>
                  <a:pt x="20825" y="54952"/>
                  <a:pt x="20554" y="54787"/>
                  <a:pt x="20395" y="54589"/>
                </a:cubicBezTo>
                <a:cubicBezTo>
                  <a:pt x="20236" y="54390"/>
                  <a:pt x="20157" y="54159"/>
                  <a:pt x="20157" y="53894"/>
                </a:cubicBezTo>
                <a:lnTo>
                  <a:pt x="20157" y="18573"/>
                </a:lnTo>
                <a:cubicBezTo>
                  <a:pt x="20157" y="18309"/>
                  <a:pt x="20236" y="18077"/>
                  <a:pt x="20395" y="17879"/>
                </a:cubicBezTo>
                <a:cubicBezTo>
                  <a:pt x="20554" y="17680"/>
                  <a:pt x="20825" y="17508"/>
                  <a:pt x="21209" y="17363"/>
                </a:cubicBezTo>
                <a:cubicBezTo>
                  <a:pt x="21592" y="17217"/>
                  <a:pt x="22101" y="17105"/>
                  <a:pt x="22736" y="17025"/>
                </a:cubicBezTo>
                <a:cubicBezTo>
                  <a:pt x="23371" y="16946"/>
                  <a:pt x="24178" y="16906"/>
                  <a:pt x="25157" y="16906"/>
                </a:cubicBezTo>
                <a:cubicBezTo>
                  <a:pt x="26136" y="16906"/>
                  <a:pt x="26943" y="16946"/>
                  <a:pt x="27578" y="17025"/>
                </a:cubicBezTo>
                <a:cubicBezTo>
                  <a:pt x="28213" y="17105"/>
                  <a:pt x="28722" y="17217"/>
                  <a:pt x="29106" y="17363"/>
                </a:cubicBezTo>
                <a:cubicBezTo>
                  <a:pt x="29490" y="17508"/>
                  <a:pt x="29761" y="17680"/>
                  <a:pt x="29920" y="17879"/>
                </a:cubicBezTo>
                <a:cubicBezTo>
                  <a:pt x="30078" y="18077"/>
                  <a:pt x="30158" y="18309"/>
                  <a:pt x="30158" y="18573"/>
                </a:cubicBezTo>
                <a:lnTo>
                  <a:pt x="30158" y="53894"/>
                </a:lnTo>
                <a:moveTo>
                  <a:pt x="30912" y="6509"/>
                </a:moveTo>
                <a:cubicBezTo>
                  <a:pt x="30912" y="8519"/>
                  <a:pt x="30502" y="9908"/>
                  <a:pt x="29682" y="10676"/>
                </a:cubicBezTo>
                <a:cubicBezTo>
                  <a:pt x="28861" y="11443"/>
                  <a:pt x="27340" y="11827"/>
                  <a:pt x="25118" y="11827"/>
                </a:cubicBezTo>
                <a:cubicBezTo>
                  <a:pt x="22869" y="11827"/>
                  <a:pt x="21354" y="11456"/>
                  <a:pt x="20574" y="10715"/>
                </a:cubicBezTo>
                <a:cubicBezTo>
                  <a:pt x="19793" y="9975"/>
                  <a:pt x="19403" y="8638"/>
                  <a:pt x="19403" y="6707"/>
                </a:cubicBezTo>
                <a:cubicBezTo>
                  <a:pt x="19403" y="4696"/>
                  <a:pt x="19806" y="3301"/>
                  <a:pt x="20613" y="2520"/>
                </a:cubicBezTo>
                <a:cubicBezTo>
                  <a:pt x="21420" y="1740"/>
                  <a:pt x="22948" y="1349"/>
                  <a:pt x="25197" y="1349"/>
                </a:cubicBezTo>
                <a:cubicBezTo>
                  <a:pt x="27419" y="1349"/>
                  <a:pt x="28928" y="1726"/>
                  <a:pt x="29721" y="2480"/>
                </a:cubicBezTo>
                <a:cubicBezTo>
                  <a:pt x="30515" y="3234"/>
                  <a:pt x="30912" y="4577"/>
                  <a:pt x="30912" y="6509"/>
                </a:cubicBezTo>
                <a:close/>
                <a:moveTo>
                  <a:pt x="73214" y="53934"/>
                </a:moveTo>
                <a:cubicBezTo>
                  <a:pt x="73214" y="54198"/>
                  <a:pt x="73141" y="54430"/>
                  <a:pt x="72995" y="54628"/>
                </a:cubicBezTo>
                <a:cubicBezTo>
                  <a:pt x="72850" y="54827"/>
                  <a:pt x="72585" y="54985"/>
                  <a:pt x="72202" y="55105"/>
                </a:cubicBezTo>
                <a:cubicBezTo>
                  <a:pt x="71818" y="55224"/>
                  <a:pt x="71296" y="55316"/>
                  <a:pt x="70634" y="55382"/>
                </a:cubicBezTo>
                <a:cubicBezTo>
                  <a:pt x="69973" y="55448"/>
                  <a:pt x="69113" y="55482"/>
                  <a:pt x="68054" y="55482"/>
                </a:cubicBezTo>
                <a:cubicBezTo>
                  <a:pt x="66970" y="55482"/>
                  <a:pt x="66090" y="55455"/>
                  <a:pt x="65415" y="55402"/>
                </a:cubicBezTo>
                <a:cubicBezTo>
                  <a:pt x="64741" y="55349"/>
                  <a:pt x="64185" y="55263"/>
                  <a:pt x="63749" y="55144"/>
                </a:cubicBezTo>
                <a:cubicBezTo>
                  <a:pt x="63312" y="55025"/>
                  <a:pt x="62975" y="54860"/>
                  <a:pt x="62736" y="54648"/>
                </a:cubicBezTo>
                <a:cubicBezTo>
                  <a:pt x="62498" y="54436"/>
                  <a:pt x="62287" y="54159"/>
                  <a:pt x="62102" y="53815"/>
                </a:cubicBezTo>
                <a:lnTo>
                  <a:pt x="50315" y="35162"/>
                </a:lnTo>
                <a:lnTo>
                  <a:pt x="50315" y="53894"/>
                </a:lnTo>
                <a:cubicBezTo>
                  <a:pt x="50315" y="54159"/>
                  <a:pt x="50235" y="54390"/>
                  <a:pt x="50077" y="54589"/>
                </a:cubicBezTo>
                <a:cubicBezTo>
                  <a:pt x="49918" y="54787"/>
                  <a:pt x="49647" y="54952"/>
                  <a:pt x="49263" y="55085"/>
                </a:cubicBezTo>
                <a:cubicBezTo>
                  <a:pt x="48879" y="55217"/>
                  <a:pt x="48370" y="55316"/>
                  <a:pt x="47735" y="55382"/>
                </a:cubicBezTo>
                <a:cubicBezTo>
                  <a:pt x="47100" y="55448"/>
                  <a:pt x="46293" y="55482"/>
                  <a:pt x="45314" y="55482"/>
                </a:cubicBezTo>
                <a:cubicBezTo>
                  <a:pt x="44335" y="55482"/>
                  <a:pt x="43528" y="55448"/>
                  <a:pt x="42893" y="55382"/>
                </a:cubicBezTo>
                <a:cubicBezTo>
                  <a:pt x="42258" y="55316"/>
                  <a:pt x="41749" y="55217"/>
                  <a:pt x="41365" y="55085"/>
                </a:cubicBezTo>
                <a:cubicBezTo>
                  <a:pt x="40982" y="54952"/>
                  <a:pt x="40711" y="54787"/>
                  <a:pt x="40552" y="54589"/>
                </a:cubicBezTo>
                <a:cubicBezTo>
                  <a:pt x="40393" y="54390"/>
                  <a:pt x="40314" y="54159"/>
                  <a:pt x="40314" y="53894"/>
                </a:cubicBezTo>
                <a:lnTo>
                  <a:pt x="40314" y="1707"/>
                </a:lnTo>
                <a:cubicBezTo>
                  <a:pt x="40314" y="1442"/>
                  <a:pt x="40393" y="1204"/>
                  <a:pt x="40552" y="992"/>
                </a:cubicBezTo>
                <a:cubicBezTo>
                  <a:pt x="40711" y="780"/>
                  <a:pt x="40982" y="602"/>
                  <a:pt x="41365" y="456"/>
                </a:cubicBezTo>
                <a:cubicBezTo>
                  <a:pt x="41749" y="311"/>
                  <a:pt x="42258" y="198"/>
                  <a:pt x="42893" y="119"/>
                </a:cubicBezTo>
                <a:cubicBezTo>
                  <a:pt x="43528" y="40"/>
                  <a:pt x="44335" y="0"/>
                  <a:pt x="45314" y="0"/>
                </a:cubicBezTo>
                <a:cubicBezTo>
                  <a:pt x="46293" y="0"/>
                  <a:pt x="47100" y="40"/>
                  <a:pt x="47735" y="119"/>
                </a:cubicBezTo>
                <a:cubicBezTo>
                  <a:pt x="48370" y="198"/>
                  <a:pt x="48879" y="311"/>
                  <a:pt x="49263" y="456"/>
                </a:cubicBezTo>
                <a:cubicBezTo>
                  <a:pt x="49647" y="602"/>
                  <a:pt x="49918" y="780"/>
                  <a:pt x="50077" y="992"/>
                </a:cubicBezTo>
                <a:cubicBezTo>
                  <a:pt x="50235" y="1204"/>
                  <a:pt x="50315" y="1442"/>
                  <a:pt x="50315" y="1707"/>
                </a:cubicBezTo>
                <a:lnTo>
                  <a:pt x="50315" y="32781"/>
                </a:lnTo>
                <a:lnTo>
                  <a:pt x="60792" y="18692"/>
                </a:lnTo>
                <a:cubicBezTo>
                  <a:pt x="61004" y="18375"/>
                  <a:pt x="61242" y="18097"/>
                  <a:pt x="61506" y="17859"/>
                </a:cubicBezTo>
                <a:cubicBezTo>
                  <a:pt x="61771" y="17621"/>
                  <a:pt x="62121" y="17436"/>
                  <a:pt x="62558" y="17303"/>
                </a:cubicBezTo>
                <a:cubicBezTo>
                  <a:pt x="62994" y="17171"/>
                  <a:pt x="63537" y="17072"/>
                  <a:pt x="64185" y="17006"/>
                </a:cubicBezTo>
                <a:cubicBezTo>
                  <a:pt x="64833" y="16939"/>
                  <a:pt x="65660" y="16906"/>
                  <a:pt x="66665" y="16906"/>
                </a:cubicBezTo>
                <a:cubicBezTo>
                  <a:pt x="67644" y="16906"/>
                  <a:pt x="68471" y="16939"/>
                  <a:pt x="69146" y="17006"/>
                </a:cubicBezTo>
                <a:cubicBezTo>
                  <a:pt x="69821" y="17072"/>
                  <a:pt x="70363" y="17171"/>
                  <a:pt x="70773" y="17303"/>
                </a:cubicBezTo>
                <a:cubicBezTo>
                  <a:pt x="71183" y="17436"/>
                  <a:pt x="71468" y="17601"/>
                  <a:pt x="71626" y="17799"/>
                </a:cubicBezTo>
                <a:cubicBezTo>
                  <a:pt x="71785" y="17998"/>
                  <a:pt x="71864" y="18243"/>
                  <a:pt x="71864" y="18534"/>
                </a:cubicBezTo>
                <a:cubicBezTo>
                  <a:pt x="71864" y="18930"/>
                  <a:pt x="71765" y="19354"/>
                  <a:pt x="71567" y="19803"/>
                </a:cubicBezTo>
                <a:cubicBezTo>
                  <a:pt x="71368" y="20253"/>
                  <a:pt x="71071" y="20730"/>
                  <a:pt x="70674" y="21232"/>
                </a:cubicBezTo>
                <a:lnTo>
                  <a:pt x="60316" y="32979"/>
                </a:lnTo>
                <a:lnTo>
                  <a:pt x="72301" y="51513"/>
                </a:lnTo>
                <a:cubicBezTo>
                  <a:pt x="72618" y="52042"/>
                  <a:pt x="72850" y="52498"/>
                  <a:pt x="72995" y="52882"/>
                </a:cubicBezTo>
                <a:cubicBezTo>
                  <a:pt x="73141" y="53266"/>
                  <a:pt x="73214" y="53616"/>
                  <a:pt x="73214" y="53934"/>
                </a:cubicBezTo>
                <a:close/>
                <a:moveTo>
                  <a:pt x="109834" y="35156"/>
                </a:moveTo>
                <a:cubicBezTo>
                  <a:pt x="109834" y="36375"/>
                  <a:pt x="109563" y="37277"/>
                  <a:pt x="109021" y="37860"/>
                </a:cubicBezTo>
                <a:cubicBezTo>
                  <a:pt x="108478" y="38442"/>
                  <a:pt x="107731" y="38734"/>
                  <a:pt x="106778" y="38734"/>
                </a:cubicBezTo>
                <a:lnTo>
                  <a:pt x="85229" y="38734"/>
                </a:lnTo>
                <a:cubicBezTo>
                  <a:pt x="85229" y="40248"/>
                  <a:pt x="85407" y="41622"/>
                  <a:pt x="85764" y="42858"/>
                </a:cubicBezTo>
                <a:cubicBezTo>
                  <a:pt x="86121" y="44093"/>
                  <a:pt x="86690" y="45142"/>
                  <a:pt x="87471" y="46006"/>
                </a:cubicBezTo>
                <a:cubicBezTo>
                  <a:pt x="88251" y="46870"/>
                  <a:pt x="89257" y="47527"/>
                  <a:pt x="90487" y="47978"/>
                </a:cubicBezTo>
                <a:cubicBezTo>
                  <a:pt x="91717" y="48430"/>
                  <a:pt x="93192" y="48655"/>
                  <a:pt x="94912" y="48655"/>
                </a:cubicBezTo>
                <a:cubicBezTo>
                  <a:pt x="96658" y="48655"/>
                  <a:pt x="98193" y="48528"/>
                  <a:pt x="99516" y="48272"/>
                </a:cubicBezTo>
                <a:cubicBezTo>
                  <a:pt x="100839" y="48017"/>
                  <a:pt x="101983" y="47734"/>
                  <a:pt x="102949" y="47425"/>
                </a:cubicBezTo>
                <a:cubicBezTo>
                  <a:pt x="103914" y="47116"/>
                  <a:pt x="104715" y="46834"/>
                  <a:pt x="105350" y="46578"/>
                </a:cubicBezTo>
                <a:cubicBezTo>
                  <a:pt x="105985" y="46323"/>
                  <a:pt x="106500" y="46195"/>
                  <a:pt x="106897" y="46195"/>
                </a:cubicBezTo>
                <a:cubicBezTo>
                  <a:pt x="107135" y="46195"/>
                  <a:pt x="107334" y="46242"/>
                  <a:pt x="107493" y="46335"/>
                </a:cubicBezTo>
                <a:cubicBezTo>
                  <a:pt x="107651" y="46428"/>
                  <a:pt x="107784" y="46594"/>
                  <a:pt x="107889" y="46834"/>
                </a:cubicBezTo>
                <a:cubicBezTo>
                  <a:pt x="107995" y="47073"/>
                  <a:pt x="108068" y="47412"/>
                  <a:pt x="108108" y="47851"/>
                </a:cubicBezTo>
                <a:cubicBezTo>
                  <a:pt x="108147" y="48290"/>
                  <a:pt x="108167" y="48842"/>
                  <a:pt x="108167" y="49506"/>
                </a:cubicBezTo>
                <a:cubicBezTo>
                  <a:pt x="108167" y="50092"/>
                  <a:pt x="108154" y="50591"/>
                  <a:pt x="108128" y="51003"/>
                </a:cubicBezTo>
                <a:cubicBezTo>
                  <a:pt x="108101" y="51415"/>
                  <a:pt x="108061" y="51767"/>
                  <a:pt x="108009" y="52060"/>
                </a:cubicBezTo>
                <a:cubicBezTo>
                  <a:pt x="107956" y="52353"/>
                  <a:pt x="107876" y="52599"/>
                  <a:pt x="107770" y="52799"/>
                </a:cubicBezTo>
                <a:cubicBezTo>
                  <a:pt x="107665" y="52998"/>
                  <a:pt x="107526" y="53191"/>
                  <a:pt x="107354" y="53377"/>
                </a:cubicBezTo>
                <a:cubicBezTo>
                  <a:pt x="107182" y="53563"/>
                  <a:pt x="106712" y="53815"/>
                  <a:pt x="105945" y="54132"/>
                </a:cubicBezTo>
                <a:cubicBezTo>
                  <a:pt x="105178" y="54450"/>
                  <a:pt x="104199" y="54761"/>
                  <a:pt x="103008" y="55065"/>
                </a:cubicBezTo>
                <a:cubicBezTo>
                  <a:pt x="101817" y="55369"/>
                  <a:pt x="100455" y="55634"/>
                  <a:pt x="98920" y="55859"/>
                </a:cubicBezTo>
                <a:cubicBezTo>
                  <a:pt x="97386" y="56083"/>
                  <a:pt x="95745" y="56196"/>
                  <a:pt x="93999" y="56196"/>
                </a:cubicBezTo>
                <a:cubicBezTo>
                  <a:pt x="90851" y="56196"/>
                  <a:pt x="88093" y="55798"/>
                  <a:pt x="85725" y="55003"/>
                </a:cubicBezTo>
                <a:cubicBezTo>
                  <a:pt x="83357" y="54207"/>
                  <a:pt x="81379" y="53001"/>
                  <a:pt x="79792" y="51384"/>
                </a:cubicBezTo>
                <a:cubicBezTo>
                  <a:pt x="78204" y="49767"/>
                  <a:pt x="77020" y="47726"/>
                  <a:pt x="76240" y="45261"/>
                </a:cubicBezTo>
                <a:cubicBezTo>
                  <a:pt x="75459" y="42796"/>
                  <a:pt x="75069" y="39906"/>
                  <a:pt x="75069" y="36592"/>
                </a:cubicBezTo>
                <a:cubicBezTo>
                  <a:pt x="75069" y="33437"/>
                  <a:pt x="75479" y="30594"/>
                  <a:pt x="76299" y="28062"/>
                </a:cubicBezTo>
                <a:cubicBezTo>
                  <a:pt x="77119" y="25530"/>
                  <a:pt x="78310" y="23383"/>
                  <a:pt x="79871" y="21620"/>
                </a:cubicBezTo>
                <a:cubicBezTo>
                  <a:pt x="81432" y="19857"/>
                  <a:pt x="83330" y="18511"/>
                  <a:pt x="85566" y="17584"/>
                </a:cubicBezTo>
                <a:cubicBezTo>
                  <a:pt x="87802" y="16656"/>
                  <a:pt x="90322" y="16192"/>
                  <a:pt x="93126" y="16192"/>
                </a:cubicBezTo>
                <a:cubicBezTo>
                  <a:pt x="96089" y="16192"/>
                  <a:pt x="98623" y="16629"/>
                  <a:pt x="100726" y="17504"/>
                </a:cubicBezTo>
                <a:cubicBezTo>
                  <a:pt x="102829" y="18379"/>
                  <a:pt x="104556" y="19591"/>
                  <a:pt x="105905" y="21142"/>
                </a:cubicBezTo>
                <a:cubicBezTo>
                  <a:pt x="107254" y="22692"/>
                  <a:pt x="108247" y="24527"/>
                  <a:pt x="108882" y="26648"/>
                </a:cubicBezTo>
                <a:cubicBezTo>
                  <a:pt x="109517" y="28768"/>
                  <a:pt x="109834" y="31074"/>
                  <a:pt x="109834" y="33566"/>
                </a:cubicBezTo>
                <a:lnTo>
                  <a:pt x="109834" y="35156"/>
                </a:lnTo>
                <a:moveTo>
                  <a:pt x="100151" y="32305"/>
                </a:moveTo>
                <a:cubicBezTo>
                  <a:pt x="100230" y="29488"/>
                  <a:pt x="99668" y="27276"/>
                  <a:pt x="98464" y="25668"/>
                </a:cubicBezTo>
                <a:cubicBezTo>
                  <a:pt x="97260" y="24060"/>
                  <a:pt x="95401" y="23256"/>
                  <a:pt x="92888" y="23256"/>
                </a:cubicBezTo>
                <a:cubicBezTo>
                  <a:pt x="91618" y="23256"/>
                  <a:pt x="90513" y="23496"/>
                  <a:pt x="89574" y="23974"/>
                </a:cubicBezTo>
                <a:cubicBezTo>
                  <a:pt x="88635" y="24452"/>
                  <a:pt x="87854" y="25097"/>
                  <a:pt x="87233" y="25908"/>
                </a:cubicBezTo>
                <a:cubicBezTo>
                  <a:pt x="86611" y="26718"/>
                  <a:pt x="86135" y="27675"/>
                  <a:pt x="85804" y="28778"/>
                </a:cubicBezTo>
                <a:cubicBezTo>
                  <a:pt x="85473" y="29880"/>
                  <a:pt x="85281" y="31055"/>
                  <a:pt x="85229" y="32305"/>
                </a:cubicBezTo>
                <a:lnTo>
                  <a:pt x="100151" y="32305"/>
                </a:lnTo>
                <a:close/>
                <a:moveTo>
                  <a:pt x="128122" y="53894"/>
                </a:moveTo>
                <a:cubicBezTo>
                  <a:pt x="128122" y="54159"/>
                  <a:pt x="128042" y="54390"/>
                  <a:pt x="127884" y="54589"/>
                </a:cubicBezTo>
                <a:cubicBezTo>
                  <a:pt x="127725" y="54787"/>
                  <a:pt x="127454" y="54952"/>
                  <a:pt x="127070" y="55085"/>
                </a:cubicBezTo>
                <a:cubicBezTo>
                  <a:pt x="126687" y="55217"/>
                  <a:pt x="126177" y="55316"/>
                  <a:pt x="125542" y="55382"/>
                </a:cubicBezTo>
                <a:cubicBezTo>
                  <a:pt x="124907" y="55448"/>
                  <a:pt x="124100" y="55482"/>
                  <a:pt x="123121" y="55482"/>
                </a:cubicBezTo>
                <a:cubicBezTo>
                  <a:pt x="122142" y="55482"/>
                  <a:pt x="121335" y="55448"/>
                  <a:pt x="120700" y="55382"/>
                </a:cubicBezTo>
                <a:cubicBezTo>
                  <a:pt x="120066" y="55316"/>
                  <a:pt x="119556" y="55217"/>
                  <a:pt x="119173" y="55085"/>
                </a:cubicBezTo>
                <a:cubicBezTo>
                  <a:pt x="118789" y="54952"/>
                  <a:pt x="118518" y="54787"/>
                  <a:pt x="118359" y="54589"/>
                </a:cubicBezTo>
                <a:cubicBezTo>
                  <a:pt x="118200" y="54390"/>
                  <a:pt x="118121" y="54159"/>
                  <a:pt x="118121" y="53894"/>
                </a:cubicBezTo>
                <a:lnTo>
                  <a:pt x="118121" y="1707"/>
                </a:lnTo>
                <a:cubicBezTo>
                  <a:pt x="118121" y="1442"/>
                  <a:pt x="118200" y="1204"/>
                  <a:pt x="118359" y="992"/>
                </a:cubicBezTo>
                <a:cubicBezTo>
                  <a:pt x="118518" y="780"/>
                  <a:pt x="118789" y="602"/>
                  <a:pt x="119173" y="456"/>
                </a:cubicBezTo>
                <a:cubicBezTo>
                  <a:pt x="119556" y="311"/>
                  <a:pt x="120066" y="198"/>
                  <a:pt x="120700" y="119"/>
                </a:cubicBezTo>
                <a:cubicBezTo>
                  <a:pt x="121335" y="40"/>
                  <a:pt x="122142" y="0"/>
                  <a:pt x="123121" y="0"/>
                </a:cubicBezTo>
                <a:cubicBezTo>
                  <a:pt x="124100" y="0"/>
                  <a:pt x="124907" y="40"/>
                  <a:pt x="125542" y="119"/>
                </a:cubicBezTo>
                <a:cubicBezTo>
                  <a:pt x="126177" y="198"/>
                  <a:pt x="126687" y="311"/>
                  <a:pt x="127070" y="456"/>
                </a:cubicBezTo>
                <a:cubicBezTo>
                  <a:pt x="127454" y="602"/>
                  <a:pt x="127725" y="780"/>
                  <a:pt x="127884" y="992"/>
                </a:cubicBezTo>
                <a:cubicBezTo>
                  <a:pt x="128042" y="1204"/>
                  <a:pt x="128122" y="1442"/>
                  <a:pt x="128122" y="1707"/>
                </a:cubicBezTo>
                <a:lnTo>
                  <a:pt x="128122" y="53894"/>
                </a:lnTo>
                <a:close/>
                <a:moveTo>
                  <a:pt x="158796" y="55243"/>
                </a:moveTo>
                <a:lnTo>
                  <a:pt x="154509" y="67819"/>
                </a:lnTo>
                <a:cubicBezTo>
                  <a:pt x="154271" y="68482"/>
                  <a:pt x="153623" y="68960"/>
                  <a:pt x="152565" y="69251"/>
                </a:cubicBezTo>
                <a:cubicBezTo>
                  <a:pt x="151507" y="69543"/>
                  <a:pt x="149959" y="69689"/>
                  <a:pt x="147922" y="69689"/>
                </a:cubicBezTo>
                <a:cubicBezTo>
                  <a:pt x="146863" y="69689"/>
                  <a:pt x="146017" y="69643"/>
                  <a:pt x="145382" y="69549"/>
                </a:cubicBezTo>
                <a:cubicBezTo>
                  <a:pt x="144747" y="69457"/>
                  <a:pt x="144270" y="69304"/>
                  <a:pt x="143953" y="69091"/>
                </a:cubicBezTo>
                <a:cubicBezTo>
                  <a:pt x="143635" y="68880"/>
                  <a:pt x="143463" y="68615"/>
                  <a:pt x="143437" y="68297"/>
                </a:cubicBezTo>
                <a:cubicBezTo>
                  <a:pt x="143411" y="67978"/>
                  <a:pt x="143490" y="67593"/>
                  <a:pt x="143675" y="67142"/>
                </a:cubicBezTo>
                <a:lnTo>
                  <a:pt x="148398" y="55243"/>
                </a:lnTo>
                <a:cubicBezTo>
                  <a:pt x="148054" y="55085"/>
                  <a:pt x="147743" y="54840"/>
                  <a:pt x="147465" y="54509"/>
                </a:cubicBezTo>
                <a:cubicBezTo>
                  <a:pt x="147187" y="54179"/>
                  <a:pt x="146982" y="53828"/>
                  <a:pt x="146850" y="53458"/>
                </a:cubicBezTo>
                <a:lnTo>
                  <a:pt x="134666" y="20915"/>
                </a:lnTo>
                <a:cubicBezTo>
                  <a:pt x="134322" y="19989"/>
                  <a:pt x="134150" y="19281"/>
                  <a:pt x="134150" y="18791"/>
                </a:cubicBezTo>
                <a:cubicBezTo>
                  <a:pt x="134150" y="18302"/>
                  <a:pt x="134309" y="17918"/>
                  <a:pt x="134627" y="17641"/>
                </a:cubicBezTo>
                <a:cubicBezTo>
                  <a:pt x="134944" y="17363"/>
                  <a:pt x="135480" y="17171"/>
                  <a:pt x="136234" y="17065"/>
                </a:cubicBezTo>
                <a:cubicBezTo>
                  <a:pt x="136988" y="16959"/>
                  <a:pt x="137987" y="16906"/>
                  <a:pt x="139230" y="16906"/>
                </a:cubicBezTo>
                <a:cubicBezTo>
                  <a:pt x="140368" y="16906"/>
                  <a:pt x="141267" y="16926"/>
                  <a:pt x="141929" y="16966"/>
                </a:cubicBezTo>
                <a:cubicBezTo>
                  <a:pt x="142590" y="17006"/>
                  <a:pt x="143106" y="17105"/>
                  <a:pt x="143477" y="17264"/>
                </a:cubicBezTo>
                <a:cubicBezTo>
                  <a:pt x="143847" y="17422"/>
                  <a:pt x="144125" y="17667"/>
                  <a:pt x="144310" y="17998"/>
                </a:cubicBezTo>
                <a:cubicBezTo>
                  <a:pt x="144495" y="18328"/>
                  <a:pt x="144681" y="18798"/>
                  <a:pt x="144866" y="19407"/>
                </a:cubicBezTo>
                <a:lnTo>
                  <a:pt x="153200" y="43099"/>
                </a:lnTo>
                <a:lnTo>
                  <a:pt x="153319" y="43099"/>
                </a:lnTo>
                <a:lnTo>
                  <a:pt x="160939" y="18930"/>
                </a:lnTo>
                <a:cubicBezTo>
                  <a:pt x="161097" y="18243"/>
                  <a:pt x="161302" y="17786"/>
                  <a:pt x="161554" y="17561"/>
                </a:cubicBezTo>
                <a:cubicBezTo>
                  <a:pt x="161805" y="17336"/>
                  <a:pt x="162222" y="17171"/>
                  <a:pt x="162804" y="17065"/>
                </a:cubicBezTo>
                <a:cubicBezTo>
                  <a:pt x="163386" y="16959"/>
                  <a:pt x="164405" y="16906"/>
                  <a:pt x="165860" y="16906"/>
                </a:cubicBezTo>
                <a:cubicBezTo>
                  <a:pt x="166997" y="16906"/>
                  <a:pt x="167943" y="16959"/>
                  <a:pt x="168697" y="17065"/>
                </a:cubicBezTo>
                <a:cubicBezTo>
                  <a:pt x="169451" y="17171"/>
                  <a:pt x="170007" y="17369"/>
                  <a:pt x="170364" y="17660"/>
                </a:cubicBezTo>
                <a:cubicBezTo>
                  <a:pt x="170721" y="17951"/>
                  <a:pt x="170900" y="18342"/>
                  <a:pt x="170900" y="18831"/>
                </a:cubicBezTo>
                <a:cubicBezTo>
                  <a:pt x="170900" y="19321"/>
                  <a:pt x="170794" y="19896"/>
                  <a:pt x="170582" y="20558"/>
                </a:cubicBezTo>
                <a:lnTo>
                  <a:pt x="158796" y="55243"/>
                </a:lnTo>
                <a:close/>
                <a:moveTo>
                  <a:pt x="215501" y="50374"/>
                </a:moveTo>
                <a:cubicBezTo>
                  <a:pt x="215501" y="51544"/>
                  <a:pt x="215428" y="52442"/>
                  <a:pt x="215282" y="53067"/>
                </a:cubicBezTo>
                <a:cubicBezTo>
                  <a:pt x="215137" y="53691"/>
                  <a:pt x="214945" y="54130"/>
                  <a:pt x="214707" y="54383"/>
                </a:cubicBezTo>
                <a:cubicBezTo>
                  <a:pt x="214469" y="54635"/>
                  <a:pt x="214118" y="54861"/>
                  <a:pt x="213655" y="55060"/>
                </a:cubicBezTo>
                <a:cubicBezTo>
                  <a:pt x="213192" y="55259"/>
                  <a:pt x="212650" y="55432"/>
                  <a:pt x="212028" y="55578"/>
                </a:cubicBezTo>
                <a:cubicBezTo>
                  <a:pt x="211406" y="55725"/>
                  <a:pt x="210732" y="55837"/>
                  <a:pt x="210004" y="55917"/>
                </a:cubicBezTo>
                <a:cubicBezTo>
                  <a:pt x="209276" y="55997"/>
                  <a:pt x="208542" y="56037"/>
                  <a:pt x="207801" y="56037"/>
                </a:cubicBezTo>
                <a:cubicBezTo>
                  <a:pt x="205817" y="56037"/>
                  <a:pt x="204097" y="55786"/>
                  <a:pt x="202642" y="55283"/>
                </a:cubicBezTo>
                <a:cubicBezTo>
                  <a:pt x="201187" y="54780"/>
                  <a:pt x="199983" y="54007"/>
                  <a:pt x="199031" y="52961"/>
                </a:cubicBezTo>
                <a:cubicBezTo>
                  <a:pt x="198078" y="51916"/>
                  <a:pt x="197377" y="50600"/>
                  <a:pt x="196927" y="49013"/>
                </a:cubicBezTo>
                <a:cubicBezTo>
                  <a:pt x="196478" y="47425"/>
                  <a:pt x="196253" y="45547"/>
                  <a:pt x="196253" y="43377"/>
                </a:cubicBezTo>
                <a:lnTo>
                  <a:pt x="196253" y="25241"/>
                </a:lnTo>
                <a:lnTo>
                  <a:pt x="192006" y="25241"/>
                </a:lnTo>
                <a:cubicBezTo>
                  <a:pt x="191504" y="25241"/>
                  <a:pt x="191120" y="24930"/>
                  <a:pt x="190855" y="24308"/>
                </a:cubicBezTo>
                <a:cubicBezTo>
                  <a:pt x="190591" y="23686"/>
                  <a:pt x="190459" y="22648"/>
                  <a:pt x="190459" y="21193"/>
                </a:cubicBezTo>
                <a:cubicBezTo>
                  <a:pt x="190459" y="20425"/>
                  <a:pt x="190492" y="19777"/>
                  <a:pt x="190558" y="19248"/>
                </a:cubicBezTo>
                <a:cubicBezTo>
                  <a:pt x="190624" y="18719"/>
                  <a:pt x="190723" y="18302"/>
                  <a:pt x="190855" y="17998"/>
                </a:cubicBezTo>
                <a:cubicBezTo>
                  <a:pt x="190988" y="17694"/>
                  <a:pt x="191153" y="17475"/>
                  <a:pt x="191351" y="17343"/>
                </a:cubicBezTo>
                <a:cubicBezTo>
                  <a:pt x="191550" y="17211"/>
                  <a:pt x="191781" y="17145"/>
                  <a:pt x="192046" y="17145"/>
                </a:cubicBezTo>
                <a:lnTo>
                  <a:pt x="196253" y="17145"/>
                </a:lnTo>
                <a:lnTo>
                  <a:pt x="196253" y="9215"/>
                </a:lnTo>
                <a:cubicBezTo>
                  <a:pt x="196253" y="8948"/>
                  <a:pt x="196326" y="8709"/>
                  <a:pt x="196471" y="8497"/>
                </a:cubicBezTo>
                <a:cubicBezTo>
                  <a:pt x="196617" y="8284"/>
                  <a:pt x="196881" y="8105"/>
                  <a:pt x="197265" y="7960"/>
                </a:cubicBezTo>
                <a:cubicBezTo>
                  <a:pt x="197648" y="7813"/>
                  <a:pt x="198164" y="7707"/>
                  <a:pt x="198813" y="7641"/>
                </a:cubicBezTo>
                <a:cubicBezTo>
                  <a:pt x="199461" y="7574"/>
                  <a:pt x="200261" y="7540"/>
                  <a:pt x="201214" y="7540"/>
                </a:cubicBezTo>
                <a:cubicBezTo>
                  <a:pt x="202192" y="7540"/>
                  <a:pt x="203006" y="7574"/>
                  <a:pt x="203654" y="7641"/>
                </a:cubicBezTo>
                <a:cubicBezTo>
                  <a:pt x="204302" y="7707"/>
                  <a:pt x="204812" y="7813"/>
                  <a:pt x="205182" y="7960"/>
                </a:cubicBezTo>
                <a:cubicBezTo>
                  <a:pt x="205553" y="8105"/>
                  <a:pt x="205817" y="8284"/>
                  <a:pt x="205976" y="8497"/>
                </a:cubicBezTo>
                <a:cubicBezTo>
                  <a:pt x="206135" y="8709"/>
                  <a:pt x="206214" y="8948"/>
                  <a:pt x="206214" y="9215"/>
                </a:cubicBezTo>
                <a:lnTo>
                  <a:pt x="206214" y="17145"/>
                </a:lnTo>
                <a:lnTo>
                  <a:pt x="213913" y="17145"/>
                </a:lnTo>
                <a:cubicBezTo>
                  <a:pt x="214178" y="17145"/>
                  <a:pt x="214409" y="17211"/>
                  <a:pt x="214608" y="17343"/>
                </a:cubicBezTo>
                <a:cubicBezTo>
                  <a:pt x="214806" y="17475"/>
                  <a:pt x="214971" y="17694"/>
                  <a:pt x="215104" y="17998"/>
                </a:cubicBezTo>
                <a:cubicBezTo>
                  <a:pt x="215236" y="18302"/>
                  <a:pt x="215335" y="18719"/>
                  <a:pt x="215401" y="19248"/>
                </a:cubicBezTo>
                <a:cubicBezTo>
                  <a:pt x="215468" y="19777"/>
                  <a:pt x="215501" y="20425"/>
                  <a:pt x="215501" y="21193"/>
                </a:cubicBezTo>
                <a:cubicBezTo>
                  <a:pt x="215501" y="22648"/>
                  <a:pt x="215368" y="23686"/>
                  <a:pt x="215104" y="24308"/>
                </a:cubicBezTo>
                <a:cubicBezTo>
                  <a:pt x="214839" y="24930"/>
                  <a:pt x="214456" y="25241"/>
                  <a:pt x="213953" y="25241"/>
                </a:cubicBezTo>
                <a:lnTo>
                  <a:pt x="206214" y="25241"/>
                </a:lnTo>
                <a:lnTo>
                  <a:pt x="206214" y="41839"/>
                </a:lnTo>
                <a:cubicBezTo>
                  <a:pt x="206214" y="43767"/>
                  <a:pt x="206518" y="45214"/>
                  <a:pt x="207127" y="46178"/>
                </a:cubicBezTo>
                <a:cubicBezTo>
                  <a:pt x="207735" y="47142"/>
                  <a:pt x="208820" y="47624"/>
                  <a:pt x="210381" y="47624"/>
                </a:cubicBezTo>
                <a:cubicBezTo>
                  <a:pt x="210910" y="47624"/>
                  <a:pt x="211386" y="47577"/>
                  <a:pt x="211810" y="47485"/>
                </a:cubicBezTo>
                <a:cubicBezTo>
                  <a:pt x="212233" y="47392"/>
                  <a:pt x="212610" y="47286"/>
                  <a:pt x="212941" y="47167"/>
                </a:cubicBezTo>
                <a:cubicBezTo>
                  <a:pt x="213272" y="47048"/>
                  <a:pt x="213549" y="46942"/>
                  <a:pt x="213774" y="46850"/>
                </a:cubicBezTo>
                <a:cubicBezTo>
                  <a:pt x="213999" y="46757"/>
                  <a:pt x="214204" y="46711"/>
                  <a:pt x="214389" y="46711"/>
                </a:cubicBezTo>
                <a:cubicBezTo>
                  <a:pt x="214548" y="46711"/>
                  <a:pt x="214700" y="46757"/>
                  <a:pt x="214846" y="46850"/>
                </a:cubicBezTo>
                <a:cubicBezTo>
                  <a:pt x="214991" y="46942"/>
                  <a:pt x="215104" y="47128"/>
                  <a:pt x="215183" y="47407"/>
                </a:cubicBezTo>
                <a:cubicBezTo>
                  <a:pt x="215263" y="47684"/>
                  <a:pt x="215335" y="48063"/>
                  <a:pt x="215401" y="48541"/>
                </a:cubicBezTo>
                <a:cubicBezTo>
                  <a:pt x="215468" y="49019"/>
                  <a:pt x="215501" y="49630"/>
                  <a:pt x="215501" y="50374"/>
                </a:cubicBezTo>
                <a:close/>
                <a:moveTo>
                  <a:pt x="258132" y="35836"/>
                </a:moveTo>
                <a:cubicBezTo>
                  <a:pt x="258132" y="38858"/>
                  <a:pt x="257735" y="41616"/>
                  <a:pt x="256942" y="44108"/>
                </a:cubicBezTo>
                <a:cubicBezTo>
                  <a:pt x="256148" y="46600"/>
                  <a:pt x="254944" y="48747"/>
                  <a:pt x="253330" y="50549"/>
                </a:cubicBezTo>
                <a:cubicBezTo>
                  <a:pt x="251716" y="52352"/>
                  <a:pt x="249692" y="53744"/>
                  <a:pt x="247258" y="54725"/>
                </a:cubicBezTo>
                <a:cubicBezTo>
                  <a:pt x="244824" y="55706"/>
                  <a:pt x="241980" y="56196"/>
                  <a:pt x="238726" y="56196"/>
                </a:cubicBezTo>
                <a:cubicBezTo>
                  <a:pt x="235577" y="56196"/>
                  <a:pt x="232839" y="55759"/>
                  <a:pt x="230510" y="54884"/>
                </a:cubicBezTo>
                <a:cubicBezTo>
                  <a:pt x="228182" y="54009"/>
                  <a:pt x="226251" y="52737"/>
                  <a:pt x="224716" y="51066"/>
                </a:cubicBezTo>
                <a:cubicBezTo>
                  <a:pt x="223182" y="49396"/>
                  <a:pt x="222044" y="47342"/>
                  <a:pt x="221303" y="44903"/>
                </a:cubicBezTo>
                <a:cubicBezTo>
                  <a:pt x="220562" y="42464"/>
                  <a:pt x="220192" y="39680"/>
                  <a:pt x="220192" y="36552"/>
                </a:cubicBezTo>
                <a:cubicBezTo>
                  <a:pt x="220192" y="33530"/>
                  <a:pt x="220595" y="30766"/>
                  <a:pt x="221402" y="28260"/>
                </a:cubicBezTo>
                <a:cubicBezTo>
                  <a:pt x="222209" y="25755"/>
                  <a:pt x="223420" y="23608"/>
                  <a:pt x="225034" y="21819"/>
                </a:cubicBezTo>
                <a:cubicBezTo>
                  <a:pt x="226648" y="20030"/>
                  <a:pt x="228665" y="18645"/>
                  <a:pt x="231086" y="17664"/>
                </a:cubicBezTo>
                <a:cubicBezTo>
                  <a:pt x="233507" y="16683"/>
                  <a:pt x="236344" y="16192"/>
                  <a:pt x="239599" y="16192"/>
                </a:cubicBezTo>
                <a:cubicBezTo>
                  <a:pt x="242774" y="16192"/>
                  <a:pt x="245525" y="16623"/>
                  <a:pt x="247853" y="17484"/>
                </a:cubicBezTo>
                <a:cubicBezTo>
                  <a:pt x="250182" y="18346"/>
                  <a:pt x="252106" y="19612"/>
                  <a:pt x="253628" y="21282"/>
                </a:cubicBezTo>
                <a:cubicBezTo>
                  <a:pt x="255149" y="22952"/>
                  <a:pt x="256280" y="25007"/>
                  <a:pt x="257021" y="27446"/>
                </a:cubicBezTo>
                <a:cubicBezTo>
                  <a:pt x="257762" y="29885"/>
                  <a:pt x="258132" y="32681"/>
                  <a:pt x="258132" y="35836"/>
                </a:cubicBezTo>
                <a:moveTo>
                  <a:pt x="247853" y="36234"/>
                </a:moveTo>
                <a:cubicBezTo>
                  <a:pt x="247853" y="34487"/>
                  <a:pt x="247715" y="32880"/>
                  <a:pt x="247437" y="31412"/>
                </a:cubicBezTo>
                <a:cubicBezTo>
                  <a:pt x="247159" y="29943"/>
                  <a:pt x="246689" y="28667"/>
                  <a:pt x="246028" y="27582"/>
                </a:cubicBezTo>
                <a:cubicBezTo>
                  <a:pt x="245366" y="26497"/>
                  <a:pt x="244487" y="25651"/>
                  <a:pt x="243389" y="25042"/>
                </a:cubicBezTo>
                <a:cubicBezTo>
                  <a:pt x="242291" y="24434"/>
                  <a:pt x="240908" y="24129"/>
                  <a:pt x="239241" y="24129"/>
                </a:cubicBezTo>
                <a:cubicBezTo>
                  <a:pt x="237760" y="24129"/>
                  <a:pt x="236463" y="24401"/>
                  <a:pt x="235352" y="24943"/>
                </a:cubicBezTo>
                <a:cubicBezTo>
                  <a:pt x="234241" y="25485"/>
                  <a:pt x="233328" y="26279"/>
                  <a:pt x="232614" y="27324"/>
                </a:cubicBezTo>
                <a:cubicBezTo>
                  <a:pt x="231899" y="28369"/>
                  <a:pt x="231364" y="29626"/>
                  <a:pt x="231007" y="31094"/>
                </a:cubicBezTo>
                <a:cubicBezTo>
                  <a:pt x="230649" y="32563"/>
                  <a:pt x="230471" y="34236"/>
                  <a:pt x="230471" y="36115"/>
                </a:cubicBezTo>
                <a:cubicBezTo>
                  <a:pt x="230471" y="37861"/>
                  <a:pt x="230616" y="39468"/>
                  <a:pt x="230907" y="40936"/>
                </a:cubicBezTo>
                <a:cubicBezTo>
                  <a:pt x="231198" y="42405"/>
                  <a:pt x="231668" y="43681"/>
                  <a:pt x="232316" y="44766"/>
                </a:cubicBezTo>
                <a:cubicBezTo>
                  <a:pt x="232964" y="45851"/>
                  <a:pt x="233844" y="46691"/>
                  <a:pt x="234955" y="47286"/>
                </a:cubicBezTo>
                <a:cubicBezTo>
                  <a:pt x="236067" y="47882"/>
                  <a:pt x="237442" y="48179"/>
                  <a:pt x="239083" y="48179"/>
                </a:cubicBezTo>
                <a:cubicBezTo>
                  <a:pt x="240591" y="48179"/>
                  <a:pt x="241900" y="47908"/>
                  <a:pt x="243012" y="47366"/>
                </a:cubicBezTo>
                <a:cubicBezTo>
                  <a:pt x="244123" y="46823"/>
                  <a:pt x="245036" y="46036"/>
                  <a:pt x="245750" y="45004"/>
                </a:cubicBezTo>
                <a:cubicBezTo>
                  <a:pt x="246464" y="43973"/>
                  <a:pt x="246994" y="42722"/>
                  <a:pt x="247337" y="41254"/>
                </a:cubicBezTo>
                <a:cubicBezTo>
                  <a:pt x="247681" y="39786"/>
                  <a:pt x="247853" y="38112"/>
                  <a:pt x="247853" y="36234"/>
                </a:cubicBezTo>
                <a:close/>
                <a:moveTo>
                  <a:pt x="310277" y="48259"/>
                </a:moveTo>
                <a:cubicBezTo>
                  <a:pt x="310277" y="48947"/>
                  <a:pt x="310257" y="49522"/>
                  <a:pt x="310217" y="49985"/>
                </a:cubicBezTo>
                <a:cubicBezTo>
                  <a:pt x="310177" y="50448"/>
                  <a:pt x="310125" y="50838"/>
                  <a:pt x="310058" y="51156"/>
                </a:cubicBezTo>
                <a:cubicBezTo>
                  <a:pt x="309992" y="51473"/>
                  <a:pt x="309913" y="51731"/>
                  <a:pt x="309820" y="51930"/>
                </a:cubicBezTo>
                <a:cubicBezTo>
                  <a:pt x="309728" y="52128"/>
                  <a:pt x="309523" y="52379"/>
                  <a:pt x="309205" y="52684"/>
                </a:cubicBezTo>
                <a:cubicBezTo>
                  <a:pt x="308888" y="52988"/>
                  <a:pt x="308345" y="53358"/>
                  <a:pt x="307578" y="53795"/>
                </a:cubicBezTo>
                <a:cubicBezTo>
                  <a:pt x="306811" y="54231"/>
                  <a:pt x="305938" y="54622"/>
                  <a:pt x="304959" y="54966"/>
                </a:cubicBezTo>
                <a:cubicBezTo>
                  <a:pt x="303980" y="55310"/>
                  <a:pt x="302915" y="55587"/>
                  <a:pt x="301764" y="55799"/>
                </a:cubicBezTo>
                <a:cubicBezTo>
                  <a:pt x="300613" y="56011"/>
                  <a:pt x="299429" y="56117"/>
                  <a:pt x="298212" y="56117"/>
                </a:cubicBezTo>
                <a:cubicBezTo>
                  <a:pt x="295487" y="56117"/>
                  <a:pt x="293073" y="55693"/>
                  <a:pt x="290969" y="54847"/>
                </a:cubicBezTo>
                <a:cubicBezTo>
                  <a:pt x="288866" y="54000"/>
                  <a:pt x="287100" y="52750"/>
                  <a:pt x="285671" y="51096"/>
                </a:cubicBezTo>
                <a:cubicBezTo>
                  <a:pt x="284242" y="49443"/>
                  <a:pt x="283164" y="47425"/>
                  <a:pt x="282437" y="45044"/>
                </a:cubicBezTo>
                <a:cubicBezTo>
                  <a:pt x="281709" y="42663"/>
                  <a:pt x="281345" y="39938"/>
                  <a:pt x="281345" y="36869"/>
                </a:cubicBezTo>
                <a:cubicBezTo>
                  <a:pt x="281345" y="33323"/>
                  <a:pt x="281788" y="30261"/>
                  <a:pt x="282675" y="27681"/>
                </a:cubicBezTo>
                <a:cubicBezTo>
                  <a:pt x="283561" y="25102"/>
                  <a:pt x="284798" y="22965"/>
                  <a:pt x="286385" y="21272"/>
                </a:cubicBezTo>
                <a:cubicBezTo>
                  <a:pt x="287973" y="19579"/>
                  <a:pt x="289851" y="18322"/>
                  <a:pt x="292021" y="17502"/>
                </a:cubicBezTo>
                <a:cubicBezTo>
                  <a:pt x="294190" y="16682"/>
                  <a:pt x="296572" y="16271"/>
                  <a:pt x="299164" y="16271"/>
                </a:cubicBezTo>
                <a:cubicBezTo>
                  <a:pt x="300223" y="16271"/>
                  <a:pt x="301261" y="16364"/>
                  <a:pt x="302280" y="16549"/>
                </a:cubicBezTo>
                <a:cubicBezTo>
                  <a:pt x="303298" y="16734"/>
                  <a:pt x="304251" y="16986"/>
                  <a:pt x="305137" y="17303"/>
                </a:cubicBezTo>
                <a:cubicBezTo>
                  <a:pt x="306024" y="17621"/>
                  <a:pt x="306817" y="17978"/>
                  <a:pt x="307518" y="18375"/>
                </a:cubicBezTo>
                <a:cubicBezTo>
                  <a:pt x="308220" y="18772"/>
                  <a:pt x="308716" y="19116"/>
                  <a:pt x="309007" y="19407"/>
                </a:cubicBezTo>
                <a:cubicBezTo>
                  <a:pt x="309298" y="19698"/>
                  <a:pt x="309503" y="19942"/>
                  <a:pt x="309622" y="20141"/>
                </a:cubicBezTo>
                <a:cubicBezTo>
                  <a:pt x="309741" y="20339"/>
                  <a:pt x="309833" y="20597"/>
                  <a:pt x="309900" y="20915"/>
                </a:cubicBezTo>
                <a:cubicBezTo>
                  <a:pt x="309966" y="21232"/>
                  <a:pt x="310019" y="21622"/>
                  <a:pt x="310058" y="22085"/>
                </a:cubicBezTo>
                <a:cubicBezTo>
                  <a:pt x="310098" y="22548"/>
                  <a:pt x="310118" y="23111"/>
                  <a:pt x="310118" y="23772"/>
                </a:cubicBezTo>
                <a:cubicBezTo>
                  <a:pt x="310118" y="25307"/>
                  <a:pt x="309986" y="26385"/>
                  <a:pt x="309721" y="27007"/>
                </a:cubicBezTo>
                <a:cubicBezTo>
                  <a:pt x="309456" y="27628"/>
                  <a:pt x="309113" y="27939"/>
                  <a:pt x="308689" y="27939"/>
                </a:cubicBezTo>
                <a:cubicBezTo>
                  <a:pt x="308239" y="27939"/>
                  <a:pt x="307763" y="27754"/>
                  <a:pt x="307260" y="27384"/>
                </a:cubicBezTo>
                <a:cubicBezTo>
                  <a:pt x="306758" y="27013"/>
                  <a:pt x="306162" y="26603"/>
                  <a:pt x="305475" y="26153"/>
                </a:cubicBezTo>
                <a:cubicBezTo>
                  <a:pt x="304787" y="25704"/>
                  <a:pt x="303967" y="25293"/>
                  <a:pt x="303014" y="24923"/>
                </a:cubicBezTo>
                <a:cubicBezTo>
                  <a:pt x="302062" y="24553"/>
                  <a:pt x="300924" y="24367"/>
                  <a:pt x="299601" y="24367"/>
                </a:cubicBezTo>
                <a:cubicBezTo>
                  <a:pt x="297008" y="24367"/>
                  <a:pt x="295024" y="25366"/>
                  <a:pt x="293648" y="27364"/>
                </a:cubicBezTo>
                <a:cubicBezTo>
                  <a:pt x="292272" y="29361"/>
                  <a:pt x="291584" y="32291"/>
                  <a:pt x="291584" y="36154"/>
                </a:cubicBezTo>
                <a:cubicBezTo>
                  <a:pt x="291584" y="38059"/>
                  <a:pt x="291756" y="39739"/>
                  <a:pt x="292100" y="41194"/>
                </a:cubicBezTo>
                <a:cubicBezTo>
                  <a:pt x="292444" y="42650"/>
                  <a:pt x="292954" y="43867"/>
                  <a:pt x="293628" y="44846"/>
                </a:cubicBezTo>
                <a:cubicBezTo>
                  <a:pt x="294303" y="45825"/>
                  <a:pt x="295150" y="46559"/>
                  <a:pt x="296168" y="47048"/>
                </a:cubicBezTo>
                <a:cubicBezTo>
                  <a:pt x="297187" y="47538"/>
                  <a:pt x="298371" y="47782"/>
                  <a:pt x="299720" y="47782"/>
                </a:cubicBezTo>
                <a:cubicBezTo>
                  <a:pt x="301096" y="47782"/>
                  <a:pt x="302280" y="47577"/>
                  <a:pt x="303272" y="47167"/>
                </a:cubicBezTo>
                <a:cubicBezTo>
                  <a:pt x="304264" y="46757"/>
                  <a:pt x="305131" y="46301"/>
                  <a:pt x="305871" y="45798"/>
                </a:cubicBezTo>
                <a:cubicBezTo>
                  <a:pt x="306612" y="45295"/>
                  <a:pt x="307234" y="44839"/>
                  <a:pt x="307737" y="44429"/>
                </a:cubicBezTo>
                <a:cubicBezTo>
                  <a:pt x="308239" y="44019"/>
                  <a:pt x="308663" y="43814"/>
                  <a:pt x="309007" y="43814"/>
                </a:cubicBezTo>
                <a:cubicBezTo>
                  <a:pt x="309245" y="43814"/>
                  <a:pt x="309443" y="43880"/>
                  <a:pt x="309602" y="44012"/>
                </a:cubicBezTo>
                <a:cubicBezTo>
                  <a:pt x="309761" y="44144"/>
                  <a:pt x="309886" y="44389"/>
                  <a:pt x="309979" y="44746"/>
                </a:cubicBezTo>
                <a:cubicBezTo>
                  <a:pt x="310072" y="45104"/>
                  <a:pt x="310144" y="45560"/>
                  <a:pt x="310197" y="46116"/>
                </a:cubicBezTo>
                <a:cubicBezTo>
                  <a:pt x="310250" y="46671"/>
                  <a:pt x="310277" y="47386"/>
                  <a:pt x="310277" y="48259"/>
                </a:cubicBezTo>
                <a:close/>
                <a:moveTo>
                  <a:pt x="346998" y="54012"/>
                </a:moveTo>
                <a:cubicBezTo>
                  <a:pt x="346998" y="54382"/>
                  <a:pt x="346866" y="54674"/>
                  <a:pt x="346601" y="54886"/>
                </a:cubicBezTo>
                <a:cubicBezTo>
                  <a:pt x="346337" y="55098"/>
                  <a:pt x="345920" y="55250"/>
                  <a:pt x="345351" y="55343"/>
                </a:cubicBezTo>
                <a:cubicBezTo>
                  <a:pt x="344782" y="55435"/>
                  <a:pt x="343942" y="55482"/>
                  <a:pt x="342831" y="55482"/>
                </a:cubicBezTo>
                <a:cubicBezTo>
                  <a:pt x="341641" y="55482"/>
                  <a:pt x="340774" y="55435"/>
                  <a:pt x="340232" y="55343"/>
                </a:cubicBezTo>
                <a:cubicBezTo>
                  <a:pt x="339689" y="55250"/>
                  <a:pt x="339306" y="55098"/>
                  <a:pt x="339081" y="54886"/>
                </a:cubicBezTo>
                <a:cubicBezTo>
                  <a:pt x="338856" y="54675"/>
                  <a:pt x="338743" y="54384"/>
                  <a:pt x="338743" y="54013"/>
                </a:cubicBezTo>
                <a:lnTo>
                  <a:pt x="338743" y="51195"/>
                </a:lnTo>
                <a:cubicBezTo>
                  <a:pt x="337288" y="52756"/>
                  <a:pt x="335628" y="53980"/>
                  <a:pt x="333763" y="54866"/>
                </a:cubicBezTo>
                <a:cubicBezTo>
                  <a:pt x="331898" y="55753"/>
                  <a:pt x="329827" y="56196"/>
                  <a:pt x="327552" y="56196"/>
                </a:cubicBezTo>
                <a:cubicBezTo>
                  <a:pt x="325673" y="56196"/>
                  <a:pt x="323947" y="55950"/>
                  <a:pt x="322373" y="55459"/>
                </a:cubicBezTo>
                <a:cubicBezTo>
                  <a:pt x="320799" y="54968"/>
                  <a:pt x="319436" y="54238"/>
                  <a:pt x="318285" y="53269"/>
                </a:cubicBezTo>
                <a:cubicBezTo>
                  <a:pt x="317134" y="52300"/>
                  <a:pt x="316241" y="51099"/>
                  <a:pt x="315606" y="49666"/>
                </a:cubicBezTo>
                <a:cubicBezTo>
                  <a:pt x="314971" y="48233"/>
                  <a:pt x="314654" y="46560"/>
                  <a:pt x="314654" y="44648"/>
                </a:cubicBezTo>
                <a:cubicBezTo>
                  <a:pt x="314654" y="42577"/>
                  <a:pt x="315057" y="40779"/>
                  <a:pt x="315864" y="39252"/>
                </a:cubicBezTo>
                <a:cubicBezTo>
                  <a:pt x="316671" y="37726"/>
                  <a:pt x="317875" y="36465"/>
                  <a:pt x="319476" y="35470"/>
                </a:cubicBezTo>
                <a:cubicBezTo>
                  <a:pt x="321076" y="34474"/>
                  <a:pt x="323067" y="33738"/>
                  <a:pt x="325449" y="33260"/>
                </a:cubicBezTo>
                <a:cubicBezTo>
                  <a:pt x="327830" y="32782"/>
                  <a:pt x="330595" y="32543"/>
                  <a:pt x="333743" y="32543"/>
                </a:cubicBezTo>
                <a:lnTo>
                  <a:pt x="337196" y="32543"/>
                </a:lnTo>
                <a:lnTo>
                  <a:pt x="337196" y="30410"/>
                </a:lnTo>
                <a:cubicBezTo>
                  <a:pt x="337196" y="29303"/>
                  <a:pt x="337083" y="28336"/>
                  <a:pt x="336858" y="27506"/>
                </a:cubicBezTo>
                <a:cubicBezTo>
                  <a:pt x="336633" y="26676"/>
                  <a:pt x="336263" y="25985"/>
                  <a:pt x="335747" y="25432"/>
                </a:cubicBezTo>
                <a:cubicBezTo>
                  <a:pt x="335231" y="24878"/>
                  <a:pt x="334543" y="24470"/>
                  <a:pt x="333683" y="24207"/>
                </a:cubicBezTo>
                <a:cubicBezTo>
                  <a:pt x="332824" y="23944"/>
                  <a:pt x="331759" y="23812"/>
                  <a:pt x="330489" y="23812"/>
                </a:cubicBezTo>
                <a:cubicBezTo>
                  <a:pt x="328822" y="23812"/>
                  <a:pt x="327334" y="23997"/>
                  <a:pt x="326024" y="24367"/>
                </a:cubicBezTo>
                <a:cubicBezTo>
                  <a:pt x="324714" y="24738"/>
                  <a:pt x="323557" y="25148"/>
                  <a:pt x="322551" y="25598"/>
                </a:cubicBezTo>
                <a:cubicBezTo>
                  <a:pt x="321546" y="26047"/>
                  <a:pt x="320706" y="26458"/>
                  <a:pt x="320031" y="26828"/>
                </a:cubicBezTo>
                <a:cubicBezTo>
                  <a:pt x="319357" y="27198"/>
                  <a:pt x="318808" y="27384"/>
                  <a:pt x="318384" y="27384"/>
                </a:cubicBezTo>
                <a:cubicBezTo>
                  <a:pt x="318093" y="27384"/>
                  <a:pt x="317835" y="27291"/>
                  <a:pt x="317610" y="27105"/>
                </a:cubicBezTo>
                <a:cubicBezTo>
                  <a:pt x="317386" y="26919"/>
                  <a:pt x="317200" y="26653"/>
                  <a:pt x="317055" y="26307"/>
                </a:cubicBezTo>
                <a:cubicBezTo>
                  <a:pt x="316909" y="25962"/>
                  <a:pt x="316797" y="25536"/>
                  <a:pt x="316718" y="25031"/>
                </a:cubicBezTo>
                <a:cubicBezTo>
                  <a:pt x="316638" y="24525"/>
                  <a:pt x="316598" y="23966"/>
                  <a:pt x="316598" y="23355"/>
                </a:cubicBezTo>
                <a:cubicBezTo>
                  <a:pt x="316598" y="22531"/>
                  <a:pt x="316665" y="21880"/>
                  <a:pt x="316797" y="21401"/>
                </a:cubicBezTo>
                <a:cubicBezTo>
                  <a:pt x="316929" y="20922"/>
                  <a:pt x="317181" y="20490"/>
                  <a:pt x="317551" y="20105"/>
                </a:cubicBezTo>
                <a:cubicBezTo>
                  <a:pt x="317921" y="19719"/>
                  <a:pt x="318570" y="19294"/>
                  <a:pt x="319496" y="18831"/>
                </a:cubicBezTo>
                <a:cubicBezTo>
                  <a:pt x="320422" y="18368"/>
                  <a:pt x="321506" y="17938"/>
                  <a:pt x="322750" y="17541"/>
                </a:cubicBezTo>
                <a:cubicBezTo>
                  <a:pt x="323993" y="17145"/>
                  <a:pt x="325349" y="16820"/>
                  <a:pt x="326818" y="16569"/>
                </a:cubicBezTo>
                <a:cubicBezTo>
                  <a:pt x="328286" y="16318"/>
                  <a:pt x="329801" y="16192"/>
                  <a:pt x="331362" y="16192"/>
                </a:cubicBezTo>
                <a:cubicBezTo>
                  <a:pt x="334140" y="16192"/>
                  <a:pt x="336514" y="16464"/>
                  <a:pt x="338486" y="17007"/>
                </a:cubicBezTo>
                <a:cubicBezTo>
                  <a:pt x="340457" y="17549"/>
                  <a:pt x="342077" y="18383"/>
                  <a:pt x="343347" y="19510"/>
                </a:cubicBezTo>
                <a:cubicBezTo>
                  <a:pt x="344617" y="20635"/>
                  <a:pt x="345543" y="22085"/>
                  <a:pt x="346125" y="23859"/>
                </a:cubicBezTo>
                <a:cubicBezTo>
                  <a:pt x="346707" y="25633"/>
                  <a:pt x="346998" y="27739"/>
                  <a:pt x="346998" y="30175"/>
                </a:cubicBezTo>
                <a:lnTo>
                  <a:pt x="346998" y="54012"/>
                </a:lnTo>
                <a:moveTo>
                  <a:pt x="337196" y="38813"/>
                </a:moveTo>
                <a:lnTo>
                  <a:pt x="333386" y="38813"/>
                </a:lnTo>
                <a:cubicBezTo>
                  <a:pt x="331772" y="38813"/>
                  <a:pt x="330396" y="38933"/>
                  <a:pt x="329258" y="39173"/>
                </a:cubicBezTo>
                <a:cubicBezTo>
                  <a:pt x="328121" y="39413"/>
                  <a:pt x="327195" y="39773"/>
                  <a:pt x="326480" y="40253"/>
                </a:cubicBezTo>
                <a:cubicBezTo>
                  <a:pt x="325766" y="40733"/>
                  <a:pt x="325243" y="41313"/>
                  <a:pt x="324913" y="41993"/>
                </a:cubicBezTo>
                <a:cubicBezTo>
                  <a:pt x="324582" y="42673"/>
                  <a:pt x="324417" y="43452"/>
                  <a:pt x="324417" y="44332"/>
                </a:cubicBezTo>
                <a:cubicBezTo>
                  <a:pt x="324417" y="45825"/>
                  <a:pt x="324886" y="46999"/>
                  <a:pt x="325826" y="47852"/>
                </a:cubicBezTo>
                <a:cubicBezTo>
                  <a:pt x="326765" y="48705"/>
                  <a:pt x="328068" y="49132"/>
                  <a:pt x="329735" y="49132"/>
                </a:cubicBezTo>
                <a:cubicBezTo>
                  <a:pt x="331137" y="49132"/>
                  <a:pt x="332427" y="48772"/>
                  <a:pt x="333604" y="48053"/>
                </a:cubicBezTo>
                <a:cubicBezTo>
                  <a:pt x="334781" y="47333"/>
                  <a:pt x="335979" y="46279"/>
                  <a:pt x="337196" y="44893"/>
                </a:cubicBezTo>
                <a:lnTo>
                  <a:pt x="337196" y="38813"/>
                </a:lnTo>
                <a:close/>
                <a:moveTo>
                  <a:pt x="390725" y="53894"/>
                </a:moveTo>
                <a:cubicBezTo>
                  <a:pt x="390725" y="54159"/>
                  <a:pt x="390659" y="54390"/>
                  <a:pt x="390527" y="54589"/>
                </a:cubicBezTo>
                <a:cubicBezTo>
                  <a:pt x="390394" y="54787"/>
                  <a:pt x="390163" y="54952"/>
                  <a:pt x="389832" y="55085"/>
                </a:cubicBezTo>
                <a:cubicBezTo>
                  <a:pt x="389501" y="55217"/>
                  <a:pt x="389065" y="55316"/>
                  <a:pt x="388522" y="55382"/>
                </a:cubicBezTo>
                <a:cubicBezTo>
                  <a:pt x="387980" y="55448"/>
                  <a:pt x="387299" y="55482"/>
                  <a:pt x="386479" y="55482"/>
                </a:cubicBezTo>
                <a:cubicBezTo>
                  <a:pt x="385605" y="55482"/>
                  <a:pt x="384898" y="55448"/>
                  <a:pt x="384355" y="55382"/>
                </a:cubicBezTo>
                <a:cubicBezTo>
                  <a:pt x="383813" y="55316"/>
                  <a:pt x="383383" y="55217"/>
                  <a:pt x="383066" y="55085"/>
                </a:cubicBezTo>
                <a:cubicBezTo>
                  <a:pt x="382748" y="54952"/>
                  <a:pt x="382523" y="54787"/>
                  <a:pt x="382391" y="54589"/>
                </a:cubicBezTo>
                <a:cubicBezTo>
                  <a:pt x="382259" y="54390"/>
                  <a:pt x="382192" y="54159"/>
                  <a:pt x="382192" y="53894"/>
                </a:cubicBezTo>
                <a:lnTo>
                  <a:pt x="382192" y="49806"/>
                </a:lnTo>
                <a:cubicBezTo>
                  <a:pt x="380235" y="51936"/>
                  <a:pt x="378244" y="53534"/>
                  <a:pt x="376220" y="54599"/>
                </a:cubicBezTo>
                <a:cubicBezTo>
                  <a:pt x="374196" y="55663"/>
                  <a:pt x="372099" y="56196"/>
                  <a:pt x="369929" y="56196"/>
                </a:cubicBezTo>
                <a:cubicBezTo>
                  <a:pt x="367495" y="56196"/>
                  <a:pt x="365451" y="55799"/>
                  <a:pt x="363798" y="55004"/>
                </a:cubicBezTo>
                <a:cubicBezTo>
                  <a:pt x="362144" y="54210"/>
                  <a:pt x="360808" y="53124"/>
                  <a:pt x="359789" y="51747"/>
                </a:cubicBezTo>
                <a:cubicBezTo>
                  <a:pt x="358771" y="50370"/>
                  <a:pt x="358043" y="48774"/>
                  <a:pt x="357607" y="46960"/>
                </a:cubicBezTo>
                <a:cubicBezTo>
                  <a:pt x="357170" y="45145"/>
                  <a:pt x="356952" y="42887"/>
                  <a:pt x="356952" y="40186"/>
                </a:cubicBezTo>
                <a:lnTo>
                  <a:pt x="356952" y="18495"/>
                </a:lnTo>
                <a:cubicBezTo>
                  <a:pt x="356952" y="18231"/>
                  <a:pt x="357025" y="17999"/>
                  <a:pt x="357170" y="17801"/>
                </a:cubicBezTo>
                <a:cubicBezTo>
                  <a:pt x="357316" y="17601"/>
                  <a:pt x="357580" y="17436"/>
                  <a:pt x="357964" y="17303"/>
                </a:cubicBezTo>
                <a:cubicBezTo>
                  <a:pt x="358348" y="17171"/>
                  <a:pt x="358863" y="17072"/>
                  <a:pt x="359512" y="17006"/>
                </a:cubicBezTo>
                <a:cubicBezTo>
                  <a:pt x="360160" y="16939"/>
                  <a:pt x="360960" y="16906"/>
                  <a:pt x="361913" y="16906"/>
                </a:cubicBezTo>
                <a:cubicBezTo>
                  <a:pt x="362892" y="16906"/>
                  <a:pt x="363699" y="16939"/>
                  <a:pt x="364334" y="17006"/>
                </a:cubicBezTo>
                <a:cubicBezTo>
                  <a:pt x="364969" y="17072"/>
                  <a:pt x="365478" y="17171"/>
                  <a:pt x="365861" y="17303"/>
                </a:cubicBezTo>
                <a:cubicBezTo>
                  <a:pt x="366245" y="17436"/>
                  <a:pt x="366516" y="17601"/>
                  <a:pt x="366675" y="17799"/>
                </a:cubicBezTo>
                <a:cubicBezTo>
                  <a:pt x="366834" y="17998"/>
                  <a:pt x="366913" y="18229"/>
                  <a:pt x="366913" y="18494"/>
                </a:cubicBezTo>
                <a:lnTo>
                  <a:pt x="366913" y="38496"/>
                </a:lnTo>
                <a:cubicBezTo>
                  <a:pt x="366913" y="40348"/>
                  <a:pt x="367032" y="41763"/>
                  <a:pt x="367270" y="42742"/>
                </a:cubicBezTo>
                <a:cubicBezTo>
                  <a:pt x="367508" y="43721"/>
                  <a:pt x="367872" y="44561"/>
                  <a:pt x="368362" y="45262"/>
                </a:cubicBezTo>
                <a:cubicBezTo>
                  <a:pt x="368851" y="45963"/>
                  <a:pt x="369473" y="46506"/>
                  <a:pt x="370227" y="46889"/>
                </a:cubicBezTo>
                <a:cubicBezTo>
                  <a:pt x="370981" y="47273"/>
                  <a:pt x="371861" y="47465"/>
                  <a:pt x="372866" y="47465"/>
                </a:cubicBezTo>
                <a:cubicBezTo>
                  <a:pt x="374136" y="47465"/>
                  <a:pt x="375413" y="47002"/>
                  <a:pt x="376696" y="46076"/>
                </a:cubicBezTo>
                <a:cubicBezTo>
                  <a:pt x="377979" y="45150"/>
                  <a:pt x="379348" y="43801"/>
                  <a:pt x="380803" y="42028"/>
                </a:cubicBezTo>
                <a:lnTo>
                  <a:pt x="380803" y="18494"/>
                </a:lnTo>
                <a:cubicBezTo>
                  <a:pt x="380803" y="18229"/>
                  <a:pt x="380876" y="17998"/>
                  <a:pt x="381022" y="17799"/>
                </a:cubicBezTo>
                <a:cubicBezTo>
                  <a:pt x="381167" y="17601"/>
                  <a:pt x="381432" y="17436"/>
                  <a:pt x="381815" y="17303"/>
                </a:cubicBezTo>
                <a:cubicBezTo>
                  <a:pt x="382199" y="17171"/>
                  <a:pt x="382708" y="17072"/>
                  <a:pt x="383343" y="17006"/>
                </a:cubicBezTo>
                <a:cubicBezTo>
                  <a:pt x="383978" y="16939"/>
                  <a:pt x="384785" y="16906"/>
                  <a:pt x="385764" y="16906"/>
                </a:cubicBezTo>
                <a:cubicBezTo>
                  <a:pt x="386743" y="16906"/>
                  <a:pt x="387550" y="16939"/>
                  <a:pt x="388185" y="17006"/>
                </a:cubicBezTo>
                <a:cubicBezTo>
                  <a:pt x="388820" y="17072"/>
                  <a:pt x="389323" y="17171"/>
                  <a:pt x="389693" y="17303"/>
                </a:cubicBezTo>
                <a:cubicBezTo>
                  <a:pt x="390064" y="17436"/>
                  <a:pt x="390328" y="17601"/>
                  <a:pt x="390487" y="17799"/>
                </a:cubicBezTo>
                <a:cubicBezTo>
                  <a:pt x="390646" y="17998"/>
                  <a:pt x="390725" y="18229"/>
                  <a:pt x="390725" y="18494"/>
                </a:cubicBezTo>
                <a:lnTo>
                  <a:pt x="390725" y="53894"/>
                </a:lnTo>
                <a:close/>
                <a:moveTo>
                  <a:pt x="425841" y="43908"/>
                </a:moveTo>
                <a:cubicBezTo>
                  <a:pt x="425841" y="45923"/>
                  <a:pt x="425464" y="47699"/>
                  <a:pt x="424710" y="49237"/>
                </a:cubicBezTo>
                <a:cubicBezTo>
                  <a:pt x="423956" y="50774"/>
                  <a:pt x="422891" y="52060"/>
                  <a:pt x="421516" y="53094"/>
                </a:cubicBezTo>
                <a:cubicBezTo>
                  <a:pt x="420140" y="54128"/>
                  <a:pt x="418513" y="54903"/>
                  <a:pt x="416634" y="55420"/>
                </a:cubicBezTo>
                <a:cubicBezTo>
                  <a:pt x="414756" y="55937"/>
                  <a:pt x="412718" y="56196"/>
                  <a:pt x="410522" y="56196"/>
                </a:cubicBezTo>
                <a:cubicBezTo>
                  <a:pt x="409200" y="56196"/>
                  <a:pt x="407936" y="56095"/>
                  <a:pt x="406732" y="55895"/>
                </a:cubicBezTo>
                <a:cubicBezTo>
                  <a:pt x="405529" y="55694"/>
                  <a:pt x="404450" y="55439"/>
                  <a:pt x="403498" y="55132"/>
                </a:cubicBezTo>
                <a:cubicBezTo>
                  <a:pt x="402546" y="54823"/>
                  <a:pt x="401752" y="54509"/>
                  <a:pt x="401117" y="54188"/>
                </a:cubicBezTo>
                <a:cubicBezTo>
                  <a:pt x="400482" y="53866"/>
                  <a:pt x="400019" y="53565"/>
                  <a:pt x="399728" y="53284"/>
                </a:cubicBezTo>
                <a:cubicBezTo>
                  <a:pt x="399437" y="53003"/>
                  <a:pt x="399212" y="52563"/>
                  <a:pt x="399053" y="51964"/>
                </a:cubicBezTo>
                <a:cubicBezTo>
                  <a:pt x="398894" y="51366"/>
                  <a:pt x="398815" y="50481"/>
                  <a:pt x="398815" y="49310"/>
                </a:cubicBezTo>
                <a:cubicBezTo>
                  <a:pt x="398815" y="48539"/>
                  <a:pt x="398841" y="47920"/>
                  <a:pt x="398894" y="47455"/>
                </a:cubicBezTo>
                <a:cubicBezTo>
                  <a:pt x="398947" y="46989"/>
                  <a:pt x="399027" y="46617"/>
                  <a:pt x="399132" y="46338"/>
                </a:cubicBezTo>
                <a:cubicBezTo>
                  <a:pt x="399238" y="46058"/>
                  <a:pt x="399371" y="45872"/>
                  <a:pt x="399529" y="45779"/>
                </a:cubicBezTo>
                <a:cubicBezTo>
                  <a:pt x="399688" y="45686"/>
                  <a:pt x="399887" y="45639"/>
                  <a:pt x="400125" y="45639"/>
                </a:cubicBezTo>
                <a:cubicBezTo>
                  <a:pt x="400416" y="45639"/>
                  <a:pt x="400846" y="45807"/>
                  <a:pt x="401414" y="46142"/>
                </a:cubicBezTo>
                <a:cubicBezTo>
                  <a:pt x="401983" y="46476"/>
                  <a:pt x="402691" y="46845"/>
                  <a:pt x="403538" y="47247"/>
                </a:cubicBezTo>
                <a:cubicBezTo>
                  <a:pt x="404384" y="47648"/>
                  <a:pt x="405370" y="48023"/>
                  <a:pt x="406494" y="48371"/>
                </a:cubicBezTo>
                <a:cubicBezTo>
                  <a:pt x="407619" y="48720"/>
                  <a:pt x="408895" y="48894"/>
                  <a:pt x="410324" y="48894"/>
                </a:cubicBezTo>
                <a:cubicBezTo>
                  <a:pt x="411224" y="48894"/>
                  <a:pt x="412024" y="48801"/>
                  <a:pt x="412725" y="48617"/>
                </a:cubicBezTo>
                <a:cubicBezTo>
                  <a:pt x="413426" y="48433"/>
                  <a:pt x="414035" y="48169"/>
                  <a:pt x="414551" y="47827"/>
                </a:cubicBezTo>
                <a:cubicBezTo>
                  <a:pt x="415067" y="47484"/>
                  <a:pt x="415457" y="47049"/>
                  <a:pt x="415721" y="46522"/>
                </a:cubicBezTo>
                <a:cubicBezTo>
                  <a:pt x="415986" y="45996"/>
                  <a:pt x="416118" y="45390"/>
                  <a:pt x="416118" y="44704"/>
                </a:cubicBezTo>
                <a:cubicBezTo>
                  <a:pt x="416118" y="43909"/>
                  <a:pt x="415874" y="43226"/>
                  <a:pt x="415384" y="42657"/>
                </a:cubicBezTo>
                <a:cubicBezTo>
                  <a:pt x="414895" y="42086"/>
                  <a:pt x="414246" y="41589"/>
                  <a:pt x="413439" y="41165"/>
                </a:cubicBezTo>
                <a:cubicBezTo>
                  <a:pt x="412632" y="40741"/>
                  <a:pt x="411720" y="40343"/>
                  <a:pt x="410701" y="39972"/>
                </a:cubicBezTo>
                <a:cubicBezTo>
                  <a:pt x="409682" y="39600"/>
                  <a:pt x="408637" y="39189"/>
                  <a:pt x="407566" y="38739"/>
                </a:cubicBezTo>
                <a:cubicBezTo>
                  <a:pt x="406494" y="38288"/>
                  <a:pt x="405449" y="37772"/>
                  <a:pt x="404431" y="37189"/>
                </a:cubicBezTo>
                <a:cubicBezTo>
                  <a:pt x="403412" y="36605"/>
                  <a:pt x="402499" y="35889"/>
                  <a:pt x="401692" y="35041"/>
                </a:cubicBezTo>
                <a:cubicBezTo>
                  <a:pt x="400885" y="34192"/>
                  <a:pt x="400237" y="33172"/>
                  <a:pt x="399748" y="31980"/>
                </a:cubicBezTo>
                <a:cubicBezTo>
                  <a:pt x="399258" y="30787"/>
                  <a:pt x="399013" y="29355"/>
                  <a:pt x="399013" y="27685"/>
                </a:cubicBezTo>
                <a:cubicBezTo>
                  <a:pt x="399013" y="25988"/>
                  <a:pt x="399344" y="24430"/>
                  <a:pt x="400006" y="23012"/>
                </a:cubicBezTo>
                <a:cubicBezTo>
                  <a:pt x="400667" y="21594"/>
                  <a:pt x="401619" y="20381"/>
                  <a:pt x="402863" y="19374"/>
                </a:cubicBezTo>
                <a:cubicBezTo>
                  <a:pt x="404107" y="18367"/>
                  <a:pt x="405621" y="17584"/>
                  <a:pt x="407407" y="17028"/>
                </a:cubicBezTo>
                <a:cubicBezTo>
                  <a:pt x="409193" y="16471"/>
                  <a:pt x="411197" y="16192"/>
                  <a:pt x="413420" y="16192"/>
                </a:cubicBezTo>
                <a:cubicBezTo>
                  <a:pt x="414531" y="16192"/>
                  <a:pt x="415609" y="16271"/>
                  <a:pt x="416654" y="16430"/>
                </a:cubicBezTo>
                <a:cubicBezTo>
                  <a:pt x="417699" y="16589"/>
                  <a:pt x="418645" y="16787"/>
                  <a:pt x="419492" y="17025"/>
                </a:cubicBezTo>
                <a:cubicBezTo>
                  <a:pt x="420338" y="17264"/>
                  <a:pt x="421053" y="17522"/>
                  <a:pt x="421635" y="17799"/>
                </a:cubicBezTo>
                <a:cubicBezTo>
                  <a:pt x="422217" y="18077"/>
                  <a:pt x="422633" y="18315"/>
                  <a:pt x="422885" y="18514"/>
                </a:cubicBezTo>
                <a:cubicBezTo>
                  <a:pt x="423136" y="18712"/>
                  <a:pt x="423315" y="18911"/>
                  <a:pt x="423421" y="19109"/>
                </a:cubicBezTo>
                <a:cubicBezTo>
                  <a:pt x="423526" y="19307"/>
                  <a:pt x="423606" y="19546"/>
                  <a:pt x="423659" y="19823"/>
                </a:cubicBezTo>
                <a:cubicBezTo>
                  <a:pt x="423712" y="20101"/>
                  <a:pt x="423758" y="20445"/>
                  <a:pt x="423798" y="20855"/>
                </a:cubicBezTo>
                <a:cubicBezTo>
                  <a:pt x="423837" y="21265"/>
                  <a:pt x="423857" y="21775"/>
                  <a:pt x="423857" y="22383"/>
                </a:cubicBezTo>
                <a:cubicBezTo>
                  <a:pt x="423857" y="23097"/>
                  <a:pt x="423837" y="23680"/>
                  <a:pt x="423798" y="24129"/>
                </a:cubicBezTo>
                <a:cubicBezTo>
                  <a:pt x="423758" y="24579"/>
                  <a:pt x="423692" y="24936"/>
                  <a:pt x="423599" y="25201"/>
                </a:cubicBezTo>
                <a:cubicBezTo>
                  <a:pt x="423507" y="25465"/>
                  <a:pt x="423381" y="25644"/>
                  <a:pt x="423222" y="25737"/>
                </a:cubicBezTo>
                <a:cubicBezTo>
                  <a:pt x="423063" y="25829"/>
                  <a:pt x="422878" y="25876"/>
                  <a:pt x="422666" y="25876"/>
                </a:cubicBezTo>
                <a:cubicBezTo>
                  <a:pt x="422428" y="25876"/>
                  <a:pt x="422058" y="25737"/>
                  <a:pt x="421555" y="25459"/>
                </a:cubicBezTo>
                <a:cubicBezTo>
                  <a:pt x="421053" y="25181"/>
                  <a:pt x="420424" y="24883"/>
                  <a:pt x="419670" y="24566"/>
                </a:cubicBezTo>
                <a:cubicBezTo>
                  <a:pt x="418916" y="24248"/>
                  <a:pt x="418043" y="23951"/>
                  <a:pt x="417051" y="23673"/>
                </a:cubicBezTo>
                <a:cubicBezTo>
                  <a:pt x="416059" y="23395"/>
                  <a:pt x="414928" y="23256"/>
                  <a:pt x="413658" y="23256"/>
                </a:cubicBezTo>
                <a:cubicBezTo>
                  <a:pt x="412758" y="23256"/>
                  <a:pt x="411978" y="23350"/>
                  <a:pt x="411316" y="23537"/>
                </a:cubicBezTo>
                <a:cubicBezTo>
                  <a:pt x="410655" y="23723"/>
                  <a:pt x="410112" y="23988"/>
                  <a:pt x="409689" y="24334"/>
                </a:cubicBezTo>
                <a:cubicBezTo>
                  <a:pt x="409266" y="24680"/>
                  <a:pt x="408948" y="25085"/>
                  <a:pt x="408737" y="25551"/>
                </a:cubicBezTo>
                <a:cubicBezTo>
                  <a:pt x="408525" y="26016"/>
                  <a:pt x="408419" y="26515"/>
                  <a:pt x="408419" y="27048"/>
                </a:cubicBezTo>
                <a:cubicBezTo>
                  <a:pt x="408419" y="27869"/>
                  <a:pt x="408670" y="28559"/>
                  <a:pt x="409173" y="29116"/>
                </a:cubicBezTo>
                <a:cubicBezTo>
                  <a:pt x="409676" y="29673"/>
                  <a:pt x="410337" y="30163"/>
                  <a:pt x="411157" y="30587"/>
                </a:cubicBezTo>
                <a:cubicBezTo>
                  <a:pt x="411978" y="31011"/>
                  <a:pt x="412910" y="31409"/>
                  <a:pt x="413955" y="31780"/>
                </a:cubicBezTo>
                <a:cubicBezTo>
                  <a:pt x="415000" y="32151"/>
                  <a:pt x="416059" y="32556"/>
                  <a:pt x="417130" y="32993"/>
                </a:cubicBezTo>
                <a:cubicBezTo>
                  <a:pt x="418202" y="33430"/>
                  <a:pt x="419260" y="33941"/>
                  <a:pt x="420305" y="34523"/>
                </a:cubicBezTo>
                <a:cubicBezTo>
                  <a:pt x="421350" y="35106"/>
                  <a:pt x="422283" y="35822"/>
                  <a:pt x="423103" y="36671"/>
                </a:cubicBezTo>
                <a:cubicBezTo>
                  <a:pt x="423923" y="37520"/>
                  <a:pt x="424585" y="38534"/>
                  <a:pt x="425087" y="39714"/>
                </a:cubicBezTo>
                <a:cubicBezTo>
                  <a:pt x="425590" y="40893"/>
                  <a:pt x="425841" y="42291"/>
                  <a:pt x="425841" y="43908"/>
                </a:cubicBezTo>
                <a:close/>
                <a:moveTo>
                  <a:pt x="466269" y="35156"/>
                </a:moveTo>
                <a:cubicBezTo>
                  <a:pt x="466269" y="36375"/>
                  <a:pt x="465998" y="37277"/>
                  <a:pt x="465456" y="37860"/>
                </a:cubicBezTo>
                <a:cubicBezTo>
                  <a:pt x="464913" y="38442"/>
                  <a:pt x="464166" y="38734"/>
                  <a:pt x="463213" y="38734"/>
                </a:cubicBezTo>
                <a:lnTo>
                  <a:pt x="441664" y="38734"/>
                </a:lnTo>
                <a:cubicBezTo>
                  <a:pt x="441664" y="40248"/>
                  <a:pt x="441842" y="41622"/>
                  <a:pt x="442199" y="42858"/>
                </a:cubicBezTo>
                <a:cubicBezTo>
                  <a:pt x="442557" y="44093"/>
                  <a:pt x="443125" y="45142"/>
                  <a:pt x="443906" y="46006"/>
                </a:cubicBezTo>
                <a:cubicBezTo>
                  <a:pt x="444686" y="46870"/>
                  <a:pt x="445692" y="47527"/>
                  <a:pt x="446922" y="47978"/>
                </a:cubicBezTo>
                <a:cubicBezTo>
                  <a:pt x="448152" y="48430"/>
                  <a:pt x="449627" y="48655"/>
                  <a:pt x="451347" y="48655"/>
                </a:cubicBezTo>
                <a:cubicBezTo>
                  <a:pt x="453093" y="48655"/>
                  <a:pt x="454628" y="48528"/>
                  <a:pt x="455951" y="48272"/>
                </a:cubicBezTo>
                <a:cubicBezTo>
                  <a:pt x="457274" y="48017"/>
                  <a:pt x="458418" y="47734"/>
                  <a:pt x="459384" y="47425"/>
                </a:cubicBezTo>
                <a:cubicBezTo>
                  <a:pt x="460349" y="47116"/>
                  <a:pt x="461150" y="46834"/>
                  <a:pt x="461785" y="46578"/>
                </a:cubicBezTo>
                <a:cubicBezTo>
                  <a:pt x="462420" y="46323"/>
                  <a:pt x="462936" y="46195"/>
                  <a:pt x="463332" y="46195"/>
                </a:cubicBezTo>
                <a:cubicBezTo>
                  <a:pt x="463570" y="46195"/>
                  <a:pt x="463769" y="46242"/>
                  <a:pt x="463928" y="46335"/>
                </a:cubicBezTo>
                <a:cubicBezTo>
                  <a:pt x="464086" y="46428"/>
                  <a:pt x="464219" y="46594"/>
                  <a:pt x="464325" y="46834"/>
                </a:cubicBezTo>
                <a:cubicBezTo>
                  <a:pt x="464430" y="47073"/>
                  <a:pt x="464503" y="47412"/>
                  <a:pt x="464543" y="47851"/>
                </a:cubicBezTo>
                <a:cubicBezTo>
                  <a:pt x="464582" y="48290"/>
                  <a:pt x="464602" y="48842"/>
                  <a:pt x="464602" y="49506"/>
                </a:cubicBezTo>
                <a:cubicBezTo>
                  <a:pt x="464602" y="50092"/>
                  <a:pt x="464589" y="50591"/>
                  <a:pt x="464563" y="51003"/>
                </a:cubicBezTo>
                <a:cubicBezTo>
                  <a:pt x="464536" y="51415"/>
                  <a:pt x="464497" y="51767"/>
                  <a:pt x="464444" y="52060"/>
                </a:cubicBezTo>
                <a:cubicBezTo>
                  <a:pt x="464391" y="52353"/>
                  <a:pt x="464311" y="52599"/>
                  <a:pt x="464205" y="52799"/>
                </a:cubicBezTo>
                <a:cubicBezTo>
                  <a:pt x="464100" y="52998"/>
                  <a:pt x="463961" y="53191"/>
                  <a:pt x="463789" y="53377"/>
                </a:cubicBezTo>
                <a:cubicBezTo>
                  <a:pt x="463617" y="53563"/>
                  <a:pt x="463147" y="53815"/>
                  <a:pt x="462380" y="54132"/>
                </a:cubicBezTo>
                <a:cubicBezTo>
                  <a:pt x="461613" y="54450"/>
                  <a:pt x="460634" y="54761"/>
                  <a:pt x="459443" y="55065"/>
                </a:cubicBezTo>
                <a:cubicBezTo>
                  <a:pt x="458253" y="55369"/>
                  <a:pt x="456890" y="55634"/>
                  <a:pt x="455355" y="55859"/>
                </a:cubicBezTo>
                <a:cubicBezTo>
                  <a:pt x="453821" y="56083"/>
                  <a:pt x="452180" y="56196"/>
                  <a:pt x="450434" y="56196"/>
                </a:cubicBezTo>
                <a:cubicBezTo>
                  <a:pt x="447286" y="56196"/>
                  <a:pt x="444528" y="55798"/>
                  <a:pt x="442160" y="55003"/>
                </a:cubicBezTo>
                <a:cubicBezTo>
                  <a:pt x="439792" y="54207"/>
                  <a:pt x="437814" y="53001"/>
                  <a:pt x="436227" y="51384"/>
                </a:cubicBezTo>
                <a:cubicBezTo>
                  <a:pt x="434639" y="49767"/>
                  <a:pt x="433455" y="47726"/>
                  <a:pt x="432675" y="45261"/>
                </a:cubicBezTo>
                <a:cubicBezTo>
                  <a:pt x="431894" y="42796"/>
                  <a:pt x="431504" y="39906"/>
                  <a:pt x="431504" y="36592"/>
                </a:cubicBezTo>
                <a:cubicBezTo>
                  <a:pt x="431504" y="33437"/>
                  <a:pt x="431914" y="30594"/>
                  <a:pt x="432734" y="28062"/>
                </a:cubicBezTo>
                <a:cubicBezTo>
                  <a:pt x="433554" y="25530"/>
                  <a:pt x="434745" y="23383"/>
                  <a:pt x="436306" y="21620"/>
                </a:cubicBezTo>
                <a:cubicBezTo>
                  <a:pt x="437867" y="19857"/>
                  <a:pt x="439765" y="18511"/>
                  <a:pt x="442001" y="17584"/>
                </a:cubicBezTo>
                <a:cubicBezTo>
                  <a:pt x="444237" y="16656"/>
                  <a:pt x="446757" y="16192"/>
                  <a:pt x="449561" y="16192"/>
                </a:cubicBezTo>
                <a:cubicBezTo>
                  <a:pt x="452524" y="16192"/>
                  <a:pt x="455058" y="16629"/>
                  <a:pt x="457161" y="17504"/>
                </a:cubicBezTo>
                <a:cubicBezTo>
                  <a:pt x="459265" y="18379"/>
                  <a:pt x="460991" y="19591"/>
                  <a:pt x="462340" y="21142"/>
                </a:cubicBezTo>
                <a:cubicBezTo>
                  <a:pt x="463690" y="22692"/>
                  <a:pt x="464682" y="24527"/>
                  <a:pt x="465317" y="26648"/>
                </a:cubicBezTo>
                <a:cubicBezTo>
                  <a:pt x="465952" y="28768"/>
                  <a:pt x="466269" y="31074"/>
                  <a:pt x="466269" y="33566"/>
                </a:cubicBezTo>
                <a:lnTo>
                  <a:pt x="466269" y="35156"/>
                </a:lnTo>
                <a:moveTo>
                  <a:pt x="456586" y="32305"/>
                </a:moveTo>
                <a:cubicBezTo>
                  <a:pt x="456665" y="29488"/>
                  <a:pt x="456103" y="27276"/>
                  <a:pt x="454899" y="25668"/>
                </a:cubicBezTo>
                <a:cubicBezTo>
                  <a:pt x="453695" y="24060"/>
                  <a:pt x="451837" y="23256"/>
                  <a:pt x="449323" y="23256"/>
                </a:cubicBezTo>
                <a:cubicBezTo>
                  <a:pt x="448053" y="23256"/>
                  <a:pt x="446949" y="23496"/>
                  <a:pt x="446009" y="23974"/>
                </a:cubicBezTo>
                <a:cubicBezTo>
                  <a:pt x="445070" y="24452"/>
                  <a:pt x="444290" y="25097"/>
                  <a:pt x="443668" y="25908"/>
                </a:cubicBezTo>
                <a:cubicBezTo>
                  <a:pt x="443046" y="26718"/>
                  <a:pt x="442570" y="27675"/>
                  <a:pt x="442239" y="28778"/>
                </a:cubicBezTo>
                <a:cubicBezTo>
                  <a:pt x="441908" y="29880"/>
                  <a:pt x="441717" y="31055"/>
                  <a:pt x="441664" y="32305"/>
                </a:cubicBezTo>
                <a:lnTo>
                  <a:pt x="456586" y="32305"/>
                </a:lnTo>
                <a:close/>
                <a:moveTo>
                  <a:pt x="512180" y="50374"/>
                </a:moveTo>
                <a:cubicBezTo>
                  <a:pt x="512180" y="51544"/>
                  <a:pt x="512108" y="52442"/>
                  <a:pt x="511962" y="53067"/>
                </a:cubicBezTo>
                <a:cubicBezTo>
                  <a:pt x="511817" y="53691"/>
                  <a:pt x="511625" y="54130"/>
                  <a:pt x="511387" y="54383"/>
                </a:cubicBezTo>
                <a:cubicBezTo>
                  <a:pt x="511149" y="54635"/>
                  <a:pt x="510798" y="54861"/>
                  <a:pt x="510335" y="55060"/>
                </a:cubicBezTo>
                <a:cubicBezTo>
                  <a:pt x="509872" y="55259"/>
                  <a:pt x="509330" y="55432"/>
                  <a:pt x="508708" y="55578"/>
                </a:cubicBezTo>
                <a:cubicBezTo>
                  <a:pt x="508086" y="55725"/>
                  <a:pt x="507411" y="55837"/>
                  <a:pt x="506684" y="55917"/>
                </a:cubicBezTo>
                <a:cubicBezTo>
                  <a:pt x="505956" y="55997"/>
                  <a:pt x="505222" y="56037"/>
                  <a:pt x="504481" y="56037"/>
                </a:cubicBezTo>
                <a:cubicBezTo>
                  <a:pt x="502497" y="56037"/>
                  <a:pt x="500777" y="55786"/>
                  <a:pt x="499322" y="55283"/>
                </a:cubicBezTo>
                <a:cubicBezTo>
                  <a:pt x="497867" y="54780"/>
                  <a:pt x="496663" y="54007"/>
                  <a:pt x="495711" y="52961"/>
                </a:cubicBezTo>
                <a:cubicBezTo>
                  <a:pt x="494758" y="51916"/>
                  <a:pt x="494057" y="50600"/>
                  <a:pt x="493607" y="49013"/>
                </a:cubicBezTo>
                <a:cubicBezTo>
                  <a:pt x="493157" y="47425"/>
                  <a:pt x="492933" y="45547"/>
                  <a:pt x="492933" y="43377"/>
                </a:cubicBezTo>
                <a:lnTo>
                  <a:pt x="492933" y="25241"/>
                </a:lnTo>
                <a:lnTo>
                  <a:pt x="488686" y="25241"/>
                </a:lnTo>
                <a:cubicBezTo>
                  <a:pt x="488183" y="25241"/>
                  <a:pt x="487800" y="24930"/>
                  <a:pt x="487535" y="24308"/>
                </a:cubicBezTo>
                <a:cubicBezTo>
                  <a:pt x="487271" y="23686"/>
                  <a:pt x="487138" y="22648"/>
                  <a:pt x="487138" y="21193"/>
                </a:cubicBezTo>
                <a:cubicBezTo>
                  <a:pt x="487138" y="20425"/>
                  <a:pt x="487171" y="19777"/>
                  <a:pt x="487238" y="19248"/>
                </a:cubicBezTo>
                <a:cubicBezTo>
                  <a:pt x="487304" y="18719"/>
                  <a:pt x="487403" y="18302"/>
                  <a:pt x="487535" y="17998"/>
                </a:cubicBezTo>
                <a:cubicBezTo>
                  <a:pt x="487667" y="17694"/>
                  <a:pt x="487833" y="17475"/>
                  <a:pt x="488031" y="17343"/>
                </a:cubicBezTo>
                <a:cubicBezTo>
                  <a:pt x="488230" y="17211"/>
                  <a:pt x="488461" y="17145"/>
                  <a:pt x="488726" y="17145"/>
                </a:cubicBezTo>
                <a:lnTo>
                  <a:pt x="492933" y="17145"/>
                </a:lnTo>
                <a:lnTo>
                  <a:pt x="492933" y="9215"/>
                </a:lnTo>
                <a:cubicBezTo>
                  <a:pt x="492933" y="8948"/>
                  <a:pt x="493005" y="8709"/>
                  <a:pt x="493151" y="8497"/>
                </a:cubicBezTo>
                <a:cubicBezTo>
                  <a:pt x="493296" y="8284"/>
                  <a:pt x="493561" y="8105"/>
                  <a:pt x="493945" y="7960"/>
                </a:cubicBezTo>
                <a:cubicBezTo>
                  <a:pt x="494328" y="7813"/>
                  <a:pt x="494844" y="7707"/>
                  <a:pt x="495492" y="7641"/>
                </a:cubicBezTo>
                <a:cubicBezTo>
                  <a:pt x="496140" y="7574"/>
                  <a:pt x="496941" y="7540"/>
                  <a:pt x="497893" y="7540"/>
                </a:cubicBezTo>
                <a:cubicBezTo>
                  <a:pt x="498872" y="7540"/>
                  <a:pt x="499686" y="7574"/>
                  <a:pt x="500334" y="7641"/>
                </a:cubicBezTo>
                <a:cubicBezTo>
                  <a:pt x="500982" y="7707"/>
                  <a:pt x="501492" y="7813"/>
                  <a:pt x="501862" y="7960"/>
                </a:cubicBezTo>
                <a:cubicBezTo>
                  <a:pt x="502232" y="8105"/>
                  <a:pt x="502497" y="8284"/>
                  <a:pt x="502656" y="8497"/>
                </a:cubicBezTo>
                <a:cubicBezTo>
                  <a:pt x="502814" y="8709"/>
                  <a:pt x="502894" y="8948"/>
                  <a:pt x="502894" y="9215"/>
                </a:cubicBezTo>
                <a:lnTo>
                  <a:pt x="502894" y="17145"/>
                </a:lnTo>
                <a:lnTo>
                  <a:pt x="510593" y="17145"/>
                </a:lnTo>
                <a:cubicBezTo>
                  <a:pt x="510858" y="17145"/>
                  <a:pt x="511089" y="17211"/>
                  <a:pt x="511287" y="17343"/>
                </a:cubicBezTo>
                <a:cubicBezTo>
                  <a:pt x="511486" y="17475"/>
                  <a:pt x="511651" y="17694"/>
                  <a:pt x="511784" y="17998"/>
                </a:cubicBezTo>
                <a:cubicBezTo>
                  <a:pt x="511916" y="18302"/>
                  <a:pt x="512015" y="18719"/>
                  <a:pt x="512081" y="19248"/>
                </a:cubicBezTo>
                <a:cubicBezTo>
                  <a:pt x="512147" y="19777"/>
                  <a:pt x="512180" y="20425"/>
                  <a:pt x="512180" y="21193"/>
                </a:cubicBezTo>
                <a:cubicBezTo>
                  <a:pt x="512180" y="22648"/>
                  <a:pt x="512048" y="23686"/>
                  <a:pt x="511784" y="24308"/>
                </a:cubicBezTo>
                <a:cubicBezTo>
                  <a:pt x="511519" y="24930"/>
                  <a:pt x="511135" y="25241"/>
                  <a:pt x="510633" y="25241"/>
                </a:cubicBezTo>
                <a:lnTo>
                  <a:pt x="502894" y="25241"/>
                </a:lnTo>
                <a:lnTo>
                  <a:pt x="502894" y="41839"/>
                </a:lnTo>
                <a:cubicBezTo>
                  <a:pt x="502894" y="43767"/>
                  <a:pt x="503198" y="45214"/>
                  <a:pt x="503807" y="46178"/>
                </a:cubicBezTo>
                <a:cubicBezTo>
                  <a:pt x="504415" y="47142"/>
                  <a:pt x="505500" y="47624"/>
                  <a:pt x="507061" y="47624"/>
                </a:cubicBezTo>
                <a:cubicBezTo>
                  <a:pt x="507590" y="47624"/>
                  <a:pt x="508066" y="47577"/>
                  <a:pt x="508490" y="47485"/>
                </a:cubicBezTo>
                <a:cubicBezTo>
                  <a:pt x="508913" y="47392"/>
                  <a:pt x="509290" y="47286"/>
                  <a:pt x="509621" y="47167"/>
                </a:cubicBezTo>
                <a:cubicBezTo>
                  <a:pt x="509951" y="47048"/>
                  <a:pt x="510229" y="46942"/>
                  <a:pt x="510454" y="46850"/>
                </a:cubicBezTo>
                <a:cubicBezTo>
                  <a:pt x="510679" y="46757"/>
                  <a:pt x="510884" y="46711"/>
                  <a:pt x="511069" y="46711"/>
                </a:cubicBezTo>
                <a:cubicBezTo>
                  <a:pt x="511228" y="46711"/>
                  <a:pt x="511380" y="46757"/>
                  <a:pt x="511526" y="46850"/>
                </a:cubicBezTo>
                <a:cubicBezTo>
                  <a:pt x="511671" y="46942"/>
                  <a:pt x="511784" y="47128"/>
                  <a:pt x="511863" y="47407"/>
                </a:cubicBezTo>
                <a:cubicBezTo>
                  <a:pt x="511942" y="47684"/>
                  <a:pt x="512015" y="48063"/>
                  <a:pt x="512081" y="48541"/>
                </a:cubicBezTo>
                <a:cubicBezTo>
                  <a:pt x="512147" y="49019"/>
                  <a:pt x="512180" y="49630"/>
                  <a:pt x="512180" y="50374"/>
                </a:cubicBezTo>
                <a:close/>
                <a:moveTo>
                  <a:pt x="553519" y="53893"/>
                </a:moveTo>
                <a:cubicBezTo>
                  <a:pt x="553519" y="54157"/>
                  <a:pt x="553439" y="54389"/>
                  <a:pt x="553280" y="54589"/>
                </a:cubicBezTo>
                <a:cubicBezTo>
                  <a:pt x="553122" y="54787"/>
                  <a:pt x="552857" y="54952"/>
                  <a:pt x="552487" y="55085"/>
                </a:cubicBezTo>
                <a:cubicBezTo>
                  <a:pt x="552116" y="55217"/>
                  <a:pt x="551607" y="55316"/>
                  <a:pt x="550959" y="55382"/>
                </a:cubicBezTo>
                <a:cubicBezTo>
                  <a:pt x="550311" y="55448"/>
                  <a:pt x="549510" y="55482"/>
                  <a:pt x="548558" y="55482"/>
                </a:cubicBezTo>
                <a:cubicBezTo>
                  <a:pt x="547579" y="55482"/>
                  <a:pt x="546765" y="55448"/>
                  <a:pt x="546117" y="55382"/>
                </a:cubicBezTo>
                <a:cubicBezTo>
                  <a:pt x="545469" y="55316"/>
                  <a:pt x="544959" y="55217"/>
                  <a:pt x="544589" y="55085"/>
                </a:cubicBezTo>
                <a:cubicBezTo>
                  <a:pt x="544219" y="54952"/>
                  <a:pt x="543954" y="54787"/>
                  <a:pt x="543795" y="54589"/>
                </a:cubicBezTo>
                <a:cubicBezTo>
                  <a:pt x="543637" y="54390"/>
                  <a:pt x="543557" y="54159"/>
                  <a:pt x="543557" y="53894"/>
                </a:cubicBezTo>
                <a:lnTo>
                  <a:pt x="543557" y="33694"/>
                </a:lnTo>
                <a:cubicBezTo>
                  <a:pt x="543557" y="31974"/>
                  <a:pt x="543432" y="30625"/>
                  <a:pt x="543180" y="29646"/>
                </a:cubicBezTo>
                <a:cubicBezTo>
                  <a:pt x="542929" y="28667"/>
                  <a:pt x="542565" y="27827"/>
                  <a:pt x="542089" y="27126"/>
                </a:cubicBezTo>
                <a:cubicBezTo>
                  <a:pt x="541613" y="26425"/>
                  <a:pt x="540997" y="25882"/>
                  <a:pt x="540243" y="25498"/>
                </a:cubicBezTo>
                <a:cubicBezTo>
                  <a:pt x="539489" y="25115"/>
                  <a:pt x="538610" y="24923"/>
                  <a:pt x="537604" y="24923"/>
                </a:cubicBezTo>
                <a:cubicBezTo>
                  <a:pt x="536334" y="24923"/>
                  <a:pt x="535051" y="25386"/>
                  <a:pt x="533755" y="26312"/>
                </a:cubicBezTo>
                <a:cubicBezTo>
                  <a:pt x="532458" y="27238"/>
                  <a:pt x="531109" y="28587"/>
                  <a:pt x="529707" y="30360"/>
                </a:cubicBezTo>
                <a:lnTo>
                  <a:pt x="529707" y="53894"/>
                </a:lnTo>
                <a:cubicBezTo>
                  <a:pt x="529707" y="54159"/>
                  <a:pt x="529627" y="54390"/>
                  <a:pt x="529469" y="54589"/>
                </a:cubicBezTo>
                <a:cubicBezTo>
                  <a:pt x="529310" y="54787"/>
                  <a:pt x="529039" y="54952"/>
                  <a:pt x="528655" y="55085"/>
                </a:cubicBezTo>
                <a:cubicBezTo>
                  <a:pt x="528271" y="55217"/>
                  <a:pt x="527762" y="55316"/>
                  <a:pt x="527127" y="55382"/>
                </a:cubicBezTo>
                <a:cubicBezTo>
                  <a:pt x="526492" y="55448"/>
                  <a:pt x="525685" y="55482"/>
                  <a:pt x="524706" y="55482"/>
                </a:cubicBezTo>
                <a:cubicBezTo>
                  <a:pt x="523727" y="55482"/>
                  <a:pt x="522920" y="55448"/>
                  <a:pt x="522285" y="55382"/>
                </a:cubicBezTo>
                <a:cubicBezTo>
                  <a:pt x="521650" y="55316"/>
                  <a:pt x="521141" y="55217"/>
                  <a:pt x="520757" y="55085"/>
                </a:cubicBezTo>
                <a:cubicBezTo>
                  <a:pt x="520374" y="54952"/>
                  <a:pt x="520103" y="54787"/>
                  <a:pt x="519944" y="54589"/>
                </a:cubicBezTo>
                <a:cubicBezTo>
                  <a:pt x="519785" y="54390"/>
                  <a:pt x="519706" y="54159"/>
                  <a:pt x="519706" y="53894"/>
                </a:cubicBezTo>
                <a:lnTo>
                  <a:pt x="519706" y="1707"/>
                </a:lnTo>
                <a:cubicBezTo>
                  <a:pt x="519706" y="1442"/>
                  <a:pt x="519785" y="1204"/>
                  <a:pt x="519944" y="992"/>
                </a:cubicBezTo>
                <a:cubicBezTo>
                  <a:pt x="520103" y="780"/>
                  <a:pt x="520374" y="602"/>
                  <a:pt x="520757" y="456"/>
                </a:cubicBezTo>
                <a:cubicBezTo>
                  <a:pt x="521141" y="311"/>
                  <a:pt x="521650" y="198"/>
                  <a:pt x="522285" y="119"/>
                </a:cubicBezTo>
                <a:cubicBezTo>
                  <a:pt x="522920" y="40"/>
                  <a:pt x="523727" y="0"/>
                  <a:pt x="524706" y="0"/>
                </a:cubicBezTo>
                <a:cubicBezTo>
                  <a:pt x="525685" y="0"/>
                  <a:pt x="526492" y="40"/>
                  <a:pt x="527127" y="119"/>
                </a:cubicBezTo>
                <a:cubicBezTo>
                  <a:pt x="527762" y="198"/>
                  <a:pt x="528271" y="311"/>
                  <a:pt x="528655" y="456"/>
                </a:cubicBezTo>
                <a:cubicBezTo>
                  <a:pt x="529039" y="601"/>
                  <a:pt x="529310" y="779"/>
                  <a:pt x="529469" y="991"/>
                </a:cubicBezTo>
                <a:cubicBezTo>
                  <a:pt x="529627" y="1202"/>
                  <a:pt x="529707" y="1439"/>
                  <a:pt x="529707" y="1704"/>
                </a:cubicBezTo>
                <a:lnTo>
                  <a:pt x="529707" y="21237"/>
                </a:lnTo>
                <a:cubicBezTo>
                  <a:pt x="531426" y="19542"/>
                  <a:pt x="533179" y="18278"/>
                  <a:pt x="534965" y="17443"/>
                </a:cubicBezTo>
                <a:cubicBezTo>
                  <a:pt x="536751" y="16609"/>
                  <a:pt x="538610" y="16192"/>
                  <a:pt x="540541" y="16192"/>
                </a:cubicBezTo>
                <a:cubicBezTo>
                  <a:pt x="542949" y="16192"/>
                  <a:pt x="544979" y="16589"/>
                  <a:pt x="546633" y="17384"/>
                </a:cubicBezTo>
                <a:cubicBezTo>
                  <a:pt x="548287" y="18178"/>
                  <a:pt x="549623" y="19264"/>
                  <a:pt x="550641" y="20642"/>
                </a:cubicBezTo>
                <a:cubicBezTo>
                  <a:pt x="551660" y="22018"/>
                  <a:pt x="552394" y="23627"/>
                  <a:pt x="552844" y="25469"/>
                </a:cubicBezTo>
                <a:cubicBezTo>
                  <a:pt x="553294" y="27309"/>
                  <a:pt x="553519" y="29540"/>
                  <a:pt x="553519" y="32162"/>
                </a:cubicBezTo>
                <a:lnTo>
                  <a:pt x="553519" y="53893"/>
                </a:lnTo>
                <a:close/>
                <a:moveTo>
                  <a:pt x="596175" y="35156"/>
                </a:moveTo>
                <a:cubicBezTo>
                  <a:pt x="596175" y="36375"/>
                  <a:pt x="595904" y="37277"/>
                  <a:pt x="595362" y="37860"/>
                </a:cubicBezTo>
                <a:cubicBezTo>
                  <a:pt x="594819" y="38442"/>
                  <a:pt x="594072" y="38734"/>
                  <a:pt x="593120" y="38734"/>
                </a:cubicBezTo>
                <a:lnTo>
                  <a:pt x="571570" y="38734"/>
                </a:lnTo>
                <a:cubicBezTo>
                  <a:pt x="571570" y="40248"/>
                  <a:pt x="571748" y="41622"/>
                  <a:pt x="572106" y="42858"/>
                </a:cubicBezTo>
                <a:cubicBezTo>
                  <a:pt x="572463" y="44093"/>
                  <a:pt x="573032" y="45142"/>
                  <a:pt x="573812" y="46006"/>
                </a:cubicBezTo>
                <a:cubicBezTo>
                  <a:pt x="574593" y="46870"/>
                  <a:pt x="575598" y="47527"/>
                  <a:pt x="576828" y="47978"/>
                </a:cubicBezTo>
                <a:cubicBezTo>
                  <a:pt x="578059" y="48430"/>
                  <a:pt x="579534" y="48655"/>
                  <a:pt x="581253" y="48655"/>
                </a:cubicBezTo>
                <a:cubicBezTo>
                  <a:pt x="582999" y="48655"/>
                  <a:pt x="584534" y="48528"/>
                  <a:pt x="585857" y="48272"/>
                </a:cubicBezTo>
                <a:cubicBezTo>
                  <a:pt x="587180" y="48017"/>
                  <a:pt x="588324" y="47734"/>
                  <a:pt x="589290" y="47425"/>
                </a:cubicBezTo>
                <a:cubicBezTo>
                  <a:pt x="590255" y="47116"/>
                  <a:pt x="591056" y="46834"/>
                  <a:pt x="591691" y="46578"/>
                </a:cubicBezTo>
                <a:cubicBezTo>
                  <a:pt x="592326" y="46323"/>
                  <a:pt x="592842" y="46195"/>
                  <a:pt x="593239" y="46195"/>
                </a:cubicBezTo>
                <a:cubicBezTo>
                  <a:pt x="593477" y="46195"/>
                  <a:pt x="593675" y="46242"/>
                  <a:pt x="593834" y="46335"/>
                </a:cubicBezTo>
                <a:cubicBezTo>
                  <a:pt x="593993" y="46428"/>
                  <a:pt x="594125" y="46594"/>
                  <a:pt x="594231" y="46834"/>
                </a:cubicBezTo>
                <a:cubicBezTo>
                  <a:pt x="594337" y="47073"/>
                  <a:pt x="594409" y="47412"/>
                  <a:pt x="594449" y="47851"/>
                </a:cubicBezTo>
                <a:cubicBezTo>
                  <a:pt x="594489" y="48290"/>
                  <a:pt x="594509" y="48842"/>
                  <a:pt x="594509" y="49506"/>
                </a:cubicBezTo>
                <a:cubicBezTo>
                  <a:pt x="594509" y="50092"/>
                  <a:pt x="594495" y="50591"/>
                  <a:pt x="594469" y="51003"/>
                </a:cubicBezTo>
                <a:cubicBezTo>
                  <a:pt x="594442" y="51415"/>
                  <a:pt x="594403" y="51767"/>
                  <a:pt x="594350" y="52060"/>
                </a:cubicBezTo>
                <a:cubicBezTo>
                  <a:pt x="594297" y="52353"/>
                  <a:pt x="594218" y="52599"/>
                  <a:pt x="594112" y="52799"/>
                </a:cubicBezTo>
                <a:cubicBezTo>
                  <a:pt x="594006" y="52998"/>
                  <a:pt x="593867" y="53191"/>
                  <a:pt x="593695" y="53377"/>
                </a:cubicBezTo>
                <a:cubicBezTo>
                  <a:pt x="593523" y="53563"/>
                  <a:pt x="593053" y="53815"/>
                  <a:pt x="592286" y="54132"/>
                </a:cubicBezTo>
                <a:cubicBezTo>
                  <a:pt x="591519" y="54450"/>
                  <a:pt x="590540" y="54761"/>
                  <a:pt x="589349" y="55065"/>
                </a:cubicBezTo>
                <a:cubicBezTo>
                  <a:pt x="588159" y="55369"/>
                  <a:pt x="586796" y="55634"/>
                  <a:pt x="585262" y="55859"/>
                </a:cubicBezTo>
                <a:cubicBezTo>
                  <a:pt x="583727" y="56083"/>
                  <a:pt x="582087" y="56196"/>
                  <a:pt x="580341" y="56196"/>
                </a:cubicBezTo>
                <a:cubicBezTo>
                  <a:pt x="577192" y="56196"/>
                  <a:pt x="574434" y="55798"/>
                  <a:pt x="572066" y="55003"/>
                </a:cubicBezTo>
                <a:cubicBezTo>
                  <a:pt x="569698" y="54207"/>
                  <a:pt x="567720" y="53001"/>
                  <a:pt x="566133" y="51384"/>
                </a:cubicBezTo>
                <a:cubicBezTo>
                  <a:pt x="564545" y="49767"/>
                  <a:pt x="563361" y="47726"/>
                  <a:pt x="562581" y="45261"/>
                </a:cubicBezTo>
                <a:cubicBezTo>
                  <a:pt x="561800" y="42796"/>
                  <a:pt x="561410" y="39906"/>
                  <a:pt x="561410" y="36592"/>
                </a:cubicBezTo>
                <a:cubicBezTo>
                  <a:pt x="561410" y="33437"/>
                  <a:pt x="561820" y="30594"/>
                  <a:pt x="562640" y="28062"/>
                </a:cubicBezTo>
                <a:cubicBezTo>
                  <a:pt x="563461" y="25530"/>
                  <a:pt x="564651" y="23383"/>
                  <a:pt x="566212" y="21620"/>
                </a:cubicBezTo>
                <a:cubicBezTo>
                  <a:pt x="567773" y="19857"/>
                  <a:pt x="569671" y="18511"/>
                  <a:pt x="571907" y="17584"/>
                </a:cubicBezTo>
                <a:cubicBezTo>
                  <a:pt x="574143" y="16656"/>
                  <a:pt x="576663" y="16192"/>
                  <a:pt x="579467" y="16192"/>
                </a:cubicBezTo>
                <a:cubicBezTo>
                  <a:pt x="582431" y="16192"/>
                  <a:pt x="584964" y="16629"/>
                  <a:pt x="587067" y="17504"/>
                </a:cubicBezTo>
                <a:cubicBezTo>
                  <a:pt x="589171" y="18379"/>
                  <a:pt x="590897" y="19591"/>
                  <a:pt x="592246" y="21142"/>
                </a:cubicBezTo>
                <a:cubicBezTo>
                  <a:pt x="593596" y="22692"/>
                  <a:pt x="594588" y="24527"/>
                  <a:pt x="595223" y="26648"/>
                </a:cubicBezTo>
                <a:cubicBezTo>
                  <a:pt x="595858" y="28768"/>
                  <a:pt x="596175" y="31074"/>
                  <a:pt x="596175" y="33566"/>
                </a:cubicBezTo>
                <a:lnTo>
                  <a:pt x="596175" y="35156"/>
                </a:lnTo>
                <a:moveTo>
                  <a:pt x="586492" y="32305"/>
                </a:moveTo>
                <a:cubicBezTo>
                  <a:pt x="586571" y="29488"/>
                  <a:pt x="586009" y="27276"/>
                  <a:pt x="584805" y="25668"/>
                </a:cubicBezTo>
                <a:cubicBezTo>
                  <a:pt x="583601" y="24060"/>
                  <a:pt x="581743" y="23256"/>
                  <a:pt x="579229" y="23256"/>
                </a:cubicBezTo>
                <a:cubicBezTo>
                  <a:pt x="577959" y="23256"/>
                  <a:pt x="576855" y="23496"/>
                  <a:pt x="575915" y="23974"/>
                </a:cubicBezTo>
                <a:cubicBezTo>
                  <a:pt x="574976" y="24452"/>
                  <a:pt x="574196" y="25097"/>
                  <a:pt x="573574" y="25908"/>
                </a:cubicBezTo>
                <a:cubicBezTo>
                  <a:pt x="572952" y="26718"/>
                  <a:pt x="572476" y="27675"/>
                  <a:pt x="572145" y="28778"/>
                </a:cubicBezTo>
                <a:cubicBezTo>
                  <a:pt x="571815" y="29880"/>
                  <a:pt x="571623" y="31055"/>
                  <a:pt x="571570" y="32305"/>
                </a:cubicBezTo>
                <a:lnTo>
                  <a:pt x="586492" y="32305"/>
                </a:lnTo>
                <a:close/>
                <a:moveTo>
                  <a:pt x="657486" y="35716"/>
                </a:moveTo>
                <a:cubicBezTo>
                  <a:pt x="657486" y="38872"/>
                  <a:pt x="657142" y="41708"/>
                  <a:pt x="656454" y="44227"/>
                </a:cubicBezTo>
                <a:cubicBezTo>
                  <a:pt x="655766" y="46745"/>
                  <a:pt x="654774" y="48892"/>
                  <a:pt x="653478" y="50668"/>
                </a:cubicBezTo>
                <a:cubicBezTo>
                  <a:pt x="652181" y="52444"/>
                  <a:pt x="650587" y="53810"/>
                  <a:pt x="648695" y="54765"/>
                </a:cubicBezTo>
                <a:cubicBezTo>
                  <a:pt x="646804" y="55719"/>
                  <a:pt x="644654" y="56196"/>
                  <a:pt x="642246" y="56196"/>
                </a:cubicBezTo>
                <a:cubicBezTo>
                  <a:pt x="641056" y="56196"/>
                  <a:pt x="639944" y="56083"/>
                  <a:pt x="638913" y="55857"/>
                </a:cubicBezTo>
                <a:cubicBezTo>
                  <a:pt x="637881" y="55632"/>
                  <a:pt x="636895" y="55268"/>
                  <a:pt x="635956" y="54765"/>
                </a:cubicBezTo>
                <a:cubicBezTo>
                  <a:pt x="635017" y="54260"/>
                  <a:pt x="634091" y="53624"/>
                  <a:pt x="633178" y="52856"/>
                </a:cubicBezTo>
                <a:cubicBezTo>
                  <a:pt x="632265" y="52087"/>
                  <a:pt x="631333" y="51159"/>
                  <a:pt x="630380" y="50072"/>
                </a:cubicBezTo>
                <a:lnTo>
                  <a:pt x="630380" y="53902"/>
                </a:lnTo>
                <a:cubicBezTo>
                  <a:pt x="630380" y="54192"/>
                  <a:pt x="630307" y="54436"/>
                  <a:pt x="630162" y="54633"/>
                </a:cubicBezTo>
                <a:cubicBezTo>
                  <a:pt x="630016" y="54830"/>
                  <a:pt x="629778" y="54995"/>
                  <a:pt x="629447" y="55127"/>
                </a:cubicBezTo>
                <a:cubicBezTo>
                  <a:pt x="629117" y="55258"/>
                  <a:pt x="628674" y="55350"/>
                  <a:pt x="628118" y="55402"/>
                </a:cubicBezTo>
                <a:cubicBezTo>
                  <a:pt x="627562" y="55455"/>
                  <a:pt x="626888" y="55482"/>
                  <a:pt x="626094" y="55482"/>
                </a:cubicBezTo>
                <a:cubicBezTo>
                  <a:pt x="625274" y="55482"/>
                  <a:pt x="624592" y="55455"/>
                  <a:pt x="624050" y="55402"/>
                </a:cubicBezTo>
                <a:cubicBezTo>
                  <a:pt x="623508" y="55349"/>
                  <a:pt x="623071" y="55257"/>
                  <a:pt x="622740" y="55124"/>
                </a:cubicBezTo>
                <a:cubicBezTo>
                  <a:pt x="622410" y="54992"/>
                  <a:pt x="622178" y="54827"/>
                  <a:pt x="622046" y="54628"/>
                </a:cubicBezTo>
                <a:cubicBezTo>
                  <a:pt x="621914" y="54430"/>
                  <a:pt x="621847" y="54185"/>
                  <a:pt x="621847" y="53894"/>
                </a:cubicBezTo>
                <a:lnTo>
                  <a:pt x="621847" y="1707"/>
                </a:lnTo>
                <a:cubicBezTo>
                  <a:pt x="621847" y="1442"/>
                  <a:pt x="621927" y="1204"/>
                  <a:pt x="622086" y="992"/>
                </a:cubicBezTo>
                <a:cubicBezTo>
                  <a:pt x="622244" y="780"/>
                  <a:pt x="622516" y="602"/>
                  <a:pt x="622899" y="456"/>
                </a:cubicBezTo>
                <a:cubicBezTo>
                  <a:pt x="623283" y="311"/>
                  <a:pt x="623792" y="198"/>
                  <a:pt x="624427" y="119"/>
                </a:cubicBezTo>
                <a:cubicBezTo>
                  <a:pt x="625062" y="40"/>
                  <a:pt x="625869" y="0"/>
                  <a:pt x="626848" y="0"/>
                </a:cubicBezTo>
                <a:cubicBezTo>
                  <a:pt x="627827" y="0"/>
                  <a:pt x="628634" y="40"/>
                  <a:pt x="629269" y="119"/>
                </a:cubicBezTo>
                <a:cubicBezTo>
                  <a:pt x="629904" y="198"/>
                  <a:pt x="630413" y="311"/>
                  <a:pt x="630797" y="456"/>
                </a:cubicBezTo>
                <a:cubicBezTo>
                  <a:pt x="631180" y="601"/>
                  <a:pt x="631452" y="779"/>
                  <a:pt x="631610" y="991"/>
                </a:cubicBezTo>
                <a:cubicBezTo>
                  <a:pt x="631769" y="1203"/>
                  <a:pt x="631848" y="1440"/>
                  <a:pt x="631848" y="1704"/>
                </a:cubicBezTo>
                <a:lnTo>
                  <a:pt x="631848" y="21242"/>
                </a:lnTo>
                <a:cubicBezTo>
                  <a:pt x="632748" y="20341"/>
                  <a:pt x="633648" y="19572"/>
                  <a:pt x="634547" y="18937"/>
                </a:cubicBezTo>
                <a:cubicBezTo>
                  <a:pt x="635447" y="18300"/>
                  <a:pt x="636346" y="17776"/>
                  <a:pt x="637246" y="17365"/>
                </a:cubicBezTo>
                <a:cubicBezTo>
                  <a:pt x="638145" y="16954"/>
                  <a:pt x="639071" y="16656"/>
                  <a:pt x="640024" y="16471"/>
                </a:cubicBezTo>
                <a:cubicBezTo>
                  <a:pt x="640976" y="16285"/>
                  <a:pt x="641982" y="16192"/>
                  <a:pt x="643040" y="16192"/>
                </a:cubicBezTo>
                <a:cubicBezTo>
                  <a:pt x="645659" y="16192"/>
                  <a:pt x="647882" y="16716"/>
                  <a:pt x="649707" y="17763"/>
                </a:cubicBezTo>
                <a:cubicBezTo>
                  <a:pt x="651533" y="18810"/>
                  <a:pt x="653021" y="20222"/>
                  <a:pt x="654172" y="21999"/>
                </a:cubicBezTo>
                <a:cubicBezTo>
                  <a:pt x="655323" y="23775"/>
                  <a:pt x="656163" y="25849"/>
                  <a:pt x="656692" y="28222"/>
                </a:cubicBezTo>
                <a:cubicBezTo>
                  <a:pt x="657221" y="30594"/>
                  <a:pt x="657486" y="33092"/>
                  <a:pt x="657486" y="35716"/>
                </a:cubicBezTo>
                <a:moveTo>
                  <a:pt x="647128" y="36452"/>
                </a:moveTo>
                <a:cubicBezTo>
                  <a:pt x="647128" y="34941"/>
                  <a:pt x="647015" y="33484"/>
                  <a:pt x="646790" y="32079"/>
                </a:cubicBezTo>
                <a:cubicBezTo>
                  <a:pt x="646565" y="30674"/>
                  <a:pt x="646175" y="29429"/>
                  <a:pt x="645620" y="28342"/>
                </a:cubicBezTo>
                <a:cubicBezTo>
                  <a:pt x="645064" y="27256"/>
                  <a:pt x="644343" y="26388"/>
                  <a:pt x="643457" y="25739"/>
                </a:cubicBezTo>
                <a:cubicBezTo>
                  <a:pt x="642570" y="25089"/>
                  <a:pt x="641453" y="24764"/>
                  <a:pt x="640103" y="24764"/>
                </a:cubicBezTo>
                <a:cubicBezTo>
                  <a:pt x="639442" y="24764"/>
                  <a:pt x="638794" y="24857"/>
                  <a:pt x="638159" y="25042"/>
                </a:cubicBezTo>
                <a:cubicBezTo>
                  <a:pt x="637524" y="25226"/>
                  <a:pt x="636869" y="25543"/>
                  <a:pt x="636194" y="25992"/>
                </a:cubicBezTo>
                <a:cubicBezTo>
                  <a:pt x="635519" y="26441"/>
                  <a:pt x="634825" y="27022"/>
                  <a:pt x="634111" y="27736"/>
                </a:cubicBezTo>
                <a:cubicBezTo>
                  <a:pt x="633396" y="28449"/>
                  <a:pt x="632642" y="29333"/>
                  <a:pt x="631848" y="30389"/>
                </a:cubicBezTo>
                <a:lnTo>
                  <a:pt x="631848" y="42159"/>
                </a:lnTo>
                <a:cubicBezTo>
                  <a:pt x="633251" y="43968"/>
                  <a:pt x="634593" y="45344"/>
                  <a:pt x="635877" y="46288"/>
                </a:cubicBezTo>
                <a:cubicBezTo>
                  <a:pt x="637160" y="47231"/>
                  <a:pt x="638503" y="47703"/>
                  <a:pt x="639905" y="47703"/>
                </a:cubicBezTo>
                <a:cubicBezTo>
                  <a:pt x="641201" y="47703"/>
                  <a:pt x="642299" y="47372"/>
                  <a:pt x="643199" y="46710"/>
                </a:cubicBezTo>
                <a:cubicBezTo>
                  <a:pt x="644098" y="46047"/>
                  <a:pt x="644846" y="45185"/>
                  <a:pt x="645441" y="44125"/>
                </a:cubicBezTo>
                <a:cubicBezTo>
                  <a:pt x="646036" y="43065"/>
                  <a:pt x="646466" y="41859"/>
                  <a:pt x="646731" y="40507"/>
                </a:cubicBezTo>
                <a:cubicBezTo>
                  <a:pt x="646995" y="39156"/>
                  <a:pt x="647128" y="37804"/>
                  <a:pt x="647128" y="36452"/>
                </a:cubicBezTo>
                <a:close/>
                <a:moveTo>
                  <a:pt x="699190" y="53894"/>
                </a:moveTo>
                <a:cubicBezTo>
                  <a:pt x="699190" y="54159"/>
                  <a:pt x="699124" y="54390"/>
                  <a:pt x="698992" y="54589"/>
                </a:cubicBezTo>
                <a:cubicBezTo>
                  <a:pt x="698859" y="54787"/>
                  <a:pt x="698628" y="54952"/>
                  <a:pt x="698297" y="55085"/>
                </a:cubicBezTo>
                <a:cubicBezTo>
                  <a:pt x="697967" y="55217"/>
                  <a:pt x="697530" y="55316"/>
                  <a:pt x="696988" y="55382"/>
                </a:cubicBezTo>
                <a:cubicBezTo>
                  <a:pt x="696445" y="55448"/>
                  <a:pt x="695764" y="55482"/>
                  <a:pt x="694944" y="55482"/>
                </a:cubicBezTo>
                <a:cubicBezTo>
                  <a:pt x="694071" y="55482"/>
                  <a:pt x="693363" y="55448"/>
                  <a:pt x="692821" y="55382"/>
                </a:cubicBezTo>
                <a:cubicBezTo>
                  <a:pt x="692278" y="55316"/>
                  <a:pt x="691848" y="55217"/>
                  <a:pt x="691531" y="55085"/>
                </a:cubicBezTo>
                <a:cubicBezTo>
                  <a:pt x="691213" y="54952"/>
                  <a:pt x="690988" y="54787"/>
                  <a:pt x="690856" y="54589"/>
                </a:cubicBezTo>
                <a:cubicBezTo>
                  <a:pt x="690724" y="54390"/>
                  <a:pt x="690658" y="54159"/>
                  <a:pt x="690658" y="53894"/>
                </a:cubicBezTo>
                <a:lnTo>
                  <a:pt x="690658" y="49806"/>
                </a:lnTo>
                <a:cubicBezTo>
                  <a:pt x="688700" y="51936"/>
                  <a:pt x="686709" y="53534"/>
                  <a:pt x="684685" y="54599"/>
                </a:cubicBezTo>
                <a:cubicBezTo>
                  <a:pt x="682661" y="55663"/>
                  <a:pt x="680564" y="56196"/>
                  <a:pt x="678395" y="56196"/>
                </a:cubicBezTo>
                <a:cubicBezTo>
                  <a:pt x="675960" y="56196"/>
                  <a:pt x="673917" y="55799"/>
                  <a:pt x="672263" y="55004"/>
                </a:cubicBezTo>
                <a:cubicBezTo>
                  <a:pt x="670609" y="54210"/>
                  <a:pt x="669273" y="53124"/>
                  <a:pt x="668255" y="51747"/>
                </a:cubicBezTo>
                <a:cubicBezTo>
                  <a:pt x="667236" y="50370"/>
                  <a:pt x="666508" y="48774"/>
                  <a:pt x="666072" y="46960"/>
                </a:cubicBezTo>
                <a:cubicBezTo>
                  <a:pt x="665635" y="45145"/>
                  <a:pt x="665417" y="42887"/>
                  <a:pt x="665417" y="40186"/>
                </a:cubicBezTo>
                <a:lnTo>
                  <a:pt x="665417" y="18495"/>
                </a:lnTo>
                <a:cubicBezTo>
                  <a:pt x="665417" y="18231"/>
                  <a:pt x="665490" y="17999"/>
                  <a:pt x="665635" y="17801"/>
                </a:cubicBezTo>
                <a:cubicBezTo>
                  <a:pt x="665781" y="17601"/>
                  <a:pt x="666045" y="17436"/>
                  <a:pt x="666429" y="17303"/>
                </a:cubicBezTo>
                <a:cubicBezTo>
                  <a:pt x="666813" y="17171"/>
                  <a:pt x="667329" y="17072"/>
                  <a:pt x="667977" y="17006"/>
                </a:cubicBezTo>
                <a:cubicBezTo>
                  <a:pt x="668625" y="16939"/>
                  <a:pt x="669425" y="16906"/>
                  <a:pt x="670378" y="16906"/>
                </a:cubicBezTo>
                <a:cubicBezTo>
                  <a:pt x="671357" y="16906"/>
                  <a:pt x="672164" y="16939"/>
                  <a:pt x="672799" y="17006"/>
                </a:cubicBezTo>
                <a:cubicBezTo>
                  <a:pt x="673434" y="17072"/>
                  <a:pt x="673943" y="17171"/>
                  <a:pt x="674327" y="17303"/>
                </a:cubicBezTo>
                <a:cubicBezTo>
                  <a:pt x="674710" y="17436"/>
                  <a:pt x="674981" y="17601"/>
                  <a:pt x="675140" y="17799"/>
                </a:cubicBezTo>
                <a:cubicBezTo>
                  <a:pt x="675299" y="17998"/>
                  <a:pt x="675378" y="18229"/>
                  <a:pt x="675378" y="18494"/>
                </a:cubicBezTo>
                <a:lnTo>
                  <a:pt x="675378" y="38496"/>
                </a:lnTo>
                <a:cubicBezTo>
                  <a:pt x="675378" y="40348"/>
                  <a:pt x="675497" y="41763"/>
                  <a:pt x="675736" y="42742"/>
                </a:cubicBezTo>
                <a:cubicBezTo>
                  <a:pt x="675974" y="43721"/>
                  <a:pt x="676337" y="44561"/>
                  <a:pt x="676827" y="45262"/>
                </a:cubicBezTo>
                <a:cubicBezTo>
                  <a:pt x="677316" y="45963"/>
                  <a:pt x="677938" y="46506"/>
                  <a:pt x="678692" y="46889"/>
                </a:cubicBezTo>
                <a:cubicBezTo>
                  <a:pt x="679446" y="47273"/>
                  <a:pt x="680326" y="47465"/>
                  <a:pt x="681331" y="47465"/>
                </a:cubicBezTo>
                <a:cubicBezTo>
                  <a:pt x="682601" y="47465"/>
                  <a:pt x="683878" y="47002"/>
                  <a:pt x="685161" y="46076"/>
                </a:cubicBezTo>
                <a:cubicBezTo>
                  <a:pt x="686444" y="45150"/>
                  <a:pt x="687813" y="43801"/>
                  <a:pt x="689269" y="42028"/>
                </a:cubicBezTo>
                <a:lnTo>
                  <a:pt x="689269" y="18494"/>
                </a:lnTo>
                <a:cubicBezTo>
                  <a:pt x="689269" y="18229"/>
                  <a:pt x="689341" y="17998"/>
                  <a:pt x="689487" y="17799"/>
                </a:cubicBezTo>
                <a:cubicBezTo>
                  <a:pt x="689632" y="17601"/>
                  <a:pt x="689897" y="17436"/>
                  <a:pt x="690281" y="17303"/>
                </a:cubicBezTo>
                <a:cubicBezTo>
                  <a:pt x="690664" y="17171"/>
                  <a:pt x="691174" y="17072"/>
                  <a:pt x="691809" y="17006"/>
                </a:cubicBezTo>
                <a:cubicBezTo>
                  <a:pt x="692443" y="16939"/>
                  <a:pt x="693250" y="16906"/>
                  <a:pt x="694229" y="16906"/>
                </a:cubicBezTo>
                <a:cubicBezTo>
                  <a:pt x="695208" y="16906"/>
                  <a:pt x="696015" y="16939"/>
                  <a:pt x="696650" y="17006"/>
                </a:cubicBezTo>
                <a:cubicBezTo>
                  <a:pt x="697285" y="17072"/>
                  <a:pt x="697788" y="17171"/>
                  <a:pt x="698158" y="17303"/>
                </a:cubicBezTo>
                <a:cubicBezTo>
                  <a:pt x="698529" y="17436"/>
                  <a:pt x="698793" y="17601"/>
                  <a:pt x="698952" y="17799"/>
                </a:cubicBezTo>
                <a:cubicBezTo>
                  <a:pt x="699111" y="17998"/>
                  <a:pt x="699190" y="18229"/>
                  <a:pt x="699190" y="18494"/>
                </a:cubicBezTo>
                <a:lnTo>
                  <a:pt x="699190" y="53894"/>
                </a:lnTo>
                <a:close/>
                <a:moveTo>
                  <a:pt x="741283" y="20954"/>
                </a:moveTo>
                <a:cubicBezTo>
                  <a:pt x="741283" y="22224"/>
                  <a:pt x="741138" y="23164"/>
                  <a:pt x="740847" y="23772"/>
                </a:cubicBezTo>
                <a:cubicBezTo>
                  <a:pt x="740556" y="24381"/>
                  <a:pt x="740198" y="24685"/>
                  <a:pt x="739775" y="24685"/>
                </a:cubicBezTo>
                <a:lnTo>
                  <a:pt x="735608" y="24685"/>
                </a:lnTo>
                <a:cubicBezTo>
                  <a:pt x="736190" y="25314"/>
                  <a:pt x="736607" y="26029"/>
                  <a:pt x="736858" y="26829"/>
                </a:cubicBezTo>
                <a:cubicBezTo>
                  <a:pt x="737110" y="27630"/>
                  <a:pt x="737235" y="28463"/>
                  <a:pt x="737235" y="29328"/>
                </a:cubicBezTo>
                <a:cubicBezTo>
                  <a:pt x="737235" y="31392"/>
                  <a:pt x="736891" y="33224"/>
                  <a:pt x="736203" y="34825"/>
                </a:cubicBezTo>
                <a:cubicBezTo>
                  <a:pt x="735515" y="36425"/>
                  <a:pt x="734530" y="37775"/>
                  <a:pt x="733247" y="38873"/>
                </a:cubicBezTo>
                <a:cubicBezTo>
                  <a:pt x="731964" y="39971"/>
                  <a:pt x="730416" y="40804"/>
                  <a:pt x="728603" y="41373"/>
                </a:cubicBezTo>
                <a:cubicBezTo>
                  <a:pt x="726791" y="41942"/>
                  <a:pt x="724774" y="42226"/>
                  <a:pt x="722551" y="42226"/>
                </a:cubicBezTo>
                <a:cubicBezTo>
                  <a:pt x="721414" y="42226"/>
                  <a:pt x="720329" y="42087"/>
                  <a:pt x="719297" y="41810"/>
                </a:cubicBezTo>
                <a:cubicBezTo>
                  <a:pt x="718265" y="41532"/>
                  <a:pt x="717471" y="41208"/>
                  <a:pt x="716916" y="40837"/>
                </a:cubicBezTo>
                <a:cubicBezTo>
                  <a:pt x="716598" y="41181"/>
                  <a:pt x="716314" y="41591"/>
                  <a:pt x="716063" y="42068"/>
                </a:cubicBezTo>
                <a:cubicBezTo>
                  <a:pt x="715811" y="42544"/>
                  <a:pt x="715686" y="43073"/>
                  <a:pt x="715686" y="43655"/>
                </a:cubicBezTo>
                <a:cubicBezTo>
                  <a:pt x="715686" y="44422"/>
                  <a:pt x="716023" y="45051"/>
                  <a:pt x="716698" y="45540"/>
                </a:cubicBezTo>
                <a:cubicBezTo>
                  <a:pt x="717372" y="46030"/>
                  <a:pt x="718318" y="46301"/>
                  <a:pt x="719535" y="46354"/>
                </a:cubicBezTo>
                <a:lnTo>
                  <a:pt x="728147" y="46672"/>
                </a:lnTo>
                <a:cubicBezTo>
                  <a:pt x="730158" y="46752"/>
                  <a:pt x="731950" y="47037"/>
                  <a:pt x="733525" y="47528"/>
                </a:cubicBezTo>
                <a:cubicBezTo>
                  <a:pt x="735099" y="48019"/>
                  <a:pt x="736422" y="48710"/>
                  <a:pt x="737493" y="49599"/>
                </a:cubicBezTo>
                <a:cubicBezTo>
                  <a:pt x="738565" y="50489"/>
                  <a:pt x="739385" y="51558"/>
                  <a:pt x="739954" y="52805"/>
                </a:cubicBezTo>
                <a:cubicBezTo>
                  <a:pt x="740523" y="54053"/>
                  <a:pt x="740807" y="55473"/>
                  <a:pt x="740807" y="57065"/>
                </a:cubicBezTo>
                <a:cubicBezTo>
                  <a:pt x="740807" y="58817"/>
                  <a:pt x="740423" y="60470"/>
                  <a:pt x="739656" y="62022"/>
                </a:cubicBezTo>
                <a:cubicBezTo>
                  <a:pt x="738889" y="63576"/>
                  <a:pt x="737738" y="64924"/>
                  <a:pt x="736203" y="66065"/>
                </a:cubicBezTo>
                <a:cubicBezTo>
                  <a:pt x="734669" y="67207"/>
                  <a:pt x="732744" y="68110"/>
                  <a:pt x="730429" y="68773"/>
                </a:cubicBezTo>
                <a:cubicBezTo>
                  <a:pt x="728114" y="69437"/>
                  <a:pt x="725409" y="69769"/>
                  <a:pt x="722313" y="69769"/>
                </a:cubicBezTo>
                <a:cubicBezTo>
                  <a:pt x="719297" y="69769"/>
                  <a:pt x="716724" y="69530"/>
                  <a:pt x="714594" y="69053"/>
                </a:cubicBezTo>
                <a:cubicBezTo>
                  <a:pt x="712464" y="68576"/>
                  <a:pt x="710718" y="67913"/>
                  <a:pt x="709356" y="67065"/>
                </a:cubicBezTo>
                <a:cubicBezTo>
                  <a:pt x="707993" y="66218"/>
                  <a:pt x="707001" y="65204"/>
                  <a:pt x="706379" y="64025"/>
                </a:cubicBezTo>
                <a:cubicBezTo>
                  <a:pt x="705757" y="62846"/>
                  <a:pt x="705446" y="61555"/>
                  <a:pt x="705446" y="60151"/>
                </a:cubicBezTo>
                <a:cubicBezTo>
                  <a:pt x="705446" y="59276"/>
                  <a:pt x="705559" y="58441"/>
                  <a:pt x="705784" y="57646"/>
                </a:cubicBezTo>
                <a:cubicBezTo>
                  <a:pt x="706009" y="56851"/>
                  <a:pt x="706339" y="56089"/>
                  <a:pt x="706776" y="55360"/>
                </a:cubicBezTo>
                <a:cubicBezTo>
                  <a:pt x="707212" y="54632"/>
                  <a:pt x="707748" y="53936"/>
                  <a:pt x="708383" y="53274"/>
                </a:cubicBezTo>
                <a:cubicBezTo>
                  <a:pt x="709018" y="52612"/>
                  <a:pt x="709746" y="51976"/>
                  <a:pt x="710566" y="51367"/>
                </a:cubicBezTo>
                <a:cubicBezTo>
                  <a:pt x="709428" y="50756"/>
                  <a:pt x="708549" y="49926"/>
                  <a:pt x="707927" y="48877"/>
                </a:cubicBezTo>
                <a:cubicBezTo>
                  <a:pt x="707305" y="47828"/>
                  <a:pt x="706994" y="46679"/>
                  <a:pt x="706994" y="45431"/>
                </a:cubicBezTo>
                <a:cubicBezTo>
                  <a:pt x="706994" y="43864"/>
                  <a:pt x="707351" y="42437"/>
                  <a:pt x="708066" y="41149"/>
                </a:cubicBezTo>
                <a:cubicBezTo>
                  <a:pt x="708780" y="39860"/>
                  <a:pt x="709706" y="38698"/>
                  <a:pt x="710844" y="37662"/>
                </a:cubicBezTo>
                <a:cubicBezTo>
                  <a:pt x="709918" y="36736"/>
                  <a:pt x="709177" y="35625"/>
                  <a:pt x="708621" y="34329"/>
                </a:cubicBezTo>
                <a:cubicBezTo>
                  <a:pt x="708066" y="33032"/>
                  <a:pt x="707788" y="31418"/>
                  <a:pt x="707788" y="29487"/>
                </a:cubicBezTo>
                <a:cubicBezTo>
                  <a:pt x="707788" y="27423"/>
                  <a:pt x="708152" y="25578"/>
                  <a:pt x="708879" y="23951"/>
                </a:cubicBezTo>
                <a:cubicBezTo>
                  <a:pt x="709607" y="22324"/>
                  <a:pt x="710619" y="20948"/>
                  <a:pt x="711915" y="19823"/>
                </a:cubicBezTo>
                <a:cubicBezTo>
                  <a:pt x="713212" y="18699"/>
                  <a:pt x="714759" y="17839"/>
                  <a:pt x="716559" y="17244"/>
                </a:cubicBezTo>
                <a:cubicBezTo>
                  <a:pt x="718358" y="16648"/>
                  <a:pt x="720342" y="16351"/>
                  <a:pt x="722512" y="16351"/>
                </a:cubicBezTo>
                <a:cubicBezTo>
                  <a:pt x="723623" y="16351"/>
                  <a:pt x="724688" y="16421"/>
                  <a:pt x="725706" y="16560"/>
                </a:cubicBezTo>
                <a:cubicBezTo>
                  <a:pt x="726725" y="16699"/>
                  <a:pt x="727671" y="16894"/>
                  <a:pt x="728544" y="17145"/>
                </a:cubicBezTo>
                <a:lnTo>
                  <a:pt x="739775" y="17145"/>
                </a:lnTo>
                <a:cubicBezTo>
                  <a:pt x="740225" y="17145"/>
                  <a:pt x="740589" y="17436"/>
                  <a:pt x="740867" y="18018"/>
                </a:cubicBezTo>
                <a:cubicBezTo>
                  <a:pt x="741144" y="18600"/>
                  <a:pt x="741283" y="19579"/>
                  <a:pt x="741283" y="20954"/>
                </a:cubicBezTo>
                <a:moveTo>
                  <a:pt x="728465" y="29269"/>
                </a:moveTo>
                <a:cubicBezTo>
                  <a:pt x="728465" y="27370"/>
                  <a:pt x="727935" y="25894"/>
                  <a:pt x="726877" y="24839"/>
                </a:cubicBezTo>
                <a:cubicBezTo>
                  <a:pt x="725819" y="23784"/>
                  <a:pt x="724324" y="23256"/>
                  <a:pt x="722393" y="23256"/>
                </a:cubicBezTo>
                <a:cubicBezTo>
                  <a:pt x="721414" y="23256"/>
                  <a:pt x="720554" y="23421"/>
                  <a:pt x="719813" y="23751"/>
                </a:cubicBezTo>
                <a:cubicBezTo>
                  <a:pt x="719072" y="24080"/>
                  <a:pt x="718457" y="24528"/>
                  <a:pt x="717967" y="25095"/>
                </a:cubicBezTo>
                <a:cubicBezTo>
                  <a:pt x="717478" y="25663"/>
                  <a:pt x="717114" y="26322"/>
                  <a:pt x="716876" y="27074"/>
                </a:cubicBezTo>
                <a:cubicBezTo>
                  <a:pt x="716638" y="27825"/>
                  <a:pt x="716519" y="28610"/>
                  <a:pt x="716519" y="29427"/>
                </a:cubicBezTo>
                <a:cubicBezTo>
                  <a:pt x="716519" y="31220"/>
                  <a:pt x="717048" y="32637"/>
                  <a:pt x="718106" y="33679"/>
                </a:cubicBezTo>
                <a:cubicBezTo>
                  <a:pt x="719165" y="34721"/>
                  <a:pt x="720633" y="35242"/>
                  <a:pt x="722512" y="35242"/>
                </a:cubicBezTo>
                <a:cubicBezTo>
                  <a:pt x="723517" y="35242"/>
                  <a:pt x="724390" y="35084"/>
                  <a:pt x="725131" y="34768"/>
                </a:cubicBezTo>
                <a:cubicBezTo>
                  <a:pt x="725872" y="34451"/>
                  <a:pt x="726487" y="34016"/>
                  <a:pt x="726976" y="33462"/>
                </a:cubicBezTo>
                <a:cubicBezTo>
                  <a:pt x="727466" y="32908"/>
                  <a:pt x="727836" y="32268"/>
                  <a:pt x="728088" y="31543"/>
                </a:cubicBezTo>
                <a:cubicBezTo>
                  <a:pt x="728339" y="30818"/>
                  <a:pt x="728465" y="30060"/>
                  <a:pt x="728465" y="29269"/>
                </a:cubicBezTo>
                <a:moveTo>
                  <a:pt x="730806" y="57579"/>
                </a:moveTo>
                <a:cubicBezTo>
                  <a:pt x="730806" y="56378"/>
                  <a:pt x="730330" y="55458"/>
                  <a:pt x="729377" y="54818"/>
                </a:cubicBezTo>
                <a:cubicBezTo>
                  <a:pt x="728425" y="54177"/>
                  <a:pt x="727115" y="53830"/>
                  <a:pt x="725448" y="53776"/>
                </a:cubicBezTo>
                <a:lnTo>
                  <a:pt x="718344" y="53577"/>
                </a:lnTo>
                <a:cubicBezTo>
                  <a:pt x="717657" y="54083"/>
                  <a:pt x="717108" y="54570"/>
                  <a:pt x="716698" y="55038"/>
                </a:cubicBezTo>
                <a:cubicBezTo>
                  <a:pt x="716287" y="55505"/>
                  <a:pt x="715957" y="55952"/>
                  <a:pt x="715705" y="56378"/>
                </a:cubicBezTo>
                <a:cubicBezTo>
                  <a:pt x="715454" y="56806"/>
                  <a:pt x="715289" y="57219"/>
                  <a:pt x="715209" y="57620"/>
                </a:cubicBezTo>
                <a:cubicBezTo>
                  <a:pt x="715130" y="58020"/>
                  <a:pt x="715090" y="58433"/>
                  <a:pt x="715090" y="58860"/>
                </a:cubicBezTo>
                <a:cubicBezTo>
                  <a:pt x="715090" y="60194"/>
                  <a:pt x="715758" y="61208"/>
                  <a:pt x="717094" y="61902"/>
                </a:cubicBezTo>
                <a:cubicBezTo>
                  <a:pt x="718430" y="62596"/>
                  <a:pt x="720316" y="62943"/>
                  <a:pt x="722750" y="62943"/>
                </a:cubicBezTo>
                <a:cubicBezTo>
                  <a:pt x="724258" y="62943"/>
                  <a:pt x="725528" y="62789"/>
                  <a:pt x="726560" y="62482"/>
                </a:cubicBezTo>
                <a:cubicBezTo>
                  <a:pt x="727591" y="62176"/>
                  <a:pt x="728425" y="61769"/>
                  <a:pt x="729060" y="61261"/>
                </a:cubicBezTo>
                <a:cubicBezTo>
                  <a:pt x="729695" y="60754"/>
                  <a:pt x="730145" y="60187"/>
                  <a:pt x="730409" y="59559"/>
                </a:cubicBezTo>
                <a:cubicBezTo>
                  <a:pt x="730674" y="58933"/>
                  <a:pt x="730806" y="58272"/>
                  <a:pt x="730806" y="57579"/>
                </a:cubicBezTo>
                <a:close/>
                <a:moveTo>
                  <a:pt x="757036" y="50937"/>
                </a:moveTo>
                <a:cubicBezTo>
                  <a:pt x="757036" y="52824"/>
                  <a:pt x="756725" y="54080"/>
                  <a:pt x="756103" y="54704"/>
                </a:cubicBezTo>
                <a:cubicBezTo>
                  <a:pt x="755481" y="55328"/>
                  <a:pt x="754350" y="55640"/>
                  <a:pt x="752710" y="55640"/>
                </a:cubicBezTo>
                <a:cubicBezTo>
                  <a:pt x="751122" y="55640"/>
                  <a:pt x="750024" y="55335"/>
                  <a:pt x="749416" y="54724"/>
                </a:cubicBezTo>
                <a:cubicBezTo>
                  <a:pt x="748807" y="54113"/>
                  <a:pt x="748503" y="52890"/>
                  <a:pt x="748503" y="51057"/>
                </a:cubicBezTo>
                <a:cubicBezTo>
                  <a:pt x="748503" y="49170"/>
                  <a:pt x="748814" y="47914"/>
                  <a:pt x="749436" y="47290"/>
                </a:cubicBezTo>
                <a:cubicBezTo>
                  <a:pt x="750057" y="46666"/>
                  <a:pt x="751189" y="46354"/>
                  <a:pt x="752829" y="46354"/>
                </a:cubicBezTo>
                <a:cubicBezTo>
                  <a:pt x="754416" y="46354"/>
                  <a:pt x="755514" y="46659"/>
                  <a:pt x="756123" y="47270"/>
                </a:cubicBezTo>
                <a:cubicBezTo>
                  <a:pt x="756731" y="47881"/>
                  <a:pt x="757036" y="49104"/>
                  <a:pt x="757036" y="509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E619E-6C4D-4227-8A23-18635464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02" y="134372"/>
            <a:ext cx="492726" cy="164061"/>
          </a:xfrm>
          <a:custGeom xmlns:a="http://schemas.openxmlformats.org/drawingml/2006/main">
            <a:pathLst>
              <a:path w="492726" h="164061">
                <a:moveTo>
                  <a:pt x="0" y="0"/>
                </a:moveTo>
                <a:lnTo>
                  <a:pt x="492726" y="0"/>
                </a:lnTo>
                <a:lnTo>
                  <a:pt x="492726" y="164061"/>
                </a:lnTo>
                <a:lnTo>
                  <a:pt x="0" y="1640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1B3E8-2D8C-4ECC-B9F4-309DF40F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02" y="134372"/>
            <a:ext cx="492726" cy="164061"/>
          </a:xfrm>
          <a:custGeom xmlns:a="http://schemas.openxmlformats.org/drawingml/2006/main">
            <a:pathLst>
              <a:path w="492726" h="164061" fill="none">
                <a:moveTo>
                  <a:pt x="0" y="0"/>
                </a:moveTo>
                <a:lnTo>
                  <a:pt x="492726" y="0"/>
                </a:lnTo>
                <a:lnTo>
                  <a:pt x="492726" y="164061"/>
                </a:lnTo>
                <a:lnTo>
                  <a:pt x="0" y="1640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172C51"/>
            </a:solidFill>
            <a:miter/>
          </a:ln>
        </p:spPr>
      </p:sp>
      <p:sp>
        <p:nvSpPr>
          <p:cNvPr id="86" name="Text Prompt">
            <a:extLst xmlns:a="http://schemas.openxmlformats.org/drawingml/2006/main">
              <a:ext uri="{FF2B5EF4-FFF2-40B4-BE49-F238E27FC236}">
                <a16:creationId xmlns:a16="http://schemas.microsoft.com/office/drawing/2014/main" id="{C2580F47-3E2C-47E8-86A5-9D309A12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57" y="182003"/>
            <a:ext cx="349275" cy="93920"/>
          </a:xfrm>
          <a:custGeom xmlns:a="http://schemas.openxmlformats.org/drawingml/2006/main">
            <a:pathLst>
              <a:path w="349275" h="93920">
                <a:moveTo>
                  <a:pt x="50189" y="22235"/>
                </a:moveTo>
                <a:cubicBezTo>
                  <a:pt x="50189" y="26347"/>
                  <a:pt x="49547" y="29987"/>
                  <a:pt x="48263" y="33156"/>
                </a:cubicBezTo>
                <a:cubicBezTo>
                  <a:pt x="46979" y="36324"/>
                  <a:pt x="45109" y="38993"/>
                  <a:pt x="42655" y="41162"/>
                </a:cubicBezTo>
                <a:cubicBezTo>
                  <a:pt x="40200" y="43330"/>
                  <a:pt x="37188" y="44980"/>
                  <a:pt x="33620" y="46112"/>
                </a:cubicBezTo>
                <a:cubicBezTo>
                  <a:pt x="30051" y="47244"/>
                  <a:pt x="25850" y="47810"/>
                  <a:pt x="21016" y="47810"/>
                </a:cubicBezTo>
                <a:lnTo>
                  <a:pt x="14898" y="47810"/>
                </a:lnTo>
                <a:lnTo>
                  <a:pt x="14898" y="71256"/>
                </a:lnTo>
                <a:cubicBezTo>
                  <a:pt x="14898" y="71635"/>
                  <a:pt x="14775" y="71976"/>
                  <a:pt x="14530" y="72279"/>
                </a:cubicBezTo>
                <a:cubicBezTo>
                  <a:pt x="14284" y="72581"/>
                  <a:pt x="13878" y="72827"/>
                  <a:pt x="13312" y="73017"/>
                </a:cubicBezTo>
                <a:cubicBezTo>
                  <a:pt x="12745" y="73206"/>
                  <a:pt x="11990" y="73357"/>
                  <a:pt x="11046" y="73470"/>
                </a:cubicBezTo>
                <a:cubicBezTo>
                  <a:pt x="10102" y="73584"/>
                  <a:pt x="8893" y="73640"/>
                  <a:pt x="7421" y="73640"/>
                </a:cubicBezTo>
                <a:cubicBezTo>
                  <a:pt x="5986" y="73640"/>
                  <a:pt x="4787" y="73584"/>
                  <a:pt x="3824" y="73470"/>
                </a:cubicBezTo>
                <a:cubicBezTo>
                  <a:pt x="2861" y="73357"/>
                  <a:pt x="2096" y="73206"/>
                  <a:pt x="1529" y="73017"/>
                </a:cubicBezTo>
                <a:cubicBezTo>
                  <a:pt x="963" y="72828"/>
                  <a:pt x="566" y="72583"/>
                  <a:pt x="340" y="72281"/>
                </a:cubicBezTo>
                <a:cubicBezTo>
                  <a:pt x="113" y="71979"/>
                  <a:pt x="0" y="71639"/>
                  <a:pt x="0" y="71261"/>
                </a:cubicBezTo>
                <a:lnTo>
                  <a:pt x="0" y="5325"/>
                </a:lnTo>
                <a:cubicBezTo>
                  <a:pt x="0" y="3550"/>
                  <a:pt x="463" y="2219"/>
                  <a:pt x="1388" y="1331"/>
                </a:cubicBezTo>
                <a:cubicBezTo>
                  <a:pt x="2313" y="444"/>
                  <a:pt x="3531" y="0"/>
                  <a:pt x="5042" y="0"/>
                </a:cubicBezTo>
                <a:lnTo>
                  <a:pt x="22319" y="0"/>
                </a:lnTo>
                <a:cubicBezTo>
                  <a:pt x="24056" y="0"/>
                  <a:pt x="25708" y="66"/>
                  <a:pt x="27275" y="198"/>
                </a:cubicBezTo>
                <a:cubicBezTo>
                  <a:pt x="28842" y="330"/>
                  <a:pt x="30721" y="614"/>
                  <a:pt x="32912" y="1048"/>
                </a:cubicBezTo>
                <a:cubicBezTo>
                  <a:pt x="35102" y="1481"/>
                  <a:pt x="37321" y="2282"/>
                  <a:pt x="39567" y="3452"/>
                </a:cubicBezTo>
                <a:cubicBezTo>
                  <a:pt x="41814" y="4621"/>
                  <a:pt x="43731" y="6102"/>
                  <a:pt x="45317" y="7893"/>
                </a:cubicBezTo>
                <a:cubicBezTo>
                  <a:pt x="46903" y="9685"/>
                  <a:pt x="48112" y="11778"/>
                  <a:pt x="48942" y="14174"/>
                </a:cubicBezTo>
                <a:cubicBezTo>
                  <a:pt x="49773" y="16568"/>
                  <a:pt x="50189" y="19256"/>
                  <a:pt x="50189" y="22235"/>
                </a:cubicBezTo>
                <a:moveTo>
                  <a:pt x="34611" y="23314"/>
                </a:moveTo>
                <a:cubicBezTo>
                  <a:pt x="34611" y="20763"/>
                  <a:pt x="34158" y="18663"/>
                  <a:pt x="33251" y="17013"/>
                </a:cubicBezTo>
                <a:cubicBezTo>
                  <a:pt x="32345" y="15362"/>
                  <a:pt x="31231" y="14143"/>
                  <a:pt x="29909" y="13356"/>
                </a:cubicBezTo>
                <a:cubicBezTo>
                  <a:pt x="28588" y="12569"/>
                  <a:pt x="27200" y="12072"/>
                  <a:pt x="25746" y="11866"/>
                </a:cubicBezTo>
                <a:cubicBezTo>
                  <a:pt x="24292" y="11659"/>
                  <a:pt x="22791" y="11556"/>
                  <a:pt x="21242" y="11556"/>
                </a:cubicBezTo>
                <a:lnTo>
                  <a:pt x="14898" y="11556"/>
                </a:lnTo>
                <a:lnTo>
                  <a:pt x="14898" y="36254"/>
                </a:lnTo>
                <a:lnTo>
                  <a:pt x="21582" y="36254"/>
                </a:lnTo>
                <a:cubicBezTo>
                  <a:pt x="23961" y="36254"/>
                  <a:pt x="25953" y="35935"/>
                  <a:pt x="27558" y="35298"/>
                </a:cubicBezTo>
                <a:cubicBezTo>
                  <a:pt x="29163" y="34659"/>
                  <a:pt x="30476" y="33768"/>
                  <a:pt x="31495" y="32625"/>
                </a:cubicBezTo>
                <a:cubicBezTo>
                  <a:pt x="32515" y="31481"/>
                  <a:pt x="33289" y="30112"/>
                  <a:pt x="33818" y="28518"/>
                </a:cubicBezTo>
                <a:cubicBezTo>
                  <a:pt x="34347" y="26924"/>
                  <a:pt x="34611" y="25189"/>
                  <a:pt x="34611" y="23314"/>
                </a:cubicBezTo>
                <a:close/>
                <a:moveTo>
                  <a:pt x="93443" y="25491"/>
                </a:moveTo>
                <a:cubicBezTo>
                  <a:pt x="93443" y="26850"/>
                  <a:pt x="93405" y="27964"/>
                  <a:pt x="93330" y="28833"/>
                </a:cubicBezTo>
                <a:cubicBezTo>
                  <a:pt x="93254" y="29702"/>
                  <a:pt x="93141" y="30381"/>
                  <a:pt x="92990" y="30872"/>
                </a:cubicBezTo>
                <a:cubicBezTo>
                  <a:pt x="92839" y="31363"/>
                  <a:pt x="92640" y="31703"/>
                  <a:pt x="92395" y="31892"/>
                </a:cubicBezTo>
                <a:cubicBezTo>
                  <a:pt x="92150" y="32081"/>
                  <a:pt x="91838" y="32175"/>
                  <a:pt x="91460" y="32175"/>
                </a:cubicBezTo>
                <a:cubicBezTo>
                  <a:pt x="91158" y="32175"/>
                  <a:pt x="90818" y="32109"/>
                  <a:pt x="90441" y="31977"/>
                </a:cubicBezTo>
                <a:cubicBezTo>
                  <a:pt x="90063" y="31845"/>
                  <a:pt x="89638" y="31703"/>
                  <a:pt x="89166" y="31552"/>
                </a:cubicBezTo>
                <a:cubicBezTo>
                  <a:pt x="88694" y="31401"/>
                  <a:pt x="88175" y="31259"/>
                  <a:pt x="87608" y="31127"/>
                </a:cubicBezTo>
                <a:cubicBezTo>
                  <a:pt x="87042" y="30995"/>
                  <a:pt x="86419" y="30929"/>
                  <a:pt x="85739" y="30929"/>
                </a:cubicBezTo>
                <a:cubicBezTo>
                  <a:pt x="84946" y="30929"/>
                  <a:pt x="84153" y="31091"/>
                  <a:pt x="83360" y="31414"/>
                </a:cubicBezTo>
                <a:cubicBezTo>
                  <a:pt x="82567" y="31736"/>
                  <a:pt x="81745" y="32239"/>
                  <a:pt x="80896" y="32924"/>
                </a:cubicBezTo>
                <a:cubicBezTo>
                  <a:pt x="80046" y="33608"/>
                  <a:pt x="79159" y="34521"/>
                  <a:pt x="78233" y="35661"/>
                </a:cubicBezTo>
                <a:cubicBezTo>
                  <a:pt x="77308" y="36801"/>
                  <a:pt x="76317" y="38207"/>
                  <a:pt x="75259" y="39879"/>
                </a:cubicBezTo>
                <a:lnTo>
                  <a:pt x="75259" y="71374"/>
                </a:lnTo>
                <a:cubicBezTo>
                  <a:pt x="75259" y="71752"/>
                  <a:pt x="75146" y="72082"/>
                  <a:pt x="74920" y="72366"/>
                </a:cubicBezTo>
                <a:cubicBezTo>
                  <a:pt x="74693" y="72649"/>
                  <a:pt x="74306" y="72885"/>
                  <a:pt x="73758" y="73074"/>
                </a:cubicBezTo>
                <a:cubicBezTo>
                  <a:pt x="73211" y="73263"/>
                  <a:pt x="72484" y="73404"/>
                  <a:pt x="71577" y="73499"/>
                </a:cubicBezTo>
                <a:cubicBezTo>
                  <a:pt x="70671" y="73593"/>
                  <a:pt x="69519" y="73640"/>
                  <a:pt x="68122" y="73640"/>
                </a:cubicBezTo>
                <a:cubicBezTo>
                  <a:pt x="66725" y="73640"/>
                  <a:pt x="65573" y="73593"/>
                  <a:pt x="64667" y="73499"/>
                </a:cubicBezTo>
                <a:cubicBezTo>
                  <a:pt x="63760" y="73404"/>
                  <a:pt x="63033" y="73263"/>
                  <a:pt x="62486" y="73074"/>
                </a:cubicBezTo>
                <a:cubicBezTo>
                  <a:pt x="61938" y="72885"/>
                  <a:pt x="61551" y="72649"/>
                  <a:pt x="61324" y="72366"/>
                </a:cubicBezTo>
                <a:cubicBezTo>
                  <a:pt x="61098" y="72082"/>
                  <a:pt x="60985" y="71752"/>
                  <a:pt x="60985" y="71374"/>
                </a:cubicBezTo>
                <a:lnTo>
                  <a:pt x="60985" y="20846"/>
                </a:lnTo>
                <a:cubicBezTo>
                  <a:pt x="60985" y="20468"/>
                  <a:pt x="61079" y="20138"/>
                  <a:pt x="61268" y="19855"/>
                </a:cubicBezTo>
                <a:cubicBezTo>
                  <a:pt x="61457" y="19571"/>
                  <a:pt x="61797" y="19335"/>
                  <a:pt x="62287" y="19146"/>
                </a:cubicBezTo>
                <a:cubicBezTo>
                  <a:pt x="62778" y="18958"/>
                  <a:pt x="63411" y="18816"/>
                  <a:pt x="64185" y="18722"/>
                </a:cubicBezTo>
                <a:cubicBezTo>
                  <a:pt x="64959" y="18627"/>
                  <a:pt x="65932" y="18580"/>
                  <a:pt x="67102" y="18580"/>
                </a:cubicBezTo>
                <a:cubicBezTo>
                  <a:pt x="68311" y="18580"/>
                  <a:pt x="69312" y="18627"/>
                  <a:pt x="70105" y="18722"/>
                </a:cubicBezTo>
                <a:cubicBezTo>
                  <a:pt x="70898" y="18816"/>
                  <a:pt x="71511" y="18958"/>
                  <a:pt x="71946" y="19146"/>
                </a:cubicBezTo>
                <a:cubicBezTo>
                  <a:pt x="72380" y="19335"/>
                  <a:pt x="72691" y="19571"/>
                  <a:pt x="72880" y="19855"/>
                </a:cubicBezTo>
                <a:cubicBezTo>
                  <a:pt x="73069" y="20138"/>
                  <a:pt x="73164" y="20468"/>
                  <a:pt x="73164" y="20846"/>
                </a:cubicBezTo>
                <a:lnTo>
                  <a:pt x="73164" y="27134"/>
                </a:lnTo>
                <a:cubicBezTo>
                  <a:pt x="74485" y="25234"/>
                  <a:pt x="75732" y="23666"/>
                  <a:pt x="76902" y="22432"/>
                </a:cubicBezTo>
                <a:cubicBezTo>
                  <a:pt x="78073" y="21198"/>
                  <a:pt x="79187" y="20220"/>
                  <a:pt x="80244" y="19499"/>
                </a:cubicBezTo>
                <a:cubicBezTo>
                  <a:pt x="81302" y="18777"/>
                  <a:pt x="82359" y="18273"/>
                  <a:pt x="83417" y="17989"/>
                </a:cubicBezTo>
                <a:cubicBezTo>
                  <a:pt x="84474" y="17703"/>
                  <a:pt x="85531" y="17560"/>
                  <a:pt x="86589" y="17560"/>
                </a:cubicBezTo>
                <a:cubicBezTo>
                  <a:pt x="87080" y="17560"/>
                  <a:pt x="87608" y="17589"/>
                  <a:pt x="88175" y="17645"/>
                </a:cubicBezTo>
                <a:cubicBezTo>
                  <a:pt x="88741" y="17702"/>
                  <a:pt x="89327" y="17796"/>
                  <a:pt x="89931" y="17929"/>
                </a:cubicBezTo>
                <a:cubicBezTo>
                  <a:pt x="90535" y="18061"/>
                  <a:pt x="91064" y="18212"/>
                  <a:pt x="91517" y="18382"/>
                </a:cubicBezTo>
                <a:cubicBezTo>
                  <a:pt x="91970" y="18552"/>
                  <a:pt x="92301" y="18731"/>
                  <a:pt x="92508" y="18920"/>
                </a:cubicBezTo>
                <a:cubicBezTo>
                  <a:pt x="92716" y="19109"/>
                  <a:pt x="92867" y="19316"/>
                  <a:pt x="92961" y="19543"/>
                </a:cubicBezTo>
                <a:cubicBezTo>
                  <a:pt x="93056" y="19770"/>
                  <a:pt x="93141" y="20081"/>
                  <a:pt x="93216" y="20478"/>
                </a:cubicBezTo>
                <a:cubicBezTo>
                  <a:pt x="93292" y="20874"/>
                  <a:pt x="93349" y="21469"/>
                  <a:pt x="93386" y="22262"/>
                </a:cubicBezTo>
                <a:cubicBezTo>
                  <a:pt x="93424" y="23055"/>
                  <a:pt x="93443" y="24131"/>
                  <a:pt x="93443" y="25491"/>
                </a:cubicBezTo>
                <a:close/>
                <a:moveTo>
                  <a:pt x="151674" y="45599"/>
                </a:moveTo>
                <a:cubicBezTo>
                  <a:pt x="151674" y="49913"/>
                  <a:pt x="151108" y="53849"/>
                  <a:pt x="149975" y="57406"/>
                </a:cubicBezTo>
                <a:cubicBezTo>
                  <a:pt x="148842" y="60963"/>
                  <a:pt x="147124" y="64028"/>
                  <a:pt x="144820" y="66600"/>
                </a:cubicBezTo>
                <a:cubicBezTo>
                  <a:pt x="142517" y="69173"/>
                  <a:pt x="139628" y="71160"/>
                  <a:pt x="136153" y="72560"/>
                </a:cubicBezTo>
                <a:cubicBezTo>
                  <a:pt x="132679" y="73960"/>
                  <a:pt x="128619" y="74660"/>
                  <a:pt x="123974" y="74660"/>
                </a:cubicBezTo>
                <a:cubicBezTo>
                  <a:pt x="119480" y="74660"/>
                  <a:pt x="115572" y="74036"/>
                  <a:pt x="112249" y="72787"/>
                </a:cubicBezTo>
                <a:cubicBezTo>
                  <a:pt x="108925" y="71538"/>
                  <a:pt x="106169" y="69722"/>
                  <a:pt x="103978" y="67338"/>
                </a:cubicBezTo>
                <a:cubicBezTo>
                  <a:pt x="101788" y="64954"/>
                  <a:pt x="100164" y="62022"/>
                  <a:pt x="99107" y="58540"/>
                </a:cubicBezTo>
                <a:cubicBezTo>
                  <a:pt x="98049" y="55059"/>
                  <a:pt x="97521" y="51086"/>
                  <a:pt x="97521" y="46622"/>
                </a:cubicBezTo>
                <a:cubicBezTo>
                  <a:pt x="97521" y="42307"/>
                  <a:pt x="98096" y="38362"/>
                  <a:pt x="99248" y="34786"/>
                </a:cubicBezTo>
                <a:cubicBezTo>
                  <a:pt x="100400" y="31210"/>
                  <a:pt x="102128" y="28146"/>
                  <a:pt x="104431" y="25592"/>
                </a:cubicBezTo>
                <a:cubicBezTo>
                  <a:pt x="106735" y="23038"/>
                  <a:pt x="109615" y="21061"/>
                  <a:pt x="113070" y="19662"/>
                </a:cubicBezTo>
                <a:cubicBezTo>
                  <a:pt x="116525" y="18261"/>
                  <a:pt x="120576" y="17560"/>
                  <a:pt x="125221" y="17560"/>
                </a:cubicBezTo>
                <a:cubicBezTo>
                  <a:pt x="129752" y="17560"/>
                  <a:pt x="133680" y="18175"/>
                  <a:pt x="137003" y="19405"/>
                </a:cubicBezTo>
                <a:cubicBezTo>
                  <a:pt x="140326" y="20635"/>
                  <a:pt x="143074" y="22441"/>
                  <a:pt x="145245" y="24825"/>
                </a:cubicBezTo>
                <a:cubicBezTo>
                  <a:pt x="147417" y="27209"/>
                  <a:pt x="149031" y="30142"/>
                  <a:pt x="150088" y="33623"/>
                </a:cubicBezTo>
                <a:cubicBezTo>
                  <a:pt x="151146" y="37105"/>
                  <a:pt x="151674" y="41096"/>
                  <a:pt x="151674" y="45599"/>
                </a:cubicBezTo>
                <a:moveTo>
                  <a:pt x="137003" y="46167"/>
                </a:moveTo>
                <a:cubicBezTo>
                  <a:pt x="137003" y="43674"/>
                  <a:pt x="136805" y="41380"/>
                  <a:pt x="136408" y="39284"/>
                </a:cubicBezTo>
                <a:cubicBezTo>
                  <a:pt x="136012" y="37188"/>
                  <a:pt x="135341" y="35366"/>
                  <a:pt x="134397" y="33818"/>
                </a:cubicBezTo>
                <a:cubicBezTo>
                  <a:pt x="133453" y="32270"/>
                  <a:pt x="132198" y="31061"/>
                  <a:pt x="130630" y="30193"/>
                </a:cubicBezTo>
                <a:cubicBezTo>
                  <a:pt x="129063" y="29324"/>
                  <a:pt x="127090" y="28890"/>
                  <a:pt x="124711" y="28890"/>
                </a:cubicBezTo>
                <a:cubicBezTo>
                  <a:pt x="122596" y="28890"/>
                  <a:pt x="120746" y="29277"/>
                  <a:pt x="119159" y="30051"/>
                </a:cubicBezTo>
                <a:cubicBezTo>
                  <a:pt x="117573" y="30825"/>
                  <a:pt x="116270" y="31958"/>
                  <a:pt x="115251" y="33450"/>
                </a:cubicBezTo>
                <a:cubicBezTo>
                  <a:pt x="114231" y="34941"/>
                  <a:pt x="113466" y="36735"/>
                  <a:pt x="112957" y="38831"/>
                </a:cubicBezTo>
                <a:cubicBezTo>
                  <a:pt x="112447" y="40927"/>
                  <a:pt x="112192" y="43316"/>
                  <a:pt x="112192" y="45997"/>
                </a:cubicBezTo>
                <a:cubicBezTo>
                  <a:pt x="112192" y="48489"/>
                  <a:pt x="112400" y="50783"/>
                  <a:pt x="112815" y="52879"/>
                </a:cubicBezTo>
                <a:cubicBezTo>
                  <a:pt x="113230" y="54975"/>
                  <a:pt x="113901" y="56797"/>
                  <a:pt x="114826" y="58346"/>
                </a:cubicBezTo>
                <a:cubicBezTo>
                  <a:pt x="115751" y="59894"/>
                  <a:pt x="117007" y="61093"/>
                  <a:pt x="118593" y="61943"/>
                </a:cubicBezTo>
                <a:cubicBezTo>
                  <a:pt x="120179" y="62792"/>
                  <a:pt x="122143" y="63217"/>
                  <a:pt x="124484" y="63217"/>
                </a:cubicBezTo>
                <a:cubicBezTo>
                  <a:pt x="126637" y="63217"/>
                  <a:pt x="128506" y="62830"/>
                  <a:pt x="130092" y="62056"/>
                </a:cubicBezTo>
                <a:cubicBezTo>
                  <a:pt x="131678" y="61282"/>
                  <a:pt x="132981" y="60158"/>
                  <a:pt x="134001" y="58686"/>
                </a:cubicBezTo>
                <a:cubicBezTo>
                  <a:pt x="135020" y="57213"/>
                  <a:pt x="135776" y="55428"/>
                  <a:pt x="136267" y="53333"/>
                </a:cubicBezTo>
                <a:cubicBezTo>
                  <a:pt x="136758" y="51237"/>
                  <a:pt x="137003" y="48848"/>
                  <a:pt x="137003" y="46167"/>
                </a:cubicBezTo>
                <a:close/>
                <a:moveTo>
                  <a:pt x="243491" y="71373"/>
                </a:moveTo>
                <a:cubicBezTo>
                  <a:pt x="243491" y="71750"/>
                  <a:pt x="243378" y="72081"/>
                  <a:pt x="243151" y="72366"/>
                </a:cubicBezTo>
                <a:cubicBezTo>
                  <a:pt x="242924" y="72649"/>
                  <a:pt x="242547" y="72885"/>
                  <a:pt x="242018" y="73074"/>
                </a:cubicBezTo>
                <a:cubicBezTo>
                  <a:pt x="241489" y="73263"/>
                  <a:pt x="240772" y="73404"/>
                  <a:pt x="239866" y="73499"/>
                </a:cubicBezTo>
                <a:cubicBezTo>
                  <a:pt x="238959" y="73593"/>
                  <a:pt x="237807" y="73640"/>
                  <a:pt x="236410" y="73640"/>
                </a:cubicBezTo>
                <a:cubicBezTo>
                  <a:pt x="234975" y="73640"/>
                  <a:pt x="233804" y="73593"/>
                  <a:pt x="232898" y="73499"/>
                </a:cubicBezTo>
                <a:cubicBezTo>
                  <a:pt x="231992" y="73404"/>
                  <a:pt x="231265" y="73263"/>
                  <a:pt x="230717" y="73074"/>
                </a:cubicBezTo>
                <a:cubicBezTo>
                  <a:pt x="230170" y="72885"/>
                  <a:pt x="229792" y="72649"/>
                  <a:pt x="229584" y="72366"/>
                </a:cubicBezTo>
                <a:cubicBezTo>
                  <a:pt x="229377" y="72082"/>
                  <a:pt x="229273" y="71752"/>
                  <a:pt x="229273" y="71374"/>
                </a:cubicBezTo>
                <a:lnTo>
                  <a:pt x="229273" y="41408"/>
                </a:lnTo>
                <a:cubicBezTo>
                  <a:pt x="229273" y="39709"/>
                  <a:pt x="229112" y="38161"/>
                  <a:pt x="228791" y="36763"/>
                </a:cubicBezTo>
                <a:cubicBezTo>
                  <a:pt x="228470" y="35366"/>
                  <a:pt x="227979" y="34167"/>
                  <a:pt x="227318" y="33166"/>
                </a:cubicBezTo>
                <a:cubicBezTo>
                  <a:pt x="226657" y="32166"/>
                  <a:pt x="225827" y="31392"/>
                  <a:pt x="224826" y="30844"/>
                </a:cubicBezTo>
                <a:cubicBezTo>
                  <a:pt x="223825" y="30296"/>
                  <a:pt x="222626" y="30023"/>
                  <a:pt x="221229" y="30023"/>
                </a:cubicBezTo>
                <a:cubicBezTo>
                  <a:pt x="219529" y="30023"/>
                  <a:pt x="217811" y="30683"/>
                  <a:pt x="216074" y="32005"/>
                </a:cubicBezTo>
                <a:cubicBezTo>
                  <a:pt x="214337" y="33327"/>
                  <a:pt x="212449" y="35253"/>
                  <a:pt x="210409" y="37783"/>
                </a:cubicBezTo>
                <a:lnTo>
                  <a:pt x="210409" y="71374"/>
                </a:lnTo>
                <a:cubicBezTo>
                  <a:pt x="210409" y="71752"/>
                  <a:pt x="210296" y="72082"/>
                  <a:pt x="210070" y="72366"/>
                </a:cubicBezTo>
                <a:cubicBezTo>
                  <a:pt x="209843" y="72649"/>
                  <a:pt x="209456" y="72885"/>
                  <a:pt x="208908" y="73074"/>
                </a:cubicBezTo>
                <a:cubicBezTo>
                  <a:pt x="208361" y="73263"/>
                  <a:pt x="207634" y="73404"/>
                  <a:pt x="206727" y="73499"/>
                </a:cubicBezTo>
                <a:cubicBezTo>
                  <a:pt x="205821" y="73593"/>
                  <a:pt x="204688" y="73640"/>
                  <a:pt x="203329" y="73640"/>
                </a:cubicBezTo>
                <a:cubicBezTo>
                  <a:pt x="201931" y="73640"/>
                  <a:pt x="200780" y="73593"/>
                  <a:pt x="199873" y="73499"/>
                </a:cubicBezTo>
                <a:cubicBezTo>
                  <a:pt x="198967" y="73404"/>
                  <a:pt x="198240" y="73263"/>
                  <a:pt x="197692" y="73074"/>
                </a:cubicBezTo>
                <a:cubicBezTo>
                  <a:pt x="197145" y="72885"/>
                  <a:pt x="196758" y="72649"/>
                  <a:pt x="196531" y="72366"/>
                </a:cubicBezTo>
                <a:cubicBezTo>
                  <a:pt x="196304" y="72082"/>
                  <a:pt x="196191" y="71752"/>
                  <a:pt x="196191" y="71374"/>
                </a:cubicBezTo>
                <a:lnTo>
                  <a:pt x="196191" y="41408"/>
                </a:lnTo>
                <a:cubicBezTo>
                  <a:pt x="196191" y="39709"/>
                  <a:pt x="196031" y="38161"/>
                  <a:pt x="195710" y="36763"/>
                </a:cubicBezTo>
                <a:cubicBezTo>
                  <a:pt x="195389" y="35366"/>
                  <a:pt x="194907" y="34167"/>
                  <a:pt x="194265" y="33166"/>
                </a:cubicBezTo>
                <a:cubicBezTo>
                  <a:pt x="193623" y="32166"/>
                  <a:pt x="192792" y="31392"/>
                  <a:pt x="191773" y="30844"/>
                </a:cubicBezTo>
                <a:cubicBezTo>
                  <a:pt x="190753" y="30296"/>
                  <a:pt x="189564" y="30023"/>
                  <a:pt x="188204" y="30023"/>
                </a:cubicBezTo>
                <a:cubicBezTo>
                  <a:pt x="186467" y="30023"/>
                  <a:pt x="184730" y="30683"/>
                  <a:pt x="182993" y="32005"/>
                </a:cubicBezTo>
                <a:cubicBezTo>
                  <a:pt x="181255" y="33327"/>
                  <a:pt x="179386" y="35253"/>
                  <a:pt x="177385" y="37783"/>
                </a:cubicBezTo>
                <a:lnTo>
                  <a:pt x="177385" y="71374"/>
                </a:lnTo>
                <a:cubicBezTo>
                  <a:pt x="177385" y="71752"/>
                  <a:pt x="177271" y="72082"/>
                  <a:pt x="177045" y="72366"/>
                </a:cubicBezTo>
                <a:cubicBezTo>
                  <a:pt x="176818" y="72649"/>
                  <a:pt x="176431" y="72885"/>
                  <a:pt x="175883" y="73074"/>
                </a:cubicBezTo>
                <a:cubicBezTo>
                  <a:pt x="175336" y="73263"/>
                  <a:pt x="174609" y="73404"/>
                  <a:pt x="173703" y="73499"/>
                </a:cubicBezTo>
                <a:cubicBezTo>
                  <a:pt x="172796" y="73593"/>
                  <a:pt x="171644" y="73640"/>
                  <a:pt x="170247" y="73640"/>
                </a:cubicBezTo>
                <a:cubicBezTo>
                  <a:pt x="168850" y="73640"/>
                  <a:pt x="167698" y="73593"/>
                  <a:pt x="166792" y="73499"/>
                </a:cubicBezTo>
                <a:cubicBezTo>
                  <a:pt x="165885" y="73404"/>
                  <a:pt x="165158" y="73263"/>
                  <a:pt x="164611" y="73074"/>
                </a:cubicBezTo>
                <a:cubicBezTo>
                  <a:pt x="164063" y="72885"/>
                  <a:pt x="163676" y="72649"/>
                  <a:pt x="163450" y="72366"/>
                </a:cubicBezTo>
                <a:cubicBezTo>
                  <a:pt x="163223" y="72082"/>
                  <a:pt x="163110" y="71752"/>
                  <a:pt x="163110" y="71374"/>
                </a:cubicBezTo>
                <a:lnTo>
                  <a:pt x="163110" y="20846"/>
                </a:lnTo>
                <a:cubicBezTo>
                  <a:pt x="163110" y="20468"/>
                  <a:pt x="163204" y="20138"/>
                  <a:pt x="163393" y="19855"/>
                </a:cubicBezTo>
                <a:cubicBezTo>
                  <a:pt x="163582" y="19571"/>
                  <a:pt x="163922" y="19335"/>
                  <a:pt x="164413" y="19146"/>
                </a:cubicBezTo>
                <a:cubicBezTo>
                  <a:pt x="164904" y="18958"/>
                  <a:pt x="165536" y="18816"/>
                  <a:pt x="166310" y="18722"/>
                </a:cubicBezTo>
                <a:cubicBezTo>
                  <a:pt x="167084" y="18627"/>
                  <a:pt x="168057" y="18580"/>
                  <a:pt x="169228" y="18580"/>
                </a:cubicBezTo>
                <a:cubicBezTo>
                  <a:pt x="170436" y="18580"/>
                  <a:pt x="171437" y="18627"/>
                  <a:pt x="172230" y="18722"/>
                </a:cubicBezTo>
                <a:cubicBezTo>
                  <a:pt x="173023" y="18816"/>
                  <a:pt x="173636" y="18958"/>
                  <a:pt x="174071" y="19146"/>
                </a:cubicBezTo>
                <a:cubicBezTo>
                  <a:pt x="174505" y="19335"/>
                  <a:pt x="174817" y="19571"/>
                  <a:pt x="175005" y="19855"/>
                </a:cubicBezTo>
                <a:cubicBezTo>
                  <a:pt x="175194" y="20138"/>
                  <a:pt x="175289" y="20468"/>
                  <a:pt x="175289" y="20846"/>
                </a:cubicBezTo>
                <a:lnTo>
                  <a:pt x="175289" y="26680"/>
                </a:lnTo>
                <a:cubicBezTo>
                  <a:pt x="178083" y="23640"/>
                  <a:pt x="180868" y="21360"/>
                  <a:pt x="183644" y="19840"/>
                </a:cubicBezTo>
                <a:cubicBezTo>
                  <a:pt x="186420" y="18320"/>
                  <a:pt x="189318" y="17560"/>
                  <a:pt x="192339" y="17560"/>
                </a:cubicBezTo>
                <a:cubicBezTo>
                  <a:pt x="194416" y="17560"/>
                  <a:pt x="196286" y="17779"/>
                  <a:pt x="197947" y="18217"/>
                </a:cubicBezTo>
                <a:cubicBezTo>
                  <a:pt x="199609" y="18654"/>
                  <a:pt x="201091" y="19280"/>
                  <a:pt x="202394" y="20097"/>
                </a:cubicBezTo>
                <a:cubicBezTo>
                  <a:pt x="203697" y="20914"/>
                  <a:pt x="204820" y="21892"/>
                  <a:pt x="205764" y="23032"/>
                </a:cubicBezTo>
                <a:cubicBezTo>
                  <a:pt x="206709" y="24172"/>
                  <a:pt x="207502" y="25445"/>
                  <a:pt x="208144" y="26850"/>
                </a:cubicBezTo>
                <a:cubicBezTo>
                  <a:pt x="209654" y="25217"/>
                  <a:pt x="211136" y="23812"/>
                  <a:pt x="212590" y="22634"/>
                </a:cubicBezTo>
                <a:cubicBezTo>
                  <a:pt x="214044" y="21455"/>
                  <a:pt x="215479" y="20495"/>
                  <a:pt x="216895" y="19755"/>
                </a:cubicBezTo>
                <a:cubicBezTo>
                  <a:pt x="218312" y="19014"/>
                  <a:pt x="219728" y="18463"/>
                  <a:pt x="221144" y="18102"/>
                </a:cubicBezTo>
                <a:cubicBezTo>
                  <a:pt x="222560" y="17741"/>
                  <a:pt x="224005" y="17560"/>
                  <a:pt x="225477" y="17560"/>
                </a:cubicBezTo>
                <a:cubicBezTo>
                  <a:pt x="228838" y="17560"/>
                  <a:pt x="231671" y="18127"/>
                  <a:pt x="233974" y="19262"/>
                </a:cubicBezTo>
                <a:cubicBezTo>
                  <a:pt x="236278" y="20396"/>
                  <a:pt x="238138" y="21936"/>
                  <a:pt x="239554" y="23884"/>
                </a:cubicBezTo>
                <a:cubicBezTo>
                  <a:pt x="240970" y="25830"/>
                  <a:pt x="241980" y="28107"/>
                  <a:pt x="242585" y="30716"/>
                </a:cubicBezTo>
                <a:cubicBezTo>
                  <a:pt x="243189" y="33325"/>
                  <a:pt x="243491" y="36084"/>
                  <a:pt x="243491" y="38994"/>
                </a:cubicBezTo>
                <a:lnTo>
                  <a:pt x="243491" y="71373"/>
                </a:lnTo>
                <a:close/>
                <a:moveTo>
                  <a:pt x="308412" y="45372"/>
                </a:moveTo>
                <a:cubicBezTo>
                  <a:pt x="308412" y="49875"/>
                  <a:pt x="307930" y="53934"/>
                  <a:pt x="306967" y="57547"/>
                </a:cubicBezTo>
                <a:cubicBezTo>
                  <a:pt x="306004" y="61161"/>
                  <a:pt x="304598" y="64235"/>
                  <a:pt x="302747" y="66770"/>
                </a:cubicBezTo>
                <a:cubicBezTo>
                  <a:pt x="300897" y="69305"/>
                  <a:pt x="298593" y="71254"/>
                  <a:pt x="295836" y="72617"/>
                </a:cubicBezTo>
                <a:cubicBezTo>
                  <a:pt x="293079" y="73979"/>
                  <a:pt x="289926" y="74660"/>
                  <a:pt x="286376" y="74660"/>
                </a:cubicBezTo>
                <a:cubicBezTo>
                  <a:pt x="284903" y="74660"/>
                  <a:pt x="283553" y="74518"/>
                  <a:pt x="282326" y="74233"/>
                </a:cubicBezTo>
                <a:cubicBezTo>
                  <a:pt x="281099" y="73950"/>
                  <a:pt x="279909" y="73515"/>
                  <a:pt x="278757" y="72929"/>
                </a:cubicBezTo>
                <a:cubicBezTo>
                  <a:pt x="277606" y="72342"/>
                  <a:pt x="276463" y="71614"/>
                  <a:pt x="275330" y="70744"/>
                </a:cubicBezTo>
                <a:cubicBezTo>
                  <a:pt x="274197" y="69873"/>
                  <a:pt x="273027" y="68851"/>
                  <a:pt x="271818" y="67678"/>
                </a:cubicBezTo>
                <a:lnTo>
                  <a:pt x="271818" y="91482"/>
                </a:lnTo>
                <a:cubicBezTo>
                  <a:pt x="271818" y="91860"/>
                  <a:pt x="271705" y="92200"/>
                  <a:pt x="271478" y="92502"/>
                </a:cubicBezTo>
                <a:cubicBezTo>
                  <a:pt x="271252" y="92805"/>
                  <a:pt x="270865" y="93061"/>
                  <a:pt x="270317" y="93268"/>
                </a:cubicBezTo>
                <a:cubicBezTo>
                  <a:pt x="269769" y="93476"/>
                  <a:pt x="269042" y="93636"/>
                  <a:pt x="268136" y="93750"/>
                </a:cubicBezTo>
                <a:cubicBezTo>
                  <a:pt x="267230" y="93863"/>
                  <a:pt x="266078" y="93920"/>
                  <a:pt x="264681" y="93920"/>
                </a:cubicBezTo>
                <a:cubicBezTo>
                  <a:pt x="263283" y="93920"/>
                  <a:pt x="262132" y="93863"/>
                  <a:pt x="261225" y="93750"/>
                </a:cubicBezTo>
                <a:cubicBezTo>
                  <a:pt x="260319" y="93636"/>
                  <a:pt x="259592" y="93476"/>
                  <a:pt x="259044" y="93268"/>
                </a:cubicBezTo>
                <a:cubicBezTo>
                  <a:pt x="258497" y="93061"/>
                  <a:pt x="258110" y="92805"/>
                  <a:pt x="257883" y="92502"/>
                </a:cubicBezTo>
                <a:cubicBezTo>
                  <a:pt x="257657" y="92200"/>
                  <a:pt x="257543" y="91860"/>
                  <a:pt x="257543" y="91482"/>
                </a:cubicBezTo>
                <a:lnTo>
                  <a:pt x="257543" y="20848"/>
                </a:lnTo>
                <a:cubicBezTo>
                  <a:pt x="257543" y="20470"/>
                  <a:pt x="257638" y="20140"/>
                  <a:pt x="257827" y="19856"/>
                </a:cubicBezTo>
                <a:cubicBezTo>
                  <a:pt x="258015" y="19572"/>
                  <a:pt x="258346" y="19335"/>
                  <a:pt x="258818" y="19146"/>
                </a:cubicBezTo>
                <a:cubicBezTo>
                  <a:pt x="259290" y="18958"/>
                  <a:pt x="259913" y="18816"/>
                  <a:pt x="260687" y="18722"/>
                </a:cubicBezTo>
                <a:cubicBezTo>
                  <a:pt x="261461" y="18627"/>
                  <a:pt x="262434" y="18580"/>
                  <a:pt x="263604" y="18580"/>
                </a:cubicBezTo>
                <a:cubicBezTo>
                  <a:pt x="264737" y="18580"/>
                  <a:pt x="265691" y="18627"/>
                  <a:pt x="266465" y="18722"/>
                </a:cubicBezTo>
                <a:cubicBezTo>
                  <a:pt x="267239" y="18815"/>
                  <a:pt x="267862" y="18956"/>
                  <a:pt x="268334" y="19145"/>
                </a:cubicBezTo>
                <a:cubicBezTo>
                  <a:pt x="268806" y="19332"/>
                  <a:pt x="269137" y="19567"/>
                  <a:pt x="269326" y="19849"/>
                </a:cubicBezTo>
                <a:cubicBezTo>
                  <a:pt x="269515" y="20130"/>
                  <a:pt x="269609" y="20459"/>
                  <a:pt x="269609" y="20835"/>
                </a:cubicBezTo>
                <a:lnTo>
                  <a:pt x="269609" y="26755"/>
                </a:lnTo>
                <a:cubicBezTo>
                  <a:pt x="271082" y="25242"/>
                  <a:pt x="272526" y="23908"/>
                  <a:pt x="273942" y="22754"/>
                </a:cubicBezTo>
                <a:cubicBezTo>
                  <a:pt x="275359" y="21600"/>
                  <a:pt x="276803" y="20635"/>
                  <a:pt x="278276" y="19860"/>
                </a:cubicBezTo>
                <a:cubicBezTo>
                  <a:pt x="279749" y="19083"/>
                  <a:pt x="281269" y="18506"/>
                  <a:pt x="282836" y="18129"/>
                </a:cubicBezTo>
                <a:cubicBezTo>
                  <a:pt x="284403" y="17750"/>
                  <a:pt x="286074" y="17560"/>
                  <a:pt x="287849" y="17560"/>
                </a:cubicBezTo>
                <a:cubicBezTo>
                  <a:pt x="291550" y="17560"/>
                  <a:pt x="294703" y="18289"/>
                  <a:pt x="297309" y="19747"/>
                </a:cubicBezTo>
                <a:cubicBezTo>
                  <a:pt x="299915" y="21203"/>
                  <a:pt x="302039" y="23198"/>
                  <a:pt x="303682" y="25733"/>
                </a:cubicBezTo>
                <a:cubicBezTo>
                  <a:pt x="305324" y="28268"/>
                  <a:pt x="306524" y="31220"/>
                  <a:pt x="307279" y="34588"/>
                </a:cubicBezTo>
                <a:cubicBezTo>
                  <a:pt x="308034" y="37956"/>
                  <a:pt x="308412" y="41551"/>
                  <a:pt x="308412" y="45372"/>
                </a:cubicBezTo>
                <a:moveTo>
                  <a:pt x="293570" y="46422"/>
                </a:moveTo>
                <a:cubicBezTo>
                  <a:pt x="293570" y="44266"/>
                  <a:pt x="293410" y="42194"/>
                  <a:pt x="293089" y="40208"/>
                </a:cubicBezTo>
                <a:cubicBezTo>
                  <a:pt x="292768" y="38222"/>
                  <a:pt x="292220" y="36454"/>
                  <a:pt x="291446" y="34903"/>
                </a:cubicBezTo>
                <a:cubicBezTo>
                  <a:pt x="290672" y="33352"/>
                  <a:pt x="289652" y="32114"/>
                  <a:pt x="288387" y="31187"/>
                </a:cubicBezTo>
                <a:cubicBezTo>
                  <a:pt x="287122" y="30260"/>
                  <a:pt x="285545" y="29796"/>
                  <a:pt x="283657" y="29796"/>
                </a:cubicBezTo>
                <a:cubicBezTo>
                  <a:pt x="282713" y="29796"/>
                  <a:pt x="281778" y="29938"/>
                  <a:pt x="280853" y="30221"/>
                </a:cubicBezTo>
                <a:cubicBezTo>
                  <a:pt x="279928" y="30503"/>
                  <a:pt x="278984" y="30964"/>
                  <a:pt x="278021" y="31605"/>
                </a:cubicBezTo>
                <a:cubicBezTo>
                  <a:pt x="277058" y="32246"/>
                  <a:pt x="276067" y="33076"/>
                  <a:pt x="275047" y="34094"/>
                </a:cubicBezTo>
                <a:cubicBezTo>
                  <a:pt x="274027" y="35111"/>
                  <a:pt x="272951" y="36373"/>
                  <a:pt x="271818" y="37880"/>
                </a:cubicBezTo>
                <a:lnTo>
                  <a:pt x="271818" y="54566"/>
                </a:lnTo>
                <a:cubicBezTo>
                  <a:pt x="273820" y="57110"/>
                  <a:pt x="275727" y="59074"/>
                  <a:pt x="277539" y="60459"/>
                </a:cubicBezTo>
                <a:cubicBezTo>
                  <a:pt x="279352" y="61845"/>
                  <a:pt x="281240" y="62538"/>
                  <a:pt x="283204" y="62538"/>
                </a:cubicBezTo>
                <a:cubicBezTo>
                  <a:pt x="285055" y="62538"/>
                  <a:pt x="286631" y="62065"/>
                  <a:pt x="287934" y="61120"/>
                </a:cubicBezTo>
                <a:cubicBezTo>
                  <a:pt x="289237" y="60173"/>
                  <a:pt x="290304" y="58934"/>
                  <a:pt x="291135" y="57402"/>
                </a:cubicBezTo>
                <a:cubicBezTo>
                  <a:pt x="291965" y="55870"/>
                  <a:pt x="292579" y="54140"/>
                  <a:pt x="292976" y="52210"/>
                </a:cubicBezTo>
                <a:cubicBezTo>
                  <a:pt x="293372" y="50281"/>
                  <a:pt x="293570" y="48351"/>
                  <a:pt x="293570" y="46422"/>
                </a:cubicBezTo>
                <a:close/>
                <a:moveTo>
                  <a:pt x="349275" y="66351"/>
                </a:moveTo>
                <a:cubicBezTo>
                  <a:pt x="349275" y="68020"/>
                  <a:pt x="349171" y="69302"/>
                  <a:pt x="348964" y="70194"/>
                </a:cubicBezTo>
                <a:cubicBezTo>
                  <a:pt x="348756" y="71085"/>
                  <a:pt x="348482" y="71711"/>
                  <a:pt x="348142" y="72072"/>
                </a:cubicBezTo>
                <a:cubicBezTo>
                  <a:pt x="347802" y="72432"/>
                  <a:pt x="347302" y="72754"/>
                  <a:pt x="346641" y="73038"/>
                </a:cubicBezTo>
                <a:cubicBezTo>
                  <a:pt x="345980" y="73323"/>
                  <a:pt x="345206" y="73569"/>
                  <a:pt x="344319" y="73778"/>
                </a:cubicBezTo>
                <a:cubicBezTo>
                  <a:pt x="343431" y="73987"/>
                  <a:pt x="342468" y="74148"/>
                  <a:pt x="341430" y="74262"/>
                </a:cubicBezTo>
                <a:cubicBezTo>
                  <a:pt x="340391" y="74376"/>
                  <a:pt x="339343" y="74433"/>
                  <a:pt x="338286" y="74433"/>
                </a:cubicBezTo>
                <a:cubicBezTo>
                  <a:pt x="335453" y="74433"/>
                  <a:pt x="332999" y="74075"/>
                  <a:pt x="330922" y="73357"/>
                </a:cubicBezTo>
                <a:cubicBezTo>
                  <a:pt x="328845" y="72640"/>
                  <a:pt x="327126" y="71535"/>
                  <a:pt x="325767" y="70043"/>
                </a:cubicBezTo>
                <a:cubicBezTo>
                  <a:pt x="324407" y="68552"/>
                  <a:pt x="323407" y="66673"/>
                  <a:pt x="322765" y="64407"/>
                </a:cubicBezTo>
                <a:cubicBezTo>
                  <a:pt x="322123" y="62141"/>
                  <a:pt x="321802" y="59460"/>
                  <a:pt x="321802" y="56363"/>
                </a:cubicBezTo>
                <a:lnTo>
                  <a:pt x="321802" y="30476"/>
                </a:lnTo>
                <a:lnTo>
                  <a:pt x="315741" y="30476"/>
                </a:lnTo>
                <a:cubicBezTo>
                  <a:pt x="315023" y="30476"/>
                  <a:pt x="314475" y="30032"/>
                  <a:pt x="314098" y="29145"/>
                </a:cubicBezTo>
                <a:cubicBezTo>
                  <a:pt x="313720" y="28257"/>
                  <a:pt x="313531" y="26775"/>
                  <a:pt x="313531" y="24698"/>
                </a:cubicBezTo>
                <a:cubicBezTo>
                  <a:pt x="313531" y="23603"/>
                  <a:pt x="313579" y="22677"/>
                  <a:pt x="313673" y="21922"/>
                </a:cubicBezTo>
                <a:cubicBezTo>
                  <a:pt x="313767" y="21167"/>
                  <a:pt x="313909" y="20572"/>
                  <a:pt x="314098" y="20138"/>
                </a:cubicBezTo>
                <a:cubicBezTo>
                  <a:pt x="314287" y="19703"/>
                  <a:pt x="314523" y="19392"/>
                  <a:pt x="314806" y="19203"/>
                </a:cubicBezTo>
                <a:cubicBezTo>
                  <a:pt x="315089" y="19014"/>
                  <a:pt x="315420" y="18920"/>
                  <a:pt x="315797" y="18920"/>
                </a:cubicBezTo>
                <a:lnTo>
                  <a:pt x="321802" y="18920"/>
                </a:lnTo>
                <a:lnTo>
                  <a:pt x="321802" y="7601"/>
                </a:lnTo>
                <a:cubicBezTo>
                  <a:pt x="321802" y="7221"/>
                  <a:pt x="321906" y="6880"/>
                  <a:pt x="322113" y="6576"/>
                </a:cubicBezTo>
                <a:cubicBezTo>
                  <a:pt x="322321" y="6273"/>
                  <a:pt x="322699" y="6017"/>
                  <a:pt x="323246" y="5810"/>
                </a:cubicBezTo>
                <a:cubicBezTo>
                  <a:pt x="323794" y="5601"/>
                  <a:pt x="324530" y="5449"/>
                  <a:pt x="325455" y="5355"/>
                </a:cubicBezTo>
                <a:cubicBezTo>
                  <a:pt x="326381" y="5259"/>
                  <a:pt x="327523" y="5211"/>
                  <a:pt x="328883" y="5211"/>
                </a:cubicBezTo>
                <a:cubicBezTo>
                  <a:pt x="330280" y="5211"/>
                  <a:pt x="331441" y="5259"/>
                  <a:pt x="332366" y="5355"/>
                </a:cubicBezTo>
                <a:cubicBezTo>
                  <a:pt x="333291" y="5449"/>
                  <a:pt x="334018" y="5601"/>
                  <a:pt x="334547" y="5810"/>
                </a:cubicBezTo>
                <a:cubicBezTo>
                  <a:pt x="335076" y="6017"/>
                  <a:pt x="335453" y="6273"/>
                  <a:pt x="335680" y="6576"/>
                </a:cubicBezTo>
                <a:cubicBezTo>
                  <a:pt x="335907" y="6880"/>
                  <a:pt x="336020" y="7221"/>
                  <a:pt x="336020" y="7601"/>
                </a:cubicBezTo>
                <a:lnTo>
                  <a:pt x="336020" y="18920"/>
                </a:lnTo>
                <a:lnTo>
                  <a:pt x="347009" y="18920"/>
                </a:lnTo>
                <a:cubicBezTo>
                  <a:pt x="347387" y="18920"/>
                  <a:pt x="347717" y="19014"/>
                  <a:pt x="348001" y="19203"/>
                </a:cubicBezTo>
                <a:cubicBezTo>
                  <a:pt x="348284" y="19392"/>
                  <a:pt x="348520" y="19703"/>
                  <a:pt x="348709" y="20138"/>
                </a:cubicBezTo>
                <a:cubicBezTo>
                  <a:pt x="348898" y="20572"/>
                  <a:pt x="349039" y="21167"/>
                  <a:pt x="349134" y="21922"/>
                </a:cubicBezTo>
                <a:cubicBezTo>
                  <a:pt x="349228" y="22677"/>
                  <a:pt x="349275" y="23603"/>
                  <a:pt x="349275" y="24698"/>
                </a:cubicBezTo>
                <a:cubicBezTo>
                  <a:pt x="349275" y="26775"/>
                  <a:pt x="349086" y="28257"/>
                  <a:pt x="348709" y="29145"/>
                </a:cubicBezTo>
                <a:cubicBezTo>
                  <a:pt x="348331" y="30032"/>
                  <a:pt x="347784" y="30476"/>
                  <a:pt x="347066" y="30476"/>
                </a:cubicBezTo>
                <a:lnTo>
                  <a:pt x="336020" y="30476"/>
                </a:lnTo>
                <a:lnTo>
                  <a:pt x="336020" y="54168"/>
                </a:lnTo>
                <a:cubicBezTo>
                  <a:pt x="336020" y="56920"/>
                  <a:pt x="336454" y="58984"/>
                  <a:pt x="337323" y="60360"/>
                </a:cubicBezTo>
                <a:cubicBezTo>
                  <a:pt x="338191" y="61736"/>
                  <a:pt x="339740" y="62424"/>
                  <a:pt x="341968" y="62424"/>
                </a:cubicBezTo>
                <a:cubicBezTo>
                  <a:pt x="342723" y="62424"/>
                  <a:pt x="343403" y="62358"/>
                  <a:pt x="344007" y="62226"/>
                </a:cubicBezTo>
                <a:cubicBezTo>
                  <a:pt x="344611" y="62094"/>
                  <a:pt x="345149" y="61943"/>
                  <a:pt x="345622" y="61773"/>
                </a:cubicBezTo>
                <a:cubicBezTo>
                  <a:pt x="346094" y="61603"/>
                  <a:pt x="346490" y="61452"/>
                  <a:pt x="346811" y="61320"/>
                </a:cubicBezTo>
                <a:cubicBezTo>
                  <a:pt x="347132" y="61188"/>
                  <a:pt x="347425" y="61121"/>
                  <a:pt x="347689" y="61121"/>
                </a:cubicBezTo>
                <a:cubicBezTo>
                  <a:pt x="347916" y="61121"/>
                  <a:pt x="348133" y="61188"/>
                  <a:pt x="348341" y="61320"/>
                </a:cubicBezTo>
                <a:cubicBezTo>
                  <a:pt x="348548" y="61452"/>
                  <a:pt x="348709" y="61717"/>
                  <a:pt x="348822" y="62115"/>
                </a:cubicBezTo>
                <a:cubicBezTo>
                  <a:pt x="348935" y="62511"/>
                  <a:pt x="349039" y="63051"/>
                  <a:pt x="349134" y="63734"/>
                </a:cubicBezTo>
                <a:cubicBezTo>
                  <a:pt x="349228" y="64416"/>
                  <a:pt x="349275" y="65288"/>
                  <a:pt x="349275" y="66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62228-C17E-4A4C-9F28-E133C586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21" y="2416581"/>
            <a:ext cx="303877" cy="10"/>
          </a:xfrm>
          <a:custGeom xmlns:a="http://schemas.openxmlformats.org/drawingml/2006/main">
            <a:pathLst>
              <a:path w="303877" h="1" fill="none">
                <a:moveTo>
                  <a:pt x="0" y="0"/>
                </a:moveTo>
                <a:lnTo>
                  <a:pt x="3038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000000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F5F22-FA4E-4C7E-9749-1EEDEA98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84" y="2397042"/>
            <a:ext cx="39076" cy="39076"/>
          </a:xfrm>
          <a:custGeom xmlns:a="http://schemas.openxmlformats.org/drawingml/2006/main">
            <a:pathLst>
              <a:path w="39076" h="39076">
                <a:moveTo>
                  <a:pt x="0" y="0"/>
                </a:moveTo>
                <a:lnTo>
                  <a:pt x="39076" y="19538"/>
                </a:lnTo>
                <a:lnTo>
                  <a:pt x="0" y="390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shuffle">
            <a:extLst xmlns:a="http://schemas.openxmlformats.org/drawingml/2006/main">
              <a:ext uri="{FF2B5EF4-FFF2-40B4-BE49-F238E27FC236}">
                <a16:creationId xmlns:a16="http://schemas.microsoft.com/office/drawing/2014/main" id="{2515B2B7-8ED8-4B05-B8CD-E0CA37DA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76" y="2272650"/>
            <a:ext cx="323385" cy="80664"/>
          </a:xfrm>
          <a:custGeom xmlns:a="http://schemas.openxmlformats.org/drawingml/2006/main">
            <a:pathLst>
              <a:path w="323385" h="80664">
                <a:moveTo>
                  <a:pt x="38576" y="63125"/>
                </a:moveTo>
                <a:cubicBezTo>
                  <a:pt x="38576" y="66001"/>
                  <a:pt x="38038" y="68537"/>
                  <a:pt x="36962" y="70732"/>
                </a:cubicBezTo>
                <a:cubicBezTo>
                  <a:pt x="35885" y="72926"/>
                  <a:pt x="34365" y="74761"/>
                  <a:pt x="32402" y="76237"/>
                </a:cubicBezTo>
                <a:cubicBezTo>
                  <a:pt x="30438" y="77712"/>
                  <a:pt x="28115" y="78819"/>
                  <a:pt x="25434" y="79556"/>
                </a:cubicBezTo>
                <a:cubicBezTo>
                  <a:pt x="22753" y="80295"/>
                  <a:pt x="19845" y="80664"/>
                  <a:pt x="16711" y="80664"/>
                </a:cubicBezTo>
                <a:cubicBezTo>
                  <a:pt x="14822" y="80664"/>
                  <a:pt x="13019" y="80521"/>
                  <a:pt x="11301" y="80234"/>
                </a:cubicBezTo>
                <a:cubicBezTo>
                  <a:pt x="9583" y="79947"/>
                  <a:pt x="8044" y="79585"/>
                  <a:pt x="6684" y="79146"/>
                </a:cubicBezTo>
                <a:cubicBezTo>
                  <a:pt x="5325" y="78705"/>
                  <a:pt x="4192" y="78256"/>
                  <a:pt x="3285" y="77798"/>
                </a:cubicBezTo>
                <a:cubicBezTo>
                  <a:pt x="2379" y="77339"/>
                  <a:pt x="1718" y="76909"/>
                  <a:pt x="1303" y="76508"/>
                </a:cubicBezTo>
                <a:cubicBezTo>
                  <a:pt x="887" y="76107"/>
                  <a:pt x="566" y="75479"/>
                  <a:pt x="340" y="74625"/>
                </a:cubicBezTo>
                <a:cubicBezTo>
                  <a:pt x="113" y="73770"/>
                  <a:pt x="0" y="72507"/>
                  <a:pt x="0" y="70836"/>
                </a:cubicBezTo>
                <a:cubicBezTo>
                  <a:pt x="0" y="69735"/>
                  <a:pt x="38" y="68852"/>
                  <a:pt x="113" y="68188"/>
                </a:cubicBezTo>
                <a:cubicBezTo>
                  <a:pt x="189" y="67524"/>
                  <a:pt x="302" y="66992"/>
                  <a:pt x="453" y="66593"/>
                </a:cubicBezTo>
                <a:cubicBezTo>
                  <a:pt x="604" y="66194"/>
                  <a:pt x="793" y="65929"/>
                  <a:pt x="1020" y="65797"/>
                </a:cubicBezTo>
                <a:cubicBezTo>
                  <a:pt x="1246" y="65663"/>
                  <a:pt x="1529" y="65596"/>
                  <a:pt x="1869" y="65596"/>
                </a:cubicBezTo>
                <a:cubicBezTo>
                  <a:pt x="2285" y="65596"/>
                  <a:pt x="2898" y="65835"/>
                  <a:pt x="3710" y="66313"/>
                </a:cubicBezTo>
                <a:cubicBezTo>
                  <a:pt x="4522" y="66791"/>
                  <a:pt x="5532" y="67317"/>
                  <a:pt x="6741" y="67891"/>
                </a:cubicBezTo>
                <a:cubicBezTo>
                  <a:pt x="7949" y="68464"/>
                  <a:pt x="9356" y="68999"/>
                  <a:pt x="10961" y="69496"/>
                </a:cubicBezTo>
                <a:cubicBezTo>
                  <a:pt x="12566" y="69993"/>
                  <a:pt x="14388" y="70241"/>
                  <a:pt x="16427" y="70241"/>
                </a:cubicBezTo>
                <a:cubicBezTo>
                  <a:pt x="17711" y="70241"/>
                  <a:pt x="18854" y="70110"/>
                  <a:pt x="19855" y="69847"/>
                </a:cubicBezTo>
                <a:cubicBezTo>
                  <a:pt x="20855" y="69584"/>
                  <a:pt x="21724" y="69208"/>
                  <a:pt x="22460" y="68719"/>
                </a:cubicBezTo>
                <a:cubicBezTo>
                  <a:pt x="23197" y="68229"/>
                  <a:pt x="23754" y="67609"/>
                  <a:pt x="24131" y="66857"/>
                </a:cubicBezTo>
                <a:cubicBezTo>
                  <a:pt x="24509" y="66105"/>
                  <a:pt x="24698" y="65240"/>
                  <a:pt x="24698" y="64262"/>
                </a:cubicBezTo>
                <a:cubicBezTo>
                  <a:pt x="24698" y="63126"/>
                  <a:pt x="24348" y="62152"/>
                  <a:pt x="23650" y="61339"/>
                </a:cubicBezTo>
                <a:cubicBezTo>
                  <a:pt x="22951" y="60525"/>
                  <a:pt x="22026" y="59815"/>
                  <a:pt x="20874" y="59210"/>
                </a:cubicBezTo>
                <a:cubicBezTo>
                  <a:pt x="19722" y="58604"/>
                  <a:pt x="18420" y="58037"/>
                  <a:pt x="16966" y="57507"/>
                </a:cubicBezTo>
                <a:cubicBezTo>
                  <a:pt x="15512" y="56977"/>
                  <a:pt x="14020" y="56390"/>
                  <a:pt x="12491" y="55747"/>
                </a:cubicBezTo>
                <a:cubicBezTo>
                  <a:pt x="10961" y="55104"/>
                  <a:pt x="9469" y="54366"/>
                  <a:pt x="8015" y="53534"/>
                </a:cubicBezTo>
                <a:cubicBezTo>
                  <a:pt x="6562" y="52701"/>
                  <a:pt x="5259" y="51679"/>
                  <a:pt x="4107" y="50468"/>
                </a:cubicBezTo>
                <a:cubicBezTo>
                  <a:pt x="2955" y="49258"/>
                  <a:pt x="2030" y="47801"/>
                  <a:pt x="1331" y="46100"/>
                </a:cubicBezTo>
                <a:cubicBezTo>
                  <a:pt x="633" y="44397"/>
                  <a:pt x="283" y="42353"/>
                  <a:pt x="283" y="39969"/>
                </a:cubicBezTo>
                <a:cubicBezTo>
                  <a:pt x="283" y="37547"/>
                  <a:pt x="755" y="35323"/>
                  <a:pt x="1699" y="33299"/>
                </a:cubicBezTo>
                <a:cubicBezTo>
                  <a:pt x="2643" y="31275"/>
                  <a:pt x="4003" y="29545"/>
                  <a:pt x="5778" y="28107"/>
                </a:cubicBezTo>
                <a:cubicBezTo>
                  <a:pt x="7553" y="26669"/>
                  <a:pt x="9715" y="25552"/>
                  <a:pt x="12264" y="24758"/>
                </a:cubicBezTo>
                <a:cubicBezTo>
                  <a:pt x="14813" y="23963"/>
                  <a:pt x="17674" y="23565"/>
                  <a:pt x="20846" y="23565"/>
                </a:cubicBezTo>
                <a:cubicBezTo>
                  <a:pt x="22432" y="23565"/>
                  <a:pt x="23971" y="23678"/>
                  <a:pt x="25463" y="23905"/>
                </a:cubicBezTo>
                <a:cubicBezTo>
                  <a:pt x="26954" y="24131"/>
                  <a:pt x="28304" y="24415"/>
                  <a:pt x="29513" y="24754"/>
                </a:cubicBezTo>
                <a:cubicBezTo>
                  <a:pt x="30721" y="25094"/>
                  <a:pt x="31741" y="25463"/>
                  <a:pt x="32572" y="25859"/>
                </a:cubicBezTo>
                <a:cubicBezTo>
                  <a:pt x="33402" y="26256"/>
                  <a:pt x="33997" y="26595"/>
                  <a:pt x="34356" y="26879"/>
                </a:cubicBezTo>
                <a:cubicBezTo>
                  <a:pt x="34715" y="27162"/>
                  <a:pt x="34970" y="27445"/>
                  <a:pt x="35121" y="27728"/>
                </a:cubicBezTo>
                <a:cubicBezTo>
                  <a:pt x="35272" y="28012"/>
                  <a:pt x="35385" y="28352"/>
                  <a:pt x="35461" y="28748"/>
                </a:cubicBezTo>
                <a:cubicBezTo>
                  <a:pt x="35536" y="29145"/>
                  <a:pt x="35602" y="29635"/>
                  <a:pt x="35659" y="30221"/>
                </a:cubicBezTo>
                <a:cubicBezTo>
                  <a:pt x="35716" y="30806"/>
                  <a:pt x="35744" y="31533"/>
                  <a:pt x="35744" y="32402"/>
                </a:cubicBezTo>
                <a:cubicBezTo>
                  <a:pt x="35744" y="33421"/>
                  <a:pt x="35716" y="34252"/>
                  <a:pt x="35659" y="34894"/>
                </a:cubicBezTo>
                <a:cubicBezTo>
                  <a:pt x="35602" y="35536"/>
                  <a:pt x="35508" y="36046"/>
                  <a:pt x="35376" y="36424"/>
                </a:cubicBezTo>
                <a:cubicBezTo>
                  <a:pt x="35243" y="36801"/>
                  <a:pt x="35064" y="37056"/>
                  <a:pt x="34838" y="37188"/>
                </a:cubicBezTo>
                <a:cubicBezTo>
                  <a:pt x="34611" y="37321"/>
                  <a:pt x="34347" y="37387"/>
                  <a:pt x="34044" y="37387"/>
                </a:cubicBezTo>
                <a:cubicBezTo>
                  <a:pt x="33705" y="37387"/>
                  <a:pt x="33176" y="37188"/>
                  <a:pt x="32458" y="36792"/>
                </a:cubicBezTo>
                <a:cubicBezTo>
                  <a:pt x="31741" y="36395"/>
                  <a:pt x="30844" y="35970"/>
                  <a:pt x="29768" y="35517"/>
                </a:cubicBezTo>
                <a:cubicBezTo>
                  <a:pt x="28691" y="35064"/>
                  <a:pt x="27445" y="34639"/>
                  <a:pt x="26029" y="34243"/>
                </a:cubicBezTo>
                <a:cubicBezTo>
                  <a:pt x="24613" y="33846"/>
                  <a:pt x="22998" y="33648"/>
                  <a:pt x="21186" y="33648"/>
                </a:cubicBezTo>
                <a:cubicBezTo>
                  <a:pt x="19902" y="33648"/>
                  <a:pt x="18788" y="33781"/>
                  <a:pt x="17844" y="34048"/>
                </a:cubicBezTo>
                <a:cubicBezTo>
                  <a:pt x="16899" y="34314"/>
                  <a:pt x="16125" y="34693"/>
                  <a:pt x="15521" y="35186"/>
                </a:cubicBezTo>
                <a:cubicBezTo>
                  <a:pt x="14917" y="35680"/>
                  <a:pt x="14464" y="36258"/>
                  <a:pt x="14162" y="36923"/>
                </a:cubicBezTo>
                <a:cubicBezTo>
                  <a:pt x="13859" y="37587"/>
                  <a:pt x="13708" y="38299"/>
                  <a:pt x="13708" y="39059"/>
                </a:cubicBezTo>
                <a:cubicBezTo>
                  <a:pt x="13708" y="40232"/>
                  <a:pt x="14067" y="41217"/>
                  <a:pt x="14785" y="42012"/>
                </a:cubicBezTo>
                <a:cubicBezTo>
                  <a:pt x="15502" y="42806"/>
                  <a:pt x="16446" y="43506"/>
                  <a:pt x="17617" y="44112"/>
                </a:cubicBezTo>
                <a:cubicBezTo>
                  <a:pt x="18788" y="44717"/>
                  <a:pt x="20119" y="45285"/>
                  <a:pt x="21611" y="45815"/>
                </a:cubicBezTo>
                <a:cubicBezTo>
                  <a:pt x="23102" y="46344"/>
                  <a:pt x="24613" y="46921"/>
                  <a:pt x="26142" y="47546"/>
                </a:cubicBezTo>
                <a:cubicBezTo>
                  <a:pt x="27672" y="48170"/>
                  <a:pt x="29182" y="48898"/>
                  <a:pt x="30674" y="49730"/>
                </a:cubicBezTo>
                <a:cubicBezTo>
                  <a:pt x="32166" y="50562"/>
                  <a:pt x="33497" y="51584"/>
                  <a:pt x="34668" y="52796"/>
                </a:cubicBezTo>
                <a:cubicBezTo>
                  <a:pt x="35838" y="54007"/>
                  <a:pt x="36782" y="55454"/>
                  <a:pt x="37500" y="57138"/>
                </a:cubicBezTo>
                <a:cubicBezTo>
                  <a:pt x="38217" y="58821"/>
                  <a:pt x="38576" y="60817"/>
                  <a:pt x="38576" y="63125"/>
                </a:cubicBezTo>
                <a:close/>
                <a:moveTo>
                  <a:pt x="97786" y="77377"/>
                </a:moveTo>
                <a:cubicBezTo>
                  <a:pt x="97786" y="77755"/>
                  <a:pt x="97672" y="78086"/>
                  <a:pt x="97446" y="78370"/>
                </a:cubicBezTo>
                <a:cubicBezTo>
                  <a:pt x="97219" y="78653"/>
                  <a:pt x="96842" y="78890"/>
                  <a:pt x="96313" y="79078"/>
                </a:cubicBezTo>
                <a:cubicBezTo>
                  <a:pt x="95784" y="79267"/>
                  <a:pt x="95057" y="79409"/>
                  <a:pt x="94132" y="79503"/>
                </a:cubicBezTo>
                <a:cubicBezTo>
                  <a:pt x="93207" y="79598"/>
                  <a:pt x="92064" y="79645"/>
                  <a:pt x="90705" y="79645"/>
                </a:cubicBezTo>
                <a:cubicBezTo>
                  <a:pt x="89308" y="79645"/>
                  <a:pt x="88146" y="79598"/>
                  <a:pt x="87221" y="79503"/>
                </a:cubicBezTo>
                <a:cubicBezTo>
                  <a:pt x="86296" y="79409"/>
                  <a:pt x="85569" y="79267"/>
                  <a:pt x="85040" y="79078"/>
                </a:cubicBezTo>
                <a:cubicBezTo>
                  <a:pt x="84512" y="78890"/>
                  <a:pt x="84134" y="78653"/>
                  <a:pt x="83907" y="78370"/>
                </a:cubicBezTo>
                <a:cubicBezTo>
                  <a:pt x="83681" y="78087"/>
                  <a:pt x="83567" y="77757"/>
                  <a:pt x="83567" y="77379"/>
                </a:cubicBezTo>
                <a:lnTo>
                  <a:pt x="83567" y="48546"/>
                </a:lnTo>
                <a:cubicBezTo>
                  <a:pt x="83567" y="46091"/>
                  <a:pt x="83388" y="44165"/>
                  <a:pt x="83029" y="42768"/>
                </a:cubicBezTo>
                <a:cubicBezTo>
                  <a:pt x="82670" y="41371"/>
                  <a:pt x="82151" y="40172"/>
                  <a:pt x="81471" y="39171"/>
                </a:cubicBezTo>
                <a:cubicBezTo>
                  <a:pt x="80792" y="38170"/>
                  <a:pt x="79914" y="37396"/>
                  <a:pt x="78837" y="36848"/>
                </a:cubicBezTo>
                <a:cubicBezTo>
                  <a:pt x="77761" y="36301"/>
                  <a:pt x="76505" y="36027"/>
                  <a:pt x="75070" y="36027"/>
                </a:cubicBezTo>
                <a:cubicBezTo>
                  <a:pt x="73258" y="36027"/>
                  <a:pt x="71426" y="36688"/>
                  <a:pt x="69576" y="38010"/>
                </a:cubicBezTo>
                <a:cubicBezTo>
                  <a:pt x="67725" y="39331"/>
                  <a:pt x="65799" y="41257"/>
                  <a:pt x="63798" y="43788"/>
                </a:cubicBezTo>
                <a:lnTo>
                  <a:pt x="63798" y="77379"/>
                </a:lnTo>
                <a:cubicBezTo>
                  <a:pt x="63798" y="77757"/>
                  <a:pt x="63685" y="78087"/>
                  <a:pt x="63458" y="78370"/>
                </a:cubicBezTo>
                <a:cubicBezTo>
                  <a:pt x="63231" y="78653"/>
                  <a:pt x="62844" y="78890"/>
                  <a:pt x="62297" y="79078"/>
                </a:cubicBezTo>
                <a:cubicBezTo>
                  <a:pt x="61749" y="79267"/>
                  <a:pt x="61022" y="79409"/>
                  <a:pt x="60116" y="79503"/>
                </a:cubicBezTo>
                <a:cubicBezTo>
                  <a:pt x="59209" y="79598"/>
                  <a:pt x="58058" y="79645"/>
                  <a:pt x="56660" y="79645"/>
                </a:cubicBezTo>
                <a:cubicBezTo>
                  <a:pt x="55263" y="79645"/>
                  <a:pt x="54111" y="79598"/>
                  <a:pt x="53205" y="79503"/>
                </a:cubicBezTo>
                <a:cubicBezTo>
                  <a:pt x="52299" y="79409"/>
                  <a:pt x="51572" y="79267"/>
                  <a:pt x="51024" y="79078"/>
                </a:cubicBezTo>
                <a:cubicBezTo>
                  <a:pt x="50476" y="78890"/>
                  <a:pt x="50089" y="78653"/>
                  <a:pt x="49863" y="78370"/>
                </a:cubicBezTo>
                <a:cubicBezTo>
                  <a:pt x="49636" y="78087"/>
                  <a:pt x="49523" y="77757"/>
                  <a:pt x="49523" y="77379"/>
                </a:cubicBezTo>
                <a:lnTo>
                  <a:pt x="49523" y="2889"/>
                </a:lnTo>
                <a:cubicBezTo>
                  <a:pt x="49523" y="2511"/>
                  <a:pt x="49636" y="2171"/>
                  <a:pt x="49863" y="1869"/>
                </a:cubicBezTo>
                <a:cubicBezTo>
                  <a:pt x="50089" y="1567"/>
                  <a:pt x="50476" y="1312"/>
                  <a:pt x="51024" y="1105"/>
                </a:cubicBezTo>
                <a:cubicBezTo>
                  <a:pt x="51572" y="897"/>
                  <a:pt x="52299" y="736"/>
                  <a:pt x="53205" y="623"/>
                </a:cubicBezTo>
                <a:cubicBezTo>
                  <a:pt x="54111" y="510"/>
                  <a:pt x="55263" y="453"/>
                  <a:pt x="56660" y="453"/>
                </a:cubicBezTo>
                <a:cubicBezTo>
                  <a:pt x="58058" y="453"/>
                  <a:pt x="59209" y="510"/>
                  <a:pt x="60116" y="623"/>
                </a:cubicBezTo>
                <a:cubicBezTo>
                  <a:pt x="61022" y="736"/>
                  <a:pt x="61749" y="897"/>
                  <a:pt x="62297" y="1105"/>
                </a:cubicBezTo>
                <a:cubicBezTo>
                  <a:pt x="62844" y="1311"/>
                  <a:pt x="63231" y="1565"/>
                  <a:pt x="63458" y="1868"/>
                </a:cubicBezTo>
                <a:cubicBezTo>
                  <a:pt x="63685" y="2168"/>
                  <a:pt x="63798" y="2508"/>
                  <a:pt x="63798" y="2885"/>
                </a:cubicBezTo>
                <a:lnTo>
                  <a:pt x="63798" y="30766"/>
                </a:lnTo>
                <a:cubicBezTo>
                  <a:pt x="66252" y="28347"/>
                  <a:pt x="68754" y="26542"/>
                  <a:pt x="71303" y="25351"/>
                </a:cubicBezTo>
                <a:cubicBezTo>
                  <a:pt x="73853" y="24160"/>
                  <a:pt x="76505" y="23565"/>
                  <a:pt x="79262" y="23565"/>
                </a:cubicBezTo>
                <a:cubicBezTo>
                  <a:pt x="82699" y="23565"/>
                  <a:pt x="85597" y="24132"/>
                  <a:pt x="87957" y="25266"/>
                </a:cubicBezTo>
                <a:cubicBezTo>
                  <a:pt x="90318" y="26400"/>
                  <a:pt x="92225" y="27950"/>
                  <a:pt x="93679" y="29916"/>
                </a:cubicBezTo>
                <a:cubicBezTo>
                  <a:pt x="95133" y="31881"/>
                  <a:pt x="96181" y="34178"/>
                  <a:pt x="96823" y="36806"/>
                </a:cubicBezTo>
                <a:cubicBezTo>
                  <a:pt x="97465" y="39433"/>
                  <a:pt x="97786" y="42618"/>
                  <a:pt x="97786" y="46360"/>
                </a:cubicBezTo>
                <a:lnTo>
                  <a:pt x="97786" y="77377"/>
                </a:lnTo>
                <a:close/>
                <a:moveTo>
                  <a:pt x="159976" y="77379"/>
                </a:moveTo>
                <a:cubicBezTo>
                  <a:pt x="159976" y="77757"/>
                  <a:pt x="159882" y="78087"/>
                  <a:pt x="159693" y="78370"/>
                </a:cubicBezTo>
                <a:cubicBezTo>
                  <a:pt x="159504" y="78653"/>
                  <a:pt x="159174" y="78890"/>
                  <a:pt x="158702" y="79078"/>
                </a:cubicBezTo>
                <a:cubicBezTo>
                  <a:pt x="158230" y="79267"/>
                  <a:pt x="157606" y="79409"/>
                  <a:pt x="156832" y="79503"/>
                </a:cubicBezTo>
                <a:cubicBezTo>
                  <a:pt x="156058" y="79598"/>
                  <a:pt x="155086" y="79645"/>
                  <a:pt x="153915" y="79645"/>
                </a:cubicBezTo>
                <a:cubicBezTo>
                  <a:pt x="152669" y="79645"/>
                  <a:pt x="151659" y="79598"/>
                  <a:pt x="150884" y="79503"/>
                </a:cubicBezTo>
                <a:cubicBezTo>
                  <a:pt x="150110" y="79409"/>
                  <a:pt x="149497" y="79267"/>
                  <a:pt x="149043" y="79078"/>
                </a:cubicBezTo>
                <a:cubicBezTo>
                  <a:pt x="148590" y="78890"/>
                  <a:pt x="148269" y="78653"/>
                  <a:pt x="148080" y="78370"/>
                </a:cubicBezTo>
                <a:cubicBezTo>
                  <a:pt x="147892" y="78087"/>
                  <a:pt x="147797" y="77757"/>
                  <a:pt x="147797" y="77379"/>
                </a:cubicBezTo>
                <a:lnTo>
                  <a:pt x="147797" y="71544"/>
                </a:lnTo>
                <a:cubicBezTo>
                  <a:pt x="145003" y="74584"/>
                  <a:pt x="142161" y="76864"/>
                  <a:pt x="139272" y="78384"/>
                </a:cubicBezTo>
                <a:cubicBezTo>
                  <a:pt x="136383" y="79904"/>
                  <a:pt x="133390" y="80664"/>
                  <a:pt x="130293" y="80664"/>
                </a:cubicBezTo>
                <a:cubicBezTo>
                  <a:pt x="126819" y="80664"/>
                  <a:pt x="123902" y="80097"/>
                  <a:pt x="121542" y="78963"/>
                </a:cubicBezTo>
                <a:cubicBezTo>
                  <a:pt x="119181" y="77829"/>
                  <a:pt x="117274" y="76280"/>
                  <a:pt x="115820" y="74315"/>
                </a:cubicBezTo>
                <a:cubicBezTo>
                  <a:pt x="114366" y="72349"/>
                  <a:pt x="113328" y="70071"/>
                  <a:pt x="112705" y="67482"/>
                </a:cubicBezTo>
                <a:cubicBezTo>
                  <a:pt x="112082" y="64891"/>
                  <a:pt x="111770" y="61668"/>
                  <a:pt x="111770" y="57813"/>
                </a:cubicBezTo>
                <a:lnTo>
                  <a:pt x="111770" y="26852"/>
                </a:lnTo>
                <a:cubicBezTo>
                  <a:pt x="111770" y="26475"/>
                  <a:pt x="111874" y="26144"/>
                  <a:pt x="112082" y="25861"/>
                </a:cubicBezTo>
                <a:cubicBezTo>
                  <a:pt x="112289" y="25576"/>
                  <a:pt x="112667" y="25340"/>
                  <a:pt x="113215" y="25151"/>
                </a:cubicBezTo>
                <a:cubicBezTo>
                  <a:pt x="113762" y="24962"/>
                  <a:pt x="114499" y="24821"/>
                  <a:pt x="115424" y="24726"/>
                </a:cubicBezTo>
                <a:cubicBezTo>
                  <a:pt x="116349" y="24632"/>
                  <a:pt x="117491" y="24585"/>
                  <a:pt x="118851" y="24585"/>
                </a:cubicBezTo>
                <a:cubicBezTo>
                  <a:pt x="120248" y="24585"/>
                  <a:pt x="121400" y="24632"/>
                  <a:pt x="122306" y="24726"/>
                </a:cubicBezTo>
                <a:cubicBezTo>
                  <a:pt x="123213" y="24821"/>
                  <a:pt x="123940" y="24962"/>
                  <a:pt x="124487" y="25151"/>
                </a:cubicBezTo>
                <a:cubicBezTo>
                  <a:pt x="125035" y="25340"/>
                  <a:pt x="125422" y="25576"/>
                  <a:pt x="125648" y="25859"/>
                </a:cubicBezTo>
                <a:cubicBezTo>
                  <a:pt x="125875" y="26142"/>
                  <a:pt x="125988" y="26473"/>
                  <a:pt x="125988" y="26850"/>
                </a:cubicBezTo>
                <a:lnTo>
                  <a:pt x="125988" y="55400"/>
                </a:lnTo>
                <a:cubicBezTo>
                  <a:pt x="125988" y="58044"/>
                  <a:pt x="126158" y="60064"/>
                  <a:pt x="126498" y="61461"/>
                </a:cubicBezTo>
                <a:cubicBezTo>
                  <a:pt x="126838" y="62859"/>
                  <a:pt x="127357" y="64058"/>
                  <a:pt x="128056" y="65058"/>
                </a:cubicBezTo>
                <a:cubicBezTo>
                  <a:pt x="128755" y="66059"/>
                  <a:pt x="129642" y="66833"/>
                  <a:pt x="130718" y="67381"/>
                </a:cubicBezTo>
                <a:cubicBezTo>
                  <a:pt x="131795" y="67928"/>
                  <a:pt x="133050" y="68202"/>
                  <a:pt x="134485" y="68202"/>
                </a:cubicBezTo>
                <a:cubicBezTo>
                  <a:pt x="136298" y="68202"/>
                  <a:pt x="138120" y="67541"/>
                  <a:pt x="139952" y="66220"/>
                </a:cubicBezTo>
                <a:cubicBezTo>
                  <a:pt x="141783" y="64898"/>
                  <a:pt x="143738" y="62972"/>
                  <a:pt x="145815" y="60442"/>
                </a:cubicBezTo>
                <a:lnTo>
                  <a:pt x="145815" y="26850"/>
                </a:lnTo>
                <a:cubicBezTo>
                  <a:pt x="145815" y="26473"/>
                  <a:pt x="145918" y="26142"/>
                  <a:pt x="146126" y="25859"/>
                </a:cubicBezTo>
                <a:cubicBezTo>
                  <a:pt x="146334" y="25576"/>
                  <a:pt x="146711" y="25340"/>
                  <a:pt x="147259" y="25151"/>
                </a:cubicBezTo>
                <a:cubicBezTo>
                  <a:pt x="147807" y="24962"/>
                  <a:pt x="148534" y="24821"/>
                  <a:pt x="149440" y="24726"/>
                </a:cubicBezTo>
                <a:cubicBezTo>
                  <a:pt x="150346" y="24632"/>
                  <a:pt x="151498" y="24585"/>
                  <a:pt x="152895" y="24585"/>
                </a:cubicBezTo>
                <a:cubicBezTo>
                  <a:pt x="154293" y="24585"/>
                  <a:pt x="155444" y="24632"/>
                  <a:pt x="156351" y="24726"/>
                </a:cubicBezTo>
                <a:cubicBezTo>
                  <a:pt x="157257" y="24821"/>
                  <a:pt x="157975" y="24962"/>
                  <a:pt x="158503" y="25151"/>
                </a:cubicBezTo>
                <a:cubicBezTo>
                  <a:pt x="159032" y="25340"/>
                  <a:pt x="159410" y="25576"/>
                  <a:pt x="159636" y="25859"/>
                </a:cubicBezTo>
                <a:cubicBezTo>
                  <a:pt x="159863" y="26142"/>
                  <a:pt x="159976" y="26473"/>
                  <a:pt x="159976" y="26850"/>
                </a:cubicBezTo>
                <a:lnTo>
                  <a:pt x="159976" y="77379"/>
                </a:lnTo>
                <a:close/>
                <a:moveTo>
                  <a:pt x="205059" y="7591"/>
                </a:moveTo>
                <a:cubicBezTo>
                  <a:pt x="205059" y="8686"/>
                  <a:pt x="205022" y="9564"/>
                  <a:pt x="204946" y="10225"/>
                </a:cubicBezTo>
                <a:cubicBezTo>
                  <a:pt x="204871" y="10886"/>
                  <a:pt x="204757" y="11395"/>
                  <a:pt x="204606" y="11754"/>
                </a:cubicBezTo>
                <a:cubicBezTo>
                  <a:pt x="204455" y="12113"/>
                  <a:pt x="204285" y="12358"/>
                  <a:pt x="204096" y="12491"/>
                </a:cubicBezTo>
                <a:cubicBezTo>
                  <a:pt x="203908" y="12623"/>
                  <a:pt x="203700" y="12689"/>
                  <a:pt x="203473" y="12689"/>
                </a:cubicBezTo>
                <a:cubicBezTo>
                  <a:pt x="203209" y="12689"/>
                  <a:pt x="202916" y="12623"/>
                  <a:pt x="202595" y="12491"/>
                </a:cubicBezTo>
                <a:cubicBezTo>
                  <a:pt x="202274" y="12358"/>
                  <a:pt x="201878" y="12217"/>
                  <a:pt x="201406" y="12066"/>
                </a:cubicBezTo>
                <a:cubicBezTo>
                  <a:pt x="200934" y="11915"/>
                  <a:pt x="200377" y="11773"/>
                  <a:pt x="199735" y="11641"/>
                </a:cubicBezTo>
                <a:cubicBezTo>
                  <a:pt x="199093" y="11509"/>
                  <a:pt x="198337" y="11443"/>
                  <a:pt x="197469" y="11443"/>
                </a:cubicBezTo>
                <a:cubicBezTo>
                  <a:pt x="196449" y="11443"/>
                  <a:pt x="195571" y="11603"/>
                  <a:pt x="194835" y="11924"/>
                </a:cubicBezTo>
                <a:cubicBezTo>
                  <a:pt x="194098" y="12245"/>
                  <a:pt x="193485" y="12755"/>
                  <a:pt x="192994" y="13454"/>
                </a:cubicBezTo>
                <a:cubicBezTo>
                  <a:pt x="192503" y="14152"/>
                  <a:pt x="192144" y="15058"/>
                  <a:pt x="191917" y="16173"/>
                </a:cubicBezTo>
                <a:cubicBezTo>
                  <a:pt x="191691" y="17287"/>
                  <a:pt x="191578" y="18656"/>
                  <a:pt x="191578" y="20279"/>
                </a:cubicBezTo>
                <a:lnTo>
                  <a:pt x="191578" y="24924"/>
                </a:lnTo>
                <a:lnTo>
                  <a:pt x="200811" y="24924"/>
                </a:lnTo>
                <a:cubicBezTo>
                  <a:pt x="201151" y="24924"/>
                  <a:pt x="201462" y="25019"/>
                  <a:pt x="201746" y="25208"/>
                </a:cubicBezTo>
                <a:cubicBezTo>
                  <a:pt x="202029" y="25396"/>
                  <a:pt x="202265" y="25708"/>
                  <a:pt x="202454" y="26142"/>
                </a:cubicBezTo>
                <a:cubicBezTo>
                  <a:pt x="202643" y="26577"/>
                  <a:pt x="202784" y="27171"/>
                  <a:pt x="202879" y="27927"/>
                </a:cubicBezTo>
                <a:cubicBezTo>
                  <a:pt x="202973" y="28682"/>
                  <a:pt x="203020" y="29607"/>
                  <a:pt x="203020" y="30702"/>
                </a:cubicBezTo>
                <a:cubicBezTo>
                  <a:pt x="203020" y="32779"/>
                  <a:pt x="202831" y="34262"/>
                  <a:pt x="202454" y="35149"/>
                </a:cubicBezTo>
                <a:cubicBezTo>
                  <a:pt x="202076" y="36037"/>
                  <a:pt x="201528" y="36480"/>
                  <a:pt x="200811" y="36480"/>
                </a:cubicBezTo>
                <a:lnTo>
                  <a:pt x="191578" y="36480"/>
                </a:lnTo>
                <a:lnTo>
                  <a:pt x="191578" y="77379"/>
                </a:lnTo>
                <a:cubicBezTo>
                  <a:pt x="191578" y="77757"/>
                  <a:pt x="191464" y="78087"/>
                  <a:pt x="191238" y="78370"/>
                </a:cubicBezTo>
                <a:cubicBezTo>
                  <a:pt x="191011" y="78653"/>
                  <a:pt x="190634" y="78890"/>
                  <a:pt x="190105" y="79078"/>
                </a:cubicBezTo>
                <a:cubicBezTo>
                  <a:pt x="189576" y="79267"/>
                  <a:pt x="188840" y="79409"/>
                  <a:pt x="187896" y="79503"/>
                </a:cubicBezTo>
                <a:cubicBezTo>
                  <a:pt x="186951" y="79598"/>
                  <a:pt x="185800" y="79645"/>
                  <a:pt x="184440" y="79645"/>
                </a:cubicBezTo>
                <a:cubicBezTo>
                  <a:pt x="183081" y="79645"/>
                  <a:pt x="181938" y="79598"/>
                  <a:pt x="181013" y="79503"/>
                </a:cubicBezTo>
                <a:cubicBezTo>
                  <a:pt x="180088" y="79409"/>
                  <a:pt x="179351" y="79267"/>
                  <a:pt x="178804" y="79078"/>
                </a:cubicBezTo>
                <a:cubicBezTo>
                  <a:pt x="178256" y="78890"/>
                  <a:pt x="177879" y="78653"/>
                  <a:pt x="177671" y="78370"/>
                </a:cubicBezTo>
                <a:cubicBezTo>
                  <a:pt x="177463" y="78087"/>
                  <a:pt x="177359" y="77757"/>
                  <a:pt x="177359" y="77379"/>
                </a:cubicBezTo>
                <a:lnTo>
                  <a:pt x="177359" y="36480"/>
                </a:lnTo>
                <a:lnTo>
                  <a:pt x="171015" y="36480"/>
                </a:lnTo>
                <a:cubicBezTo>
                  <a:pt x="170297" y="36480"/>
                  <a:pt x="169759" y="36037"/>
                  <a:pt x="169401" y="35149"/>
                </a:cubicBezTo>
                <a:cubicBezTo>
                  <a:pt x="169042" y="34262"/>
                  <a:pt x="168862" y="32779"/>
                  <a:pt x="168862" y="30702"/>
                </a:cubicBezTo>
                <a:cubicBezTo>
                  <a:pt x="168862" y="29607"/>
                  <a:pt x="168910" y="28682"/>
                  <a:pt x="169004" y="27927"/>
                </a:cubicBezTo>
                <a:cubicBezTo>
                  <a:pt x="169098" y="27171"/>
                  <a:pt x="169231" y="26577"/>
                  <a:pt x="169401" y="26142"/>
                </a:cubicBezTo>
                <a:cubicBezTo>
                  <a:pt x="169570" y="25708"/>
                  <a:pt x="169797" y="25396"/>
                  <a:pt x="170080" y="25208"/>
                </a:cubicBezTo>
                <a:cubicBezTo>
                  <a:pt x="170364" y="25019"/>
                  <a:pt x="170694" y="24924"/>
                  <a:pt x="171072" y="24924"/>
                </a:cubicBezTo>
                <a:lnTo>
                  <a:pt x="177359" y="24924"/>
                </a:lnTo>
                <a:lnTo>
                  <a:pt x="177359" y="20676"/>
                </a:lnTo>
                <a:cubicBezTo>
                  <a:pt x="177359" y="17239"/>
                  <a:pt x="177699" y="14228"/>
                  <a:pt x="178379" y="11641"/>
                </a:cubicBezTo>
                <a:cubicBezTo>
                  <a:pt x="179059" y="9054"/>
                  <a:pt x="180126" y="6901"/>
                  <a:pt x="181580" y="5183"/>
                </a:cubicBezTo>
                <a:cubicBezTo>
                  <a:pt x="183033" y="3465"/>
                  <a:pt x="184884" y="2171"/>
                  <a:pt x="187131" y="1303"/>
                </a:cubicBezTo>
                <a:cubicBezTo>
                  <a:pt x="189378" y="434"/>
                  <a:pt x="192031" y="0"/>
                  <a:pt x="195090" y="0"/>
                </a:cubicBezTo>
                <a:cubicBezTo>
                  <a:pt x="196562" y="0"/>
                  <a:pt x="197960" y="123"/>
                  <a:pt x="199282" y="368"/>
                </a:cubicBezTo>
                <a:cubicBezTo>
                  <a:pt x="200603" y="614"/>
                  <a:pt x="201642" y="878"/>
                  <a:pt x="202397" y="1161"/>
                </a:cubicBezTo>
                <a:cubicBezTo>
                  <a:pt x="203152" y="1444"/>
                  <a:pt x="203662" y="1709"/>
                  <a:pt x="203927" y="1954"/>
                </a:cubicBezTo>
                <a:cubicBezTo>
                  <a:pt x="204191" y="2200"/>
                  <a:pt x="204408" y="2559"/>
                  <a:pt x="204578" y="3031"/>
                </a:cubicBezTo>
                <a:cubicBezTo>
                  <a:pt x="204748" y="3503"/>
                  <a:pt x="204871" y="4107"/>
                  <a:pt x="204946" y="4843"/>
                </a:cubicBezTo>
                <a:cubicBezTo>
                  <a:pt x="205022" y="5580"/>
                  <a:pt x="205059" y="6495"/>
                  <a:pt x="205059" y="7591"/>
                </a:cubicBezTo>
                <a:close/>
                <a:moveTo>
                  <a:pt x="241882" y="7591"/>
                </a:moveTo>
                <a:cubicBezTo>
                  <a:pt x="241882" y="8686"/>
                  <a:pt x="241844" y="9564"/>
                  <a:pt x="241768" y="10225"/>
                </a:cubicBezTo>
                <a:cubicBezTo>
                  <a:pt x="241693" y="10886"/>
                  <a:pt x="241579" y="11395"/>
                  <a:pt x="241428" y="11754"/>
                </a:cubicBezTo>
                <a:cubicBezTo>
                  <a:pt x="241277" y="12113"/>
                  <a:pt x="241107" y="12358"/>
                  <a:pt x="240919" y="12491"/>
                </a:cubicBezTo>
                <a:cubicBezTo>
                  <a:pt x="240730" y="12623"/>
                  <a:pt x="240522" y="12689"/>
                  <a:pt x="240295" y="12689"/>
                </a:cubicBezTo>
                <a:cubicBezTo>
                  <a:pt x="240031" y="12689"/>
                  <a:pt x="239738" y="12623"/>
                  <a:pt x="239417" y="12491"/>
                </a:cubicBezTo>
                <a:cubicBezTo>
                  <a:pt x="239096" y="12358"/>
                  <a:pt x="238700" y="12217"/>
                  <a:pt x="238228" y="12066"/>
                </a:cubicBezTo>
                <a:cubicBezTo>
                  <a:pt x="237756" y="11915"/>
                  <a:pt x="237199" y="11773"/>
                  <a:pt x="236557" y="11641"/>
                </a:cubicBezTo>
                <a:cubicBezTo>
                  <a:pt x="235915" y="11509"/>
                  <a:pt x="235159" y="11443"/>
                  <a:pt x="234291" y="11443"/>
                </a:cubicBezTo>
                <a:cubicBezTo>
                  <a:pt x="233271" y="11443"/>
                  <a:pt x="232393" y="11603"/>
                  <a:pt x="231657" y="11924"/>
                </a:cubicBezTo>
                <a:cubicBezTo>
                  <a:pt x="230920" y="12245"/>
                  <a:pt x="230307" y="12755"/>
                  <a:pt x="229816" y="13454"/>
                </a:cubicBezTo>
                <a:cubicBezTo>
                  <a:pt x="229325" y="14152"/>
                  <a:pt x="228966" y="15058"/>
                  <a:pt x="228740" y="16173"/>
                </a:cubicBezTo>
                <a:cubicBezTo>
                  <a:pt x="228513" y="17287"/>
                  <a:pt x="228400" y="18656"/>
                  <a:pt x="228400" y="20279"/>
                </a:cubicBezTo>
                <a:lnTo>
                  <a:pt x="228400" y="24924"/>
                </a:lnTo>
                <a:lnTo>
                  <a:pt x="237633" y="24924"/>
                </a:lnTo>
                <a:cubicBezTo>
                  <a:pt x="237973" y="24924"/>
                  <a:pt x="238284" y="25019"/>
                  <a:pt x="238568" y="25208"/>
                </a:cubicBezTo>
                <a:cubicBezTo>
                  <a:pt x="238851" y="25396"/>
                  <a:pt x="239087" y="25708"/>
                  <a:pt x="239276" y="26142"/>
                </a:cubicBezTo>
                <a:cubicBezTo>
                  <a:pt x="239465" y="26577"/>
                  <a:pt x="239606" y="27171"/>
                  <a:pt x="239701" y="27927"/>
                </a:cubicBezTo>
                <a:cubicBezTo>
                  <a:pt x="239795" y="28682"/>
                  <a:pt x="239842" y="29607"/>
                  <a:pt x="239842" y="30702"/>
                </a:cubicBezTo>
                <a:cubicBezTo>
                  <a:pt x="239842" y="32779"/>
                  <a:pt x="239653" y="34262"/>
                  <a:pt x="239276" y="35149"/>
                </a:cubicBezTo>
                <a:cubicBezTo>
                  <a:pt x="238898" y="36037"/>
                  <a:pt x="238351" y="36480"/>
                  <a:pt x="237633" y="36480"/>
                </a:cubicBezTo>
                <a:lnTo>
                  <a:pt x="228400" y="36480"/>
                </a:lnTo>
                <a:lnTo>
                  <a:pt x="228400" y="77379"/>
                </a:lnTo>
                <a:cubicBezTo>
                  <a:pt x="228400" y="77757"/>
                  <a:pt x="228286" y="78087"/>
                  <a:pt x="228060" y="78370"/>
                </a:cubicBezTo>
                <a:cubicBezTo>
                  <a:pt x="227833" y="78653"/>
                  <a:pt x="227456" y="78890"/>
                  <a:pt x="226927" y="79078"/>
                </a:cubicBezTo>
                <a:cubicBezTo>
                  <a:pt x="226398" y="79267"/>
                  <a:pt x="225662" y="79409"/>
                  <a:pt x="224718" y="79503"/>
                </a:cubicBezTo>
                <a:cubicBezTo>
                  <a:pt x="223774" y="79598"/>
                  <a:pt x="222622" y="79645"/>
                  <a:pt x="221262" y="79645"/>
                </a:cubicBezTo>
                <a:cubicBezTo>
                  <a:pt x="219903" y="79645"/>
                  <a:pt x="218760" y="79598"/>
                  <a:pt x="217835" y="79503"/>
                </a:cubicBezTo>
                <a:cubicBezTo>
                  <a:pt x="216910" y="79409"/>
                  <a:pt x="216174" y="79267"/>
                  <a:pt x="215626" y="79078"/>
                </a:cubicBezTo>
                <a:cubicBezTo>
                  <a:pt x="215078" y="78890"/>
                  <a:pt x="214701" y="78653"/>
                  <a:pt x="214493" y="78370"/>
                </a:cubicBezTo>
                <a:cubicBezTo>
                  <a:pt x="214285" y="78087"/>
                  <a:pt x="214181" y="77757"/>
                  <a:pt x="214181" y="77379"/>
                </a:cubicBezTo>
                <a:lnTo>
                  <a:pt x="214181" y="36480"/>
                </a:lnTo>
                <a:lnTo>
                  <a:pt x="207837" y="36480"/>
                </a:lnTo>
                <a:cubicBezTo>
                  <a:pt x="207120" y="36480"/>
                  <a:pt x="206581" y="36037"/>
                  <a:pt x="206223" y="35149"/>
                </a:cubicBezTo>
                <a:cubicBezTo>
                  <a:pt x="205864" y="34262"/>
                  <a:pt x="205685" y="32779"/>
                  <a:pt x="205685" y="30702"/>
                </a:cubicBezTo>
                <a:cubicBezTo>
                  <a:pt x="205685" y="29607"/>
                  <a:pt x="205732" y="28682"/>
                  <a:pt x="205826" y="27927"/>
                </a:cubicBezTo>
                <a:cubicBezTo>
                  <a:pt x="205921" y="27171"/>
                  <a:pt x="206053" y="26577"/>
                  <a:pt x="206223" y="26142"/>
                </a:cubicBezTo>
                <a:cubicBezTo>
                  <a:pt x="206393" y="25708"/>
                  <a:pt x="206619" y="25396"/>
                  <a:pt x="206902" y="25208"/>
                </a:cubicBezTo>
                <a:cubicBezTo>
                  <a:pt x="207186" y="25019"/>
                  <a:pt x="207516" y="24924"/>
                  <a:pt x="207894" y="24924"/>
                </a:cubicBezTo>
                <a:lnTo>
                  <a:pt x="214181" y="24924"/>
                </a:lnTo>
                <a:lnTo>
                  <a:pt x="214181" y="20676"/>
                </a:lnTo>
                <a:cubicBezTo>
                  <a:pt x="214181" y="17239"/>
                  <a:pt x="214521" y="14228"/>
                  <a:pt x="215201" y="11641"/>
                </a:cubicBezTo>
                <a:cubicBezTo>
                  <a:pt x="215881" y="9054"/>
                  <a:pt x="216948" y="6901"/>
                  <a:pt x="218402" y="5183"/>
                </a:cubicBezTo>
                <a:cubicBezTo>
                  <a:pt x="219856" y="3465"/>
                  <a:pt x="221706" y="2171"/>
                  <a:pt x="223953" y="1303"/>
                </a:cubicBezTo>
                <a:cubicBezTo>
                  <a:pt x="226200" y="434"/>
                  <a:pt x="228853" y="0"/>
                  <a:pt x="231912" y="0"/>
                </a:cubicBezTo>
                <a:cubicBezTo>
                  <a:pt x="233385" y="0"/>
                  <a:pt x="234782" y="123"/>
                  <a:pt x="236104" y="368"/>
                </a:cubicBezTo>
                <a:cubicBezTo>
                  <a:pt x="237425" y="614"/>
                  <a:pt x="238464" y="878"/>
                  <a:pt x="239219" y="1161"/>
                </a:cubicBezTo>
                <a:cubicBezTo>
                  <a:pt x="239974" y="1444"/>
                  <a:pt x="240484" y="1709"/>
                  <a:pt x="240749" y="1954"/>
                </a:cubicBezTo>
                <a:cubicBezTo>
                  <a:pt x="241013" y="2200"/>
                  <a:pt x="241230" y="2559"/>
                  <a:pt x="241400" y="3031"/>
                </a:cubicBezTo>
                <a:cubicBezTo>
                  <a:pt x="241570" y="3503"/>
                  <a:pt x="241693" y="4107"/>
                  <a:pt x="241768" y="4843"/>
                </a:cubicBezTo>
                <a:cubicBezTo>
                  <a:pt x="241844" y="5580"/>
                  <a:pt x="241882" y="6495"/>
                  <a:pt x="241882" y="7591"/>
                </a:cubicBezTo>
                <a:close/>
                <a:moveTo>
                  <a:pt x="262503" y="77379"/>
                </a:moveTo>
                <a:cubicBezTo>
                  <a:pt x="262503" y="77757"/>
                  <a:pt x="262390" y="78087"/>
                  <a:pt x="262163" y="78370"/>
                </a:cubicBezTo>
                <a:cubicBezTo>
                  <a:pt x="261936" y="78653"/>
                  <a:pt x="261549" y="78890"/>
                  <a:pt x="261002" y="79078"/>
                </a:cubicBezTo>
                <a:cubicBezTo>
                  <a:pt x="260454" y="79267"/>
                  <a:pt x="259727" y="79409"/>
                  <a:pt x="258821" y="79503"/>
                </a:cubicBezTo>
                <a:cubicBezTo>
                  <a:pt x="257915" y="79598"/>
                  <a:pt x="256763" y="79645"/>
                  <a:pt x="255365" y="79645"/>
                </a:cubicBezTo>
                <a:cubicBezTo>
                  <a:pt x="253968" y="79645"/>
                  <a:pt x="252816" y="79598"/>
                  <a:pt x="251910" y="79503"/>
                </a:cubicBezTo>
                <a:cubicBezTo>
                  <a:pt x="251004" y="79409"/>
                  <a:pt x="250277" y="79267"/>
                  <a:pt x="249729" y="79078"/>
                </a:cubicBezTo>
                <a:cubicBezTo>
                  <a:pt x="249182" y="78890"/>
                  <a:pt x="248794" y="78653"/>
                  <a:pt x="248568" y="78370"/>
                </a:cubicBezTo>
                <a:cubicBezTo>
                  <a:pt x="248341" y="78087"/>
                  <a:pt x="248228" y="77757"/>
                  <a:pt x="248228" y="77379"/>
                </a:cubicBezTo>
                <a:lnTo>
                  <a:pt x="248228" y="2889"/>
                </a:lnTo>
                <a:cubicBezTo>
                  <a:pt x="248228" y="2511"/>
                  <a:pt x="248341" y="2171"/>
                  <a:pt x="248568" y="1869"/>
                </a:cubicBezTo>
                <a:cubicBezTo>
                  <a:pt x="248794" y="1567"/>
                  <a:pt x="249182" y="1312"/>
                  <a:pt x="249729" y="1105"/>
                </a:cubicBezTo>
                <a:cubicBezTo>
                  <a:pt x="250277" y="897"/>
                  <a:pt x="251004" y="736"/>
                  <a:pt x="251910" y="623"/>
                </a:cubicBezTo>
                <a:cubicBezTo>
                  <a:pt x="252816" y="510"/>
                  <a:pt x="253968" y="453"/>
                  <a:pt x="255365" y="453"/>
                </a:cubicBezTo>
                <a:cubicBezTo>
                  <a:pt x="256763" y="453"/>
                  <a:pt x="257915" y="510"/>
                  <a:pt x="258821" y="623"/>
                </a:cubicBezTo>
                <a:cubicBezTo>
                  <a:pt x="259727" y="736"/>
                  <a:pt x="260454" y="897"/>
                  <a:pt x="261002" y="1105"/>
                </a:cubicBezTo>
                <a:cubicBezTo>
                  <a:pt x="261549" y="1312"/>
                  <a:pt x="261936" y="1567"/>
                  <a:pt x="262163" y="1869"/>
                </a:cubicBezTo>
                <a:cubicBezTo>
                  <a:pt x="262390" y="2171"/>
                  <a:pt x="262503" y="2511"/>
                  <a:pt x="262503" y="2889"/>
                </a:cubicBezTo>
                <a:lnTo>
                  <a:pt x="262503" y="77379"/>
                </a:lnTo>
                <a:close/>
                <a:moveTo>
                  <a:pt x="323385" y="50633"/>
                </a:moveTo>
                <a:cubicBezTo>
                  <a:pt x="323385" y="52374"/>
                  <a:pt x="322998" y="53660"/>
                  <a:pt x="322224" y="54492"/>
                </a:cubicBezTo>
                <a:cubicBezTo>
                  <a:pt x="321450" y="55324"/>
                  <a:pt x="320383" y="55740"/>
                  <a:pt x="319024" y="55740"/>
                </a:cubicBezTo>
                <a:lnTo>
                  <a:pt x="288265" y="55740"/>
                </a:lnTo>
                <a:cubicBezTo>
                  <a:pt x="288265" y="57901"/>
                  <a:pt x="288520" y="59863"/>
                  <a:pt x="289029" y="61626"/>
                </a:cubicBezTo>
                <a:cubicBezTo>
                  <a:pt x="289539" y="63389"/>
                  <a:pt x="290351" y="64887"/>
                  <a:pt x="291465" y="66120"/>
                </a:cubicBezTo>
                <a:cubicBezTo>
                  <a:pt x="292579" y="67353"/>
                  <a:pt x="294014" y="68291"/>
                  <a:pt x="295770" y="68935"/>
                </a:cubicBezTo>
                <a:cubicBezTo>
                  <a:pt x="297526" y="69579"/>
                  <a:pt x="299632" y="69902"/>
                  <a:pt x="302086" y="69902"/>
                </a:cubicBezTo>
                <a:cubicBezTo>
                  <a:pt x="304579" y="69902"/>
                  <a:pt x="306769" y="69719"/>
                  <a:pt x="308657" y="69355"/>
                </a:cubicBezTo>
                <a:cubicBezTo>
                  <a:pt x="310546" y="68990"/>
                  <a:pt x="312179" y="68587"/>
                  <a:pt x="313557" y="68146"/>
                </a:cubicBezTo>
                <a:cubicBezTo>
                  <a:pt x="314936" y="67704"/>
                  <a:pt x="316078" y="67301"/>
                  <a:pt x="316984" y="66937"/>
                </a:cubicBezTo>
                <a:cubicBezTo>
                  <a:pt x="317891" y="66572"/>
                  <a:pt x="318627" y="66390"/>
                  <a:pt x="319194" y="66390"/>
                </a:cubicBezTo>
                <a:cubicBezTo>
                  <a:pt x="319534" y="66390"/>
                  <a:pt x="319817" y="66456"/>
                  <a:pt x="320043" y="66590"/>
                </a:cubicBezTo>
                <a:cubicBezTo>
                  <a:pt x="320270" y="66722"/>
                  <a:pt x="320459" y="66959"/>
                  <a:pt x="320610" y="67301"/>
                </a:cubicBezTo>
                <a:cubicBezTo>
                  <a:pt x="320761" y="67642"/>
                  <a:pt x="320865" y="68126"/>
                  <a:pt x="320921" y="68753"/>
                </a:cubicBezTo>
                <a:cubicBezTo>
                  <a:pt x="320978" y="69379"/>
                  <a:pt x="321006" y="70167"/>
                  <a:pt x="321006" y="71116"/>
                </a:cubicBezTo>
                <a:cubicBezTo>
                  <a:pt x="321006" y="71952"/>
                  <a:pt x="320987" y="72664"/>
                  <a:pt x="320950" y="73253"/>
                </a:cubicBezTo>
                <a:cubicBezTo>
                  <a:pt x="320912" y="73840"/>
                  <a:pt x="320855" y="74343"/>
                  <a:pt x="320780" y="74761"/>
                </a:cubicBezTo>
                <a:cubicBezTo>
                  <a:pt x="320704" y="75179"/>
                  <a:pt x="320591" y="75530"/>
                  <a:pt x="320440" y="75816"/>
                </a:cubicBezTo>
                <a:cubicBezTo>
                  <a:pt x="320289" y="76100"/>
                  <a:pt x="320091" y="76375"/>
                  <a:pt x="319845" y="76641"/>
                </a:cubicBezTo>
                <a:cubicBezTo>
                  <a:pt x="319600" y="76906"/>
                  <a:pt x="318929" y="77266"/>
                  <a:pt x="317834" y="77719"/>
                </a:cubicBezTo>
                <a:cubicBezTo>
                  <a:pt x="316739" y="78172"/>
                  <a:pt x="315342" y="78616"/>
                  <a:pt x="313642" y="79050"/>
                </a:cubicBezTo>
                <a:cubicBezTo>
                  <a:pt x="311943" y="79484"/>
                  <a:pt x="309998" y="79862"/>
                  <a:pt x="307808" y="80183"/>
                </a:cubicBezTo>
                <a:cubicBezTo>
                  <a:pt x="305617" y="80504"/>
                  <a:pt x="303276" y="80664"/>
                  <a:pt x="300784" y="80664"/>
                </a:cubicBezTo>
                <a:cubicBezTo>
                  <a:pt x="296290" y="80664"/>
                  <a:pt x="292353" y="80097"/>
                  <a:pt x="288973" y="78961"/>
                </a:cubicBezTo>
                <a:cubicBezTo>
                  <a:pt x="285593" y="77826"/>
                  <a:pt x="282770" y="76104"/>
                  <a:pt x="280504" y="73796"/>
                </a:cubicBezTo>
                <a:cubicBezTo>
                  <a:pt x="278238" y="71488"/>
                  <a:pt x="276548" y="68575"/>
                  <a:pt x="275434" y="65057"/>
                </a:cubicBezTo>
                <a:cubicBezTo>
                  <a:pt x="274320" y="61537"/>
                  <a:pt x="273763" y="57413"/>
                  <a:pt x="273763" y="52683"/>
                </a:cubicBezTo>
                <a:cubicBezTo>
                  <a:pt x="273763" y="48180"/>
                  <a:pt x="274349" y="44121"/>
                  <a:pt x="275519" y="40507"/>
                </a:cubicBezTo>
                <a:cubicBezTo>
                  <a:pt x="276690" y="36894"/>
                  <a:pt x="278389" y="33829"/>
                  <a:pt x="280617" y="31313"/>
                </a:cubicBezTo>
                <a:cubicBezTo>
                  <a:pt x="282846" y="28796"/>
                  <a:pt x="285555" y="26875"/>
                  <a:pt x="288746" y="25551"/>
                </a:cubicBezTo>
                <a:cubicBezTo>
                  <a:pt x="291937" y="24227"/>
                  <a:pt x="295534" y="23565"/>
                  <a:pt x="299537" y="23565"/>
                </a:cubicBezTo>
                <a:cubicBezTo>
                  <a:pt x="303767" y="23565"/>
                  <a:pt x="307383" y="24189"/>
                  <a:pt x="310385" y="25438"/>
                </a:cubicBezTo>
                <a:cubicBezTo>
                  <a:pt x="313387" y="26686"/>
                  <a:pt x="315852" y="28417"/>
                  <a:pt x="317777" y="30630"/>
                </a:cubicBezTo>
                <a:cubicBezTo>
                  <a:pt x="319703" y="32842"/>
                  <a:pt x="321120" y="35462"/>
                  <a:pt x="322026" y="38489"/>
                </a:cubicBezTo>
                <a:cubicBezTo>
                  <a:pt x="322932" y="41515"/>
                  <a:pt x="323385" y="44807"/>
                  <a:pt x="323385" y="48364"/>
                </a:cubicBezTo>
                <a:lnTo>
                  <a:pt x="323385" y="50633"/>
                </a:lnTo>
                <a:moveTo>
                  <a:pt x="309564" y="46563"/>
                </a:moveTo>
                <a:cubicBezTo>
                  <a:pt x="309677" y="42543"/>
                  <a:pt x="308875" y="39385"/>
                  <a:pt x="307156" y="37091"/>
                </a:cubicBezTo>
                <a:cubicBezTo>
                  <a:pt x="305438" y="34796"/>
                  <a:pt x="302785" y="33648"/>
                  <a:pt x="299197" y="33648"/>
                </a:cubicBezTo>
                <a:cubicBezTo>
                  <a:pt x="297385" y="33648"/>
                  <a:pt x="295808" y="33990"/>
                  <a:pt x="294468" y="34673"/>
                </a:cubicBezTo>
                <a:cubicBezTo>
                  <a:pt x="293127" y="35355"/>
                  <a:pt x="292013" y="36275"/>
                  <a:pt x="291125" y="37433"/>
                </a:cubicBezTo>
                <a:cubicBezTo>
                  <a:pt x="290238" y="38589"/>
                  <a:pt x="289558" y="39955"/>
                  <a:pt x="289086" y="41529"/>
                </a:cubicBezTo>
                <a:cubicBezTo>
                  <a:pt x="288614" y="43102"/>
                  <a:pt x="288340" y="44780"/>
                  <a:pt x="288265" y="46563"/>
                </a:cubicBezTo>
                <a:lnTo>
                  <a:pt x="309564" y="465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15D72D-BFB8-4CCF-936A-4F551B6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113" y="1075465"/>
            <a:ext cx="1939" cy="318917"/>
          </a:xfrm>
          <a:custGeom xmlns:a="http://schemas.openxmlformats.org/drawingml/2006/main">
            <a:pathLst>
              <a:path w="1939" h="318917" fill="none">
                <a:moveTo>
                  <a:pt x="0" y="0"/>
                </a:moveTo>
                <a:lnTo>
                  <a:pt x="1939" y="318917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4472C4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BAC07-C3AB-4BBB-8858-6CF8AAB0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475" y="1387749"/>
            <a:ext cx="39076" cy="39192"/>
          </a:xfrm>
          <a:custGeom xmlns:a="http://schemas.openxmlformats.org/drawingml/2006/main">
            <a:pathLst>
              <a:path w="39076" h="39192">
                <a:moveTo>
                  <a:pt x="39076" y="0"/>
                </a:moveTo>
                <a:lnTo>
                  <a:pt x="19775" y="39192"/>
                </a:lnTo>
                <a:lnTo>
                  <a:pt x="0" y="237"/>
                </a:lnTo>
                <a:lnTo>
                  <a:pt x="39076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expanded">
            <a:extLst xmlns:a="http://schemas.openxmlformats.org/drawingml/2006/main">
              <a:ext uri="{FF2B5EF4-FFF2-40B4-BE49-F238E27FC236}">
                <a16:creationId xmlns:a16="http://schemas.microsoft.com/office/drawing/2014/main" id="{2DAFE7BE-33B6-4280-9CB3-FC361AD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64" y="2223690"/>
            <a:ext cx="463523" cy="99358"/>
          </a:xfrm>
          <a:custGeom xmlns:a="http://schemas.openxmlformats.org/drawingml/2006/main">
            <a:pathLst>
              <a:path w="463523" h="99358">
                <a:moveTo>
                  <a:pt x="49622" y="50067"/>
                </a:moveTo>
                <a:cubicBezTo>
                  <a:pt x="49622" y="51807"/>
                  <a:pt x="49235" y="53094"/>
                  <a:pt x="48461" y="53926"/>
                </a:cubicBezTo>
                <a:cubicBezTo>
                  <a:pt x="47687" y="54758"/>
                  <a:pt x="46620" y="55174"/>
                  <a:pt x="45260" y="55174"/>
                </a:cubicBezTo>
                <a:lnTo>
                  <a:pt x="14501" y="55174"/>
                </a:lnTo>
                <a:cubicBezTo>
                  <a:pt x="14501" y="57334"/>
                  <a:pt x="14756" y="59296"/>
                  <a:pt x="15266" y="61059"/>
                </a:cubicBezTo>
                <a:cubicBezTo>
                  <a:pt x="15776" y="62823"/>
                  <a:pt x="16588" y="64321"/>
                  <a:pt x="17702" y="65554"/>
                </a:cubicBezTo>
                <a:cubicBezTo>
                  <a:pt x="18816" y="66786"/>
                  <a:pt x="20251" y="67724"/>
                  <a:pt x="22007" y="68369"/>
                </a:cubicBezTo>
                <a:cubicBezTo>
                  <a:pt x="23763" y="69013"/>
                  <a:pt x="25869" y="69335"/>
                  <a:pt x="28323" y="69335"/>
                </a:cubicBezTo>
                <a:cubicBezTo>
                  <a:pt x="30816" y="69335"/>
                  <a:pt x="33006" y="69153"/>
                  <a:pt x="34894" y="68788"/>
                </a:cubicBezTo>
                <a:cubicBezTo>
                  <a:pt x="36782" y="68423"/>
                  <a:pt x="38416" y="68020"/>
                  <a:pt x="39794" y="67579"/>
                </a:cubicBezTo>
                <a:cubicBezTo>
                  <a:pt x="41172" y="67138"/>
                  <a:pt x="42315" y="66735"/>
                  <a:pt x="43221" y="66370"/>
                </a:cubicBezTo>
                <a:cubicBezTo>
                  <a:pt x="44128" y="66005"/>
                  <a:pt x="44864" y="65823"/>
                  <a:pt x="45430" y="65823"/>
                </a:cubicBezTo>
                <a:cubicBezTo>
                  <a:pt x="45770" y="65823"/>
                  <a:pt x="46053" y="65890"/>
                  <a:pt x="46280" y="66023"/>
                </a:cubicBezTo>
                <a:cubicBezTo>
                  <a:pt x="46507" y="66155"/>
                  <a:pt x="46695" y="66392"/>
                  <a:pt x="46847" y="66735"/>
                </a:cubicBezTo>
                <a:cubicBezTo>
                  <a:pt x="46998" y="67076"/>
                  <a:pt x="47101" y="67560"/>
                  <a:pt x="47158" y="68186"/>
                </a:cubicBezTo>
                <a:cubicBezTo>
                  <a:pt x="47215" y="68813"/>
                  <a:pt x="47243" y="69601"/>
                  <a:pt x="47243" y="70550"/>
                </a:cubicBezTo>
                <a:cubicBezTo>
                  <a:pt x="47243" y="71385"/>
                  <a:pt x="47224" y="72097"/>
                  <a:pt x="47186" y="72686"/>
                </a:cubicBezTo>
                <a:cubicBezTo>
                  <a:pt x="47149" y="73274"/>
                  <a:pt x="47092" y="73777"/>
                  <a:pt x="47016" y="74194"/>
                </a:cubicBezTo>
                <a:cubicBezTo>
                  <a:pt x="46941" y="74612"/>
                  <a:pt x="46828" y="74964"/>
                  <a:pt x="46677" y="75249"/>
                </a:cubicBezTo>
                <a:cubicBezTo>
                  <a:pt x="46526" y="75534"/>
                  <a:pt x="46327" y="75809"/>
                  <a:pt x="46082" y="76074"/>
                </a:cubicBezTo>
                <a:cubicBezTo>
                  <a:pt x="45836" y="76340"/>
                  <a:pt x="45166" y="76699"/>
                  <a:pt x="44071" y="77152"/>
                </a:cubicBezTo>
                <a:cubicBezTo>
                  <a:pt x="42976" y="77606"/>
                  <a:pt x="41578" y="78049"/>
                  <a:pt x="39879" y="78484"/>
                </a:cubicBezTo>
                <a:cubicBezTo>
                  <a:pt x="38180" y="78918"/>
                  <a:pt x="36235" y="79295"/>
                  <a:pt x="34044" y="79616"/>
                </a:cubicBezTo>
                <a:cubicBezTo>
                  <a:pt x="31854" y="79937"/>
                  <a:pt x="29513" y="80098"/>
                  <a:pt x="27020" y="80098"/>
                </a:cubicBezTo>
                <a:cubicBezTo>
                  <a:pt x="22526" y="80098"/>
                  <a:pt x="18589" y="79530"/>
                  <a:pt x="15210" y="78395"/>
                </a:cubicBezTo>
                <a:cubicBezTo>
                  <a:pt x="11830" y="77260"/>
                  <a:pt x="9007" y="75538"/>
                  <a:pt x="6741" y="73230"/>
                </a:cubicBezTo>
                <a:cubicBezTo>
                  <a:pt x="4475" y="70921"/>
                  <a:pt x="2785" y="68008"/>
                  <a:pt x="1671" y="64490"/>
                </a:cubicBezTo>
                <a:cubicBezTo>
                  <a:pt x="557" y="60971"/>
                  <a:pt x="0" y="56846"/>
                  <a:pt x="0" y="52116"/>
                </a:cubicBezTo>
                <a:cubicBezTo>
                  <a:pt x="0" y="47613"/>
                  <a:pt x="585" y="43555"/>
                  <a:pt x="1756" y="39941"/>
                </a:cubicBezTo>
                <a:cubicBezTo>
                  <a:pt x="2927" y="36327"/>
                  <a:pt x="4626" y="33263"/>
                  <a:pt x="6854" y="30747"/>
                </a:cubicBezTo>
                <a:cubicBezTo>
                  <a:pt x="9082" y="28229"/>
                  <a:pt x="11792" y="26309"/>
                  <a:pt x="14983" y="24985"/>
                </a:cubicBezTo>
                <a:cubicBezTo>
                  <a:pt x="18174" y="23660"/>
                  <a:pt x="21771" y="22998"/>
                  <a:pt x="25774" y="22998"/>
                </a:cubicBezTo>
                <a:cubicBezTo>
                  <a:pt x="30004" y="22998"/>
                  <a:pt x="33620" y="23623"/>
                  <a:pt x="36622" y="24871"/>
                </a:cubicBezTo>
                <a:cubicBezTo>
                  <a:pt x="39624" y="26120"/>
                  <a:pt x="42088" y="27851"/>
                  <a:pt x="44014" y="30063"/>
                </a:cubicBezTo>
                <a:cubicBezTo>
                  <a:pt x="45940" y="32276"/>
                  <a:pt x="47356" y="34896"/>
                  <a:pt x="48263" y="37923"/>
                </a:cubicBezTo>
                <a:cubicBezTo>
                  <a:pt x="49169" y="40949"/>
                  <a:pt x="49622" y="44240"/>
                  <a:pt x="49622" y="47797"/>
                </a:cubicBezTo>
                <a:lnTo>
                  <a:pt x="49622" y="50067"/>
                </a:lnTo>
                <a:moveTo>
                  <a:pt x="35801" y="45997"/>
                </a:moveTo>
                <a:cubicBezTo>
                  <a:pt x="35914" y="41976"/>
                  <a:pt x="35111" y="38819"/>
                  <a:pt x="33393" y="36525"/>
                </a:cubicBezTo>
                <a:cubicBezTo>
                  <a:pt x="31675" y="34229"/>
                  <a:pt x="29022" y="33081"/>
                  <a:pt x="25434" y="33081"/>
                </a:cubicBezTo>
                <a:cubicBezTo>
                  <a:pt x="23622" y="33081"/>
                  <a:pt x="22045" y="33423"/>
                  <a:pt x="20704" y="34106"/>
                </a:cubicBezTo>
                <a:cubicBezTo>
                  <a:pt x="19364" y="34789"/>
                  <a:pt x="18250" y="35708"/>
                  <a:pt x="17362" y="36866"/>
                </a:cubicBezTo>
                <a:cubicBezTo>
                  <a:pt x="16475" y="38023"/>
                  <a:pt x="15795" y="39388"/>
                  <a:pt x="15323" y="40962"/>
                </a:cubicBezTo>
                <a:cubicBezTo>
                  <a:pt x="14851" y="42536"/>
                  <a:pt x="14577" y="44214"/>
                  <a:pt x="14501" y="45997"/>
                </a:cubicBezTo>
                <a:lnTo>
                  <a:pt x="35801" y="45997"/>
                </a:lnTo>
                <a:close/>
                <a:moveTo>
                  <a:pt x="103112" y="75793"/>
                </a:moveTo>
                <a:cubicBezTo>
                  <a:pt x="103415" y="76435"/>
                  <a:pt x="103556" y="76964"/>
                  <a:pt x="103537" y="77379"/>
                </a:cubicBezTo>
                <a:cubicBezTo>
                  <a:pt x="103518" y="77794"/>
                  <a:pt x="103245" y="78134"/>
                  <a:pt x="102716" y="78399"/>
                </a:cubicBezTo>
                <a:cubicBezTo>
                  <a:pt x="102187" y="78663"/>
                  <a:pt x="101375" y="78842"/>
                  <a:pt x="100280" y="78937"/>
                </a:cubicBezTo>
                <a:cubicBezTo>
                  <a:pt x="99185" y="79031"/>
                  <a:pt x="97731" y="79078"/>
                  <a:pt x="95918" y="79078"/>
                </a:cubicBezTo>
                <a:cubicBezTo>
                  <a:pt x="94219" y="79078"/>
                  <a:pt x="92850" y="79050"/>
                  <a:pt x="91811" y="78993"/>
                </a:cubicBezTo>
                <a:cubicBezTo>
                  <a:pt x="90773" y="78937"/>
                  <a:pt x="89961" y="78823"/>
                  <a:pt x="89376" y="78653"/>
                </a:cubicBezTo>
                <a:cubicBezTo>
                  <a:pt x="88790" y="78484"/>
                  <a:pt x="88356" y="78276"/>
                  <a:pt x="88073" y="78030"/>
                </a:cubicBezTo>
                <a:cubicBezTo>
                  <a:pt x="87790" y="77785"/>
                  <a:pt x="87572" y="77473"/>
                  <a:pt x="87421" y="77096"/>
                </a:cubicBezTo>
                <a:lnTo>
                  <a:pt x="78075" y="59139"/>
                </a:lnTo>
                <a:lnTo>
                  <a:pt x="68728" y="77096"/>
                </a:lnTo>
                <a:cubicBezTo>
                  <a:pt x="68577" y="77473"/>
                  <a:pt x="68369" y="77785"/>
                  <a:pt x="68105" y="78030"/>
                </a:cubicBezTo>
                <a:cubicBezTo>
                  <a:pt x="67841" y="78276"/>
                  <a:pt x="67435" y="78484"/>
                  <a:pt x="66887" y="78653"/>
                </a:cubicBezTo>
                <a:cubicBezTo>
                  <a:pt x="66340" y="78823"/>
                  <a:pt x="65575" y="78937"/>
                  <a:pt x="64593" y="78993"/>
                </a:cubicBezTo>
                <a:cubicBezTo>
                  <a:pt x="63611" y="79050"/>
                  <a:pt x="62327" y="79078"/>
                  <a:pt x="60741" y="79078"/>
                </a:cubicBezTo>
                <a:cubicBezTo>
                  <a:pt x="59079" y="79078"/>
                  <a:pt x="57758" y="79031"/>
                  <a:pt x="56776" y="78937"/>
                </a:cubicBezTo>
                <a:cubicBezTo>
                  <a:pt x="55794" y="78842"/>
                  <a:pt x="55076" y="78663"/>
                  <a:pt x="54623" y="78399"/>
                </a:cubicBezTo>
                <a:cubicBezTo>
                  <a:pt x="54170" y="78134"/>
                  <a:pt x="53934" y="77794"/>
                  <a:pt x="53915" y="77379"/>
                </a:cubicBezTo>
                <a:cubicBezTo>
                  <a:pt x="53896" y="76964"/>
                  <a:pt x="54057" y="76435"/>
                  <a:pt x="54397" y="75793"/>
                </a:cubicBezTo>
                <a:lnTo>
                  <a:pt x="68388" y="50925"/>
                </a:lnTo>
                <a:lnTo>
                  <a:pt x="55473" y="27587"/>
                </a:lnTo>
                <a:cubicBezTo>
                  <a:pt x="55133" y="26907"/>
                  <a:pt x="54954" y="26331"/>
                  <a:pt x="54935" y="25859"/>
                </a:cubicBezTo>
                <a:cubicBezTo>
                  <a:pt x="54916" y="25387"/>
                  <a:pt x="55152" y="25019"/>
                  <a:pt x="55643" y="24754"/>
                </a:cubicBezTo>
                <a:cubicBezTo>
                  <a:pt x="56134" y="24490"/>
                  <a:pt x="56917" y="24301"/>
                  <a:pt x="57994" y="24188"/>
                </a:cubicBezTo>
                <a:cubicBezTo>
                  <a:pt x="59070" y="24075"/>
                  <a:pt x="60533" y="24018"/>
                  <a:pt x="62384" y="24018"/>
                </a:cubicBezTo>
                <a:cubicBezTo>
                  <a:pt x="64045" y="24018"/>
                  <a:pt x="65377" y="24046"/>
                  <a:pt x="66377" y="24103"/>
                </a:cubicBezTo>
                <a:cubicBezTo>
                  <a:pt x="67378" y="24160"/>
                  <a:pt x="68162" y="24245"/>
                  <a:pt x="68728" y="24358"/>
                </a:cubicBezTo>
                <a:cubicBezTo>
                  <a:pt x="69295" y="24471"/>
                  <a:pt x="69710" y="24651"/>
                  <a:pt x="69974" y="24896"/>
                </a:cubicBezTo>
                <a:cubicBezTo>
                  <a:pt x="70239" y="25142"/>
                  <a:pt x="70465" y="25453"/>
                  <a:pt x="70654" y="25831"/>
                </a:cubicBezTo>
                <a:lnTo>
                  <a:pt x="79661" y="42711"/>
                </a:lnTo>
                <a:lnTo>
                  <a:pt x="88611" y="25831"/>
                </a:lnTo>
                <a:cubicBezTo>
                  <a:pt x="88724" y="25529"/>
                  <a:pt x="88894" y="25264"/>
                  <a:pt x="89121" y="25038"/>
                </a:cubicBezTo>
                <a:cubicBezTo>
                  <a:pt x="89347" y="24811"/>
                  <a:pt x="89706" y="24622"/>
                  <a:pt x="90197" y="24471"/>
                </a:cubicBezTo>
                <a:cubicBezTo>
                  <a:pt x="90688" y="24320"/>
                  <a:pt x="91358" y="24207"/>
                  <a:pt x="92208" y="24131"/>
                </a:cubicBezTo>
                <a:cubicBezTo>
                  <a:pt x="93058" y="24056"/>
                  <a:pt x="94219" y="24018"/>
                  <a:pt x="95692" y="24018"/>
                </a:cubicBezTo>
                <a:cubicBezTo>
                  <a:pt x="97353" y="24018"/>
                  <a:pt x="98685" y="24056"/>
                  <a:pt x="99685" y="24131"/>
                </a:cubicBezTo>
                <a:cubicBezTo>
                  <a:pt x="100686" y="24207"/>
                  <a:pt x="101404" y="24377"/>
                  <a:pt x="101838" y="24641"/>
                </a:cubicBezTo>
                <a:cubicBezTo>
                  <a:pt x="102272" y="24906"/>
                  <a:pt x="102480" y="25274"/>
                  <a:pt x="102461" y="25746"/>
                </a:cubicBezTo>
                <a:cubicBezTo>
                  <a:pt x="102442" y="26218"/>
                  <a:pt x="102225" y="26831"/>
                  <a:pt x="101810" y="27587"/>
                </a:cubicBezTo>
                <a:lnTo>
                  <a:pt x="89234" y="50529"/>
                </a:lnTo>
                <a:lnTo>
                  <a:pt x="103112" y="75793"/>
                </a:lnTo>
                <a:close/>
                <a:moveTo>
                  <a:pt x="163561" y="50810"/>
                </a:moveTo>
                <a:cubicBezTo>
                  <a:pt x="163561" y="55313"/>
                  <a:pt x="163080" y="59372"/>
                  <a:pt x="162117" y="62985"/>
                </a:cubicBezTo>
                <a:cubicBezTo>
                  <a:pt x="161154" y="66599"/>
                  <a:pt x="159747" y="69673"/>
                  <a:pt x="157897" y="72208"/>
                </a:cubicBezTo>
                <a:cubicBezTo>
                  <a:pt x="156046" y="74743"/>
                  <a:pt x="153742" y="76692"/>
                  <a:pt x="150986" y="78055"/>
                </a:cubicBezTo>
                <a:cubicBezTo>
                  <a:pt x="148229" y="79417"/>
                  <a:pt x="145076" y="80098"/>
                  <a:pt x="141526" y="80098"/>
                </a:cubicBezTo>
                <a:cubicBezTo>
                  <a:pt x="140053" y="80098"/>
                  <a:pt x="138703" y="79956"/>
                  <a:pt x="137476" y="79671"/>
                </a:cubicBezTo>
                <a:cubicBezTo>
                  <a:pt x="136248" y="79388"/>
                  <a:pt x="135059" y="78953"/>
                  <a:pt x="133907" y="78367"/>
                </a:cubicBezTo>
                <a:cubicBezTo>
                  <a:pt x="132755" y="77780"/>
                  <a:pt x="131613" y="77052"/>
                  <a:pt x="130480" y="76182"/>
                </a:cubicBezTo>
                <a:cubicBezTo>
                  <a:pt x="129347" y="75311"/>
                  <a:pt x="128176" y="74289"/>
                  <a:pt x="126968" y="73116"/>
                </a:cubicBezTo>
                <a:lnTo>
                  <a:pt x="126968" y="96920"/>
                </a:lnTo>
                <a:cubicBezTo>
                  <a:pt x="126968" y="97298"/>
                  <a:pt x="126854" y="97638"/>
                  <a:pt x="126628" y="97940"/>
                </a:cubicBezTo>
                <a:cubicBezTo>
                  <a:pt x="126401" y="98243"/>
                  <a:pt x="126014" y="98499"/>
                  <a:pt x="125467" y="98706"/>
                </a:cubicBezTo>
                <a:cubicBezTo>
                  <a:pt x="124919" y="98914"/>
                  <a:pt x="124192" y="99074"/>
                  <a:pt x="123286" y="99188"/>
                </a:cubicBezTo>
                <a:cubicBezTo>
                  <a:pt x="122379" y="99301"/>
                  <a:pt x="121227" y="99358"/>
                  <a:pt x="119830" y="99358"/>
                </a:cubicBezTo>
                <a:cubicBezTo>
                  <a:pt x="118433" y="99358"/>
                  <a:pt x="117281" y="99301"/>
                  <a:pt x="116375" y="99188"/>
                </a:cubicBezTo>
                <a:cubicBezTo>
                  <a:pt x="115468" y="99074"/>
                  <a:pt x="114741" y="98914"/>
                  <a:pt x="114194" y="98706"/>
                </a:cubicBezTo>
                <a:cubicBezTo>
                  <a:pt x="113646" y="98499"/>
                  <a:pt x="113259" y="98243"/>
                  <a:pt x="113033" y="97940"/>
                </a:cubicBezTo>
                <a:cubicBezTo>
                  <a:pt x="112806" y="97638"/>
                  <a:pt x="112693" y="97298"/>
                  <a:pt x="112693" y="96920"/>
                </a:cubicBezTo>
                <a:lnTo>
                  <a:pt x="112693" y="26286"/>
                </a:lnTo>
                <a:cubicBezTo>
                  <a:pt x="112693" y="25908"/>
                  <a:pt x="112787" y="25578"/>
                  <a:pt x="112976" y="25294"/>
                </a:cubicBezTo>
                <a:cubicBezTo>
                  <a:pt x="113165" y="25010"/>
                  <a:pt x="113495" y="24773"/>
                  <a:pt x="113967" y="24585"/>
                </a:cubicBezTo>
                <a:cubicBezTo>
                  <a:pt x="114439" y="24396"/>
                  <a:pt x="115062" y="24254"/>
                  <a:pt x="115837" y="24160"/>
                </a:cubicBezTo>
                <a:cubicBezTo>
                  <a:pt x="116611" y="24065"/>
                  <a:pt x="117583" y="24018"/>
                  <a:pt x="118754" y="24018"/>
                </a:cubicBezTo>
                <a:cubicBezTo>
                  <a:pt x="119887" y="24018"/>
                  <a:pt x="120840" y="24065"/>
                  <a:pt x="121615" y="24160"/>
                </a:cubicBezTo>
                <a:cubicBezTo>
                  <a:pt x="122389" y="24253"/>
                  <a:pt x="123012" y="24394"/>
                  <a:pt x="123484" y="24583"/>
                </a:cubicBezTo>
                <a:cubicBezTo>
                  <a:pt x="123956" y="24770"/>
                  <a:pt x="124286" y="25005"/>
                  <a:pt x="124475" y="25287"/>
                </a:cubicBezTo>
                <a:cubicBezTo>
                  <a:pt x="124664" y="25568"/>
                  <a:pt x="124758" y="25897"/>
                  <a:pt x="124758" y="26273"/>
                </a:cubicBezTo>
                <a:lnTo>
                  <a:pt x="124758" y="32193"/>
                </a:lnTo>
                <a:cubicBezTo>
                  <a:pt x="126231" y="30680"/>
                  <a:pt x="127676" y="29346"/>
                  <a:pt x="129092" y="28192"/>
                </a:cubicBezTo>
                <a:cubicBezTo>
                  <a:pt x="130508" y="27038"/>
                  <a:pt x="131953" y="26073"/>
                  <a:pt x="133425" y="25298"/>
                </a:cubicBezTo>
                <a:cubicBezTo>
                  <a:pt x="134898" y="24521"/>
                  <a:pt x="136418" y="23944"/>
                  <a:pt x="137985" y="23567"/>
                </a:cubicBezTo>
                <a:cubicBezTo>
                  <a:pt x="139553" y="23188"/>
                  <a:pt x="141224" y="22998"/>
                  <a:pt x="142999" y="22998"/>
                </a:cubicBezTo>
                <a:cubicBezTo>
                  <a:pt x="146699" y="22998"/>
                  <a:pt x="149853" y="23727"/>
                  <a:pt x="152459" y="25185"/>
                </a:cubicBezTo>
                <a:cubicBezTo>
                  <a:pt x="155064" y="26641"/>
                  <a:pt x="157188" y="28637"/>
                  <a:pt x="158831" y="31171"/>
                </a:cubicBezTo>
                <a:cubicBezTo>
                  <a:pt x="160474" y="33706"/>
                  <a:pt x="161673" y="36658"/>
                  <a:pt x="162428" y="40026"/>
                </a:cubicBezTo>
                <a:cubicBezTo>
                  <a:pt x="163184" y="43394"/>
                  <a:pt x="163561" y="46989"/>
                  <a:pt x="163561" y="50810"/>
                </a:cubicBezTo>
                <a:moveTo>
                  <a:pt x="148720" y="51860"/>
                </a:moveTo>
                <a:cubicBezTo>
                  <a:pt x="148720" y="49704"/>
                  <a:pt x="148559" y="47633"/>
                  <a:pt x="148238" y="45646"/>
                </a:cubicBezTo>
                <a:cubicBezTo>
                  <a:pt x="147917" y="43660"/>
                  <a:pt x="147370" y="41892"/>
                  <a:pt x="146596" y="40341"/>
                </a:cubicBezTo>
                <a:cubicBezTo>
                  <a:pt x="145821" y="38790"/>
                  <a:pt x="144802" y="37552"/>
                  <a:pt x="143537" y="36625"/>
                </a:cubicBezTo>
                <a:cubicBezTo>
                  <a:pt x="142272" y="35698"/>
                  <a:pt x="140695" y="35234"/>
                  <a:pt x="138807" y="35234"/>
                </a:cubicBezTo>
                <a:cubicBezTo>
                  <a:pt x="137863" y="35234"/>
                  <a:pt x="136928" y="35376"/>
                  <a:pt x="136003" y="35659"/>
                </a:cubicBezTo>
                <a:cubicBezTo>
                  <a:pt x="135078" y="35941"/>
                  <a:pt x="134133" y="36402"/>
                  <a:pt x="133170" y="37043"/>
                </a:cubicBezTo>
                <a:cubicBezTo>
                  <a:pt x="132207" y="37684"/>
                  <a:pt x="131216" y="38514"/>
                  <a:pt x="130196" y="39532"/>
                </a:cubicBezTo>
                <a:cubicBezTo>
                  <a:pt x="129177" y="40549"/>
                  <a:pt x="128101" y="41812"/>
                  <a:pt x="126968" y="43319"/>
                </a:cubicBezTo>
                <a:lnTo>
                  <a:pt x="126968" y="60004"/>
                </a:lnTo>
                <a:cubicBezTo>
                  <a:pt x="128969" y="62548"/>
                  <a:pt x="130876" y="64512"/>
                  <a:pt x="132689" y="65897"/>
                </a:cubicBezTo>
                <a:cubicBezTo>
                  <a:pt x="134502" y="67283"/>
                  <a:pt x="136390" y="67976"/>
                  <a:pt x="138354" y="67976"/>
                </a:cubicBezTo>
                <a:cubicBezTo>
                  <a:pt x="140204" y="67976"/>
                  <a:pt x="141781" y="67503"/>
                  <a:pt x="143084" y="66558"/>
                </a:cubicBezTo>
                <a:cubicBezTo>
                  <a:pt x="144386" y="65611"/>
                  <a:pt x="145453" y="64372"/>
                  <a:pt x="146284" y="62840"/>
                </a:cubicBezTo>
                <a:cubicBezTo>
                  <a:pt x="147115" y="61308"/>
                  <a:pt x="147729" y="59578"/>
                  <a:pt x="148125" y="57648"/>
                </a:cubicBezTo>
                <a:cubicBezTo>
                  <a:pt x="148522" y="55719"/>
                  <a:pt x="148720" y="53789"/>
                  <a:pt x="148720" y="51860"/>
                </a:cubicBezTo>
                <a:close/>
                <a:moveTo>
                  <a:pt x="218274" y="76981"/>
                </a:moveTo>
                <a:cubicBezTo>
                  <a:pt x="218274" y="77509"/>
                  <a:pt x="218086" y="77925"/>
                  <a:pt x="217708" y="78229"/>
                </a:cubicBezTo>
                <a:cubicBezTo>
                  <a:pt x="217330" y="78531"/>
                  <a:pt x="216735" y="78748"/>
                  <a:pt x="215924" y="78880"/>
                </a:cubicBezTo>
                <a:cubicBezTo>
                  <a:pt x="215112" y="79012"/>
                  <a:pt x="213913" y="79078"/>
                  <a:pt x="212327" y="79078"/>
                </a:cubicBezTo>
                <a:cubicBezTo>
                  <a:pt x="210627" y="79078"/>
                  <a:pt x="209390" y="79012"/>
                  <a:pt x="208616" y="78880"/>
                </a:cubicBezTo>
                <a:cubicBezTo>
                  <a:pt x="207842" y="78748"/>
                  <a:pt x="207294" y="78531"/>
                  <a:pt x="206973" y="78229"/>
                </a:cubicBezTo>
                <a:cubicBezTo>
                  <a:pt x="206652" y="77927"/>
                  <a:pt x="206492" y="77511"/>
                  <a:pt x="206492" y="76982"/>
                </a:cubicBezTo>
                <a:lnTo>
                  <a:pt x="206492" y="72961"/>
                </a:lnTo>
                <a:cubicBezTo>
                  <a:pt x="204415" y="75189"/>
                  <a:pt x="202045" y="76935"/>
                  <a:pt x="199383" y="78200"/>
                </a:cubicBezTo>
                <a:cubicBezTo>
                  <a:pt x="196720" y="79465"/>
                  <a:pt x="193765" y="80098"/>
                  <a:pt x="190518" y="80098"/>
                </a:cubicBezTo>
                <a:cubicBezTo>
                  <a:pt x="187836" y="80098"/>
                  <a:pt x="185372" y="79747"/>
                  <a:pt x="183125" y="79046"/>
                </a:cubicBezTo>
                <a:cubicBezTo>
                  <a:pt x="180878" y="78345"/>
                  <a:pt x="178933" y="77303"/>
                  <a:pt x="177291" y="75920"/>
                </a:cubicBezTo>
                <a:cubicBezTo>
                  <a:pt x="175648" y="74537"/>
                  <a:pt x="174373" y="72823"/>
                  <a:pt x="173467" y="70778"/>
                </a:cubicBezTo>
                <a:cubicBezTo>
                  <a:pt x="172561" y="68732"/>
                  <a:pt x="172108" y="66344"/>
                  <a:pt x="172108" y="63616"/>
                </a:cubicBezTo>
                <a:cubicBezTo>
                  <a:pt x="172108" y="60659"/>
                  <a:pt x="172683" y="58092"/>
                  <a:pt x="173835" y="55914"/>
                </a:cubicBezTo>
                <a:cubicBezTo>
                  <a:pt x="174987" y="53735"/>
                  <a:pt x="176705" y="51935"/>
                  <a:pt x="178990" y="50514"/>
                </a:cubicBezTo>
                <a:cubicBezTo>
                  <a:pt x="181275" y="49094"/>
                  <a:pt x="184117" y="48042"/>
                  <a:pt x="187515" y="47360"/>
                </a:cubicBezTo>
                <a:cubicBezTo>
                  <a:pt x="190914" y="46678"/>
                  <a:pt x="194861" y="46337"/>
                  <a:pt x="199354" y="46337"/>
                </a:cubicBezTo>
                <a:lnTo>
                  <a:pt x="204283" y="46337"/>
                </a:lnTo>
                <a:lnTo>
                  <a:pt x="204283" y="43292"/>
                </a:lnTo>
                <a:cubicBezTo>
                  <a:pt x="204283" y="41713"/>
                  <a:pt x="204122" y="40332"/>
                  <a:pt x="203801" y="39148"/>
                </a:cubicBezTo>
                <a:cubicBezTo>
                  <a:pt x="203480" y="37963"/>
                  <a:pt x="202952" y="36976"/>
                  <a:pt x="202215" y="36186"/>
                </a:cubicBezTo>
                <a:cubicBezTo>
                  <a:pt x="201479" y="35397"/>
                  <a:pt x="200497" y="34815"/>
                  <a:pt x="199270" y="34439"/>
                </a:cubicBezTo>
                <a:cubicBezTo>
                  <a:pt x="198042" y="34063"/>
                  <a:pt x="196522" y="33875"/>
                  <a:pt x="194709" y="33875"/>
                </a:cubicBezTo>
                <a:cubicBezTo>
                  <a:pt x="192330" y="33875"/>
                  <a:pt x="190206" y="34139"/>
                  <a:pt x="188337" y="34668"/>
                </a:cubicBezTo>
                <a:cubicBezTo>
                  <a:pt x="186467" y="35196"/>
                  <a:pt x="184815" y="35782"/>
                  <a:pt x="183380" y="36424"/>
                </a:cubicBezTo>
                <a:cubicBezTo>
                  <a:pt x="181945" y="37066"/>
                  <a:pt x="180746" y="37651"/>
                  <a:pt x="179783" y="38180"/>
                </a:cubicBezTo>
                <a:cubicBezTo>
                  <a:pt x="178820" y="38708"/>
                  <a:pt x="178037" y="38973"/>
                  <a:pt x="177432" y="38973"/>
                </a:cubicBezTo>
                <a:cubicBezTo>
                  <a:pt x="177017" y="38973"/>
                  <a:pt x="176649" y="38840"/>
                  <a:pt x="176328" y="38574"/>
                </a:cubicBezTo>
                <a:cubicBezTo>
                  <a:pt x="176007" y="38309"/>
                  <a:pt x="175742" y="37929"/>
                  <a:pt x="175535" y="37436"/>
                </a:cubicBezTo>
                <a:cubicBezTo>
                  <a:pt x="175327" y="36943"/>
                  <a:pt x="175166" y="36336"/>
                  <a:pt x="175053" y="35615"/>
                </a:cubicBezTo>
                <a:cubicBezTo>
                  <a:pt x="174940" y="34892"/>
                  <a:pt x="174883" y="34095"/>
                  <a:pt x="174883" y="33223"/>
                </a:cubicBezTo>
                <a:cubicBezTo>
                  <a:pt x="174883" y="32047"/>
                  <a:pt x="174978" y="31117"/>
                  <a:pt x="175166" y="30433"/>
                </a:cubicBezTo>
                <a:cubicBezTo>
                  <a:pt x="175355" y="29750"/>
                  <a:pt x="175714" y="29133"/>
                  <a:pt x="176243" y="28583"/>
                </a:cubicBezTo>
                <a:cubicBezTo>
                  <a:pt x="176771" y="28032"/>
                  <a:pt x="177697" y="27426"/>
                  <a:pt x="179018" y="26765"/>
                </a:cubicBezTo>
                <a:cubicBezTo>
                  <a:pt x="180340" y="26105"/>
                  <a:pt x="181889" y="25491"/>
                  <a:pt x="183663" y="24924"/>
                </a:cubicBezTo>
                <a:cubicBezTo>
                  <a:pt x="185438" y="24358"/>
                  <a:pt x="187374" y="23895"/>
                  <a:pt x="189470" y="23537"/>
                </a:cubicBezTo>
                <a:cubicBezTo>
                  <a:pt x="191566" y="23178"/>
                  <a:pt x="193728" y="22998"/>
                  <a:pt x="195956" y="22998"/>
                </a:cubicBezTo>
                <a:cubicBezTo>
                  <a:pt x="199921" y="22998"/>
                  <a:pt x="203310" y="23386"/>
                  <a:pt x="206124" y="24161"/>
                </a:cubicBezTo>
                <a:cubicBezTo>
                  <a:pt x="208937" y="24936"/>
                  <a:pt x="211250" y="26126"/>
                  <a:pt x="213063" y="27734"/>
                </a:cubicBezTo>
                <a:cubicBezTo>
                  <a:pt x="214876" y="29340"/>
                  <a:pt x="216197" y="31409"/>
                  <a:pt x="217028" y="33942"/>
                </a:cubicBezTo>
                <a:cubicBezTo>
                  <a:pt x="217859" y="36474"/>
                  <a:pt x="218274" y="39480"/>
                  <a:pt x="218274" y="42957"/>
                </a:cubicBezTo>
                <a:lnTo>
                  <a:pt x="218274" y="76981"/>
                </a:lnTo>
                <a:moveTo>
                  <a:pt x="204283" y="55287"/>
                </a:moveTo>
                <a:lnTo>
                  <a:pt x="198845" y="55287"/>
                </a:lnTo>
                <a:cubicBezTo>
                  <a:pt x="196541" y="55287"/>
                  <a:pt x="194577" y="55458"/>
                  <a:pt x="192953" y="55800"/>
                </a:cubicBezTo>
                <a:cubicBezTo>
                  <a:pt x="191330" y="56142"/>
                  <a:pt x="190008" y="56656"/>
                  <a:pt x="188988" y="57342"/>
                </a:cubicBezTo>
                <a:cubicBezTo>
                  <a:pt x="187969" y="58027"/>
                  <a:pt x="187223" y="58854"/>
                  <a:pt x="186751" y="59826"/>
                </a:cubicBezTo>
                <a:cubicBezTo>
                  <a:pt x="186279" y="60796"/>
                  <a:pt x="186043" y="61909"/>
                  <a:pt x="186043" y="63164"/>
                </a:cubicBezTo>
                <a:cubicBezTo>
                  <a:pt x="186043" y="65296"/>
                  <a:pt x="186713" y="66970"/>
                  <a:pt x="188054" y="68188"/>
                </a:cubicBezTo>
                <a:cubicBezTo>
                  <a:pt x="189394" y="69406"/>
                  <a:pt x="191254" y="70015"/>
                  <a:pt x="193633" y="70015"/>
                </a:cubicBezTo>
                <a:cubicBezTo>
                  <a:pt x="195635" y="70015"/>
                  <a:pt x="197476" y="69502"/>
                  <a:pt x="199156" y="68475"/>
                </a:cubicBezTo>
                <a:cubicBezTo>
                  <a:pt x="200837" y="67447"/>
                  <a:pt x="202546" y="65943"/>
                  <a:pt x="204283" y="63964"/>
                </a:cubicBezTo>
                <a:lnTo>
                  <a:pt x="204283" y="55287"/>
                </a:lnTo>
                <a:close/>
                <a:moveTo>
                  <a:pt x="280448" y="76811"/>
                </a:moveTo>
                <a:cubicBezTo>
                  <a:pt x="280448" y="77188"/>
                  <a:pt x="280335" y="77519"/>
                  <a:pt x="280108" y="77804"/>
                </a:cubicBezTo>
                <a:cubicBezTo>
                  <a:pt x="279881" y="78087"/>
                  <a:pt x="279504" y="78323"/>
                  <a:pt x="278975" y="78512"/>
                </a:cubicBezTo>
                <a:cubicBezTo>
                  <a:pt x="278446" y="78701"/>
                  <a:pt x="277719" y="78842"/>
                  <a:pt x="276794" y="78937"/>
                </a:cubicBezTo>
                <a:cubicBezTo>
                  <a:pt x="275869" y="79031"/>
                  <a:pt x="274727" y="79078"/>
                  <a:pt x="273367" y="79078"/>
                </a:cubicBezTo>
                <a:cubicBezTo>
                  <a:pt x="271970" y="79078"/>
                  <a:pt x="270808" y="79031"/>
                  <a:pt x="269883" y="78937"/>
                </a:cubicBezTo>
                <a:cubicBezTo>
                  <a:pt x="268958" y="78842"/>
                  <a:pt x="268231" y="78701"/>
                  <a:pt x="267702" y="78512"/>
                </a:cubicBezTo>
                <a:cubicBezTo>
                  <a:pt x="267174" y="78323"/>
                  <a:pt x="266796" y="78087"/>
                  <a:pt x="266569" y="77804"/>
                </a:cubicBezTo>
                <a:cubicBezTo>
                  <a:pt x="266343" y="77521"/>
                  <a:pt x="266230" y="77190"/>
                  <a:pt x="266230" y="76812"/>
                </a:cubicBezTo>
                <a:lnTo>
                  <a:pt x="266230" y="47979"/>
                </a:lnTo>
                <a:cubicBezTo>
                  <a:pt x="266230" y="45525"/>
                  <a:pt x="266050" y="43599"/>
                  <a:pt x="265691" y="42202"/>
                </a:cubicBezTo>
                <a:cubicBezTo>
                  <a:pt x="265333" y="40804"/>
                  <a:pt x="264813" y="39605"/>
                  <a:pt x="264134" y="38604"/>
                </a:cubicBezTo>
                <a:cubicBezTo>
                  <a:pt x="263454" y="37604"/>
                  <a:pt x="262576" y="36830"/>
                  <a:pt x="261500" y="36282"/>
                </a:cubicBezTo>
                <a:cubicBezTo>
                  <a:pt x="260423" y="35734"/>
                  <a:pt x="259168" y="35461"/>
                  <a:pt x="257733" y="35461"/>
                </a:cubicBezTo>
                <a:cubicBezTo>
                  <a:pt x="255920" y="35461"/>
                  <a:pt x="254088" y="36122"/>
                  <a:pt x="252238" y="37443"/>
                </a:cubicBezTo>
                <a:cubicBezTo>
                  <a:pt x="250387" y="38765"/>
                  <a:pt x="248462" y="40691"/>
                  <a:pt x="246460" y="43221"/>
                </a:cubicBezTo>
                <a:lnTo>
                  <a:pt x="246460" y="76812"/>
                </a:lnTo>
                <a:cubicBezTo>
                  <a:pt x="246460" y="77190"/>
                  <a:pt x="246347" y="77521"/>
                  <a:pt x="246120" y="77804"/>
                </a:cubicBezTo>
                <a:cubicBezTo>
                  <a:pt x="245894" y="78087"/>
                  <a:pt x="245506" y="78323"/>
                  <a:pt x="244959" y="78512"/>
                </a:cubicBezTo>
                <a:cubicBezTo>
                  <a:pt x="244411" y="78701"/>
                  <a:pt x="243684" y="78842"/>
                  <a:pt x="242778" y="78937"/>
                </a:cubicBezTo>
                <a:cubicBezTo>
                  <a:pt x="241872" y="79031"/>
                  <a:pt x="240720" y="79078"/>
                  <a:pt x="239323" y="79078"/>
                </a:cubicBezTo>
                <a:cubicBezTo>
                  <a:pt x="237925" y="79078"/>
                  <a:pt x="236773" y="79031"/>
                  <a:pt x="235867" y="78937"/>
                </a:cubicBezTo>
                <a:cubicBezTo>
                  <a:pt x="234961" y="78842"/>
                  <a:pt x="234234" y="78701"/>
                  <a:pt x="233686" y="78512"/>
                </a:cubicBezTo>
                <a:cubicBezTo>
                  <a:pt x="233139" y="78323"/>
                  <a:pt x="232752" y="78087"/>
                  <a:pt x="232525" y="77804"/>
                </a:cubicBezTo>
                <a:cubicBezTo>
                  <a:pt x="232298" y="77521"/>
                  <a:pt x="232185" y="77190"/>
                  <a:pt x="232185" y="76812"/>
                </a:cubicBezTo>
                <a:lnTo>
                  <a:pt x="232185" y="26284"/>
                </a:lnTo>
                <a:cubicBezTo>
                  <a:pt x="232185" y="25906"/>
                  <a:pt x="232280" y="25576"/>
                  <a:pt x="232468" y="25293"/>
                </a:cubicBezTo>
                <a:cubicBezTo>
                  <a:pt x="232657" y="25009"/>
                  <a:pt x="232997" y="24773"/>
                  <a:pt x="233488" y="24585"/>
                </a:cubicBezTo>
                <a:cubicBezTo>
                  <a:pt x="233979" y="24396"/>
                  <a:pt x="234611" y="24254"/>
                  <a:pt x="235386" y="24160"/>
                </a:cubicBezTo>
                <a:cubicBezTo>
                  <a:pt x="236160" y="24065"/>
                  <a:pt x="237132" y="24018"/>
                  <a:pt x="238303" y="24018"/>
                </a:cubicBezTo>
                <a:cubicBezTo>
                  <a:pt x="239511" y="24018"/>
                  <a:pt x="240512" y="24065"/>
                  <a:pt x="241305" y="24160"/>
                </a:cubicBezTo>
                <a:cubicBezTo>
                  <a:pt x="242098" y="24254"/>
                  <a:pt x="242712" y="24396"/>
                  <a:pt x="243146" y="24585"/>
                </a:cubicBezTo>
                <a:cubicBezTo>
                  <a:pt x="243580" y="24773"/>
                  <a:pt x="243892" y="25009"/>
                  <a:pt x="244081" y="25293"/>
                </a:cubicBezTo>
                <a:cubicBezTo>
                  <a:pt x="244270" y="25576"/>
                  <a:pt x="244364" y="25906"/>
                  <a:pt x="244364" y="26284"/>
                </a:cubicBezTo>
                <a:lnTo>
                  <a:pt x="244364" y="32118"/>
                </a:lnTo>
                <a:cubicBezTo>
                  <a:pt x="247159" y="29078"/>
                  <a:pt x="250000" y="26798"/>
                  <a:pt x="252889" y="25278"/>
                </a:cubicBezTo>
                <a:cubicBezTo>
                  <a:pt x="255778" y="23758"/>
                  <a:pt x="258790" y="22998"/>
                  <a:pt x="261924" y="22998"/>
                </a:cubicBezTo>
                <a:cubicBezTo>
                  <a:pt x="265361" y="22998"/>
                  <a:pt x="268259" y="23565"/>
                  <a:pt x="270620" y="24700"/>
                </a:cubicBezTo>
                <a:cubicBezTo>
                  <a:pt x="272980" y="25834"/>
                  <a:pt x="274887" y="27374"/>
                  <a:pt x="276341" y="29322"/>
                </a:cubicBezTo>
                <a:cubicBezTo>
                  <a:pt x="277795" y="31268"/>
                  <a:pt x="278843" y="33545"/>
                  <a:pt x="279485" y="36155"/>
                </a:cubicBezTo>
                <a:cubicBezTo>
                  <a:pt x="280127" y="38763"/>
                  <a:pt x="280448" y="41900"/>
                  <a:pt x="280448" y="45567"/>
                </a:cubicBezTo>
                <a:lnTo>
                  <a:pt x="280448" y="76811"/>
                </a:lnTo>
                <a:close/>
                <a:moveTo>
                  <a:pt x="342638" y="76811"/>
                </a:moveTo>
                <a:cubicBezTo>
                  <a:pt x="342638" y="77226"/>
                  <a:pt x="342544" y="77576"/>
                  <a:pt x="342355" y="77860"/>
                </a:cubicBezTo>
                <a:cubicBezTo>
                  <a:pt x="342166" y="78144"/>
                  <a:pt x="341845" y="78380"/>
                  <a:pt x="341392" y="78569"/>
                </a:cubicBezTo>
                <a:cubicBezTo>
                  <a:pt x="340939" y="78757"/>
                  <a:pt x="340325" y="78890"/>
                  <a:pt x="339551" y="78965"/>
                </a:cubicBezTo>
                <a:cubicBezTo>
                  <a:pt x="338777" y="79041"/>
                  <a:pt x="337823" y="79078"/>
                  <a:pt x="336690" y="79078"/>
                </a:cubicBezTo>
                <a:cubicBezTo>
                  <a:pt x="335482" y="79078"/>
                  <a:pt x="334500" y="79041"/>
                  <a:pt x="333745" y="78965"/>
                </a:cubicBezTo>
                <a:cubicBezTo>
                  <a:pt x="332990" y="78891"/>
                  <a:pt x="332376" y="78760"/>
                  <a:pt x="331904" y="78572"/>
                </a:cubicBezTo>
                <a:cubicBezTo>
                  <a:pt x="331432" y="78383"/>
                  <a:pt x="331092" y="78148"/>
                  <a:pt x="330884" y="77868"/>
                </a:cubicBezTo>
                <a:cubicBezTo>
                  <a:pt x="330677" y="77585"/>
                  <a:pt x="330573" y="77237"/>
                  <a:pt x="330573" y="76823"/>
                </a:cubicBezTo>
                <a:lnTo>
                  <a:pt x="330573" y="71243"/>
                </a:lnTo>
                <a:cubicBezTo>
                  <a:pt x="327967" y="74044"/>
                  <a:pt x="325238" y="76220"/>
                  <a:pt x="322387" y="77772"/>
                </a:cubicBezTo>
                <a:cubicBezTo>
                  <a:pt x="319536" y="79323"/>
                  <a:pt x="316373" y="80098"/>
                  <a:pt x="312899" y="80098"/>
                </a:cubicBezTo>
                <a:cubicBezTo>
                  <a:pt x="309047" y="80098"/>
                  <a:pt x="305790" y="79351"/>
                  <a:pt x="303127" y="77857"/>
                </a:cubicBezTo>
                <a:cubicBezTo>
                  <a:pt x="300465" y="76362"/>
                  <a:pt x="298294" y="74347"/>
                  <a:pt x="296613" y="71812"/>
                </a:cubicBezTo>
                <a:cubicBezTo>
                  <a:pt x="294933" y="69276"/>
                  <a:pt x="293715" y="66315"/>
                  <a:pt x="292959" y="62929"/>
                </a:cubicBezTo>
                <a:cubicBezTo>
                  <a:pt x="292204" y="59542"/>
                  <a:pt x="291827" y="55975"/>
                  <a:pt x="291827" y="52230"/>
                </a:cubicBezTo>
                <a:cubicBezTo>
                  <a:pt x="291827" y="47726"/>
                  <a:pt x="292308" y="43677"/>
                  <a:pt x="293271" y="40083"/>
                </a:cubicBezTo>
                <a:cubicBezTo>
                  <a:pt x="294234" y="36488"/>
                  <a:pt x="295641" y="33423"/>
                  <a:pt x="297491" y="30888"/>
                </a:cubicBezTo>
                <a:cubicBezTo>
                  <a:pt x="299342" y="28353"/>
                  <a:pt x="301645" y="26405"/>
                  <a:pt x="304402" y="25043"/>
                </a:cubicBezTo>
                <a:cubicBezTo>
                  <a:pt x="307159" y="23680"/>
                  <a:pt x="310331" y="22998"/>
                  <a:pt x="313919" y="22998"/>
                </a:cubicBezTo>
                <a:cubicBezTo>
                  <a:pt x="316751" y="22998"/>
                  <a:pt x="319319" y="23576"/>
                  <a:pt x="321623" y="24730"/>
                </a:cubicBezTo>
                <a:cubicBezTo>
                  <a:pt x="323926" y="25884"/>
                  <a:pt x="326211" y="27577"/>
                  <a:pt x="328477" y="29810"/>
                </a:cubicBezTo>
                <a:lnTo>
                  <a:pt x="328477" y="2438"/>
                </a:lnTo>
                <a:cubicBezTo>
                  <a:pt x="328477" y="2059"/>
                  <a:pt x="328581" y="1718"/>
                  <a:pt x="328788" y="1416"/>
                </a:cubicBezTo>
                <a:cubicBezTo>
                  <a:pt x="328996" y="1114"/>
                  <a:pt x="329374" y="859"/>
                  <a:pt x="329921" y="651"/>
                </a:cubicBezTo>
                <a:cubicBezTo>
                  <a:pt x="330469" y="444"/>
                  <a:pt x="331196" y="283"/>
                  <a:pt x="332102" y="170"/>
                </a:cubicBezTo>
                <a:cubicBezTo>
                  <a:pt x="333008" y="57"/>
                  <a:pt x="334160" y="0"/>
                  <a:pt x="335558" y="0"/>
                </a:cubicBezTo>
                <a:cubicBezTo>
                  <a:pt x="336955" y="0"/>
                  <a:pt x="338107" y="57"/>
                  <a:pt x="339013" y="170"/>
                </a:cubicBezTo>
                <a:cubicBezTo>
                  <a:pt x="339919" y="283"/>
                  <a:pt x="340637" y="444"/>
                  <a:pt x="341166" y="651"/>
                </a:cubicBezTo>
                <a:cubicBezTo>
                  <a:pt x="341694" y="859"/>
                  <a:pt x="342072" y="1115"/>
                  <a:pt x="342298" y="1418"/>
                </a:cubicBezTo>
                <a:cubicBezTo>
                  <a:pt x="342525" y="1720"/>
                  <a:pt x="342638" y="2060"/>
                  <a:pt x="342638" y="2438"/>
                </a:cubicBezTo>
                <a:lnTo>
                  <a:pt x="342638" y="76811"/>
                </a:lnTo>
                <a:moveTo>
                  <a:pt x="328477" y="43034"/>
                </a:moveTo>
                <a:cubicBezTo>
                  <a:pt x="326437" y="40471"/>
                  <a:pt x="324483" y="38512"/>
                  <a:pt x="322614" y="37156"/>
                </a:cubicBezTo>
                <a:cubicBezTo>
                  <a:pt x="320745" y="35799"/>
                  <a:pt x="318790" y="35121"/>
                  <a:pt x="316751" y="35121"/>
                </a:cubicBezTo>
                <a:cubicBezTo>
                  <a:pt x="314900" y="35121"/>
                  <a:pt x="313305" y="35583"/>
                  <a:pt x="311964" y="36509"/>
                </a:cubicBezTo>
                <a:cubicBezTo>
                  <a:pt x="310624" y="37434"/>
                  <a:pt x="309547" y="38671"/>
                  <a:pt x="308735" y="40219"/>
                </a:cubicBezTo>
                <a:cubicBezTo>
                  <a:pt x="307924" y="41767"/>
                  <a:pt x="307319" y="43495"/>
                  <a:pt x="306923" y="45402"/>
                </a:cubicBezTo>
                <a:cubicBezTo>
                  <a:pt x="306526" y="47309"/>
                  <a:pt x="306328" y="49263"/>
                  <a:pt x="306328" y="51265"/>
                </a:cubicBezTo>
                <a:cubicBezTo>
                  <a:pt x="306328" y="53380"/>
                  <a:pt x="306498" y="55438"/>
                  <a:pt x="306838" y="57439"/>
                </a:cubicBezTo>
                <a:cubicBezTo>
                  <a:pt x="307178" y="59441"/>
                  <a:pt x="307735" y="61225"/>
                  <a:pt x="308509" y="62792"/>
                </a:cubicBezTo>
                <a:cubicBezTo>
                  <a:pt x="309283" y="64360"/>
                  <a:pt x="310312" y="65615"/>
                  <a:pt x="311596" y="66559"/>
                </a:cubicBezTo>
                <a:cubicBezTo>
                  <a:pt x="312880" y="67504"/>
                  <a:pt x="314504" y="67976"/>
                  <a:pt x="316468" y="67976"/>
                </a:cubicBezTo>
                <a:cubicBezTo>
                  <a:pt x="317450" y="67976"/>
                  <a:pt x="318403" y="67835"/>
                  <a:pt x="319328" y="67553"/>
                </a:cubicBezTo>
                <a:cubicBezTo>
                  <a:pt x="320254" y="67269"/>
                  <a:pt x="321198" y="66807"/>
                  <a:pt x="322161" y="66166"/>
                </a:cubicBezTo>
                <a:cubicBezTo>
                  <a:pt x="323124" y="65526"/>
                  <a:pt x="324115" y="64687"/>
                  <a:pt x="325135" y="63651"/>
                </a:cubicBezTo>
                <a:cubicBezTo>
                  <a:pt x="326154" y="62614"/>
                  <a:pt x="327268" y="61342"/>
                  <a:pt x="328477" y="59834"/>
                </a:cubicBezTo>
                <a:lnTo>
                  <a:pt x="328477" y="43034"/>
                </a:lnTo>
                <a:close/>
                <a:moveTo>
                  <a:pt x="403922" y="50067"/>
                </a:moveTo>
                <a:cubicBezTo>
                  <a:pt x="403922" y="51807"/>
                  <a:pt x="403535" y="53094"/>
                  <a:pt x="402761" y="53926"/>
                </a:cubicBezTo>
                <a:cubicBezTo>
                  <a:pt x="401987" y="54758"/>
                  <a:pt x="400920" y="55174"/>
                  <a:pt x="399561" y="55174"/>
                </a:cubicBezTo>
                <a:lnTo>
                  <a:pt x="368802" y="55174"/>
                </a:lnTo>
                <a:cubicBezTo>
                  <a:pt x="368802" y="57334"/>
                  <a:pt x="369057" y="59296"/>
                  <a:pt x="369566" y="61059"/>
                </a:cubicBezTo>
                <a:cubicBezTo>
                  <a:pt x="370076" y="62823"/>
                  <a:pt x="370888" y="64321"/>
                  <a:pt x="372002" y="65554"/>
                </a:cubicBezTo>
                <a:cubicBezTo>
                  <a:pt x="373116" y="66786"/>
                  <a:pt x="374551" y="67724"/>
                  <a:pt x="376307" y="68369"/>
                </a:cubicBezTo>
                <a:cubicBezTo>
                  <a:pt x="378063" y="69013"/>
                  <a:pt x="380169" y="69335"/>
                  <a:pt x="382623" y="69335"/>
                </a:cubicBezTo>
                <a:cubicBezTo>
                  <a:pt x="385116" y="69335"/>
                  <a:pt x="387306" y="69153"/>
                  <a:pt x="389194" y="68788"/>
                </a:cubicBezTo>
                <a:cubicBezTo>
                  <a:pt x="391083" y="68423"/>
                  <a:pt x="392716" y="68020"/>
                  <a:pt x="394094" y="67579"/>
                </a:cubicBezTo>
                <a:cubicBezTo>
                  <a:pt x="395473" y="67138"/>
                  <a:pt x="396615" y="66735"/>
                  <a:pt x="397521" y="66370"/>
                </a:cubicBezTo>
                <a:cubicBezTo>
                  <a:pt x="398428" y="66005"/>
                  <a:pt x="399164" y="65823"/>
                  <a:pt x="399731" y="65823"/>
                </a:cubicBezTo>
                <a:cubicBezTo>
                  <a:pt x="400071" y="65823"/>
                  <a:pt x="400354" y="65890"/>
                  <a:pt x="400580" y="66023"/>
                </a:cubicBezTo>
                <a:cubicBezTo>
                  <a:pt x="400807" y="66155"/>
                  <a:pt x="400996" y="66392"/>
                  <a:pt x="401147" y="66735"/>
                </a:cubicBezTo>
                <a:cubicBezTo>
                  <a:pt x="401298" y="67076"/>
                  <a:pt x="401402" y="67560"/>
                  <a:pt x="401458" y="68186"/>
                </a:cubicBezTo>
                <a:cubicBezTo>
                  <a:pt x="401515" y="68813"/>
                  <a:pt x="401543" y="69601"/>
                  <a:pt x="401543" y="70550"/>
                </a:cubicBezTo>
                <a:cubicBezTo>
                  <a:pt x="401543" y="71385"/>
                  <a:pt x="401524" y="72097"/>
                  <a:pt x="401487" y="72686"/>
                </a:cubicBezTo>
                <a:cubicBezTo>
                  <a:pt x="401449" y="73274"/>
                  <a:pt x="401392" y="73777"/>
                  <a:pt x="401317" y="74194"/>
                </a:cubicBezTo>
                <a:cubicBezTo>
                  <a:pt x="401241" y="74612"/>
                  <a:pt x="401128" y="74964"/>
                  <a:pt x="400977" y="75249"/>
                </a:cubicBezTo>
                <a:cubicBezTo>
                  <a:pt x="400826" y="75534"/>
                  <a:pt x="400628" y="75809"/>
                  <a:pt x="400382" y="76074"/>
                </a:cubicBezTo>
                <a:cubicBezTo>
                  <a:pt x="400137" y="76340"/>
                  <a:pt x="399466" y="76699"/>
                  <a:pt x="398371" y="77152"/>
                </a:cubicBezTo>
                <a:cubicBezTo>
                  <a:pt x="397276" y="77606"/>
                  <a:pt x="395879" y="78049"/>
                  <a:pt x="394179" y="78484"/>
                </a:cubicBezTo>
                <a:cubicBezTo>
                  <a:pt x="392480" y="78918"/>
                  <a:pt x="390535" y="79295"/>
                  <a:pt x="388345" y="79616"/>
                </a:cubicBezTo>
                <a:cubicBezTo>
                  <a:pt x="386154" y="79937"/>
                  <a:pt x="383813" y="80098"/>
                  <a:pt x="381321" y="80098"/>
                </a:cubicBezTo>
                <a:cubicBezTo>
                  <a:pt x="376827" y="80098"/>
                  <a:pt x="372890" y="79530"/>
                  <a:pt x="369510" y="78395"/>
                </a:cubicBezTo>
                <a:cubicBezTo>
                  <a:pt x="366130" y="77260"/>
                  <a:pt x="363307" y="75538"/>
                  <a:pt x="361041" y="73230"/>
                </a:cubicBezTo>
                <a:cubicBezTo>
                  <a:pt x="358775" y="70921"/>
                  <a:pt x="357085" y="68008"/>
                  <a:pt x="355971" y="64490"/>
                </a:cubicBezTo>
                <a:cubicBezTo>
                  <a:pt x="354857" y="60971"/>
                  <a:pt x="354300" y="56846"/>
                  <a:pt x="354300" y="52116"/>
                </a:cubicBezTo>
                <a:cubicBezTo>
                  <a:pt x="354300" y="47613"/>
                  <a:pt x="354886" y="43555"/>
                  <a:pt x="356056" y="39941"/>
                </a:cubicBezTo>
                <a:cubicBezTo>
                  <a:pt x="357227" y="36327"/>
                  <a:pt x="358926" y="33263"/>
                  <a:pt x="361154" y="30747"/>
                </a:cubicBezTo>
                <a:cubicBezTo>
                  <a:pt x="363383" y="28229"/>
                  <a:pt x="366092" y="26309"/>
                  <a:pt x="369283" y="24985"/>
                </a:cubicBezTo>
                <a:cubicBezTo>
                  <a:pt x="372474" y="23660"/>
                  <a:pt x="376071" y="22998"/>
                  <a:pt x="380074" y="22998"/>
                </a:cubicBezTo>
                <a:cubicBezTo>
                  <a:pt x="384304" y="22998"/>
                  <a:pt x="387920" y="23623"/>
                  <a:pt x="390922" y="24871"/>
                </a:cubicBezTo>
                <a:cubicBezTo>
                  <a:pt x="393924" y="26120"/>
                  <a:pt x="396389" y="27851"/>
                  <a:pt x="398315" y="30063"/>
                </a:cubicBezTo>
                <a:cubicBezTo>
                  <a:pt x="400240" y="32276"/>
                  <a:pt x="401657" y="34896"/>
                  <a:pt x="402563" y="37923"/>
                </a:cubicBezTo>
                <a:cubicBezTo>
                  <a:pt x="403469" y="40949"/>
                  <a:pt x="403922" y="44240"/>
                  <a:pt x="403922" y="47797"/>
                </a:cubicBezTo>
                <a:lnTo>
                  <a:pt x="403922" y="50067"/>
                </a:lnTo>
                <a:moveTo>
                  <a:pt x="390101" y="45997"/>
                </a:moveTo>
                <a:cubicBezTo>
                  <a:pt x="390214" y="41976"/>
                  <a:pt x="389412" y="38819"/>
                  <a:pt x="387693" y="36525"/>
                </a:cubicBezTo>
                <a:cubicBezTo>
                  <a:pt x="385975" y="34229"/>
                  <a:pt x="383322" y="33081"/>
                  <a:pt x="379734" y="33081"/>
                </a:cubicBezTo>
                <a:cubicBezTo>
                  <a:pt x="377922" y="33081"/>
                  <a:pt x="376345" y="33423"/>
                  <a:pt x="375005" y="34106"/>
                </a:cubicBezTo>
                <a:cubicBezTo>
                  <a:pt x="373664" y="34789"/>
                  <a:pt x="372550" y="35708"/>
                  <a:pt x="371662" y="36866"/>
                </a:cubicBezTo>
                <a:cubicBezTo>
                  <a:pt x="370775" y="38023"/>
                  <a:pt x="370095" y="39388"/>
                  <a:pt x="369623" y="40962"/>
                </a:cubicBezTo>
                <a:cubicBezTo>
                  <a:pt x="369151" y="42536"/>
                  <a:pt x="368877" y="44214"/>
                  <a:pt x="368802" y="45997"/>
                </a:cubicBezTo>
                <a:lnTo>
                  <a:pt x="390101" y="45997"/>
                </a:lnTo>
                <a:close/>
                <a:moveTo>
                  <a:pt x="463523" y="76811"/>
                </a:moveTo>
                <a:cubicBezTo>
                  <a:pt x="463523" y="77226"/>
                  <a:pt x="463428" y="77576"/>
                  <a:pt x="463240" y="77860"/>
                </a:cubicBezTo>
                <a:cubicBezTo>
                  <a:pt x="463051" y="78144"/>
                  <a:pt x="462730" y="78380"/>
                  <a:pt x="462277" y="78569"/>
                </a:cubicBezTo>
                <a:cubicBezTo>
                  <a:pt x="461823" y="78757"/>
                  <a:pt x="461210" y="78890"/>
                  <a:pt x="460436" y="78965"/>
                </a:cubicBezTo>
                <a:cubicBezTo>
                  <a:pt x="459661" y="79041"/>
                  <a:pt x="458708" y="79078"/>
                  <a:pt x="457575" y="79078"/>
                </a:cubicBezTo>
                <a:cubicBezTo>
                  <a:pt x="456366" y="79078"/>
                  <a:pt x="455385" y="79041"/>
                  <a:pt x="454629" y="78965"/>
                </a:cubicBezTo>
                <a:cubicBezTo>
                  <a:pt x="453874" y="78891"/>
                  <a:pt x="453260" y="78760"/>
                  <a:pt x="452788" y="78572"/>
                </a:cubicBezTo>
                <a:cubicBezTo>
                  <a:pt x="452316" y="78383"/>
                  <a:pt x="451976" y="78148"/>
                  <a:pt x="451769" y="77868"/>
                </a:cubicBezTo>
                <a:cubicBezTo>
                  <a:pt x="451561" y="77585"/>
                  <a:pt x="451457" y="77237"/>
                  <a:pt x="451457" y="76823"/>
                </a:cubicBezTo>
                <a:lnTo>
                  <a:pt x="451457" y="71243"/>
                </a:lnTo>
                <a:cubicBezTo>
                  <a:pt x="448851" y="74044"/>
                  <a:pt x="446123" y="76220"/>
                  <a:pt x="443272" y="77772"/>
                </a:cubicBezTo>
                <a:cubicBezTo>
                  <a:pt x="440421" y="79323"/>
                  <a:pt x="437258" y="80098"/>
                  <a:pt x="433783" y="80098"/>
                </a:cubicBezTo>
                <a:cubicBezTo>
                  <a:pt x="429932" y="80098"/>
                  <a:pt x="426674" y="79351"/>
                  <a:pt x="424012" y="77857"/>
                </a:cubicBezTo>
                <a:cubicBezTo>
                  <a:pt x="421350" y="76362"/>
                  <a:pt x="419178" y="74347"/>
                  <a:pt x="417498" y="71812"/>
                </a:cubicBezTo>
                <a:cubicBezTo>
                  <a:pt x="415817" y="69276"/>
                  <a:pt x="414599" y="66315"/>
                  <a:pt x="413844" y="62929"/>
                </a:cubicBezTo>
                <a:cubicBezTo>
                  <a:pt x="413089" y="59542"/>
                  <a:pt x="412711" y="55975"/>
                  <a:pt x="412711" y="52230"/>
                </a:cubicBezTo>
                <a:cubicBezTo>
                  <a:pt x="412711" y="47726"/>
                  <a:pt x="413193" y="43677"/>
                  <a:pt x="414156" y="40083"/>
                </a:cubicBezTo>
                <a:cubicBezTo>
                  <a:pt x="415118" y="36488"/>
                  <a:pt x="416525" y="33423"/>
                  <a:pt x="418376" y="30888"/>
                </a:cubicBezTo>
                <a:cubicBezTo>
                  <a:pt x="420226" y="28353"/>
                  <a:pt x="422530" y="26405"/>
                  <a:pt x="425287" y="25043"/>
                </a:cubicBezTo>
                <a:cubicBezTo>
                  <a:pt x="428043" y="23680"/>
                  <a:pt x="431215" y="22998"/>
                  <a:pt x="434803" y="22998"/>
                </a:cubicBezTo>
                <a:cubicBezTo>
                  <a:pt x="437635" y="22998"/>
                  <a:pt x="440203" y="23576"/>
                  <a:pt x="442507" y="24730"/>
                </a:cubicBezTo>
                <a:cubicBezTo>
                  <a:pt x="444811" y="25884"/>
                  <a:pt x="447095" y="27577"/>
                  <a:pt x="449361" y="29810"/>
                </a:cubicBezTo>
                <a:lnTo>
                  <a:pt x="449361" y="2438"/>
                </a:lnTo>
                <a:cubicBezTo>
                  <a:pt x="449361" y="2059"/>
                  <a:pt x="449465" y="1718"/>
                  <a:pt x="449673" y="1416"/>
                </a:cubicBezTo>
                <a:cubicBezTo>
                  <a:pt x="449880" y="1114"/>
                  <a:pt x="450258" y="859"/>
                  <a:pt x="450806" y="651"/>
                </a:cubicBezTo>
                <a:cubicBezTo>
                  <a:pt x="451353" y="444"/>
                  <a:pt x="452080" y="283"/>
                  <a:pt x="452987" y="170"/>
                </a:cubicBezTo>
                <a:cubicBezTo>
                  <a:pt x="453893" y="57"/>
                  <a:pt x="455045" y="0"/>
                  <a:pt x="456442" y="0"/>
                </a:cubicBezTo>
                <a:cubicBezTo>
                  <a:pt x="457839" y="0"/>
                  <a:pt x="458991" y="57"/>
                  <a:pt x="459897" y="170"/>
                </a:cubicBezTo>
                <a:cubicBezTo>
                  <a:pt x="460804" y="283"/>
                  <a:pt x="461521" y="444"/>
                  <a:pt x="462050" y="651"/>
                </a:cubicBezTo>
                <a:cubicBezTo>
                  <a:pt x="462579" y="859"/>
                  <a:pt x="462956" y="1115"/>
                  <a:pt x="463183" y="1418"/>
                </a:cubicBezTo>
                <a:cubicBezTo>
                  <a:pt x="463410" y="1720"/>
                  <a:pt x="463523" y="2060"/>
                  <a:pt x="463523" y="2438"/>
                </a:cubicBezTo>
                <a:lnTo>
                  <a:pt x="463523" y="76811"/>
                </a:lnTo>
                <a:moveTo>
                  <a:pt x="449361" y="43034"/>
                </a:moveTo>
                <a:cubicBezTo>
                  <a:pt x="447322" y="40471"/>
                  <a:pt x="445368" y="38512"/>
                  <a:pt x="443498" y="37156"/>
                </a:cubicBezTo>
                <a:cubicBezTo>
                  <a:pt x="441629" y="35799"/>
                  <a:pt x="439675" y="35121"/>
                  <a:pt x="437635" y="35121"/>
                </a:cubicBezTo>
                <a:cubicBezTo>
                  <a:pt x="435785" y="35121"/>
                  <a:pt x="434189" y="35583"/>
                  <a:pt x="432849" y="36509"/>
                </a:cubicBezTo>
                <a:cubicBezTo>
                  <a:pt x="431508" y="37434"/>
                  <a:pt x="430432" y="38671"/>
                  <a:pt x="429620" y="40219"/>
                </a:cubicBezTo>
                <a:cubicBezTo>
                  <a:pt x="428808" y="41767"/>
                  <a:pt x="428204" y="43495"/>
                  <a:pt x="427807" y="45402"/>
                </a:cubicBezTo>
                <a:cubicBezTo>
                  <a:pt x="427411" y="47309"/>
                  <a:pt x="427212" y="49263"/>
                  <a:pt x="427212" y="51265"/>
                </a:cubicBezTo>
                <a:cubicBezTo>
                  <a:pt x="427212" y="53380"/>
                  <a:pt x="427382" y="55438"/>
                  <a:pt x="427722" y="57439"/>
                </a:cubicBezTo>
                <a:cubicBezTo>
                  <a:pt x="428062" y="59441"/>
                  <a:pt x="428619" y="61225"/>
                  <a:pt x="429393" y="62792"/>
                </a:cubicBezTo>
                <a:cubicBezTo>
                  <a:pt x="430168" y="64360"/>
                  <a:pt x="431197" y="65615"/>
                  <a:pt x="432481" y="66559"/>
                </a:cubicBezTo>
                <a:cubicBezTo>
                  <a:pt x="433765" y="67504"/>
                  <a:pt x="435388" y="67976"/>
                  <a:pt x="437352" y="67976"/>
                </a:cubicBezTo>
                <a:cubicBezTo>
                  <a:pt x="438334" y="67976"/>
                  <a:pt x="439288" y="67835"/>
                  <a:pt x="440213" y="67553"/>
                </a:cubicBezTo>
                <a:cubicBezTo>
                  <a:pt x="441138" y="67269"/>
                  <a:pt x="442082" y="66807"/>
                  <a:pt x="443045" y="66166"/>
                </a:cubicBezTo>
                <a:cubicBezTo>
                  <a:pt x="444008" y="65526"/>
                  <a:pt x="444999" y="64687"/>
                  <a:pt x="446019" y="63651"/>
                </a:cubicBezTo>
                <a:cubicBezTo>
                  <a:pt x="447039" y="62614"/>
                  <a:pt x="448153" y="61342"/>
                  <a:pt x="449361" y="59834"/>
                </a:cubicBezTo>
                <a:lnTo>
                  <a:pt x="449361" y="430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context">
            <a:extLst xmlns:a="http://schemas.openxmlformats.org/drawingml/2006/main">
              <a:ext uri="{FF2B5EF4-FFF2-40B4-BE49-F238E27FC236}">
                <a16:creationId xmlns:a16="http://schemas.microsoft.com/office/drawing/2014/main" id="{C33E75A3-9022-4178-A9FF-7228D7B2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612" y="2373321"/>
            <a:ext cx="353218" cy="69448"/>
          </a:xfrm>
          <a:custGeom xmlns:a="http://schemas.openxmlformats.org/drawingml/2006/main">
            <a:pathLst>
              <a:path w="353218" h="69448">
                <a:moveTo>
                  <a:pt x="41295" y="58119"/>
                </a:moveTo>
                <a:cubicBezTo>
                  <a:pt x="41295" y="59101"/>
                  <a:pt x="41267" y="59922"/>
                  <a:pt x="41210" y="60583"/>
                </a:cubicBezTo>
                <a:cubicBezTo>
                  <a:pt x="41154" y="61244"/>
                  <a:pt x="41078" y="61801"/>
                  <a:pt x="40984" y="62254"/>
                </a:cubicBezTo>
                <a:cubicBezTo>
                  <a:pt x="40889" y="62708"/>
                  <a:pt x="40776" y="63076"/>
                  <a:pt x="40644" y="63359"/>
                </a:cubicBezTo>
                <a:cubicBezTo>
                  <a:pt x="40512" y="63642"/>
                  <a:pt x="40219" y="64001"/>
                  <a:pt x="39766" y="64435"/>
                </a:cubicBezTo>
                <a:cubicBezTo>
                  <a:pt x="39313" y="64870"/>
                  <a:pt x="38538" y="65398"/>
                  <a:pt x="37443" y="66021"/>
                </a:cubicBezTo>
                <a:cubicBezTo>
                  <a:pt x="36348" y="66644"/>
                  <a:pt x="35102" y="67201"/>
                  <a:pt x="33705" y="67692"/>
                </a:cubicBezTo>
                <a:cubicBezTo>
                  <a:pt x="32307" y="68183"/>
                  <a:pt x="30787" y="68580"/>
                  <a:pt x="29145" y="68882"/>
                </a:cubicBezTo>
                <a:cubicBezTo>
                  <a:pt x="27502" y="69184"/>
                  <a:pt x="25812" y="69335"/>
                  <a:pt x="24075" y="69335"/>
                </a:cubicBezTo>
                <a:cubicBezTo>
                  <a:pt x="20185" y="69335"/>
                  <a:pt x="16739" y="68731"/>
                  <a:pt x="13737" y="67522"/>
                </a:cubicBezTo>
                <a:cubicBezTo>
                  <a:pt x="10734" y="66314"/>
                  <a:pt x="8214" y="64530"/>
                  <a:pt x="6174" y="62169"/>
                </a:cubicBezTo>
                <a:cubicBezTo>
                  <a:pt x="4135" y="59809"/>
                  <a:pt x="2596" y="56930"/>
                  <a:pt x="1558" y="53531"/>
                </a:cubicBezTo>
                <a:cubicBezTo>
                  <a:pt x="519" y="50132"/>
                  <a:pt x="0" y="46242"/>
                  <a:pt x="0" y="41862"/>
                </a:cubicBezTo>
                <a:cubicBezTo>
                  <a:pt x="0" y="36801"/>
                  <a:pt x="633" y="32430"/>
                  <a:pt x="1898" y="28748"/>
                </a:cubicBezTo>
                <a:cubicBezTo>
                  <a:pt x="3163" y="25066"/>
                  <a:pt x="4928" y="22017"/>
                  <a:pt x="7194" y="19600"/>
                </a:cubicBezTo>
                <a:cubicBezTo>
                  <a:pt x="9460" y="17183"/>
                  <a:pt x="12141" y="15389"/>
                  <a:pt x="15238" y="14218"/>
                </a:cubicBezTo>
                <a:cubicBezTo>
                  <a:pt x="18335" y="13048"/>
                  <a:pt x="21733" y="12462"/>
                  <a:pt x="25434" y="12462"/>
                </a:cubicBezTo>
                <a:cubicBezTo>
                  <a:pt x="26945" y="12462"/>
                  <a:pt x="28427" y="12594"/>
                  <a:pt x="29881" y="12859"/>
                </a:cubicBezTo>
                <a:cubicBezTo>
                  <a:pt x="31335" y="13123"/>
                  <a:pt x="32694" y="13482"/>
                  <a:pt x="33959" y="13935"/>
                </a:cubicBezTo>
                <a:cubicBezTo>
                  <a:pt x="35225" y="14388"/>
                  <a:pt x="36358" y="14898"/>
                  <a:pt x="37358" y="15464"/>
                </a:cubicBezTo>
                <a:cubicBezTo>
                  <a:pt x="38359" y="16031"/>
                  <a:pt x="39067" y="16522"/>
                  <a:pt x="39483" y="16937"/>
                </a:cubicBezTo>
                <a:cubicBezTo>
                  <a:pt x="39898" y="17353"/>
                  <a:pt x="40191" y="17702"/>
                  <a:pt x="40361" y="17985"/>
                </a:cubicBezTo>
                <a:cubicBezTo>
                  <a:pt x="40530" y="18268"/>
                  <a:pt x="40663" y="18637"/>
                  <a:pt x="40757" y="19090"/>
                </a:cubicBezTo>
                <a:cubicBezTo>
                  <a:pt x="40851" y="19543"/>
                  <a:pt x="40927" y="20100"/>
                  <a:pt x="40984" y="20761"/>
                </a:cubicBezTo>
                <a:cubicBezTo>
                  <a:pt x="41040" y="21422"/>
                  <a:pt x="41069" y="22224"/>
                  <a:pt x="41069" y="23168"/>
                </a:cubicBezTo>
                <a:cubicBezTo>
                  <a:pt x="41069" y="25359"/>
                  <a:pt x="40880" y="26898"/>
                  <a:pt x="40502" y="27785"/>
                </a:cubicBezTo>
                <a:cubicBezTo>
                  <a:pt x="40125" y="28673"/>
                  <a:pt x="39634" y="29116"/>
                  <a:pt x="39029" y="29116"/>
                </a:cubicBezTo>
                <a:cubicBezTo>
                  <a:pt x="38387" y="29116"/>
                  <a:pt x="37708" y="28852"/>
                  <a:pt x="36990" y="28323"/>
                </a:cubicBezTo>
                <a:cubicBezTo>
                  <a:pt x="36273" y="27794"/>
                  <a:pt x="35423" y="27209"/>
                  <a:pt x="34441" y="26567"/>
                </a:cubicBezTo>
                <a:cubicBezTo>
                  <a:pt x="33459" y="25925"/>
                  <a:pt x="32288" y="25340"/>
                  <a:pt x="30929" y="24811"/>
                </a:cubicBezTo>
                <a:cubicBezTo>
                  <a:pt x="29569" y="24282"/>
                  <a:pt x="27946" y="24018"/>
                  <a:pt x="26057" y="24018"/>
                </a:cubicBezTo>
                <a:cubicBezTo>
                  <a:pt x="22356" y="24018"/>
                  <a:pt x="19524" y="25444"/>
                  <a:pt x="17560" y="28295"/>
                </a:cubicBezTo>
                <a:cubicBezTo>
                  <a:pt x="15597" y="31146"/>
                  <a:pt x="14615" y="35328"/>
                  <a:pt x="14615" y="40842"/>
                </a:cubicBezTo>
                <a:cubicBezTo>
                  <a:pt x="14615" y="43561"/>
                  <a:pt x="14860" y="45959"/>
                  <a:pt x="15351" y="48036"/>
                </a:cubicBezTo>
                <a:cubicBezTo>
                  <a:pt x="15842" y="50113"/>
                  <a:pt x="16569" y="51850"/>
                  <a:pt x="17532" y="53248"/>
                </a:cubicBezTo>
                <a:cubicBezTo>
                  <a:pt x="18495" y="54645"/>
                  <a:pt x="19703" y="55693"/>
                  <a:pt x="21157" y="56391"/>
                </a:cubicBezTo>
                <a:cubicBezTo>
                  <a:pt x="22611" y="57090"/>
                  <a:pt x="24301" y="57439"/>
                  <a:pt x="26227" y="57439"/>
                </a:cubicBezTo>
                <a:cubicBezTo>
                  <a:pt x="28191" y="57439"/>
                  <a:pt x="29881" y="57147"/>
                  <a:pt x="31297" y="56561"/>
                </a:cubicBezTo>
                <a:cubicBezTo>
                  <a:pt x="32713" y="55976"/>
                  <a:pt x="33950" y="55325"/>
                  <a:pt x="35007" y="54607"/>
                </a:cubicBezTo>
                <a:cubicBezTo>
                  <a:pt x="36065" y="53890"/>
                  <a:pt x="36952" y="53238"/>
                  <a:pt x="37670" y="52653"/>
                </a:cubicBezTo>
                <a:cubicBezTo>
                  <a:pt x="38387" y="52067"/>
                  <a:pt x="38992" y="51775"/>
                  <a:pt x="39483" y="51775"/>
                </a:cubicBezTo>
                <a:cubicBezTo>
                  <a:pt x="39822" y="51775"/>
                  <a:pt x="40106" y="51869"/>
                  <a:pt x="40332" y="52058"/>
                </a:cubicBezTo>
                <a:cubicBezTo>
                  <a:pt x="40559" y="52247"/>
                  <a:pt x="40738" y="52596"/>
                  <a:pt x="40870" y="53106"/>
                </a:cubicBezTo>
                <a:cubicBezTo>
                  <a:pt x="41003" y="53616"/>
                  <a:pt x="41106" y="54267"/>
                  <a:pt x="41182" y="55060"/>
                </a:cubicBezTo>
                <a:cubicBezTo>
                  <a:pt x="41257" y="55853"/>
                  <a:pt x="41295" y="56873"/>
                  <a:pt x="41295" y="58119"/>
                </a:cubicBezTo>
                <a:close/>
                <a:moveTo>
                  <a:pt x="102090" y="40387"/>
                </a:moveTo>
                <a:cubicBezTo>
                  <a:pt x="102090" y="44702"/>
                  <a:pt x="101523" y="48637"/>
                  <a:pt x="100391" y="52194"/>
                </a:cubicBezTo>
                <a:cubicBezTo>
                  <a:pt x="99258" y="55751"/>
                  <a:pt x="97539" y="58816"/>
                  <a:pt x="95236" y="61389"/>
                </a:cubicBezTo>
                <a:cubicBezTo>
                  <a:pt x="92932" y="63961"/>
                  <a:pt x="90043" y="65948"/>
                  <a:pt x="86569" y="67349"/>
                </a:cubicBezTo>
                <a:cubicBezTo>
                  <a:pt x="83095" y="68749"/>
                  <a:pt x="79035" y="69448"/>
                  <a:pt x="74390" y="69448"/>
                </a:cubicBezTo>
                <a:cubicBezTo>
                  <a:pt x="69896" y="69448"/>
                  <a:pt x="65987" y="68824"/>
                  <a:pt x="62664" y="67576"/>
                </a:cubicBezTo>
                <a:cubicBezTo>
                  <a:pt x="59341" y="66327"/>
                  <a:pt x="56584" y="64511"/>
                  <a:pt x="54394" y="62127"/>
                </a:cubicBezTo>
                <a:cubicBezTo>
                  <a:pt x="52203" y="59743"/>
                  <a:pt x="50579" y="56810"/>
                  <a:pt x="49522" y="53329"/>
                </a:cubicBezTo>
                <a:cubicBezTo>
                  <a:pt x="48465" y="49848"/>
                  <a:pt x="47936" y="45875"/>
                  <a:pt x="47936" y="41410"/>
                </a:cubicBezTo>
                <a:cubicBezTo>
                  <a:pt x="47936" y="37096"/>
                  <a:pt x="48512" y="33151"/>
                  <a:pt x="49664" y="29575"/>
                </a:cubicBezTo>
                <a:cubicBezTo>
                  <a:pt x="50816" y="25999"/>
                  <a:pt x="52543" y="22934"/>
                  <a:pt x="54847" y="20380"/>
                </a:cubicBezTo>
                <a:cubicBezTo>
                  <a:pt x="57150" y="17826"/>
                  <a:pt x="60030" y="15850"/>
                  <a:pt x="63485" y="14450"/>
                </a:cubicBezTo>
                <a:cubicBezTo>
                  <a:pt x="66941" y="13049"/>
                  <a:pt x="70991" y="12349"/>
                  <a:pt x="75636" y="12349"/>
                </a:cubicBezTo>
                <a:cubicBezTo>
                  <a:pt x="80168" y="12349"/>
                  <a:pt x="84095" y="12964"/>
                  <a:pt x="87419" y="14193"/>
                </a:cubicBezTo>
                <a:cubicBezTo>
                  <a:pt x="90742" y="15423"/>
                  <a:pt x="93489" y="17230"/>
                  <a:pt x="95661" y="19614"/>
                </a:cubicBezTo>
                <a:cubicBezTo>
                  <a:pt x="97832" y="21998"/>
                  <a:pt x="99446" y="24930"/>
                  <a:pt x="100504" y="28412"/>
                </a:cubicBezTo>
                <a:cubicBezTo>
                  <a:pt x="101561" y="31893"/>
                  <a:pt x="102090" y="35885"/>
                  <a:pt x="102090" y="40387"/>
                </a:cubicBezTo>
                <a:moveTo>
                  <a:pt x="87419" y="40955"/>
                </a:moveTo>
                <a:cubicBezTo>
                  <a:pt x="87419" y="38463"/>
                  <a:pt x="87220" y="36169"/>
                  <a:pt x="86824" y="34073"/>
                </a:cubicBezTo>
                <a:cubicBezTo>
                  <a:pt x="86427" y="31977"/>
                  <a:pt x="85757" y="30155"/>
                  <a:pt x="84813" y="28606"/>
                </a:cubicBezTo>
                <a:cubicBezTo>
                  <a:pt x="83869" y="27058"/>
                  <a:pt x="82613" y="25850"/>
                  <a:pt x="81046" y="24981"/>
                </a:cubicBezTo>
                <a:cubicBezTo>
                  <a:pt x="79479" y="24112"/>
                  <a:pt x="77505" y="23678"/>
                  <a:pt x="75126" y="23678"/>
                </a:cubicBezTo>
                <a:cubicBezTo>
                  <a:pt x="73011" y="23678"/>
                  <a:pt x="71161" y="24065"/>
                  <a:pt x="69575" y="24839"/>
                </a:cubicBezTo>
                <a:cubicBezTo>
                  <a:pt x="67989" y="25614"/>
                  <a:pt x="66686" y="26747"/>
                  <a:pt x="65666" y="28238"/>
                </a:cubicBezTo>
                <a:cubicBezTo>
                  <a:pt x="64647" y="29730"/>
                  <a:pt x="63882" y="31524"/>
                  <a:pt x="63372" y="33620"/>
                </a:cubicBezTo>
                <a:cubicBezTo>
                  <a:pt x="62862" y="35716"/>
                  <a:pt x="62607" y="38104"/>
                  <a:pt x="62607" y="40785"/>
                </a:cubicBezTo>
                <a:cubicBezTo>
                  <a:pt x="62607" y="43278"/>
                  <a:pt x="62815" y="45572"/>
                  <a:pt x="63231" y="47668"/>
                </a:cubicBezTo>
                <a:cubicBezTo>
                  <a:pt x="63646" y="49764"/>
                  <a:pt x="64316" y="51586"/>
                  <a:pt x="65241" y="53134"/>
                </a:cubicBezTo>
                <a:cubicBezTo>
                  <a:pt x="66167" y="54683"/>
                  <a:pt x="67422" y="55882"/>
                  <a:pt x="69008" y="56731"/>
                </a:cubicBezTo>
                <a:cubicBezTo>
                  <a:pt x="70595" y="57581"/>
                  <a:pt x="72558" y="58006"/>
                  <a:pt x="74900" y="58006"/>
                </a:cubicBezTo>
                <a:cubicBezTo>
                  <a:pt x="77052" y="58006"/>
                  <a:pt x="78922" y="57619"/>
                  <a:pt x="80508" y="56845"/>
                </a:cubicBezTo>
                <a:cubicBezTo>
                  <a:pt x="82094" y="56070"/>
                  <a:pt x="83397" y="54947"/>
                  <a:pt x="84416" y="53474"/>
                </a:cubicBezTo>
                <a:cubicBezTo>
                  <a:pt x="85436" y="52001"/>
                  <a:pt x="86191" y="50217"/>
                  <a:pt x="86682" y="48121"/>
                </a:cubicBezTo>
                <a:cubicBezTo>
                  <a:pt x="87173" y="46025"/>
                  <a:pt x="87419" y="43637"/>
                  <a:pt x="87419" y="40955"/>
                </a:cubicBezTo>
                <a:close/>
                <a:moveTo>
                  <a:pt x="161776" y="66161"/>
                </a:moveTo>
                <a:cubicBezTo>
                  <a:pt x="161776" y="66539"/>
                  <a:pt x="161663" y="66870"/>
                  <a:pt x="161436" y="67154"/>
                </a:cubicBezTo>
                <a:cubicBezTo>
                  <a:pt x="161210" y="67437"/>
                  <a:pt x="160832" y="67674"/>
                  <a:pt x="160303" y="67862"/>
                </a:cubicBezTo>
                <a:cubicBezTo>
                  <a:pt x="159775" y="68051"/>
                  <a:pt x="159048" y="68193"/>
                  <a:pt x="158123" y="68287"/>
                </a:cubicBezTo>
                <a:cubicBezTo>
                  <a:pt x="157197" y="68382"/>
                  <a:pt x="156055" y="68429"/>
                  <a:pt x="154695" y="68429"/>
                </a:cubicBezTo>
                <a:cubicBezTo>
                  <a:pt x="153298" y="68429"/>
                  <a:pt x="152137" y="68382"/>
                  <a:pt x="151212" y="68287"/>
                </a:cubicBezTo>
                <a:cubicBezTo>
                  <a:pt x="150286" y="68193"/>
                  <a:pt x="149560" y="68051"/>
                  <a:pt x="149031" y="67862"/>
                </a:cubicBezTo>
                <a:cubicBezTo>
                  <a:pt x="148502" y="67674"/>
                  <a:pt x="148124" y="67437"/>
                  <a:pt x="147898" y="67154"/>
                </a:cubicBezTo>
                <a:cubicBezTo>
                  <a:pt x="147671" y="66871"/>
                  <a:pt x="147558" y="66541"/>
                  <a:pt x="147558" y="66163"/>
                </a:cubicBezTo>
                <a:lnTo>
                  <a:pt x="147558" y="37330"/>
                </a:lnTo>
                <a:cubicBezTo>
                  <a:pt x="147558" y="34875"/>
                  <a:pt x="147379" y="32949"/>
                  <a:pt x="147020" y="31552"/>
                </a:cubicBezTo>
                <a:cubicBezTo>
                  <a:pt x="146661" y="30155"/>
                  <a:pt x="146142" y="28956"/>
                  <a:pt x="145462" y="27955"/>
                </a:cubicBezTo>
                <a:cubicBezTo>
                  <a:pt x="144782" y="26954"/>
                  <a:pt x="143904" y="26180"/>
                  <a:pt x="142828" y="25632"/>
                </a:cubicBezTo>
                <a:cubicBezTo>
                  <a:pt x="141752" y="25085"/>
                  <a:pt x="140496" y="24811"/>
                  <a:pt x="139061" y="24811"/>
                </a:cubicBezTo>
                <a:cubicBezTo>
                  <a:pt x="137248" y="24811"/>
                  <a:pt x="135417" y="25472"/>
                  <a:pt x="133566" y="26794"/>
                </a:cubicBezTo>
                <a:cubicBezTo>
                  <a:pt x="131716" y="28115"/>
                  <a:pt x="129790" y="30041"/>
                  <a:pt x="127788" y="32572"/>
                </a:cubicBezTo>
                <a:lnTo>
                  <a:pt x="127788" y="66163"/>
                </a:lnTo>
                <a:cubicBezTo>
                  <a:pt x="127788" y="66541"/>
                  <a:pt x="127675" y="66871"/>
                  <a:pt x="127449" y="67154"/>
                </a:cubicBezTo>
                <a:cubicBezTo>
                  <a:pt x="127222" y="67437"/>
                  <a:pt x="126835" y="67674"/>
                  <a:pt x="126287" y="67862"/>
                </a:cubicBezTo>
                <a:cubicBezTo>
                  <a:pt x="125740" y="68051"/>
                  <a:pt x="125013" y="68193"/>
                  <a:pt x="124106" y="68287"/>
                </a:cubicBezTo>
                <a:cubicBezTo>
                  <a:pt x="123200" y="68382"/>
                  <a:pt x="122048" y="68429"/>
                  <a:pt x="120651" y="68429"/>
                </a:cubicBezTo>
                <a:cubicBezTo>
                  <a:pt x="119254" y="68429"/>
                  <a:pt x="118102" y="68382"/>
                  <a:pt x="117196" y="68287"/>
                </a:cubicBezTo>
                <a:cubicBezTo>
                  <a:pt x="116289" y="68193"/>
                  <a:pt x="115562" y="68051"/>
                  <a:pt x="115015" y="67862"/>
                </a:cubicBezTo>
                <a:cubicBezTo>
                  <a:pt x="114467" y="67674"/>
                  <a:pt x="114080" y="67437"/>
                  <a:pt x="113853" y="67154"/>
                </a:cubicBezTo>
                <a:cubicBezTo>
                  <a:pt x="113627" y="66871"/>
                  <a:pt x="113514" y="66541"/>
                  <a:pt x="113514" y="66163"/>
                </a:cubicBezTo>
                <a:lnTo>
                  <a:pt x="113514" y="15634"/>
                </a:lnTo>
                <a:cubicBezTo>
                  <a:pt x="113514" y="15257"/>
                  <a:pt x="113608" y="14926"/>
                  <a:pt x="113797" y="14643"/>
                </a:cubicBezTo>
                <a:cubicBezTo>
                  <a:pt x="113986" y="14360"/>
                  <a:pt x="114325" y="14124"/>
                  <a:pt x="114816" y="13935"/>
                </a:cubicBezTo>
                <a:cubicBezTo>
                  <a:pt x="115307" y="13746"/>
                  <a:pt x="115940" y="13605"/>
                  <a:pt x="116714" y="13510"/>
                </a:cubicBezTo>
                <a:cubicBezTo>
                  <a:pt x="117488" y="13416"/>
                  <a:pt x="118461" y="13369"/>
                  <a:pt x="119631" y="13369"/>
                </a:cubicBezTo>
                <a:cubicBezTo>
                  <a:pt x="120840" y="13369"/>
                  <a:pt x="121841" y="13416"/>
                  <a:pt x="122634" y="13510"/>
                </a:cubicBezTo>
                <a:cubicBezTo>
                  <a:pt x="123427" y="13605"/>
                  <a:pt x="124040" y="13746"/>
                  <a:pt x="124475" y="13935"/>
                </a:cubicBezTo>
                <a:cubicBezTo>
                  <a:pt x="124909" y="14124"/>
                  <a:pt x="125220" y="14360"/>
                  <a:pt x="125409" y="14643"/>
                </a:cubicBezTo>
                <a:cubicBezTo>
                  <a:pt x="125598" y="14926"/>
                  <a:pt x="125693" y="15257"/>
                  <a:pt x="125693" y="15634"/>
                </a:cubicBezTo>
                <a:lnTo>
                  <a:pt x="125693" y="21469"/>
                </a:lnTo>
                <a:cubicBezTo>
                  <a:pt x="128487" y="18429"/>
                  <a:pt x="131329" y="16149"/>
                  <a:pt x="134218" y="14629"/>
                </a:cubicBezTo>
                <a:cubicBezTo>
                  <a:pt x="137107" y="13109"/>
                  <a:pt x="140118" y="12349"/>
                  <a:pt x="143253" y="12349"/>
                </a:cubicBezTo>
                <a:cubicBezTo>
                  <a:pt x="146689" y="12349"/>
                  <a:pt x="149588" y="12916"/>
                  <a:pt x="151948" y="14050"/>
                </a:cubicBezTo>
                <a:cubicBezTo>
                  <a:pt x="154308" y="15184"/>
                  <a:pt x="156215" y="16725"/>
                  <a:pt x="157669" y="18672"/>
                </a:cubicBezTo>
                <a:cubicBezTo>
                  <a:pt x="159123" y="20618"/>
                  <a:pt x="160171" y="22896"/>
                  <a:pt x="160813" y="25505"/>
                </a:cubicBezTo>
                <a:cubicBezTo>
                  <a:pt x="161455" y="28113"/>
                  <a:pt x="161776" y="31251"/>
                  <a:pt x="161776" y="34917"/>
                </a:cubicBezTo>
                <a:lnTo>
                  <a:pt x="161776" y="66161"/>
                </a:lnTo>
                <a:close/>
                <a:moveTo>
                  <a:pt x="204561" y="61139"/>
                </a:moveTo>
                <a:cubicBezTo>
                  <a:pt x="204561" y="62809"/>
                  <a:pt x="204457" y="64090"/>
                  <a:pt x="204250" y="64982"/>
                </a:cubicBezTo>
                <a:cubicBezTo>
                  <a:pt x="204042" y="65873"/>
                  <a:pt x="203768" y="66499"/>
                  <a:pt x="203428" y="66860"/>
                </a:cubicBezTo>
                <a:cubicBezTo>
                  <a:pt x="203088" y="67220"/>
                  <a:pt x="202588" y="67543"/>
                  <a:pt x="201927" y="67827"/>
                </a:cubicBezTo>
                <a:cubicBezTo>
                  <a:pt x="201266" y="68111"/>
                  <a:pt x="200492" y="68358"/>
                  <a:pt x="199605" y="68567"/>
                </a:cubicBezTo>
                <a:cubicBezTo>
                  <a:pt x="198717" y="68776"/>
                  <a:pt x="197754" y="68937"/>
                  <a:pt x="196716" y="69050"/>
                </a:cubicBezTo>
                <a:cubicBezTo>
                  <a:pt x="195677" y="69165"/>
                  <a:pt x="194629" y="69222"/>
                  <a:pt x="193572" y="69222"/>
                </a:cubicBezTo>
                <a:cubicBezTo>
                  <a:pt x="190739" y="69222"/>
                  <a:pt x="188285" y="68863"/>
                  <a:pt x="186208" y="68146"/>
                </a:cubicBezTo>
                <a:cubicBezTo>
                  <a:pt x="184131" y="67428"/>
                  <a:pt x="182412" y="66323"/>
                  <a:pt x="181053" y="64832"/>
                </a:cubicBezTo>
                <a:cubicBezTo>
                  <a:pt x="179693" y="63340"/>
                  <a:pt x="178693" y="61461"/>
                  <a:pt x="178051" y="59195"/>
                </a:cubicBezTo>
                <a:cubicBezTo>
                  <a:pt x="177409" y="56930"/>
                  <a:pt x="177088" y="54248"/>
                  <a:pt x="177088" y="51152"/>
                </a:cubicBezTo>
                <a:lnTo>
                  <a:pt x="177088" y="25264"/>
                </a:lnTo>
                <a:lnTo>
                  <a:pt x="171026" y="25264"/>
                </a:lnTo>
                <a:cubicBezTo>
                  <a:pt x="170309" y="25264"/>
                  <a:pt x="169761" y="24821"/>
                  <a:pt x="169384" y="23933"/>
                </a:cubicBezTo>
                <a:cubicBezTo>
                  <a:pt x="169006" y="23046"/>
                  <a:pt x="168817" y="21563"/>
                  <a:pt x="168817" y="19486"/>
                </a:cubicBezTo>
                <a:cubicBezTo>
                  <a:pt x="168817" y="18391"/>
                  <a:pt x="168864" y="17466"/>
                  <a:pt x="168959" y="16711"/>
                </a:cubicBezTo>
                <a:cubicBezTo>
                  <a:pt x="169053" y="15955"/>
                  <a:pt x="169195" y="15361"/>
                  <a:pt x="169384" y="14926"/>
                </a:cubicBezTo>
                <a:cubicBezTo>
                  <a:pt x="169572" y="14492"/>
                  <a:pt x="169809" y="14180"/>
                  <a:pt x="170092" y="13992"/>
                </a:cubicBezTo>
                <a:cubicBezTo>
                  <a:pt x="170375" y="13803"/>
                  <a:pt x="170705" y="13708"/>
                  <a:pt x="171083" y="13708"/>
                </a:cubicBezTo>
                <a:lnTo>
                  <a:pt x="177088" y="13708"/>
                </a:lnTo>
                <a:lnTo>
                  <a:pt x="177088" y="2390"/>
                </a:lnTo>
                <a:cubicBezTo>
                  <a:pt x="177088" y="2010"/>
                  <a:pt x="177191" y="1668"/>
                  <a:pt x="177399" y="1365"/>
                </a:cubicBezTo>
                <a:cubicBezTo>
                  <a:pt x="177607" y="1062"/>
                  <a:pt x="177984" y="806"/>
                  <a:pt x="178532" y="598"/>
                </a:cubicBezTo>
                <a:cubicBezTo>
                  <a:pt x="179080" y="389"/>
                  <a:pt x="179816" y="238"/>
                  <a:pt x="180741" y="143"/>
                </a:cubicBezTo>
                <a:cubicBezTo>
                  <a:pt x="181666" y="48"/>
                  <a:pt x="182809" y="0"/>
                  <a:pt x="184168" y="0"/>
                </a:cubicBezTo>
                <a:cubicBezTo>
                  <a:pt x="185566" y="0"/>
                  <a:pt x="186727" y="48"/>
                  <a:pt x="187652" y="143"/>
                </a:cubicBezTo>
                <a:cubicBezTo>
                  <a:pt x="188577" y="238"/>
                  <a:pt x="189304" y="389"/>
                  <a:pt x="189833" y="598"/>
                </a:cubicBezTo>
                <a:cubicBezTo>
                  <a:pt x="190362" y="806"/>
                  <a:pt x="190739" y="1062"/>
                  <a:pt x="190966" y="1365"/>
                </a:cubicBezTo>
                <a:cubicBezTo>
                  <a:pt x="191193" y="1668"/>
                  <a:pt x="191306" y="2010"/>
                  <a:pt x="191306" y="2390"/>
                </a:cubicBezTo>
                <a:lnTo>
                  <a:pt x="191306" y="13708"/>
                </a:lnTo>
                <a:lnTo>
                  <a:pt x="202295" y="13708"/>
                </a:lnTo>
                <a:cubicBezTo>
                  <a:pt x="202673" y="13708"/>
                  <a:pt x="203003" y="13803"/>
                  <a:pt x="203287" y="13992"/>
                </a:cubicBezTo>
                <a:cubicBezTo>
                  <a:pt x="203570" y="14180"/>
                  <a:pt x="203806" y="14492"/>
                  <a:pt x="203995" y="14926"/>
                </a:cubicBezTo>
                <a:cubicBezTo>
                  <a:pt x="204183" y="15361"/>
                  <a:pt x="204325" y="15955"/>
                  <a:pt x="204419" y="16711"/>
                </a:cubicBezTo>
                <a:cubicBezTo>
                  <a:pt x="204514" y="17466"/>
                  <a:pt x="204561" y="18391"/>
                  <a:pt x="204561" y="19486"/>
                </a:cubicBezTo>
                <a:cubicBezTo>
                  <a:pt x="204561" y="21563"/>
                  <a:pt x="204372" y="23046"/>
                  <a:pt x="203995" y="23933"/>
                </a:cubicBezTo>
                <a:cubicBezTo>
                  <a:pt x="203617" y="24821"/>
                  <a:pt x="203069" y="25264"/>
                  <a:pt x="202352" y="25264"/>
                </a:cubicBezTo>
                <a:lnTo>
                  <a:pt x="191306" y="25264"/>
                </a:lnTo>
                <a:lnTo>
                  <a:pt x="191306" y="48957"/>
                </a:lnTo>
                <a:cubicBezTo>
                  <a:pt x="191306" y="51709"/>
                  <a:pt x="191740" y="53773"/>
                  <a:pt x="192609" y="55149"/>
                </a:cubicBezTo>
                <a:cubicBezTo>
                  <a:pt x="193477" y="56525"/>
                  <a:pt x="195026" y="57213"/>
                  <a:pt x="197254" y="57213"/>
                </a:cubicBezTo>
                <a:cubicBezTo>
                  <a:pt x="198009" y="57213"/>
                  <a:pt x="198689" y="57147"/>
                  <a:pt x="199293" y="57015"/>
                </a:cubicBezTo>
                <a:cubicBezTo>
                  <a:pt x="199897" y="56882"/>
                  <a:pt x="200435" y="56731"/>
                  <a:pt x="200907" y="56561"/>
                </a:cubicBezTo>
                <a:cubicBezTo>
                  <a:pt x="201379" y="56391"/>
                  <a:pt x="201776" y="56240"/>
                  <a:pt x="202097" y="56108"/>
                </a:cubicBezTo>
                <a:cubicBezTo>
                  <a:pt x="202418" y="55976"/>
                  <a:pt x="202711" y="55910"/>
                  <a:pt x="202975" y="55910"/>
                </a:cubicBezTo>
                <a:cubicBezTo>
                  <a:pt x="203202" y="55910"/>
                  <a:pt x="203419" y="55976"/>
                  <a:pt x="203626" y="56108"/>
                </a:cubicBezTo>
                <a:cubicBezTo>
                  <a:pt x="203834" y="56240"/>
                  <a:pt x="203995" y="56505"/>
                  <a:pt x="204108" y="56903"/>
                </a:cubicBezTo>
                <a:cubicBezTo>
                  <a:pt x="204221" y="57300"/>
                  <a:pt x="204325" y="57839"/>
                  <a:pt x="204419" y="58523"/>
                </a:cubicBezTo>
                <a:cubicBezTo>
                  <a:pt x="204514" y="59205"/>
                  <a:pt x="204561" y="60077"/>
                  <a:pt x="204561" y="61139"/>
                </a:cubicBezTo>
                <a:close/>
                <a:moveTo>
                  <a:pt x="260227" y="39417"/>
                </a:moveTo>
                <a:cubicBezTo>
                  <a:pt x="260227" y="41158"/>
                  <a:pt x="259840" y="42444"/>
                  <a:pt x="259066" y="43276"/>
                </a:cubicBezTo>
                <a:cubicBezTo>
                  <a:pt x="258292" y="44108"/>
                  <a:pt x="257225" y="44524"/>
                  <a:pt x="255865" y="44524"/>
                </a:cubicBezTo>
                <a:lnTo>
                  <a:pt x="225106" y="44524"/>
                </a:lnTo>
                <a:cubicBezTo>
                  <a:pt x="225106" y="46685"/>
                  <a:pt x="225361" y="48647"/>
                  <a:pt x="225871" y="50410"/>
                </a:cubicBezTo>
                <a:cubicBezTo>
                  <a:pt x="226381" y="52173"/>
                  <a:pt x="227193" y="53671"/>
                  <a:pt x="228307" y="54904"/>
                </a:cubicBezTo>
                <a:cubicBezTo>
                  <a:pt x="229421" y="56137"/>
                  <a:pt x="230856" y="57075"/>
                  <a:pt x="232612" y="57719"/>
                </a:cubicBezTo>
                <a:cubicBezTo>
                  <a:pt x="234368" y="58363"/>
                  <a:pt x="236474" y="58686"/>
                  <a:pt x="238928" y="58686"/>
                </a:cubicBezTo>
                <a:cubicBezTo>
                  <a:pt x="241421" y="58686"/>
                  <a:pt x="243611" y="58503"/>
                  <a:pt x="245499" y="58139"/>
                </a:cubicBezTo>
                <a:cubicBezTo>
                  <a:pt x="247387" y="57774"/>
                  <a:pt x="249021" y="57371"/>
                  <a:pt x="250399" y="56930"/>
                </a:cubicBezTo>
                <a:cubicBezTo>
                  <a:pt x="251777" y="56488"/>
                  <a:pt x="252920" y="56085"/>
                  <a:pt x="253826" y="55721"/>
                </a:cubicBezTo>
                <a:cubicBezTo>
                  <a:pt x="254733" y="55356"/>
                  <a:pt x="255469" y="55174"/>
                  <a:pt x="256035" y="55174"/>
                </a:cubicBezTo>
                <a:cubicBezTo>
                  <a:pt x="256375" y="55174"/>
                  <a:pt x="256659" y="55240"/>
                  <a:pt x="256885" y="55374"/>
                </a:cubicBezTo>
                <a:cubicBezTo>
                  <a:pt x="257112" y="55506"/>
                  <a:pt x="257301" y="55743"/>
                  <a:pt x="257452" y="56085"/>
                </a:cubicBezTo>
                <a:cubicBezTo>
                  <a:pt x="257603" y="56426"/>
                  <a:pt x="257706" y="56910"/>
                  <a:pt x="257763" y="57537"/>
                </a:cubicBezTo>
                <a:cubicBezTo>
                  <a:pt x="257820" y="58163"/>
                  <a:pt x="257848" y="58951"/>
                  <a:pt x="257848" y="59900"/>
                </a:cubicBezTo>
                <a:cubicBezTo>
                  <a:pt x="257848" y="60736"/>
                  <a:pt x="257829" y="61448"/>
                  <a:pt x="257791" y="62037"/>
                </a:cubicBezTo>
                <a:cubicBezTo>
                  <a:pt x="257754" y="62624"/>
                  <a:pt x="257697" y="63127"/>
                  <a:pt x="257622" y="63545"/>
                </a:cubicBezTo>
                <a:cubicBezTo>
                  <a:pt x="257546" y="63963"/>
                  <a:pt x="257433" y="64314"/>
                  <a:pt x="257282" y="64600"/>
                </a:cubicBezTo>
                <a:cubicBezTo>
                  <a:pt x="257131" y="64884"/>
                  <a:pt x="256932" y="65159"/>
                  <a:pt x="256687" y="65425"/>
                </a:cubicBezTo>
                <a:cubicBezTo>
                  <a:pt x="256441" y="65690"/>
                  <a:pt x="255771" y="66050"/>
                  <a:pt x="254676" y="66503"/>
                </a:cubicBezTo>
                <a:cubicBezTo>
                  <a:pt x="253581" y="66956"/>
                  <a:pt x="252183" y="67400"/>
                  <a:pt x="250484" y="67834"/>
                </a:cubicBezTo>
                <a:cubicBezTo>
                  <a:pt x="248785" y="68268"/>
                  <a:pt x="246840" y="68646"/>
                  <a:pt x="244649" y="68967"/>
                </a:cubicBezTo>
                <a:cubicBezTo>
                  <a:pt x="242459" y="69288"/>
                  <a:pt x="240118" y="69448"/>
                  <a:pt x="237625" y="69448"/>
                </a:cubicBezTo>
                <a:cubicBezTo>
                  <a:pt x="233131" y="69448"/>
                  <a:pt x="229194" y="68881"/>
                  <a:pt x="225815" y="67746"/>
                </a:cubicBezTo>
                <a:cubicBezTo>
                  <a:pt x="222435" y="66610"/>
                  <a:pt x="219612" y="64888"/>
                  <a:pt x="217346" y="62580"/>
                </a:cubicBezTo>
                <a:cubicBezTo>
                  <a:pt x="215080" y="60272"/>
                  <a:pt x="213390" y="57359"/>
                  <a:pt x="212276" y="53841"/>
                </a:cubicBezTo>
                <a:cubicBezTo>
                  <a:pt x="211162" y="50321"/>
                  <a:pt x="210605" y="46197"/>
                  <a:pt x="210605" y="41467"/>
                </a:cubicBezTo>
                <a:cubicBezTo>
                  <a:pt x="210605" y="36964"/>
                  <a:pt x="211190" y="32905"/>
                  <a:pt x="212361" y="29291"/>
                </a:cubicBezTo>
                <a:cubicBezTo>
                  <a:pt x="213532" y="25678"/>
                  <a:pt x="215231" y="22613"/>
                  <a:pt x="217459" y="20097"/>
                </a:cubicBezTo>
                <a:cubicBezTo>
                  <a:pt x="219687" y="17580"/>
                  <a:pt x="222397" y="15659"/>
                  <a:pt x="225588" y="14335"/>
                </a:cubicBezTo>
                <a:cubicBezTo>
                  <a:pt x="228779" y="13011"/>
                  <a:pt x="232376" y="12349"/>
                  <a:pt x="236379" y="12349"/>
                </a:cubicBezTo>
                <a:cubicBezTo>
                  <a:pt x="240609" y="12349"/>
                  <a:pt x="244225" y="12973"/>
                  <a:pt x="247227" y="14222"/>
                </a:cubicBezTo>
                <a:cubicBezTo>
                  <a:pt x="250229" y="15470"/>
                  <a:pt x="252693" y="17201"/>
                  <a:pt x="254619" y="19414"/>
                </a:cubicBezTo>
                <a:cubicBezTo>
                  <a:pt x="256545" y="21627"/>
                  <a:pt x="257961" y="24246"/>
                  <a:pt x="258868" y="27273"/>
                </a:cubicBezTo>
                <a:cubicBezTo>
                  <a:pt x="259774" y="30299"/>
                  <a:pt x="260227" y="33591"/>
                  <a:pt x="260227" y="37148"/>
                </a:cubicBezTo>
                <a:lnTo>
                  <a:pt x="260227" y="39417"/>
                </a:lnTo>
                <a:moveTo>
                  <a:pt x="246406" y="35347"/>
                </a:moveTo>
                <a:cubicBezTo>
                  <a:pt x="246519" y="31327"/>
                  <a:pt x="245716" y="28169"/>
                  <a:pt x="243998" y="25875"/>
                </a:cubicBezTo>
                <a:cubicBezTo>
                  <a:pt x="242280" y="23580"/>
                  <a:pt x="239627" y="22432"/>
                  <a:pt x="236039" y="22432"/>
                </a:cubicBezTo>
                <a:cubicBezTo>
                  <a:pt x="234227" y="22432"/>
                  <a:pt x="232650" y="22774"/>
                  <a:pt x="231309" y="23457"/>
                </a:cubicBezTo>
                <a:cubicBezTo>
                  <a:pt x="229969" y="24139"/>
                  <a:pt x="228855" y="25059"/>
                  <a:pt x="227967" y="26217"/>
                </a:cubicBezTo>
                <a:cubicBezTo>
                  <a:pt x="227080" y="27373"/>
                  <a:pt x="226400" y="28739"/>
                  <a:pt x="225928" y="30313"/>
                </a:cubicBezTo>
                <a:cubicBezTo>
                  <a:pt x="225456" y="31886"/>
                  <a:pt x="225182" y="33564"/>
                  <a:pt x="225106" y="35347"/>
                </a:cubicBezTo>
                <a:lnTo>
                  <a:pt x="246406" y="35347"/>
                </a:lnTo>
                <a:close/>
                <a:moveTo>
                  <a:pt x="313717" y="65143"/>
                </a:moveTo>
                <a:cubicBezTo>
                  <a:pt x="314019" y="65785"/>
                  <a:pt x="314161" y="66314"/>
                  <a:pt x="314142" y="66729"/>
                </a:cubicBezTo>
                <a:cubicBezTo>
                  <a:pt x="314123" y="67145"/>
                  <a:pt x="313849" y="67485"/>
                  <a:pt x="313321" y="67749"/>
                </a:cubicBezTo>
                <a:cubicBezTo>
                  <a:pt x="312792" y="68013"/>
                  <a:pt x="311980" y="68193"/>
                  <a:pt x="310885" y="68287"/>
                </a:cubicBezTo>
                <a:cubicBezTo>
                  <a:pt x="309790" y="68382"/>
                  <a:pt x="308336" y="68429"/>
                  <a:pt x="306523" y="68429"/>
                </a:cubicBezTo>
                <a:cubicBezTo>
                  <a:pt x="304824" y="68429"/>
                  <a:pt x="303455" y="68400"/>
                  <a:pt x="302416" y="68344"/>
                </a:cubicBezTo>
                <a:cubicBezTo>
                  <a:pt x="301378" y="68287"/>
                  <a:pt x="300566" y="68174"/>
                  <a:pt x="299980" y="68004"/>
                </a:cubicBezTo>
                <a:cubicBezTo>
                  <a:pt x="299395" y="67834"/>
                  <a:pt x="298961" y="67626"/>
                  <a:pt x="298677" y="67381"/>
                </a:cubicBezTo>
                <a:cubicBezTo>
                  <a:pt x="298394" y="67135"/>
                  <a:pt x="298177" y="66824"/>
                  <a:pt x="298026" y="66446"/>
                </a:cubicBezTo>
                <a:lnTo>
                  <a:pt x="288679" y="48489"/>
                </a:lnTo>
                <a:lnTo>
                  <a:pt x="279333" y="66446"/>
                </a:lnTo>
                <a:cubicBezTo>
                  <a:pt x="279182" y="66824"/>
                  <a:pt x="278974" y="67135"/>
                  <a:pt x="278710" y="67381"/>
                </a:cubicBezTo>
                <a:cubicBezTo>
                  <a:pt x="278445" y="67626"/>
                  <a:pt x="278039" y="67834"/>
                  <a:pt x="277492" y="68004"/>
                </a:cubicBezTo>
                <a:cubicBezTo>
                  <a:pt x="276944" y="68174"/>
                  <a:pt x="276179" y="68287"/>
                  <a:pt x="275198" y="68344"/>
                </a:cubicBezTo>
                <a:cubicBezTo>
                  <a:pt x="274216" y="68400"/>
                  <a:pt x="272932" y="68429"/>
                  <a:pt x="271346" y="68429"/>
                </a:cubicBezTo>
                <a:cubicBezTo>
                  <a:pt x="269684" y="68429"/>
                  <a:pt x="268362" y="68382"/>
                  <a:pt x="267380" y="68287"/>
                </a:cubicBezTo>
                <a:cubicBezTo>
                  <a:pt x="266398" y="68193"/>
                  <a:pt x="265681" y="68013"/>
                  <a:pt x="265228" y="67749"/>
                </a:cubicBezTo>
                <a:cubicBezTo>
                  <a:pt x="264775" y="67485"/>
                  <a:pt x="264539" y="67145"/>
                  <a:pt x="264520" y="66729"/>
                </a:cubicBezTo>
                <a:cubicBezTo>
                  <a:pt x="264501" y="66314"/>
                  <a:pt x="264661" y="65785"/>
                  <a:pt x="265001" y="65143"/>
                </a:cubicBezTo>
                <a:lnTo>
                  <a:pt x="278993" y="40276"/>
                </a:lnTo>
                <a:lnTo>
                  <a:pt x="266077" y="16937"/>
                </a:lnTo>
                <a:cubicBezTo>
                  <a:pt x="265738" y="16258"/>
                  <a:pt x="265558" y="15682"/>
                  <a:pt x="265539" y="15210"/>
                </a:cubicBezTo>
                <a:cubicBezTo>
                  <a:pt x="265520" y="14737"/>
                  <a:pt x="265757" y="14369"/>
                  <a:pt x="266247" y="14105"/>
                </a:cubicBezTo>
                <a:cubicBezTo>
                  <a:pt x="266738" y="13841"/>
                  <a:pt x="267522" y="13652"/>
                  <a:pt x="268598" y="13538"/>
                </a:cubicBezTo>
                <a:cubicBezTo>
                  <a:pt x="269675" y="13425"/>
                  <a:pt x="271138" y="13369"/>
                  <a:pt x="272988" y="13369"/>
                </a:cubicBezTo>
                <a:cubicBezTo>
                  <a:pt x="274650" y="13369"/>
                  <a:pt x="275981" y="13397"/>
                  <a:pt x="276982" y="13454"/>
                </a:cubicBezTo>
                <a:cubicBezTo>
                  <a:pt x="277983" y="13510"/>
                  <a:pt x="278766" y="13595"/>
                  <a:pt x="279333" y="13708"/>
                </a:cubicBezTo>
                <a:cubicBezTo>
                  <a:pt x="279899" y="13822"/>
                  <a:pt x="280315" y="14001"/>
                  <a:pt x="280579" y="14247"/>
                </a:cubicBezTo>
                <a:cubicBezTo>
                  <a:pt x="280843" y="14492"/>
                  <a:pt x="281070" y="14804"/>
                  <a:pt x="281259" y="15181"/>
                </a:cubicBezTo>
                <a:lnTo>
                  <a:pt x="290265" y="32062"/>
                </a:lnTo>
                <a:lnTo>
                  <a:pt x="299216" y="15181"/>
                </a:lnTo>
                <a:cubicBezTo>
                  <a:pt x="299329" y="14879"/>
                  <a:pt x="299499" y="14615"/>
                  <a:pt x="299725" y="14388"/>
                </a:cubicBezTo>
                <a:cubicBezTo>
                  <a:pt x="299952" y="14162"/>
                  <a:pt x="300311" y="13973"/>
                  <a:pt x="300802" y="13822"/>
                </a:cubicBezTo>
                <a:cubicBezTo>
                  <a:pt x="301293" y="13671"/>
                  <a:pt x="301963" y="13557"/>
                  <a:pt x="302813" y="13482"/>
                </a:cubicBezTo>
                <a:cubicBezTo>
                  <a:pt x="303662" y="13406"/>
                  <a:pt x="304824" y="13369"/>
                  <a:pt x="306296" y="13369"/>
                </a:cubicBezTo>
                <a:cubicBezTo>
                  <a:pt x="307958" y="13369"/>
                  <a:pt x="309289" y="13406"/>
                  <a:pt x="310290" y="13482"/>
                </a:cubicBezTo>
                <a:cubicBezTo>
                  <a:pt x="311291" y="13557"/>
                  <a:pt x="312008" y="13727"/>
                  <a:pt x="312443" y="13992"/>
                </a:cubicBezTo>
                <a:cubicBezTo>
                  <a:pt x="312877" y="14256"/>
                  <a:pt x="313085" y="14624"/>
                  <a:pt x="313066" y="15096"/>
                </a:cubicBezTo>
                <a:cubicBezTo>
                  <a:pt x="313047" y="15568"/>
                  <a:pt x="312830" y="16182"/>
                  <a:pt x="312414" y="16937"/>
                </a:cubicBezTo>
                <a:lnTo>
                  <a:pt x="299839" y="39879"/>
                </a:lnTo>
                <a:lnTo>
                  <a:pt x="313717" y="65143"/>
                </a:lnTo>
                <a:close/>
                <a:moveTo>
                  <a:pt x="353218" y="61139"/>
                </a:moveTo>
                <a:cubicBezTo>
                  <a:pt x="353218" y="62809"/>
                  <a:pt x="353115" y="64090"/>
                  <a:pt x="352907" y="64982"/>
                </a:cubicBezTo>
                <a:cubicBezTo>
                  <a:pt x="352699" y="65873"/>
                  <a:pt x="352425" y="66499"/>
                  <a:pt x="352086" y="66860"/>
                </a:cubicBezTo>
                <a:cubicBezTo>
                  <a:pt x="351746" y="67220"/>
                  <a:pt x="351245" y="67543"/>
                  <a:pt x="350584" y="67827"/>
                </a:cubicBezTo>
                <a:cubicBezTo>
                  <a:pt x="349924" y="68111"/>
                  <a:pt x="349149" y="68358"/>
                  <a:pt x="348262" y="68567"/>
                </a:cubicBezTo>
                <a:cubicBezTo>
                  <a:pt x="347374" y="68776"/>
                  <a:pt x="346411" y="68937"/>
                  <a:pt x="345373" y="69050"/>
                </a:cubicBezTo>
                <a:cubicBezTo>
                  <a:pt x="344334" y="69165"/>
                  <a:pt x="343286" y="69222"/>
                  <a:pt x="342229" y="69222"/>
                </a:cubicBezTo>
                <a:cubicBezTo>
                  <a:pt x="339397" y="69222"/>
                  <a:pt x="336942" y="68863"/>
                  <a:pt x="334865" y="68146"/>
                </a:cubicBezTo>
                <a:cubicBezTo>
                  <a:pt x="332788" y="67428"/>
                  <a:pt x="331070" y="66323"/>
                  <a:pt x="329710" y="64832"/>
                </a:cubicBezTo>
                <a:cubicBezTo>
                  <a:pt x="328351" y="63340"/>
                  <a:pt x="327350" y="61461"/>
                  <a:pt x="326708" y="59195"/>
                </a:cubicBezTo>
                <a:cubicBezTo>
                  <a:pt x="326066" y="56930"/>
                  <a:pt x="325745" y="54248"/>
                  <a:pt x="325745" y="51152"/>
                </a:cubicBezTo>
                <a:lnTo>
                  <a:pt x="325745" y="25264"/>
                </a:lnTo>
                <a:lnTo>
                  <a:pt x="319684" y="25264"/>
                </a:lnTo>
                <a:cubicBezTo>
                  <a:pt x="318966" y="25264"/>
                  <a:pt x="318419" y="24821"/>
                  <a:pt x="318041" y="23933"/>
                </a:cubicBezTo>
                <a:cubicBezTo>
                  <a:pt x="317663" y="23046"/>
                  <a:pt x="317475" y="21563"/>
                  <a:pt x="317475" y="19486"/>
                </a:cubicBezTo>
                <a:cubicBezTo>
                  <a:pt x="317475" y="18391"/>
                  <a:pt x="317522" y="17466"/>
                  <a:pt x="317616" y="16711"/>
                </a:cubicBezTo>
                <a:cubicBezTo>
                  <a:pt x="317711" y="15955"/>
                  <a:pt x="317852" y="15361"/>
                  <a:pt x="318041" y="14926"/>
                </a:cubicBezTo>
                <a:cubicBezTo>
                  <a:pt x="318230" y="14492"/>
                  <a:pt x="318466" y="14180"/>
                  <a:pt x="318749" y="13992"/>
                </a:cubicBezTo>
                <a:cubicBezTo>
                  <a:pt x="319032" y="13803"/>
                  <a:pt x="319363" y="13708"/>
                  <a:pt x="319740" y="13708"/>
                </a:cubicBezTo>
                <a:lnTo>
                  <a:pt x="325745" y="13708"/>
                </a:lnTo>
                <a:lnTo>
                  <a:pt x="325745" y="2390"/>
                </a:lnTo>
                <a:cubicBezTo>
                  <a:pt x="325745" y="2010"/>
                  <a:pt x="325849" y="1668"/>
                  <a:pt x="326057" y="1365"/>
                </a:cubicBezTo>
                <a:cubicBezTo>
                  <a:pt x="326264" y="1062"/>
                  <a:pt x="326642" y="806"/>
                  <a:pt x="327189" y="598"/>
                </a:cubicBezTo>
                <a:cubicBezTo>
                  <a:pt x="327737" y="389"/>
                  <a:pt x="328473" y="238"/>
                  <a:pt x="329399" y="143"/>
                </a:cubicBezTo>
                <a:cubicBezTo>
                  <a:pt x="330324" y="48"/>
                  <a:pt x="331466" y="0"/>
                  <a:pt x="332826" y="0"/>
                </a:cubicBezTo>
                <a:cubicBezTo>
                  <a:pt x="334223" y="0"/>
                  <a:pt x="335384" y="48"/>
                  <a:pt x="336310" y="143"/>
                </a:cubicBezTo>
                <a:cubicBezTo>
                  <a:pt x="337235" y="238"/>
                  <a:pt x="337962" y="389"/>
                  <a:pt x="338490" y="598"/>
                </a:cubicBezTo>
                <a:cubicBezTo>
                  <a:pt x="339019" y="806"/>
                  <a:pt x="339397" y="1062"/>
                  <a:pt x="339623" y="1365"/>
                </a:cubicBezTo>
                <a:cubicBezTo>
                  <a:pt x="339850" y="1668"/>
                  <a:pt x="339963" y="2010"/>
                  <a:pt x="339963" y="2390"/>
                </a:cubicBezTo>
                <a:lnTo>
                  <a:pt x="339963" y="13708"/>
                </a:lnTo>
                <a:lnTo>
                  <a:pt x="350953" y="13708"/>
                </a:lnTo>
                <a:cubicBezTo>
                  <a:pt x="351330" y="13708"/>
                  <a:pt x="351661" y="13803"/>
                  <a:pt x="351944" y="13992"/>
                </a:cubicBezTo>
                <a:cubicBezTo>
                  <a:pt x="352227" y="14180"/>
                  <a:pt x="352463" y="14492"/>
                  <a:pt x="352652" y="14926"/>
                </a:cubicBezTo>
                <a:cubicBezTo>
                  <a:pt x="352841" y="15361"/>
                  <a:pt x="352982" y="15955"/>
                  <a:pt x="353077" y="16711"/>
                </a:cubicBezTo>
                <a:cubicBezTo>
                  <a:pt x="353171" y="17466"/>
                  <a:pt x="353218" y="18391"/>
                  <a:pt x="353218" y="19486"/>
                </a:cubicBezTo>
                <a:cubicBezTo>
                  <a:pt x="353218" y="21563"/>
                  <a:pt x="353030" y="23046"/>
                  <a:pt x="352652" y="23933"/>
                </a:cubicBezTo>
                <a:cubicBezTo>
                  <a:pt x="352274" y="24821"/>
                  <a:pt x="351727" y="25264"/>
                  <a:pt x="351009" y="25264"/>
                </a:cubicBezTo>
                <a:lnTo>
                  <a:pt x="339963" y="25264"/>
                </a:lnTo>
                <a:lnTo>
                  <a:pt x="339963" y="48957"/>
                </a:lnTo>
                <a:cubicBezTo>
                  <a:pt x="339963" y="51709"/>
                  <a:pt x="340398" y="53773"/>
                  <a:pt x="341266" y="55149"/>
                </a:cubicBezTo>
                <a:cubicBezTo>
                  <a:pt x="342135" y="56525"/>
                  <a:pt x="343683" y="57213"/>
                  <a:pt x="345911" y="57213"/>
                </a:cubicBezTo>
                <a:cubicBezTo>
                  <a:pt x="346666" y="57213"/>
                  <a:pt x="347346" y="57147"/>
                  <a:pt x="347950" y="57015"/>
                </a:cubicBezTo>
                <a:cubicBezTo>
                  <a:pt x="348555" y="56882"/>
                  <a:pt x="349093" y="56731"/>
                  <a:pt x="349565" y="56561"/>
                </a:cubicBezTo>
                <a:cubicBezTo>
                  <a:pt x="350037" y="56391"/>
                  <a:pt x="350433" y="56240"/>
                  <a:pt x="350754" y="56108"/>
                </a:cubicBezTo>
                <a:cubicBezTo>
                  <a:pt x="351075" y="55976"/>
                  <a:pt x="351368" y="55910"/>
                  <a:pt x="351632" y="55910"/>
                </a:cubicBezTo>
                <a:cubicBezTo>
                  <a:pt x="351859" y="55910"/>
                  <a:pt x="352076" y="55976"/>
                  <a:pt x="352284" y="56108"/>
                </a:cubicBezTo>
                <a:cubicBezTo>
                  <a:pt x="352492" y="56240"/>
                  <a:pt x="352652" y="56505"/>
                  <a:pt x="352765" y="56903"/>
                </a:cubicBezTo>
                <a:cubicBezTo>
                  <a:pt x="352879" y="57300"/>
                  <a:pt x="352982" y="57839"/>
                  <a:pt x="353077" y="58523"/>
                </a:cubicBezTo>
                <a:cubicBezTo>
                  <a:pt x="353171" y="59205"/>
                  <a:pt x="353218" y="60077"/>
                  <a:pt x="353218" y="61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DCC23-A017-4045-87DA-9BB4A640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32" y="1307103"/>
            <a:ext cx="163447" cy="667160"/>
          </a:xfrm>
          <a:custGeom xmlns:a="http://schemas.openxmlformats.org/drawingml/2006/main">
            <a:pathLst>
              <a:path w="163447" h="667160" fill="none">
                <a:moveTo>
                  <a:pt x="0" y="0"/>
                </a:moveTo>
                <a:cubicBezTo>
                  <a:pt x="90268" y="0"/>
                  <a:pt x="163447" y="6096"/>
                  <a:pt x="163447" y="13622"/>
                </a:cubicBezTo>
                <a:lnTo>
                  <a:pt x="163447" y="653539"/>
                </a:lnTo>
                <a:cubicBezTo>
                  <a:pt x="163447" y="661059"/>
                  <a:pt x="90268" y="667160"/>
                  <a:pt x="0" y="66716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4472C4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9FE46-BC62-478E-81B8-CE84611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481" y="1553843"/>
            <a:ext cx="176304" cy="10"/>
          </a:xfrm>
          <a:custGeom xmlns:a="http://schemas.openxmlformats.org/drawingml/2006/main">
            <a:pathLst>
              <a:path w="176304" h="1" fill="none">
                <a:moveTo>
                  <a:pt x="0" y="0"/>
                </a:moveTo>
                <a:lnTo>
                  <a:pt x="176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4472C4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418A9-C998-4749-8ECE-6FC98602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273" y="1534304"/>
            <a:ext cx="39076" cy="39076"/>
          </a:xfrm>
          <a:custGeom xmlns:a="http://schemas.openxmlformats.org/drawingml/2006/main">
            <a:pathLst>
              <a:path w="39076" h="39076">
                <a:moveTo>
                  <a:pt x="0" y="0"/>
                </a:moveTo>
                <a:lnTo>
                  <a:pt x="39076" y="19538"/>
                </a:lnTo>
                <a:lnTo>
                  <a:pt x="0" y="390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51C00-AEE6-4FA9-AF03-7A521E95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50" y="1553843"/>
            <a:ext cx="763188" cy="6582"/>
          </a:xfrm>
          <a:custGeom xmlns:a="http://schemas.openxmlformats.org/drawingml/2006/main">
            <a:pathLst>
              <a:path w="763188" h="6582" fill="none">
                <a:moveTo>
                  <a:pt x="0" y="0"/>
                </a:moveTo>
                <a:lnTo>
                  <a:pt x="763188" y="6582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4472C4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6AA8A-0F03-4AEE-883E-31617E90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57" y="1540828"/>
            <a:ext cx="39244" cy="39076"/>
          </a:xfrm>
          <a:custGeom xmlns:a="http://schemas.openxmlformats.org/drawingml/2006/main">
            <a:pathLst>
              <a:path w="39244" h="39076">
                <a:moveTo>
                  <a:pt x="336" y="0"/>
                </a:moveTo>
                <a:lnTo>
                  <a:pt x="39244" y="19874"/>
                </a:lnTo>
                <a:lnTo>
                  <a:pt x="0" y="39076"/>
                </a:lnTo>
                <a:lnTo>
                  <a:pt x="336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8a84e741e4a79"/>
          <a:stretch xmlns:a="http://schemas.openxmlformats.org/drawingml/2006/main"/>
        </p:blipFill>
        <p:spPr>
          <a:xfrm xmlns:a="http://schemas.openxmlformats.org/drawingml/2006/main">
            <a:off x="3181034" y="2151749"/>
            <a:ext cx="234006" cy="234006"/>
          </a:xfrm>
          <a:prstGeom xmlns:a="http://schemas.openxmlformats.org/drawingml/2006/main" prst="rect">
            <a:avLst/>
          </a:prstGeom>
        </p:spPr>
      </p:pic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B630C-0E89-48CF-BF5D-524F0AC0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347" y="2131667"/>
            <a:ext cx="1552688" cy="137043"/>
          </a:xfrm>
          <a:custGeom xmlns:a="http://schemas.openxmlformats.org/drawingml/2006/main">
            <a:pathLst>
              <a:path w="1552688" h="137043" fill="none">
                <a:moveTo>
                  <a:pt x="1552688" y="0"/>
                </a:moveTo>
                <a:cubicBezTo>
                  <a:pt x="1552688" y="67581"/>
                  <a:pt x="781742" y="135162"/>
                  <a:pt x="0" y="1370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EE3939"/>
            </a:solidFill>
            <a:custDash>
              <a:ds d="400000" sp="300000"/>
            </a:custDash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74E86-B058-4638-9791-3B143AA2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045" y="2249166"/>
            <a:ext cx="39099" cy="39076"/>
          </a:xfrm>
          <a:custGeom xmlns:a="http://schemas.openxmlformats.org/drawingml/2006/main">
            <a:pathLst>
              <a:path w="39099" h="39076">
                <a:moveTo>
                  <a:pt x="39099" y="39076"/>
                </a:moveTo>
                <a:lnTo>
                  <a:pt x="0" y="19584"/>
                </a:lnTo>
                <a:lnTo>
                  <a:pt x="39053" y="0"/>
                </a:lnTo>
                <a:lnTo>
                  <a:pt x="39099" y="39076"/>
                </a:lnTo>
                <a:close/>
              </a:path>
            </a:pathLst>
          </a:custGeom>
          <a:solidFill xmlns:a="http://schemas.openxmlformats.org/drawingml/2006/main">
            <a:srgbClr val="EE393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B9DE4-975A-4F83-98EE-06614642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039" y="2385756"/>
            <a:ext cx="1164326" cy="178765"/>
          </a:xfrm>
          <a:custGeom xmlns:a="http://schemas.openxmlformats.org/drawingml/2006/main">
            <a:pathLst>
              <a:path w="1164326" h="178765" fill="none">
                <a:moveTo>
                  <a:pt x="0" y="0"/>
                </a:moveTo>
                <a:cubicBezTo>
                  <a:pt x="0" y="50770"/>
                  <a:pt x="296536" y="101539"/>
                  <a:pt x="593072" y="101539"/>
                </a:cubicBezTo>
                <a:cubicBezTo>
                  <a:pt x="841867" y="101539"/>
                  <a:pt x="1090661" y="137275"/>
                  <a:pt x="1164326" y="1787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EE3939"/>
            </a:solidFill>
            <a:custDash>
              <a:ds d="400000" sp="300000"/>
            </a:custDash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D3602-61D3-461E-B1AE-06C4CA33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544" y="2546704"/>
            <a:ext cx="40645" cy="42127"/>
          </a:xfrm>
          <a:custGeom xmlns:a="http://schemas.openxmlformats.org/drawingml/2006/main">
            <a:pathLst>
              <a:path w="40645" h="42127">
                <a:moveTo>
                  <a:pt x="0" y="26103"/>
                </a:moveTo>
                <a:lnTo>
                  <a:pt x="29078" y="0"/>
                </a:lnTo>
                <a:lnTo>
                  <a:pt x="40645" y="42127"/>
                </a:lnTo>
                <a:lnTo>
                  <a:pt x="0" y="26103"/>
                </a:lnTo>
                <a:close/>
              </a:path>
            </a:pathLst>
          </a:custGeom>
          <a:solidFill xmlns:a="http://schemas.openxmlformats.org/drawingml/2006/main">
            <a:srgbClr val="EE393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re">
            <a:extLst xmlns:a="http://schemas.openxmlformats.org/drawingml/2006/main">
              <a:ext uri="{FF2B5EF4-FFF2-40B4-BE49-F238E27FC236}">
                <a16:creationId xmlns:a16="http://schemas.microsoft.com/office/drawing/2014/main" id="{99DB4A55-55FE-486D-98A5-C9FA8CC9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745" y="2077650"/>
            <a:ext cx="65401" cy="40004"/>
          </a:xfrm>
          <a:custGeom xmlns:a="http://schemas.openxmlformats.org/drawingml/2006/main">
            <a:pathLst>
              <a:path w="65401" h="40004">
                <a:moveTo>
                  <a:pt x="29421" y="1707"/>
                </a:moveTo>
                <a:cubicBezTo>
                  <a:pt x="29421" y="1892"/>
                  <a:pt x="29394" y="2222"/>
                  <a:pt x="29341" y="2699"/>
                </a:cubicBezTo>
                <a:cubicBezTo>
                  <a:pt x="29289" y="3175"/>
                  <a:pt x="29209" y="3731"/>
                  <a:pt x="29103" y="4366"/>
                </a:cubicBezTo>
                <a:cubicBezTo>
                  <a:pt x="28998" y="5000"/>
                  <a:pt x="28865" y="5655"/>
                  <a:pt x="28706" y="6330"/>
                </a:cubicBezTo>
                <a:cubicBezTo>
                  <a:pt x="28548" y="7005"/>
                  <a:pt x="28369" y="7633"/>
                  <a:pt x="28171" y="8215"/>
                </a:cubicBezTo>
                <a:cubicBezTo>
                  <a:pt x="27972" y="8797"/>
                  <a:pt x="27747" y="9273"/>
                  <a:pt x="27496" y="9644"/>
                </a:cubicBezTo>
                <a:cubicBezTo>
                  <a:pt x="27245" y="10014"/>
                  <a:pt x="26974" y="10199"/>
                  <a:pt x="26682" y="10199"/>
                </a:cubicBezTo>
                <a:cubicBezTo>
                  <a:pt x="26444" y="10199"/>
                  <a:pt x="26206" y="10153"/>
                  <a:pt x="25968" y="10060"/>
                </a:cubicBezTo>
                <a:cubicBezTo>
                  <a:pt x="25730" y="9968"/>
                  <a:pt x="25465" y="9875"/>
                  <a:pt x="25174" y="9783"/>
                </a:cubicBezTo>
                <a:cubicBezTo>
                  <a:pt x="24883" y="9690"/>
                  <a:pt x="24566" y="9597"/>
                  <a:pt x="24222" y="9505"/>
                </a:cubicBezTo>
                <a:cubicBezTo>
                  <a:pt x="23878" y="9412"/>
                  <a:pt x="23481" y="9366"/>
                  <a:pt x="23031" y="9366"/>
                </a:cubicBezTo>
                <a:cubicBezTo>
                  <a:pt x="22132" y="9366"/>
                  <a:pt x="21173" y="9711"/>
                  <a:pt x="20154" y="10402"/>
                </a:cubicBezTo>
                <a:cubicBezTo>
                  <a:pt x="19135" y="11091"/>
                  <a:pt x="18163" y="12000"/>
                  <a:pt x="17237" y="13129"/>
                </a:cubicBezTo>
                <a:cubicBezTo>
                  <a:pt x="16311" y="14257"/>
                  <a:pt x="15484" y="15570"/>
                  <a:pt x="14757" y="17070"/>
                </a:cubicBezTo>
                <a:cubicBezTo>
                  <a:pt x="14029" y="18570"/>
                  <a:pt x="13507" y="20142"/>
                  <a:pt x="13189" y="21788"/>
                </a:cubicBezTo>
                <a:lnTo>
                  <a:pt x="10014" y="37702"/>
                </a:lnTo>
                <a:cubicBezTo>
                  <a:pt x="9961" y="37967"/>
                  <a:pt x="9836" y="38198"/>
                  <a:pt x="9637" y="38397"/>
                </a:cubicBezTo>
                <a:cubicBezTo>
                  <a:pt x="9439" y="38595"/>
                  <a:pt x="9134" y="38760"/>
                  <a:pt x="8724" y="38893"/>
                </a:cubicBezTo>
                <a:cubicBezTo>
                  <a:pt x="8314" y="39025"/>
                  <a:pt x="7779" y="39124"/>
                  <a:pt x="7117" y="39190"/>
                </a:cubicBezTo>
                <a:cubicBezTo>
                  <a:pt x="6456" y="39256"/>
                  <a:pt x="5649" y="39290"/>
                  <a:pt x="4696" y="39290"/>
                </a:cubicBezTo>
                <a:cubicBezTo>
                  <a:pt x="3717" y="39290"/>
                  <a:pt x="2917" y="39256"/>
                  <a:pt x="2295" y="39190"/>
                </a:cubicBezTo>
                <a:cubicBezTo>
                  <a:pt x="1673" y="39124"/>
                  <a:pt x="1184" y="39025"/>
                  <a:pt x="827" y="38893"/>
                </a:cubicBezTo>
                <a:cubicBezTo>
                  <a:pt x="470" y="38760"/>
                  <a:pt x="238" y="38595"/>
                  <a:pt x="132" y="38397"/>
                </a:cubicBezTo>
                <a:cubicBezTo>
                  <a:pt x="26" y="38198"/>
                  <a:pt x="0" y="37967"/>
                  <a:pt x="53" y="37702"/>
                </a:cubicBezTo>
                <a:lnTo>
                  <a:pt x="7117" y="2262"/>
                </a:lnTo>
                <a:cubicBezTo>
                  <a:pt x="7170" y="1998"/>
                  <a:pt x="7289" y="1766"/>
                  <a:pt x="7474" y="1568"/>
                </a:cubicBezTo>
                <a:cubicBezTo>
                  <a:pt x="7659" y="1369"/>
                  <a:pt x="7931" y="1210"/>
                  <a:pt x="8288" y="1091"/>
                </a:cubicBezTo>
                <a:cubicBezTo>
                  <a:pt x="8645" y="972"/>
                  <a:pt x="9108" y="880"/>
                  <a:pt x="9677" y="814"/>
                </a:cubicBezTo>
                <a:cubicBezTo>
                  <a:pt x="10246" y="747"/>
                  <a:pt x="10927" y="714"/>
                  <a:pt x="11721" y="714"/>
                </a:cubicBezTo>
                <a:cubicBezTo>
                  <a:pt x="12541" y="714"/>
                  <a:pt x="13209" y="747"/>
                  <a:pt x="13725" y="814"/>
                </a:cubicBezTo>
                <a:cubicBezTo>
                  <a:pt x="14241" y="880"/>
                  <a:pt x="14644" y="972"/>
                  <a:pt x="14935" y="1091"/>
                </a:cubicBezTo>
                <a:cubicBezTo>
                  <a:pt x="15226" y="1210"/>
                  <a:pt x="15418" y="1369"/>
                  <a:pt x="15511" y="1568"/>
                </a:cubicBezTo>
                <a:cubicBezTo>
                  <a:pt x="15603" y="1766"/>
                  <a:pt x="15623" y="1998"/>
                  <a:pt x="15570" y="2262"/>
                </a:cubicBezTo>
                <a:lnTo>
                  <a:pt x="14459" y="7898"/>
                </a:lnTo>
                <a:cubicBezTo>
                  <a:pt x="15094" y="6754"/>
                  <a:pt x="15828" y="5704"/>
                  <a:pt x="16662" y="4746"/>
                </a:cubicBezTo>
                <a:cubicBezTo>
                  <a:pt x="17495" y="3789"/>
                  <a:pt x="18381" y="2958"/>
                  <a:pt x="19321" y="2253"/>
                </a:cubicBezTo>
                <a:cubicBezTo>
                  <a:pt x="20260" y="1549"/>
                  <a:pt x="21232" y="998"/>
                  <a:pt x="22238" y="599"/>
                </a:cubicBezTo>
                <a:cubicBezTo>
                  <a:pt x="23243" y="200"/>
                  <a:pt x="24235" y="0"/>
                  <a:pt x="25214" y="0"/>
                </a:cubicBezTo>
                <a:cubicBezTo>
                  <a:pt x="25611" y="0"/>
                  <a:pt x="26014" y="26"/>
                  <a:pt x="26425" y="79"/>
                </a:cubicBezTo>
                <a:cubicBezTo>
                  <a:pt x="26835" y="132"/>
                  <a:pt x="27218" y="198"/>
                  <a:pt x="27575" y="278"/>
                </a:cubicBezTo>
                <a:cubicBezTo>
                  <a:pt x="27933" y="357"/>
                  <a:pt x="28250" y="456"/>
                  <a:pt x="28528" y="575"/>
                </a:cubicBezTo>
                <a:cubicBezTo>
                  <a:pt x="28806" y="695"/>
                  <a:pt x="29024" y="820"/>
                  <a:pt x="29183" y="952"/>
                </a:cubicBezTo>
                <a:cubicBezTo>
                  <a:pt x="29341" y="1111"/>
                  <a:pt x="29421" y="1363"/>
                  <a:pt x="29421" y="1707"/>
                </a:cubicBezTo>
                <a:close/>
                <a:moveTo>
                  <a:pt x="65401" y="10058"/>
                </a:moveTo>
                <a:cubicBezTo>
                  <a:pt x="65401" y="11966"/>
                  <a:pt x="64971" y="13683"/>
                  <a:pt x="64111" y="15207"/>
                </a:cubicBezTo>
                <a:cubicBezTo>
                  <a:pt x="63251" y="16731"/>
                  <a:pt x="61915" y="18043"/>
                  <a:pt x="60103" y="19144"/>
                </a:cubicBezTo>
                <a:cubicBezTo>
                  <a:pt x="58291" y="20243"/>
                  <a:pt x="55989" y="21085"/>
                  <a:pt x="53198" y="21668"/>
                </a:cubicBezTo>
                <a:cubicBezTo>
                  <a:pt x="50406" y="22250"/>
                  <a:pt x="47079" y="22542"/>
                  <a:pt x="43216" y="22542"/>
                </a:cubicBezTo>
                <a:lnTo>
                  <a:pt x="39565" y="22542"/>
                </a:lnTo>
                <a:cubicBezTo>
                  <a:pt x="39459" y="23150"/>
                  <a:pt x="39380" y="23752"/>
                  <a:pt x="39327" y="24348"/>
                </a:cubicBezTo>
                <a:cubicBezTo>
                  <a:pt x="39274" y="24943"/>
                  <a:pt x="39248" y="25492"/>
                  <a:pt x="39248" y="25995"/>
                </a:cubicBezTo>
                <a:cubicBezTo>
                  <a:pt x="39248" y="28138"/>
                  <a:pt x="39803" y="29752"/>
                  <a:pt x="40915" y="30836"/>
                </a:cubicBezTo>
                <a:cubicBezTo>
                  <a:pt x="42026" y="31921"/>
                  <a:pt x="43812" y="32463"/>
                  <a:pt x="46272" y="32463"/>
                </a:cubicBezTo>
                <a:cubicBezTo>
                  <a:pt x="48019" y="32463"/>
                  <a:pt x="49586" y="32336"/>
                  <a:pt x="50975" y="32080"/>
                </a:cubicBezTo>
                <a:cubicBezTo>
                  <a:pt x="52364" y="31825"/>
                  <a:pt x="53581" y="31542"/>
                  <a:pt x="54626" y="31233"/>
                </a:cubicBezTo>
                <a:cubicBezTo>
                  <a:pt x="55671" y="30924"/>
                  <a:pt x="56538" y="30642"/>
                  <a:pt x="57226" y="30386"/>
                </a:cubicBezTo>
                <a:cubicBezTo>
                  <a:pt x="57914" y="30131"/>
                  <a:pt x="58416" y="30003"/>
                  <a:pt x="58734" y="30003"/>
                </a:cubicBezTo>
                <a:cubicBezTo>
                  <a:pt x="59051" y="30003"/>
                  <a:pt x="59276" y="30096"/>
                  <a:pt x="59409" y="30283"/>
                </a:cubicBezTo>
                <a:cubicBezTo>
                  <a:pt x="59541" y="30470"/>
                  <a:pt x="59607" y="30763"/>
                  <a:pt x="59607" y="31162"/>
                </a:cubicBezTo>
                <a:cubicBezTo>
                  <a:pt x="59607" y="31616"/>
                  <a:pt x="59567" y="32137"/>
                  <a:pt x="59488" y="32724"/>
                </a:cubicBezTo>
                <a:cubicBezTo>
                  <a:pt x="59409" y="33310"/>
                  <a:pt x="59296" y="33890"/>
                  <a:pt x="59151" y="34464"/>
                </a:cubicBezTo>
                <a:cubicBezTo>
                  <a:pt x="59005" y="35037"/>
                  <a:pt x="58820" y="35577"/>
                  <a:pt x="58595" y="36084"/>
                </a:cubicBezTo>
                <a:cubicBezTo>
                  <a:pt x="58370" y="36590"/>
                  <a:pt x="58112" y="36977"/>
                  <a:pt x="57821" y="37243"/>
                </a:cubicBezTo>
                <a:cubicBezTo>
                  <a:pt x="57504" y="37563"/>
                  <a:pt x="56921" y="37884"/>
                  <a:pt x="56075" y="38204"/>
                </a:cubicBezTo>
                <a:cubicBezTo>
                  <a:pt x="55228" y="38524"/>
                  <a:pt x="54210" y="38817"/>
                  <a:pt x="53019" y="39084"/>
                </a:cubicBezTo>
                <a:cubicBezTo>
                  <a:pt x="51828" y="39351"/>
                  <a:pt x="50492" y="39571"/>
                  <a:pt x="49011" y="39743"/>
                </a:cubicBezTo>
                <a:cubicBezTo>
                  <a:pt x="47529" y="39917"/>
                  <a:pt x="46021" y="40004"/>
                  <a:pt x="44486" y="40004"/>
                </a:cubicBezTo>
                <a:cubicBezTo>
                  <a:pt x="41946" y="40004"/>
                  <a:pt x="39731" y="39738"/>
                  <a:pt x="37839" y="39208"/>
                </a:cubicBezTo>
                <a:cubicBezTo>
                  <a:pt x="35947" y="38678"/>
                  <a:pt x="34366" y="37869"/>
                  <a:pt x="33096" y="36783"/>
                </a:cubicBezTo>
                <a:cubicBezTo>
                  <a:pt x="31826" y="35696"/>
                  <a:pt x="30874" y="34311"/>
                  <a:pt x="30239" y="32627"/>
                </a:cubicBezTo>
                <a:cubicBezTo>
                  <a:pt x="29604" y="30944"/>
                  <a:pt x="29287" y="28949"/>
                  <a:pt x="29287" y="26643"/>
                </a:cubicBezTo>
                <a:cubicBezTo>
                  <a:pt x="29287" y="24866"/>
                  <a:pt x="29452" y="22964"/>
                  <a:pt x="29783" y="20937"/>
                </a:cubicBezTo>
                <a:cubicBezTo>
                  <a:pt x="30113" y="18909"/>
                  <a:pt x="30649" y="16907"/>
                  <a:pt x="31390" y="14932"/>
                </a:cubicBezTo>
                <a:cubicBezTo>
                  <a:pt x="32131" y="12957"/>
                  <a:pt x="33083" y="11068"/>
                  <a:pt x="34247" y="9266"/>
                </a:cubicBezTo>
                <a:cubicBezTo>
                  <a:pt x="35411" y="7463"/>
                  <a:pt x="36820" y="5879"/>
                  <a:pt x="38474" y="4514"/>
                </a:cubicBezTo>
                <a:cubicBezTo>
                  <a:pt x="40128" y="3148"/>
                  <a:pt x="42039" y="2055"/>
                  <a:pt x="44209" y="1233"/>
                </a:cubicBezTo>
                <a:cubicBezTo>
                  <a:pt x="46378" y="411"/>
                  <a:pt x="48852" y="0"/>
                  <a:pt x="51630" y="0"/>
                </a:cubicBezTo>
                <a:cubicBezTo>
                  <a:pt x="54038" y="0"/>
                  <a:pt x="56108" y="285"/>
                  <a:pt x="57841" y="854"/>
                </a:cubicBezTo>
                <a:cubicBezTo>
                  <a:pt x="59574" y="1424"/>
                  <a:pt x="60996" y="2179"/>
                  <a:pt x="62107" y="3120"/>
                </a:cubicBezTo>
                <a:cubicBezTo>
                  <a:pt x="63218" y="4061"/>
                  <a:pt x="64045" y="5135"/>
                  <a:pt x="64588" y="6341"/>
                </a:cubicBezTo>
                <a:cubicBezTo>
                  <a:pt x="65130" y="7547"/>
                  <a:pt x="65401" y="8786"/>
                  <a:pt x="65401" y="10058"/>
                </a:cubicBezTo>
                <a:moveTo>
                  <a:pt x="55599" y="10818"/>
                </a:moveTo>
                <a:cubicBezTo>
                  <a:pt x="55599" y="9765"/>
                  <a:pt x="55182" y="8889"/>
                  <a:pt x="54348" y="8192"/>
                </a:cubicBezTo>
                <a:cubicBezTo>
                  <a:pt x="53515" y="7493"/>
                  <a:pt x="52305" y="7144"/>
                  <a:pt x="50717" y="7144"/>
                </a:cubicBezTo>
                <a:cubicBezTo>
                  <a:pt x="49394" y="7144"/>
                  <a:pt x="48210" y="7381"/>
                  <a:pt x="47165" y="7855"/>
                </a:cubicBezTo>
                <a:cubicBezTo>
                  <a:pt x="46120" y="8329"/>
                  <a:pt x="45201" y="8968"/>
                  <a:pt x="44407" y="9772"/>
                </a:cubicBezTo>
                <a:cubicBezTo>
                  <a:pt x="43613" y="10574"/>
                  <a:pt x="42932" y="11523"/>
                  <a:pt x="42363" y="12617"/>
                </a:cubicBezTo>
                <a:cubicBezTo>
                  <a:pt x="41794" y="13710"/>
                  <a:pt x="41338" y="14875"/>
                  <a:pt x="40994" y="16113"/>
                </a:cubicBezTo>
                <a:lnTo>
                  <a:pt x="44328" y="16113"/>
                </a:lnTo>
                <a:cubicBezTo>
                  <a:pt x="46444" y="16113"/>
                  <a:pt x="48217" y="15975"/>
                  <a:pt x="49646" y="15698"/>
                </a:cubicBezTo>
                <a:cubicBezTo>
                  <a:pt x="51074" y="15421"/>
                  <a:pt x="52225" y="15046"/>
                  <a:pt x="53098" y="14572"/>
                </a:cubicBezTo>
                <a:cubicBezTo>
                  <a:pt x="53971" y="14098"/>
                  <a:pt x="54606" y="13538"/>
                  <a:pt x="55003" y="12893"/>
                </a:cubicBezTo>
                <a:cubicBezTo>
                  <a:pt x="55400" y="12247"/>
                  <a:pt x="55599" y="11556"/>
                  <a:pt x="55599" y="10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f">
            <a:extLst xmlns:a="http://schemas.openxmlformats.org/drawingml/2006/main">
              <a:ext uri="{FF2B5EF4-FFF2-40B4-BE49-F238E27FC236}">
                <a16:creationId xmlns:a16="http://schemas.microsoft.com/office/drawing/2014/main" id="{6B26B23E-441D-44F3-A2F7-A0A067B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050" y="2061140"/>
            <a:ext cx="40242" cy="70086"/>
          </a:xfrm>
          <a:custGeom xmlns:a="http://schemas.openxmlformats.org/drawingml/2006/main">
            <a:pathLst>
              <a:path w="40242" h="70086">
                <a:moveTo>
                  <a:pt x="40242" y="2699"/>
                </a:moveTo>
                <a:cubicBezTo>
                  <a:pt x="40242" y="2857"/>
                  <a:pt x="40222" y="3115"/>
                  <a:pt x="40182" y="3473"/>
                </a:cubicBezTo>
                <a:cubicBezTo>
                  <a:pt x="40143" y="3830"/>
                  <a:pt x="40090" y="4233"/>
                  <a:pt x="40024" y="4683"/>
                </a:cubicBezTo>
                <a:cubicBezTo>
                  <a:pt x="39958" y="5133"/>
                  <a:pt x="39872" y="5596"/>
                  <a:pt x="39766" y="6072"/>
                </a:cubicBezTo>
                <a:cubicBezTo>
                  <a:pt x="39660" y="6548"/>
                  <a:pt x="39534" y="6991"/>
                  <a:pt x="39389" y="7402"/>
                </a:cubicBezTo>
                <a:cubicBezTo>
                  <a:pt x="39243" y="7812"/>
                  <a:pt x="39078" y="8142"/>
                  <a:pt x="38893" y="8394"/>
                </a:cubicBezTo>
                <a:cubicBezTo>
                  <a:pt x="38707" y="8645"/>
                  <a:pt x="38509" y="8771"/>
                  <a:pt x="38297" y="8771"/>
                </a:cubicBezTo>
                <a:cubicBezTo>
                  <a:pt x="38139" y="8771"/>
                  <a:pt x="37934" y="8731"/>
                  <a:pt x="37682" y="8652"/>
                </a:cubicBezTo>
                <a:cubicBezTo>
                  <a:pt x="37431" y="8572"/>
                  <a:pt x="37146" y="8486"/>
                  <a:pt x="36829" y="8394"/>
                </a:cubicBezTo>
                <a:cubicBezTo>
                  <a:pt x="36511" y="8301"/>
                  <a:pt x="36148" y="8215"/>
                  <a:pt x="35738" y="8136"/>
                </a:cubicBezTo>
                <a:cubicBezTo>
                  <a:pt x="35327" y="8056"/>
                  <a:pt x="34884" y="8017"/>
                  <a:pt x="34408" y="8017"/>
                </a:cubicBezTo>
                <a:cubicBezTo>
                  <a:pt x="33561" y="8017"/>
                  <a:pt x="32827" y="8136"/>
                  <a:pt x="32205" y="8374"/>
                </a:cubicBezTo>
                <a:cubicBezTo>
                  <a:pt x="31584" y="8612"/>
                  <a:pt x="31048" y="8989"/>
                  <a:pt x="30598" y="9505"/>
                </a:cubicBezTo>
                <a:cubicBezTo>
                  <a:pt x="30148" y="10021"/>
                  <a:pt x="29765" y="10689"/>
                  <a:pt x="29447" y="11509"/>
                </a:cubicBezTo>
                <a:cubicBezTo>
                  <a:pt x="29130" y="12329"/>
                  <a:pt x="28865" y="13308"/>
                  <a:pt x="28654" y="14446"/>
                </a:cubicBezTo>
                <a:lnTo>
                  <a:pt x="28058" y="17462"/>
                </a:lnTo>
                <a:lnTo>
                  <a:pt x="34487" y="17462"/>
                </a:lnTo>
                <a:cubicBezTo>
                  <a:pt x="34884" y="17462"/>
                  <a:pt x="35162" y="17588"/>
                  <a:pt x="35321" y="17839"/>
                </a:cubicBezTo>
                <a:cubicBezTo>
                  <a:pt x="35480" y="18090"/>
                  <a:pt x="35559" y="18494"/>
                  <a:pt x="35559" y="19049"/>
                </a:cubicBezTo>
                <a:cubicBezTo>
                  <a:pt x="35559" y="19314"/>
                  <a:pt x="35539" y="19658"/>
                  <a:pt x="35499" y="20081"/>
                </a:cubicBezTo>
                <a:cubicBezTo>
                  <a:pt x="35460" y="20505"/>
                  <a:pt x="35387" y="20961"/>
                  <a:pt x="35281" y="21450"/>
                </a:cubicBezTo>
                <a:cubicBezTo>
                  <a:pt x="35175" y="21940"/>
                  <a:pt x="35043" y="22423"/>
                  <a:pt x="34884" y="22899"/>
                </a:cubicBezTo>
                <a:cubicBezTo>
                  <a:pt x="34726" y="23375"/>
                  <a:pt x="34554" y="23812"/>
                  <a:pt x="34368" y="24209"/>
                </a:cubicBezTo>
                <a:cubicBezTo>
                  <a:pt x="34183" y="24606"/>
                  <a:pt x="33965" y="24930"/>
                  <a:pt x="33714" y="25181"/>
                </a:cubicBezTo>
                <a:cubicBezTo>
                  <a:pt x="33462" y="25432"/>
                  <a:pt x="33191" y="25558"/>
                  <a:pt x="32900" y="25558"/>
                </a:cubicBezTo>
                <a:lnTo>
                  <a:pt x="26391" y="25558"/>
                </a:lnTo>
                <a:lnTo>
                  <a:pt x="20161" y="56702"/>
                </a:lnTo>
                <a:cubicBezTo>
                  <a:pt x="19711" y="58900"/>
                  <a:pt x="19096" y="60832"/>
                  <a:pt x="18315" y="62500"/>
                </a:cubicBezTo>
                <a:cubicBezTo>
                  <a:pt x="17535" y="64168"/>
                  <a:pt x="16549" y="65565"/>
                  <a:pt x="15359" y="66690"/>
                </a:cubicBezTo>
                <a:cubicBezTo>
                  <a:pt x="14168" y="67816"/>
                  <a:pt x="12759" y="68663"/>
                  <a:pt x="11132" y="69232"/>
                </a:cubicBezTo>
                <a:cubicBezTo>
                  <a:pt x="9505" y="69801"/>
                  <a:pt x="7659" y="70086"/>
                  <a:pt x="5596" y="70086"/>
                </a:cubicBezTo>
                <a:cubicBezTo>
                  <a:pt x="4220" y="70086"/>
                  <a:pt x="3069" y="69980"/>
                  <a:pt x="2143" y="69769"/>
                </a:cubicBezTo>
                <a:cubicBezTo>
                  <a:pt x="1217" y="69557"/>
                  <a:pt x="622" y="69345"/>
                  <a:pt x="357" y="69134"/>
                </a:cubicBezTo>
                <a:cubicBezTo>
                  <a:pt x="225" y="68975"/>
                  <a:pt x="132" y="68803"/>
                  <a:pt x="79" y="68618"/>
                </a:cubicBezTo>
                <a:cubicBezTo>
                  <a:pt x="26" y="68433"/>
                  <a:pt x="0" y="68168"/>
                  <a:pt x="0" y="67824"/>
                </a:cubicBezTo>
                <a:cubicBezTo>
                  <a:pt x="0" y="67665"/>
                  <a:pt x="20" y="67401"/>
                  <a:pt x="60" y="67030"/>
                </a:cubicBezTo>
                <a:cubicBezTo>
                  <a:pt x="99" y="66660"/>
                  <a:pt x="159" y="66256"/>
                  <a:pt x="238" y="65820"/>
                </a:cubicBezTo>
                <a:cubicBezTo>
                  <a:pt x="317" y="65383"/>
                  <a:pt x="417" y="64927"/>
                  <a:pt x="536" y="64451"/>
                </a:cubicBezTo>
                <a:cubicBezTo>
                  <a:pt x="655" y="63974"/>
                  <a:pt x="787" y="63538"/>
                  <a:pt x="933" y="63141"/>
                </a:cubicBezTo>
                <a:cubicBezTo>
                  <a:pt x="1078" y="62744"/>
                  <a:pt x="1244" y="62420"/>
                  <a:pt x="1429" y="62169"/>
                </a:cubicBezTo>
                <a:cubicBezTo>
                  <a:pt x="1614" y="61917"/>
                  <a:pt x="1826" y="61792"/>
                  <a:pt x="2064" y="61792"/>
                </a:cubicBezTo>
                <a:cubicBezTo>
                  <a:pt x="2222" y="61792"/>
                  <a:pt x="2381" y="61805"/>
                  <a:pt x="2540" y="61831"/>
                </a:cubicBezTo>
                <a:cubicBezTo>
                  <a:pt x="2699" y="61858"/>
                  <a:pt x="2871" y="61891"/>
                  <a:pt x="3056" y="61931"/>
                </a:cubicBezTo>
                <a:cubicBezTo>
                  <a:pt x="3241" y="61970"/>
                  <a:pt x="3459" y="62003"/>
                  <a:pt x="3711" y="62030"/>
                </a:cubicBezTo>
                <a:cubicBezTo>
                  <a:pt x="3962" y="62056"/>
                  <a:pt x="4286" y="62069"/>
                  <a:pt x="4683" y="62069"/>
                </a:cubicBezTo>
                <a:cubicBezTo>
                  <a:pt x="5530" y="62069"/>
                  <a:pt x="6264" y="61943"/>
                  <a:pt x="6886" y="61691"/>
                </a:cubicBezTo>
                <a:cubicBezTo>
                  <a:pt x="7507" y="61440"/>
                  <a:pt x="8043" y="61049"/>
                  <a:pt x="8493" y="60519"/>
                </a:cubicBezTo>
                <a:cubicBezTo>
                  <a:pt x="8943" y="59989"/>
                  <a:pt x="9326" y="59307"/>
                  <a:pt x="9644" y="58472"/>
                </a:cubicBezTo>
                <a:cubicBezTo>
                  <a:pt x="9961" y="57637"/>
                  <a:pt x="10239" y="56623"/>
                  <a:pt x="10477" y="55431"/>
                </a:cubicBezTo>
                <a:lnTo>
                  <a:pt x="16470" y="25558"/>
                </a:lnTo>
                <a:lnTo>
                  <a:pt x="12025" y="25558"/>
                </a:lnTo>
                <a:cubicBezTo>
                  <a:pt x="11707" y="25558"/>
                  <a:pt x="11463" y="25446"/>
                  <a:pt x="11291" y="25221"/>
                </a:cubicBezTo>
                <a:cubicBezTo>
                  <a:pt x="11119" y="24996"/>
                  <a:pt x="11033" y="24566"/>
                  <a:pt x="11033" y="23931"/>
                </a:cubicBezTo>
                <a:cubicBezTo>
                  <a:pt x="11033" y="23666"/>
                  <a:pt x="11053" y="23322"/>
                  <a:pt x="11092" y="22899"/>
                </a:cubicBezTo>
                <a:cubicBezTo>
                  <a:pt x="11132" y="22476"/>
                  <a:pt x="11198" y="22026"/>
                  <a:pt x="11291" y="21550"/>
                </a:cubicBezTo>
                <a:cubicBezTo>
                  <a:pt x="11383" y="21073"/>
                  <a:pt x="11496" y="20591"/>
                  <a:pt x="11628" y="20101"/>
                </a:cubicBezTo>
                <a:cubicBezTo>
                  <a:pt x="11760" y="19612"/>
                  <a:pt x="11932" y="19175"/>
                  <a:pt x="12144" y="18791"/>
                </a:cubicBezTo>
                <a:cubicBezTo>
                  <a:pt x="12356" y="18408"/>
                  <a:pt x="12587" y="18090"/>
                  <a:pt x="12839" y="17839"/>
                </a:cubicBezTo>
                <a:cubicBezTo>
                  <a:pt x="13090" y="17588"/>
                  <a:pt x="13388" y="17462"/>
                  <a:pt x="13731" y="17462"/>
                </a:cubicBezTo>
                <a:lnTo>
                  <a:pt x="18097" y="17462"/>
                </a:lnTo>
                <a:lnTo>
                  <a:pt x="18851" y="13533"/>
                </a:lnTo>
                <a:cubicBezTo>
                  <a:pt x="19274" y="11311"/>
                  <a:pt x="19896" y="9353"/>
                  <a:pt x="20716" y="7659"/>
                </a:cubicBezTo>
                <a:cubicBezTo>
                  <a:pt x="21536" y="5966"/>
                  <a:pt x="22548" y="4551"/>
                  <a:pt x="23752" y="3413"/>
                </a:cubicBezTo>
                <a:cubicBezTo>
                  <a:pt x="24956" y="2275"/>
                  <a:pt x="26372" y="1422"/>
                  <a:pt x="27999" y="853"/>
                </a:cubicBezTo>
                <a:cubicBezTo>
                  <a:pt x="29626" y="284"/>
                  <a:pt x="31471" y="0"/>
                  <a:pt x="33535" y="0"/>
                </a:cubicBezTo>
                <a:cubicBezTo>
                  <a:pt x="34223" y="0"/>
                  <a:pt x="34911" y="33"/>
                  <a:pt x="35599" y="99"/>
                </a:cubicBezTo>
                <a:cubicBezTo>
                  <a:pt x="36287" y="165"/>
                  <a:pt x="36908" y="258"/>
                  <a:pt x="37464" y="377"/>
                </a:cubicBezTo>
                <a:cubicBezTo>
                  <a:pt x="38020" y="496"/>
                  <a:pt x="38509" y="635"/>
                  <a:pt x="38932" y="794"/>
                </a:cubicBezTo>
                <a:cubicBezTo>
                  <a:pt x="39356" y="952"/>
                  <a:pt x="39647" y="1111"/>
                  <a:pt x="39805" y="1270"/>
                </a:cubicBezTo>
                <a:cubicBezTo>
                  <a:pt x="39964" y="1402"/>
                  <a:pt x="40077" y="1587"/>
                  <a:pt x="40143" y="1826"/>
                </a:cubicBezTo>
                <a:cubicBezTo>
                  <a:pt x="40209" y="2064"/>
                  <a:pt x="40242" y="2355"/>
                  <a:pt x="40242" y="26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ine">
            <a:extLst xmlns:a="http://schemas.openxmlformats.org/drawingml/2006/main">
              <a:ext uri="{FF2B5EF4-FFF2-40B4-BE49-F238E27FC236}">
                <a16:creationId xmlns:a16="http://schemas.microsoft.com/office/drawing/2014/main" id="{38EA037B-6AD9-4E1E-ABE9-B9FF590A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507" y="2062807"/>
            <a:ext cx="100139" cy="54847"/>
          </a:xfrm>
          <a:custGeom xmlns:a="http://schemas.openxmlformats.org/drawingml/2006/main">
            <a:pathLst>
              <a:path w="100139" h="54847">
                <a:moveTo>
                  <a:pt x="20253" y="5239"/>
                </a:moveTo>
                <a:cubicBezTo>
                  <a:pt x="20068" y="6218"/>
                  <a:pt x="19817" y="7044"/>
                  <a:pt x="19499" y="7719"/>
                </a:cubicBezTo>
                <a:cubicBezTo>
                  <a:pt x="19182" y="8394"/>
                  <a:pt x="18758" y="8936"/>
                  <a:pt x="18229" y="9346"/>
                </a:cubicBezTo>
                <a:cubicBezTo>
                  <a:pt x="17700" y="9756"/>
                  <a:pt x="17052" y="10047"/>
                  <a:pt x="16285" y="10219"/>
                </a:cubicBezTo>
                <a:cubicBezTo>
                  <a:pt x="15517" y="10391"/>
                  <a:pt x="14565" y="10477"/>
                  <a:pt x="13427" y="10477"/>
                </a:cubicBezTo>
                <a:cubicBezTo>
                  <a:pt x="12316" y="10477"/>
                  <a:pt x="11410" y="10391"/>
                  <a:pt x="10709" y="10219"/>
                </a:cubicBezTo>
                <a:cubicBezTo>
                  <a:pt x="10008" y="10047"/>
                  <a:pt x="9478" y="9756"/>
                  <a:pt x="9121" y="9346"/>
                </a:cubicBezTo>
                <a:cubicBezTo>
                  <a:pt x="8764" y="8936"/>
                  <a:pt x="8559" y="8394"/>
                  <a:pt x="8506" y="7719"/>
                </a:cubicBezTo>
                <a:cubicBezTo>
                  <a:pt x="8453" y="7044"/>
                  <a:pt x="8533" y="6218"/>
                  <a:pt x="8744" y="5239"/>
                </a:cubicBezTo>
                <a:cubicBezTo>
                  <a:pt x="8929" y="4286"/>
                  <a:pt x="9181" y="3479"/>
                  <a:pt x="9498" y="2818"/>
                </a:cubicBezTo>
                <a:cubicBezTo>
                  <a:pt x="9816" y="2156"/>
                  <a:pt x="10239" y="1614"/>
                  <a:pt x="10768" y="1191"/>
                </a:cubicBezTo>
                <a:cubicBezTo>
                  <a:pt x="11297" y="767"/>
                  <a:pt x="11946" y="463"/>
                  <a:pt x="12713" y="278"/>
                </a:cubicBezTo>
                <a:cubicBezTo>
                  <a:pt x="13480" y="93"/>
                  <a:pt x="14433" y="0"/>
                  <a:pt x="15570" y="0"/>
                </a:cubicBezTo>
                <a:cubicBezTo>
                  <a:pt x="16682" y="0"/>
                  <a:pt x="17588" y="93"/>
                  <a:pt x="18289" y="278"/>
                </a:cubicBezTo>
                <a:cubicBezTo>
                  <a:pt x="18990" y="463"/>
                  <a:pt x="19519" y="767"/>
                  <a:pt x="19876" y="1191"/>
                </a:cubicBezTo>
                <a:cubicBezTo>
                  <a:pt x="20233" y="1614"/>
                  <a:pt x="20432" y="2156"/>
                  <a:pt x="20472" y="2818"/>
                </a:cubicBezTo>
                <a:cubicBezTo>
                  <a:pt x="20511" y="3479"/>
                  <a:pt x="20438" y="4286"/>
                  <a:pt x="20253" y="5239"/>
                </a:cubicBezTo>
                <a:moveTo>
                  <a:pt x="10014" y="52545"/>
                </a:moveTo>
                <a:cubicBezTo>
                  <a:pt x="9961" y="52809"/>
                  <a:pt x="9836" y="53041"/>
                  <a:pt x="9637" y="53239"/>
                </a:cubicBezTo>
                <a:cubicBezTo>
                  <a:pt x="9439" y="53438"/>
                  <a:pt x="9134" y="53603"/>
                  <a:pt x="8724" y="53735"/>
                </a:cubicBezTo>
                <a:cubicBezTo>
                  <a:pt x="8314" y="53868"/>
                  <a:pt x="7779" y="53967"/>
                  <a:pt x="7117" y="54033"/>
                </a:cubicBezTo>
                <a:cubicBezTo>
                  <a:pt x="6456" y="54099"/>
                  <a:pt x="5649" y="54132"/>
                  <a:pt x="4696" y="54132"/>
                </a:cubicBezTo>
                <a:cubicBezTo>
                  <a:pt x="3717" y="54132"/>
                  <a:pt x="2917" y="54099"/>
                  <a:pt x="2295" y="54033"/>
                </a:cubicBezTo>
                <a:cubicBezTo>
                  <a:pt x="1673" y="53967"/>
                  <a:pt x="1184" y="53868"/>
                  <a:pt x="827" y="53735"/>
                </a:cubicBezTo>
                <a:cubicBezTo>
                  <a:pt x="470" y="53603"/>
                  <a:pt x="238" y="53438"/>
                  <a:pt x="132" y="53239"/>
                </a:cubicBezTo>
                <a:cubicBezTo>
                  <a:pt x="26" y="53041"/>
                  <a:pt x="0" y="52809"/>
                  <a:pt x="53" y="52545"/>
                </a:cubicBezTo>
                <a:lnTo>
                  <a:pt x="7077" y="17224"/>
                </a:lnTo>
                <a:cubicBezTo>
                  <a:pt x="7130" y="16959"/>
                  <a:pt x="7256" y="16728"/>
                  <a:pt x="7454" y="16529"/>
                </a:cubicBezTo>
                <a:cubicBezTo>
                  <a:pt x="7653" y="16331"/>
                  <a:pt x="7957" y="16159"/>
                  <a:pt x="8367" y="16013"/>
                </a:cubicBezTo>
                <a:cubicBezTo>
                  <a:pt x="8777" y="15868"/>
                  <a:pt x="9306" y="15755"/>
                  <a:pt x="9955" y="15676"/>
                </a:cubicBezTo>
                <a:cubicBezTo>
                  <a:pt x="10603" y="15597"/>
                  <a:pt x="11416" y="15557"/>
                  <a:pt x="12395" y="15557"/>
                </a:cubicBezTo>
                <a:cubicBezTo>
                  <a:pt x="13374" y="15557"/>
                  <a:pt x="14175" y="15597"/>
                  <a:pt x="14796" y="15676"/>
                </a:cubicBezTo>
                <a:cubicBezTo>
                  <a:pt x="15418" y="15755"/>
                  <a:pt x="15908" y="15868"/>
                  <a:pt x="16265" y="16013"/>
                </a:cubicBezTo>
                <a:cubicBezTo>
                  <a:pt x="16622" y="16159"/>
                  <a:pt x="16853" y="16331"/>
                  <a:pt x="16959" y="16529"/>
                </a:cubicBezTo>
                <a:cubicBezTo>
                  <a:pt x="17065" y="16728"/>
                  <a:pt x="17092" y="16959"/>
                  <a:pt x="17039" y="17224"/>
                </a:cubicBezTo>
                <a:lnTo>
                  <a:pt x="10014" y="52545"/>
                </a:lnTo>
                <a:close/>
                <a:moveTo>
                  <a:pt x="58261" y="25014"/>
                </a:moveTo>
                <a:cubicBezTo>
                  <a:pt x="58261" y="25940"/>
                  <a:pt x="58202" y="26867"/>
                  <a:pt x="58083" y="27794"/>
                </a:cubicBezTo>
                <a:cubicBezTo>
                  <a:pt x="57964" y="28721"/>
                  <a:pt x="57811" y="29674"/>
                  <a:pt x="57626" y="30654"/>
                </a:cubicBezTo>
                <a:lnTo>
                  <a:pt x="53221" y="52545"/>
                </a:lnTo>
                <a:cubicBezTo>
                  <a:pt x="53168" y="52809"/>
                  <a:pt x="53042" y="53041"/>
                  <a:pt x="52844" y="53239"/>
                </a:cubicBezTo>
                <a:cubicBezTo>
                  <a:pt x="52646" y="53438"/>
                  <a:pt x="52341" y="53603"/>
                  <a:pt x="51931" y="53735"/>
                </a:cubicBezTo>
                <a:cubicBezTo>
                  <a:pt x="51521" y="53868"/>
                  <a:pt x="50992" y="53967"/>
                  <a:pt x="50344" y="54033"/>
                </a:cubicBezTo>
                <a:cubicBezTo>
                  <a:pt x="49696" y="54099"/>
                  <a:pt x="48882" y="54132"/>
                  <a:pt x="47903" y="54132"/>
                </a:cubicBezTo>
                <a:cubicBezTo>
                  <a:pt x="46924" y="54132"/>
                  <a:pt x="46124" y="54099"/>
                  <a:pt x="45502" y="54033"/>
                </a:cubicBezTo>
                <a:cubicBezTo>
                  <a:pt x="44880" y="53967"/>
                  <a:pt x="44397" y="53868"/>
                  <a:pt x="44054" y="53735"/>
                </a:cubicBezTo>
                <a:cubicBezTo>
                  <a:pt x="43710" y="53603"/>
                  <a:pt x="43478" y="53438"/>
                  <a:pt x="43359" y="53239"/>
                </a:cubicBezTo>
                <a:cubicBezTo>
                  <a:pt x="43240" y="53041"/>
                  <a:pt x="43207" y="52809"/>
                  <a:pt x="43260" y="52545"/>
                </a:cubicBezTo>
                <a:lnTo>
                  <a:pt x="47546" y="31313"/>
                </a:lnTo>
                <a:cubicBezTo>
                  <a:pt x="47678" y="30674"/>
                  <a:pt x="47777" y="30023"/>
                  <a:pt x="47844" y="29358"/>
                </a:cubicBezTo>
                <a:cubicBezTo>
                  <a:pt x="47910" y="28693"/>
                  <a:pt x="47943" y="28108"/>
                  <a:pt x="47943" y="27603"/>
                </a:cubicBezTo>
                <a:cubicBezTo>
                  <a:pt x="47943" y="26406"/>
                  <a:pt x="47691" y="25422"/>
                  <a:pt x="47189" y="24651"/>
                </a:cubicBezTo>
                <a:cubicBezTo>
                  <a:pt x="46686" y="23880"/>
                  <a:pt x="45839" y="23494"/>
                  <a:pt x="44649" y="23494"/>
                </a:cubicBezTo>
                <a:cubicBezTo>
                  <a:pt x="43564" y="23494"/>
                  <a:pt x="42433" y="23840"/>
                  <a:pt x="41256" y="24530"/>
                </a:cubicBezTo>
                <a:cubicBezTo>
                  <a:pt x="40078" y="25219"/>
                  <a:pt x="38967" y="26155"/>
                  <a:pt x="37922" y="27336"/>
                </a:cubicBezTo>
                <a:cubicBezTo>
                  <a:pt x="36877" y="28517"/>
                  <a:pt x="35944" y="29897"/>
                  <a:pt x="35124" y="31476"/>
                </a:cubicBezTo>
                <a:cubicBezTo>
                  <a:pt x="34304" y="33055"/>
                  <a:pt x="33722" y="34733"/>
                  <a:pt x="33378" y="36511"/>
                </a:cubicBezTo>
                <a:lnTo>
                  <a:pt x="30163" y="52545"/>
                </a:lnTo>
                <a:cubicBezTo>
                  <a:pt x="30110" y="52809"/>
                  <a:pt x="29985" y="53041"/>
                  <a:pt x="29786" y="53239"/>
                </a:cubicBezTo>
                <a:cubicBezTo>
                  <a:pt x="29588" y="53438"/>
                  <a:pt x="29284" y="53603"/>
                  <a:pt x="28873" y="53735"/>
                </a:cubicBezTo>
                <a:cubicBezTo>
                  <a:pt x="28463" y="53868"/>
                  <a:pt x="27928" y="53967"/>
                  <a:pt x="27266" y="54033"/>
                </a:cubicBezTo>
                <a:cubicBezTo>
                  <a:pt x="26605" y="54099"/>
                  <a:pt x="25798" y="54132"/>
                  <a:pt x="24845" y="54132"/>
                </a:cubicBezTo>
                <a:cubicBezTo>
                  <a:pt x="23866" y="54132"/>
                  <a:pt x="23066" y="54099"/>
                  <a:pt x="22444" y="54033"/>
                </a:cubicBezTo>
                <a:cubicBezTo>
                  <a:pt x="21823" y="53967"/>
                  <a:pt x="21333" y="53868"/>
                  <a:pt x="20976" y="53735"/>
                </a:cubicBezTo>
                <a:cubicBezTo>
                  <a:pt x="20619" y="53603"/>
                  <a:pt x="20387" y="53438"/>
                  <a:pt x="20281" y="53239"/>
                </a:cubicBezTo>
                <a:cubicBezTo>
                  <a:pt x="20176" y="53041"/>
                  <a:pt x="20149" y="52809"/>
                  <a:pt x="20202" y="52545"/>
                </a:cubicBezTo>
                <a:lnTo>
                  <a:pt x="27306" y="17105"/>
                </a:lnTo>
                <a:cubicBezTo>
                  <a:pt x="27359" y="16840"/>
                  <a:pt x="27471" y="16609"/>
                  <a:pt x="27643" y="16410"/>
                </a:cubicBezTo>
                <a:cubicBezTo>
                  <a:pt x="27815" y="16212"/>
                  <a:pt x="28080" y="16053"/>
                  <a:pt x="28437" y="15934"/>
                </a:cubicBezTo>
                <a:cubicBezTo>
                  <a:pt x="28794" y="15815"/>
                  <a:pt x="29257" y="15722"/>
                  <a:pt x="29826" y="15656"/>
                </a:cubicBezTo>
                <a:cubicBezTo>
                  <a:pt x="30395" y="15590"/>
                  <a:pt x="31076" y="15557"/>
                  <a:pt x="31870" y="15557"/>
                </a:cubicBezTo>
                <a:cubicBezTo>
                  <a:pt x="32690" y="15557"/>
                  <a:pt x="33358" y="15590"/>
                  <a:pt x="33874" y="15656"/>
                </a:cubicBezTo>
                <a:cubicBezTo>
                  <a:pt x="34390" y="15722"/>
                  <a:pt x="34793" y="15815"/>
                  <a:pt x="35084" y="15934"/>
                </a:cubicBezTo>
                <a:cubicBezTo>
                  <a:pt x="35375" y="16053"/>
                  <a:pt x="35567" y="16212"/>
                  <a:pt x="35660" y="16410"/>
                </a:cubicBezTo>
                <a:cubicBezTo>
                  <a:pt x="35752" y="16609"/>
                  <a:pt x="35772" y="16840"/>
                  <a:pt x="35719" y="17105"/>
                </a:cubicBezTo>
                <a:lnTo>
                  <a:pt x="34568" y="22939"/>
                </a:lnTo>
                <a:cubicBezTo>
                  <a:pt x="35124" y="22008"/>
                  <a:pt x="35865" y="21057"/>
                  <a:pt x="36791" y="20088"/>
                </a:cubicBezTo>
                <a:cubicBezTo>
                  <a:pt x="37717" y="19117"/>
                  <a:pt x="38782" y="18246"/>
                  <a:pt x="39986" y="17476"/>
                </a:cubicBezTo>
                <a:cubicBezTo>
                  <a:pt x="41189" y="16704"/>
                  <a:pt x="42499" y="16073"/>
                  <a:pt x="43915" y="15581"/>
                </a:cubicBezTo>
                <a:cubicBezTo>
                  <a:pt x="45330" y="15089"/>
                  <a:pt x="46805" y="14843"/>
                  <a:pt x="48340" y="14843"/>
                </a:cubicBezTo>
                <a:cubicBezTo>
                  <a:pt x="50192" y="14843"/>
                  <a:pt x="51746" y="15114"/>
                  <a:pt x="53003" y="15658"/>
                </a:cubicBezTo>
                <a:cubicBezTo>
                  <a:pt x="54260" y="16200"/>
                  <a:pt x="55278" y="16935"/>
                  <a:pt x="56059" y="17863"/>
                </a:cubicBezTo>
                <a:cubicBezTo>
                  <a:pt x="56839" y="18789"/>
                  <a:pt x="57401" y="19869"/>
                  <a:pt x="57745" y="21101"/>
                </a:cubicBezTo>
                <a:cubicBezTo>
                  <a:pt x="58089" y="22332"/>
                  <a:pt x="58261" y="23636"/>
                  <a:pt x="58261" y="25014"/>
                </a:cubicBezTo>
                <a:close/>
                <a:moveTo>
                  <a:pt x="100139" y="24901"/>
                </a:moveTo>
                <a:cubicBezTo>
                  <a:pt x="100139" y="26809"/>
                  <a:pt x="99709" y="28525"/>
                  <a:pt x="98850" y="30050"/>
                </a:cubicBezTo>
                <a:cubicBezTo>
                  <a:pt x="97990" y="31574"/>
                  <a:pt x="96654" y="32886"/>
                  <a:pt x="94841" y="33986"/>
                </a:cubicBezTo>
                <a:cubicBezTo>
                  <a:pt x="93029" y="35086"/>
                  <a:pt x="90727" y="35927"/>
                  <a:pt x="87936" y="36510"/>
                </a:cubicBezTo>
                <a:cubicBezTo>
                  <a:pt x="85145" y="37093"/>
                  <a:pt x="81818" y="37385"/>
                  <a:pt x="77955" y="37385"/>
                </a:cubicBezTo>
                <a:lnTo>
                  <a:pt x="74304" y="37385"/>
                </a:lnTo>
                <a:cubicBezTo>
                  <a:pt x="74198" y="37993"/>
                  <a:pt x="74118" y="38595"/>
                  <a:pt x="74065" y="39190"/>
                </a:cubicBezTo>
                <a:cubicBezTo>
                  <a:pt x="74013" y="39786"/>
                  <a:pt x="73986" y="40335"/>
                  <a:pt x="73986" y="40837"/>
                </a:cubicBezTo>
                <a:cubicBezTo>
                  <a:pt x="73986" y="42980"/>
                  <a:pt x="74542" y="44594"/>
                  <a:pt x="75653" y="45679"/>
                </a:cubicBezTo>
                <a:cubicBezTo>
                  <a:pt x="76764" y="46764"/>
                  <a:pt x="78550" y="47306"/>
                  <a:pt x="81011" y="47306"/>
                </a:cubicBezTo>
                <a:cubicBezTo>
                  <a:pt x="82757" y="47306"/>
                  <a:pt x="84324" y="47178"/>
                  <a:pt x="85713" y="46923"/>
                </a:cubicBezTo>
                <a:cubicBezTo>
                  <a:pt x="87102" y="46667"/>
                  <a:pt x="88319" y="46385"/>
                  <a:pt x="89365" y="46076"/>
                </a:cubicBezTo>
                <a:cubicBezTo>
                  <a:pt x="90410" y="45767"/>
                  <a:pt x="91276" y="45484"/>
                  <a:pt x="91964" y="45229"/>
                </a:cubicBezTo>
                <a:cubicBezTo>
                  <a:pt x="92652" y="44973"/>
                  <a:pt x="93155" y="44846"/>
                  <a:pt x="93472" y="44846"/>
                </a:cubicBezTo>
                <a:cubicBezTo>
                  <a:pt x="93790" y="44846"/>
                  <a:pt x="94014" y="44939"/>
                  <a:pt x="94147" y="45126"/>
                </a:cubicBezTo>
                <a:cubicBezTo>
                  <a:pt x="94279" y="45313"/>
                  <a:pt x="94345" y="45606"/>
                  <a:pt x="94345" y="46005"/>
                </a:cubicBezTo>
                <a:cubicBezTo>
                  <a:pt x="94345" y="46459"/>
                  <a:pt x="94306" y="46980"/>
                  <a:pt x="94226" y="47567"/>
                </a:cubicBezTo>
                <a:cubicBezTo>
                  <a:pt x="94147" y="48153"/>
                  <a:pt x="94034" y="48733"/>
                  <a:pt x="93889" y="49307"/>
                </a:cubicBezTo>
                <a:cubicBezTo>
                  <a:pt x="93743" y="49880"/>
                  <a:pt x="93558" y="50419"/>
                  <a:pt x="93333" y="50926"/>
                </a:cubicBezTo>
                <a:cubicBezTo>
                  <a:pt x="93108" y="51433"/>
                  <a:pt x="92850" y="51820"/>
                  <a:pt x="92559" y="52086"/>
                </a:cubicBezTo>
                <a:cubicBezTo>
                  <a:pt x="92242" y="52406"/>
                  <a:pt x="91660" y="52726"/>
                  <a:pt x="90813" y="53047"/>
                </a:cubicBezTo>
                <a:cubicBezTo>
                  <a:pt x="89966" y="53367"/>
                  <a:pt x="88948" y="53660"/>
                  <a:pt x="87757" y="53926"/>
                </a:cubicBezTo>
                <a:cubicBezTo>
                  <a:pt x="86567" y="54193"/>
                  <a:pt x="85231" y="54413"/>
                  <a:pt x="83749" y="54586"/>
                </a:cubicBezTo>
                <a:cubicBezTo>
                  <a:pt x="82267" y="54760"/>
                  <a:pt x="80759" y="54847"/>
                  <a:pt x="79225" y="54847"/>
                </a:cubicBezTo>
                <a:cubicBezTo>
                  <a:pt x="76685" y="54847"/>
                  <a:pt x="74469" y="54581"/>
                  <a:pt x="72577" y="54050"/>
                </a:cubicBezTo>
                <a:cubicBezTo>
                  <a:pt x="70685" y="53520"/>
                  <a:pt x="69105" y="52712"/>
                  <a:pt x="67835" y="51626"/>
                </a:cubicBezTo>
                <a:cubicBezTo>
                  <a:pt x="66565" y="50539"/>
                  <a:pt x="65612" y="49153"/>
                  <a:pt x="64977" y="47470"/>
                </a:cubicBezTo>
                <a:cubicBezTo>
                  <a:pt x="64342" y="45787"/>
                  <a:pt x="64025" y="43792"/>
                  <a:pt x="64025" y="41486"/>
                </a:cubicBezTo>
                <a:cubicBezTo>
                  <a:pt x="64025" y="39709"/>
                  <a:pt x="64190" y="37807"/>
                  <a:pt x="64521" y="35780"/>
                </a:cubicBezTo>
                <a:cubicBezTo>
                  <a:pt x="64852" y="33752"/>
                  <a:pt x="65387" y="31750"/>
                  <a:pt x="66128" y="29775"/>
                </a:cubicBezTo>
                <a:cubicBezTo>
                  <a:pt x="66869" y="27799"/>
                  <a:pt x="67821" y="25911"/>
                  <a:pt x="68986" y="24108"/>
                </a:cubicBezTo>
                <a:cubicBezTo>
                  <a:pt x="70150" y="22306"/>
                  <a:pt x="71559" y="20722"/>
                  <a:pt x="73212" y="19357"/>
                </a:cubicBezTo>
                <a:cubicBezTo>
                  <a:pt x="74866" y="17991"/>
                  <a:pt x="76777" y="16897"/>
                  <a:pt x="78947" y="16075"/>
                </a:cubicBezTo>
                <a:cubicBezTo>
                  <a:pt x="81116" y="15254"/>
                  <a:pt x="83590" y="14843"/>
                  <a:pt x="86368" y="14843"/>
                </a:cubicBezTo>
                <a:cubicBezTo>
                  <a:pt x="88776" y="14843"/>
                  <a:pt x="90846" y="15128"/>
                  <a:pt x="92579" y="15697"/>
                </a:cubicBezTo>
                <a:cubicBezTo>
                  <a:pt x="94312" y="16267"/>
                  <a:pt x="95734" y="17022"/>
                  <a:pt x="96845" y="17963"/>
                </a:cubicBezTo>
                <a:cubicBezTo>
                  <a:pt x="97957" y="18904"/>
                  <a:pt x="98783" y="19978"/>
                  <a:pt x="99326" y="21184"/>
                </a:cubicBezTo>
                <a:cubicBezTo>
                  <a:pt x="99868" y="22390"/>
                  <a:pt x="100139" y="23629"/>
                  <a:pt x="100139" y="24901"/>
                </a:cubicBezTo>
                <a:moveTo>
                  <a:pt x="90337" y="25661"/>
                </a:moveTo>
                <a:cubicBezTo>
                  <a:pt x="90337" y="24608"/>
                  <a:pt x="89920" y="23732"/>
                  <a:pt x="89087" y="23034"/>
                </a:cubicBezTo>
                <a:cubicBezTo>
                  <a:pt x="88253" y="22336"/>
                  <a:pt x="87043" y="21986"/>
                  <a:pt x="85455" y="21986"/>
                </a:cubicBezTo>
                <a:cubicBezTo>
                  <a:pt x="84133" y="21986"/>
                  <a:pt x="82949" y="22224"/>
                  <a:pt x="81904" y="22698"/>
                </a:cubicBezTo>
                <a:cubicBezTo>
                  <a:pt x="80858" y="23172"/>
                  <a:pt x="79939" y="23811"/>
                  <a:pt x="79145" y="24614"/>
                </a:cubicBezTo>
                <a:cubicBezTo>
                  <a:pt x="78352" y="25417"/>
                  <a:pt x="77670" y="26365"/>
                  <a:pt x="77101" y="27459"/>
                </a:cubicBezTo>
                <a:cubicBezTo>
                  <a:pt x="76533" y="28552"/>
                  <a:pt x="76076" y="29718"/>
                  <a:pt x="75732" y="30955"/>
                </a:cubicBezTo>
                <a:lnTo>
                  <a:pt x="79066" y="30955"/>
                </a:lnTo>
                <a:cubicBezTo>
                  <a:pt x="81183" y="30955"/>
                  <a:pt x="82955" y="30817"/>
                  <a:pt x="84384" y="30541"/>
                </a:cubicBezTo>
                <a:cubicBezTo>
                  <a:pt x="85813" y="30264"/>
                  <a:pt x="86964" y="29889"/>
                  <a:pt x="87837" y="29415"/>
                </a:cubicBezTo>
                <a:cubicBezTo>
                  <a:pt x="88710" y="28940"/>
                  <a:pt x="89345" y="28381"/>
                  <a:pt x="89742" y="27736"/>
                </a:cubicBezTo>
                <a:cubicBezTo>
                  <a:pt x="90138" y="27090"/>
                  <a:pt x="90337" y="26398"/>
                  <a:pt x="90337" y="256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F6E9D-4E63-450C-B971-FACD7491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18" y="283092"/>
            <a:ext cx="1611776" cy="789389"/>
          </a:xfrm>
          <a:custGeom xmlns:a="http://schemas.openxmlformats.org/drawingml/2006/main">
            <a:pathLst>
              <a:path w="1611776" h="789389">
                <a:moveTo>
                  <a:pt x="0" y="0"/>
                </a:moveTo>
                <a:lnTo>
                  <a:pt x="1611776" y="0"/>
                </a:lnTo>
                <a:lnTo>
                  <a:pt x="1611776" y="789389"/>
                </a:lnTo>
                <a:lnTo>
                  <a:pt x="0" y="7893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CBC11-E5BB-4406-B843-F41CAD1F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18" y="283092"/>
            <a:ext cx="1611776" cy="789389"/>
          </a:xfrm>
          <a:custGeom xmlns:a="http://schemas.openxmlformats.org/drawingml/2006/main">
            <a:pathLst>
              <a:path w="1611776" h="789389" fill="none">
                <a:moveTo>
                  <a:pt x="0" y="0"/>
                </a:moveTo>
                <a:lnTo>
                  <a:pt x="1611776" y="0"/>
                </a:lnTo>
                <a:lnTo>
                  <a:pt x="1611776" y="789389"/>
                </a:lnTo>
                <a:lnTo>
                  <a:pt x="0" y="7893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172C51"/>
            </a:solidFill>
            <a:miter/>
          </a:ln>
        </p:spPr>
      </p:sp>
      <p:sp>
        <p:nvSpPr>
          <p:cNvPr id="109" name="Text Youwillbegivendetailsaboutabug,including:">
            <a:extLst xmlns:a="http://schemas.openxmlformats.org/drawingml/2006/main">
              <a:ext uri="{FF2B5EF4-FFF2-40B4-BE49-F238E27FC236}">
                <a16:creationId xmlns:a16="http://schemas.microsoft.com/office/drawing/2014/main" id="{B96144B3-878B-4958-B1C1-3A01743A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622" y="357786"/>
            <a:ext cx="1547320" cy="69848"/>
          </a:xfrm>
          <a:custGeom xmlns:a="http://schemas.openxmlformats.org/drawingml/2006/main">
            <a:pathLst>
              <a:path w="1547320" h="69848">
                <a:moveTo>
                  <a:pt x="21993" y="35361"/>
                </a:moveTo>
                <a:lnTo>
                  <a:pt x="21993" y="54291"/>
                </a:lnTo>
                <a:cubicBezTo>
                  <a:pt x="21993" y="54503"/>
                  <a:pt x="21940" y="54688"/>
                  <a:pt x="21834" y="54847"/>
                </a:cubicBezTo>
                <a:cubicBezTo>
                  <a:pt x="21728" y="55005"/>
                  <a:pt x="21543" y="55131"/>
                  <a:pt x="21279" y="55224"/>
                </a:cubicBezTo>
                <a:cubicBezTo>
                  <a:pt x="21014" y="55316"/>
                  <a:pt x="20657" y="55396"/>
                  <a:pt x="20207" y="55462"/>
                </a:cubicBezTo>
                <a:cubicBezTo>
                  <a:pt x="19757" y="55528"/>
                  <a:pt x="19215" y="55561"/>
                  <a:pt x="18580" y="55561"/>
                </a:cubicBezTo>
                <a:cubicBezTo>
                  <a:pt x="17918" y="55561"/>
                  <a:pt x="17369" y="55528"/>
                  <a:pt x="16933" y="55462"/>
                </a:cubicBezTo>
                <a:cubicBezTo>
                  <a:pt x="16496" y="55396"/>
                  <a:pt x="16139" y="55316"/>
                  <a:pt x="15861" y="55224"/>
                </a:cubicBezTo>
                <a:cubicBezTo>
                  <a:pt x="15584" y="55131"/>
                  <a:pt x="15392" y="55005"/>
                  <a:pt x="15286" y="54847"/>
                </a:cubicBezTo>
                <a:cubicBezTo>
                  <a:pt x="15180" y="54688"/>
                  <a:pt x="15127" y="54503"/>
                  <a:pt x="15127" y="54291"/>
                </a:cubicBezTo>
                <a:lnTo>
                  <a:pt x="15127" y="35361"/>
                </a:lnTo>
                <a:lnTo>
                  <a:pt x="602" y="6390"/>
                </a:lnTo>
                <a:cubicBezTo>
                  <a:pt x="311" y="5781"/>
                  <a:pt x="132" y="5305"/>
                  <a:pt x="66" y="4961"/>
                </a:cubicBezTo>
                <a:cubicBezTo>
                  <a:pt x="0" y="4617"/>
                  <a:pt x="66" y="4352"/>
                  <a:pt x="265" y="4167"/>
                </a:cubicBezTo>
                <a:cubicBezTo>
                  <a:pt x="463" y="3982"/>
                  <a:pt x="820" y="3863"/>
                  <a:pt x="1336" y="3810"/>
                </a:cubicBezTo>
                <a:cubicBezTo>
                  <a:pt x="1852" y="3757"/>
                  <a:pt x="2547" y="3731"/>
                  <a:pt x="3420" y="3731"/>
                </a:cubicBezTo>
                <a:cubicBezTo>
                  <a:pt x="4213" y="3731"/>
                  <a:pt x="4855" y="3757"/>
                  <a:pt x="5344" y="3810"/>
                </a:cubicBezTo>
                <a:cubicBezTo>
                  <a:pt x="5834" y="3863"/>
                  <a:pt x="6224" y="3936"/>
                  <a:pt x="6515" y="4028"/>
                </a:cubicBezTo>
                <a:cubicBezTo>
                  <a:pt x="6806" y="4121"/>
                  <a:pt x="7024" y="4253"/>
                  <a:pt x="7170" y="4425"/>
                </a:cubicBezTo>
                <a:cubicBezTo>
                  <a:pt x="7316" y="4597"/>
                  <a:pt x="7454" y="4815"/>
                  <a:pt x="7587" y="5080"/>
                </a:cubicBezTo>
                <a:lnTo>
                  <a:pt x="14691" y="19843"/>
                </a:lnTo>
                <a:cubicBezTo>
                  <a:pt x="15352" y="21245"/>
                  <a:pt x="16013" y="22714"/>
                  <a:pt x="16675" y="24248"/>
                </a:cubicBezTo>
                <a:cubicBezTo>
                  <a:pt x="17336" y="25783"/>
                  <a:pt x="18011" y="27331"/>
                  <a:pt x="18699" y="28892"/>
                </a:cubicBezTo>
                <a:lnTo>
                  <a:pt x="18778" y="28892"/>
                </a:lnTo>
                <a:cubicBezTo>
                  <a:pt x="19387" y="27384"/>
                  <a:pt x="20015" y="25882"/>
                  <a:pt x="20663" y="24387"/>
                </a:cubicBezTo>
                <a:cubicBezTo>
                  <a:pt x="21312" y="22892"/>
                  <a:pt x="21966" y="21417"/>
                  <a:pt x="22628" y="19962"/>
                </a:cubicBezTo>
                <a:lnTo>
                  <a:pt x="29771" y="5120"/>
                </a:lnTo>
                <a:cubicBezTo>
                  <a:pt x="29851" y="4855"/>
                  <a:pt x="29963" y="4630"/>
                  <a:pt x="30109" y="4445"/>
                </a:cubicBezTo>
                <a:cubicBezTo>
                  <a:pt x="30254" y="4260"/>
                  <a:pt x="30453" y="4121"/>
                  <a:pt x="30704" y="4028"/>
                </a:cubicBezTo>
                <a:cubicBezTo>
                  <a:pt x="30955" y="3936"/>
                  <a:pt x="31306" y="3863"/>
                  <a:pt x="31756" y="3810"/>
                </a:cubicBezTo>
                <a:cubicBezTo>
                  <a:pt x="32205" y="3757"/>
                  <a:pt x="32774" y="3731"/>
                  <a:pt x="33462" y="3731"/>
                </a:cubicBezTo>
                <a:cubicBezTo>
                  <a:pt x="34415" y="3731"/>
                  <a:pt x="35162" y="3764"/>
                  <a:pt x="35705" y="3830"/>
                </a:cubicBezTo>
                <a:cubicBezTo>
                  <a:pt x="36247" y="3896"/>
                  <a:pt x="36624" y="4022"/>
                  <a:pt x="36836" y="4207"/>
                </a:cubicBezTo>
                <a:cubicBezTo>
                  <a:pt x="37047" y="4392"/>
                  <a:pt x="37120" y="4657"/>
                  <a:pt x="37054" y="5000"/>
                </a:cubicBezTo>
                <a:cubicBezTo>
                  <a:pt x="36988" y="5344"/>
                  <a:pt x="36809" y="5807"/>
                  <a:pt x="36518" y="6390"/>
                </a:cubicBezTo>
                <a:lnTo>
                  <a:pt x="21993" y="35361"/>
                </a:lnTo>
                <a:close/>
                <a:moveTo>
                  <a:pt x="71415" y="36095"/>
                </a:moveTo>
                <a:cubicBezTo>
                  <a:pt x="71415" y="39008"/>
                  <a:pt x="71031" y="41689"/>
                  <a:pt x="70264" y="44139"/>
                </a:cubicBezTo>
                <a:cubicBezTo>
                  <a:pt x="69496" y="46588"/>
                  <a:pt x="68352" y="48701"/>
                  <a:pt x="66831" y="50476"/>
                </a:cubicBezTo>
                <a:cubicBezTo>
                  <a:pt x="65310" y="52250"/>
                  <a:pt x="63405" y="53634"/>
                  <a:pt x="61116" y="54627"/>
                </a:cubicBezTo>
                <a:cubicBezTo>
                  <a:pt x="58827" y="55620"/>
                  <a:pt x="56175" y="56117"/>
                  <a:pt x="53159" y="56117"/>
                </a:cubicBezTo>
                <a:cubicBezTo>
                  <a:pt x="50222" y="56117"/>
                  <a:pt x="47662" y="55680"/>
                  <a:pt x="45480" y="54806"/>
                </a:cubicBezTo>
                <a:cubicBezTo>
                  <a:pt x="43297" y="53932"/>
                  <a:pt x="41478" y="52661"/>
                  <a:pt x="40023" y="50992"/>
                </a:cubicBezTo>
                <a:cubicBezTo>
                  <a:pt x="38567" y="49324"/>
                  <a:pt x="37483" y="47297"/>
                  <a:pt x="36768" y="44914"/>
                </a:cubicBezTo>
                <a:cubicBezTo>
                  <a:pt x="36054" y="42530"/>
                  <a:pt x="35697" y="39829"/>
                  <a:pt x="35697" y="36809"/>
                </a:cubicBezTo>
                <a:cubicBezTo>
                  <a:pt x="35697" y="33896"/>
                  <a:pt x="36074" y="31215"/>
                  <a:pt x="36828" y="28765"/>
                </a:cubicBezTo>
                <a:cubicBezTo>
                  <a:pt x="37582" y="26315"/>
                  <a:pt x="38720" y="24203"/>
                  <a:pt x="40241" y="22429"/>
                </a:cubicBezTo>
                <a:cubicBezTo>
                  <a:pt x="41762" y="20654"/>
                  <a:pt x="43661" y="19276"/>
                  <a:pt x="45936" y="18297"/>
                </a:cubicBezTo>
                <a:cubicBezTo>
                  <a:pt x="48211" y="17317"/>
                  <a:pt x="50870" y="16827"/>
                  <a:pt x="53913" y="16827"/>
                </a:cubicBezTo>
                <a:cubicBezTo>
                  <a:pt x="56850" y="16827"/>
                  <a:pt x="59409" y="17264"/>
                  <a:pt x="61592" y="18138"/>
                </a:cubicBezTo>
                <a:cubicBezTo>
                  <a:pt x="63775" y="19012"/>
                  <a:pt x="65594" y="20283"/>
                  <a:pt x="67049" y="21952"/>
                </a:cubicBezTo>
                <a:cubicBezTo>
                  <a:pt x="68504" y="23620"/>
                  <a:pt x="69596" y="25646"/>
                  <a:pt x="70323" y="28030"/>
                </a:cubicBezTo>
                <a:cubicBezTo>
                  <a:pt x="71051" y="30413"/>
                  <a:pt x="71415" y="33102"/>
                  <a:pt x="71415" y="36095"/>
                </a:cubicBezTo>
                <a:moveTo>
                  <a:pt x="64509" y="36531"/>
                </a:moveTo>
                <a:cubicBezTo>
                  <a:pt x="64509" y="34597"/>
                  <a:pt x="64331" y="32769"/>
                  <a:pt x="63973" y="31047"/>
                </a:cubicBezTo>
                <a:cubicBezTo>
                  <a:pt x="63616" y="29325"/>
                  <a:pt x="63028" y="27815"/>
                  <a:pt x="62207" y="26517"/>
                </a:cubicBezTo>
                <a:cubicBezTo>
                  <a:pt x="61387" y="25219"/>
                  <a:pt x="60276" y="24192"/>
                  <a:pt x="58874" y="23437"/>
                </a:cubicBezTo>
                <a:cubicBezTo>
                  <a:pt x="57471" y="22682"/>
                  <a:pt x="55725" y="22304"/>
                  <a:pt x="53635" y="22304"/>
                </a:cubicBezTo>
                <a:cubicBezTo>
                  <a:pt x="51704" y="22304"/>
                  <a:pt x="50043" y="22648"/>
                  <a:pt x="48654" y="23337"/>
                </a:cubicBezTo>
                <a:cubicBezTo>
                  <a:pt x="47265" y="24026"/>
                  <a:pt x="46121" y="25000"/>
                  <a:pt x="45222" y="26259"/>
                </a:cubicBezTo>
                <a:cubicBezTo>
                  <a:pt x="44322" y="27517"/>
                  <a:pt x="43654" y="29007"/>
                  <a:pt x="43217" y="30730"/>
                </a:cubicBezTo>
                <a:cubicBezTo>
                  <a:pt x="42781" y="32451"/>
                  <a:pt x="42563" y="34332"/>
                  <a:pt x="42563" y="36373"/>
                </a:cubicBezTo>
                <a:cubicBezTo>
                  <a:pt x="42563" y="38333"/>
                  <a:pt x="42741" y="40174"/>
                  <a:pt x="43098" y="41896"/>
                </a:cubicBezTo>
                <a:cubicBezTo>
                  <a:pt x="43456" y="43619"/>
                  <a:pt x="44051" y="45122"/>
                  <a:pt x="44884" y="46407"/>
                </a:cubicBezTo>
                <a:cubicBezTo>
                  <a:pt x="45718" y="47692"/>
                  <a:pt x="46835" y="48712"/>
                  <a:pt x="48238" y="49468"/>
                </a:cubicBezTo>
                <a:cubicBezTo>
                  <a:pt x="49640" y="50223"/>
                  <a:pt x="51386" y="50600"/>
                  <a:pt x="53476" y="50600"/>
                </a:cubicBezTo>
                <a:cubicBezTo>
                  <a:pt x="55381" y="50600"/>
                  <a:pt x="57035" y="50256"/>
                  <a:pt x="58437" y="49567"/>
                </a:cubicBezTo>
                <a:cubicBezTo>
                  <a:pt x="59839" y="48878"/>
                  <a:pt x="60990" y="47911"/>
                  <a:pt x="61890" y="46666"/>
                </a:cubicBezTo>
                <a:cubicBezTo>
                  <a:pt x="62789" y="45420"/>
                  <a:pt x="63451" y="43937"/>
                  <a:pt x="63874" y="42215"/>
                </a:cubicBezTo>
                <a:cubicBezTo>
                  <a:pt x="64297" y="40493"/>
                  <a:pt x="64509" y="38598"/>
                  <a:pt x="64509" y="36531"/>
                </a:cubicBezTo>
                <a:close/>
                <a:moveTo>
                  <a:pt x="111864" y="54331"/>
                </a:moveTo>
                <a:cubicBezTo>
                  <a:pt x="111864" y="54542"/>
                  <a:pt x="111818" y="54721"/>
                  <a:pt x="111725" y="54866"/>
                </a:cubicBezTo>
                <a:cubicBezTo>
                  <a:pt x="111632" y="55012"/>
                  <a:pt x="111467" y="55138"/>
                  <a:pt x="111229" y="55243"/>
                </a:cubicBezTo>
                <a:cubicBezTo>
                  <a:pt x="110991" y="55349"/>
                  <a:pt x="110680" y="55429"/>
                  <a:pt x="110296" y="55482"/>
                </a:cubicBezTo>
                <a:cubicBezTo>
                  <a:pt x="109913" y="55534"/>
                  <a:pt x="109443" y="55561"/>
                  <a:pt x="108887" y="55561"/>
                </a:cubicBezTo>
                <a:cubicBezTo>
                  <a:pt x="108279" y="55561"/>
                  <a:pt x="107783" y="55534"/>
                  <a:pt x="107399" y="55482"/>
                </a:cubicBezTo>
                <a:cubicBezTo>
                  <a:pt x="107015" y="55429"/>
                  <a:pt x="106711" y="55349"/>
                  <a:pt x="106486" y="55243"/>
                </a:cubicBezTo>
                <a:cubicBezTo>
                  <a:pt x="106261" y="55138"/>
                  <a:pt x="106109" y="55012"/>
                  <a:pt x="106030" y="54866"/>
                </a:cubicBezTo>
                <a:cubicBezTo>
                  <a:pt x="105951" y="54721"/>
                  <a:pt x="105911" y="54542"/>
                  <a:pt x="105911" y="54331"/>
                </a:cubicBezTo>
                <a:lnTo>
                  <a:pt x="105911" y="49608"/>
                </a:lnTo>
                <a:cubicBezTo>
                  <a:pt x="103874" y="51871"/>
                  <a:pt x="101863" y="53522"/>
                  <a:pt x="99879" y="54560"/>
                </a:cubicBezTo>
                <a:cubicBezTo>
                  <a:pt x="97894" y="55598"/>
                  <a:pt x="95883" y="56117"/>
                  <a:pt x="93846" y="56117"/>
                </a:cubicBezTo>
                <a:cubicBezTo>
                  <a:pt x="91465" y="56117"/>
                  <a:pt x="89461" y="55719"/>
                  <a:pt x="87834" y="54925"/>
                </a:cubicBezTo>
                <a:cubicBezTo>
                  <a:pt x="86207" y="54130"/>
                  <a:pt x="84890" y="53051"/>
                  <a:pt x="83885" y="51688"/>
                </a:cubicBezTo>
                <a:cubicBezTo>
                  <a:pt x="82880" y="50324"/>
                  <a:pt x="82159" y="48734"/>
                  <a:pt x="81722" y="46920"/>
                </a:cubicBezTo>
                <a:cubicBezTo>
                  <a:pt x="81285" y="45106"/>
                  <a:pt x="81067" y="42901"/>
                  <a:pt x="81067" y="40305"/>
                </a:cubicBezTo>
                <a:lnTo>
                  <a:pt x="81067" y="18614"/>
                </a:lnTo>
                <a:cubicBezTo>
                  <a:pt x="81067" y="18402"/>
                  <a:pt x="81113" y="18224"/>
                  <a:pt x="81206" y="18078"/>
                </a:cubicBezTo>
                <a:cubicBezTo>
                  <a:pt x="81299" y="17932"/>
                  <a:pt x="81477" y="17799"/>
                  <a:pt x="81742" y="17680"/>
                </a:cubicBezTo>
                <a:cubicBezTo>
                  <a:pt x="82006" y="17561"/>
                  <a:pt x="82350" y="17482"/>
                  <a:pt x="82774" y="17442"/>
                </a:cubicBezTo>
                <a:cubicBezTo>
                  <a:pt x="83197" y="17402"/>
                  <a:pt x="83726" y="17383"/>
                  <a:pt x="84361" y="17383"/>
                </a:cubicBezTo>
                <a:cubicBezTo>
                  <a:pt x="84996" y="17383"/>
                  <a:pt x="85525" y="17402"/>
                  <a:pt x="85949" y="17442"/>
                </a:cubicBezTo>
                <a:cubicBezTo>
                  <a:pt x="86372" y="17482"/>
                  <a:pt x="86709" y="17561"/>
                  <a:pt x="86961" y="17680"/>
                </a:cubicBezTo>
                <a:cubicBezTo>
                  <a:pt x="87212" y="17799"/>
                  <a:pt x="87391" y="17932"/>
                  <a:pt x="87496" y="18078"/>
                </a:cubicBezTo>
                <a:cubicBezTo>
                  <a:pt x="87602" y="18224"/>
                  <a:pt x="87655" y="18402"/>
                  <a:pt x="87655" y="18614"/>
                </a:cubicBezTo>
                <a:lnTo>
                  <a:pt x="87655" y="39435"/>
                </a:lnTo>
                <a:cubicBezTo>
                  <a:pt x="87655" y="41527"/>
                  <a:pt x="87807" y="43203"/>
                  <a:pt x="88112" y="44461"/>
                </a:cubicBezTo>
                <a:cubicBezTo>
                  <a:pt x="88416" y="45720"/>
                  <a:pt x="88879" y="46793"/>
                  <a:pt x="89501" y="47681"/>
                </a:cubicBezTo>
                <a:cubicBezTo>
                  <a:pt x="90122" y="48568"/>
                  <a:pt x="90909" y="49257"/>
                  <a:pt x="91862" y="49747"/>
                </a:cubicBezTo>
                <a:cubicBezTo>
                  <a:pt x="92814" y="50236"/>
                  <a:pt x="93926" y="50481"/>
                  <a:pt x="95196" y="50481"/>
                </a:cubicBezTo>
                <a:cubicBezTo>
                  <a:pt x="96836" y="50481"/>
                  <a:pt x="98470" y="49896"/>
                  <a:pt x="100097" y="48725"/>
                </a:cubicBezTo>
                <a:cubicBezTo>
                  <a:pt x="101724" y="47554"/>
                  <a:pt x="103450" y="45838"/>
                  <a:pt x="105276" y="43576"/>
                </a:cubicBezTo>
                <a:lnTo>
                  <a:pt x="105276" y="18613"/>
                </a:lnTo>
                <a:cubicBezTo>
                  <a:pt x="105276" y="18401"/>
                  <a:pt x="105322" y="18223"/>
                  <a:pt x="105415" y="18077"/>
                </a:cubicBezTo>
                <a:cubicBezTo>
                  <a:pt x="105507" y="17932"/>
                  <a:pt x="105686" y="17799"/>
                  <a:pt x="105951" y="17680"/>
                </a:cubicBezTo>
                <a:cubicBezTo>
                  <a:pt x="106215" y="17561"/>
                  <a:pt x="106552" y="17482"/>
                  <a:pt x="106963" y="17442"/>
                </a:cubicBezTo>
                <a:cubicBezTo>
                  <a:pt x="107373" y="17402"/>
                  <a:pt x="107908" y="17383"/>
                  <a:pt x="108570" y="17383"/>
                </a:cubicBezTo>
                <a:cubicBezTo>
                  <a:pt x="109205" y="17383"/>
                  <a:pt x="109734" y="17402"/>
                  <a:pt x="110157" y="17442"/>
                </a:cubicBezTo>
                <a:cubicBezTo>
                  <a:pt x="110581" y="17482"/>
                  <a:pt x="110911" y="17561"/>
                  <a:pt x="111149" y="17680"/>
                </a:cubicBezTo>
                <a:cubicBezTo>
                  <a:pt x="111388" y="17799"/>
                  <a:pt x="111566" y="17932"/>
                  <a:pt x="111685" y="18077"/>
                </a:cubicBezTo>
                <a:cubicBezTo>
                  <a:pt x="111804" y="18223"/>
                  <a:pt x="111864" y="18401"/>
                  <a:pt x="111864" y="18613"/>
                </a:cubicBezTo>
                <a:lnTo>
                  <a:pt x="111864" y="54331"/>
                </a:lnTo>
                <a:close/>
                <a:moveTo>
                  <a:pt x="191620" y="18534"/>
                </a:moveTo>
                <a:cubicBezTo>
                  <a:pt x="191620" y="18719"/>
                  <a:pt x="191594" y="18944"/>
                  <a:pt x="191541" y="19208"/>
                </a:cubicBezTo>
                <a:cubicBezTo>
                  <a:pt x="191488" y="19473"/>
                  <a:pt x="191395" y="19804"/>
                  <a:pt x="191263" y="20200"/>
                </a:cubicBezTo>
                <a:lnTo>
                  <a:pt x="180746" y="54132"/>
                </a:lnTo>
                <a:cubicBezTo>
                  <a:pt x="180667" y="54423"/>
                  <a:pt x="180541" y="54661"/>
                  <a:pt x="180369" y="54847"/>
                </a:cubicBezTo>
                <a:cubicBezTo>
                  <a:pt x="180197" y="55032"/>
                  <a:pt x="179959" y="55177"/>
                  <a:pt x="179655" y="55283"/>
                </a:cubicBezTo>
                <a:cubicBezTo>
                  <a:pt x="179350" y="55389"/>
                  <a:pt x="178934" y="55462"/>
                  <a:pt x="178404" y="55501"/>
                </a:cubicBezTo>
                <a:cubicBezTo>
                  <a:pt x="177875" y="55541"/>
                  <a:pt x="177214" y="55561"/>
                  <a:pt x="176420" y="55561"/>
                </a:cubicBezTo>
                <a:cubicBezTo>
                  <a:pt x="175600" y="55561"/>
                  <a:pt x="174912" y="55534"/>
                  <a:pt x="174356" y="55482"/>
                </a:cubicBezTo>
                <a:cubicBezTo>
                  <a:pt x="173801" y="55429"/>
                  <a:pt x="173358" y="55349"/>
                  <a:pt x="173027" y="55243"/>
                </a:cubicBezTo>
                <a:cubicBezTo>
                  <a:pt x="172696" y="55138"/>
                  <a:pt x="172452" y="54992"/>
                  <a:pt x="172293" y="54807"/>
                </a:cubicBezTo>
                <a:cubicBezTo>
                  <a:pt x="172134" y="54622"/>
                  <a:pt x="172015" y="54397"/>
                  <a:pt x="171936" y="54132"/>
                </a:cubicBezTo>
                <a:lnTo>
                  <a:pt x="164435" y="28217"/>
                </a:lnTo>
                <a:lnTo>
                  <a:pt x="164355" y="27860"/>
                </a:lnTo>
                <a:lnTo>
                  <a:pt x="164276" y="28217"/>
                </a:lnTo>
                <a:lnTo>
                  <a:pt x="157331" y="54132"/>
                </a:lnTo>
                <a:cubicBezTo>
                  <a:pt x="157252" y="54423"/>
                  <a:pt x="157126" y="54661"/>
                  <a:pt x="156954" y="54847"/>
                </a:cubicBezTo>
                <a:cubicBezTo>
                  <a:pt x="156782" y="55032"/>
                  <a:pt x="156524" y="55177"/>
                  <a:pt x="156180" y="55283"/>
                </a:cubicBezTo>
                <a:cubicBezTo>
                  <a:pt x="155836" y="55389"/>
                  <a:pt x="155393" y="55462"/>
                  <a:pt x="154851" y="55501"/>
                </a:cubicBezTo>
                <a:cubicBezTo>
                  <a:pt x="154308" y="55541"/>
                  <a:pt x="153640" y="55561"/>
                  <a:pt x="152846" y="55561"/>
                </a:cubicBezTo>
                <a:cubicBezTo>
                  <a:pt x="152026" y="55561"/>
                  <a:pt x="151358" y="55534"/>
                  <a:pt x="150842" y="55482"/>
                </a:cubicBezTo>
                <a:cubicBezTo>
                  <a:pt x="150326" y="55429"/>
                  <a:pt x="149903" y="55349"/>
                  <a:pt x="149572" y="55243"/>
                </a:cubicBezTo>
                <a:cubicBezTo>
                  <a:pt x="149242" y="55138"/>
                  <a:pt x="148997" y="54992"/>
                  <a:pt x="148838" y="54807"/>
                </a:cubicBezTo>
                <a:cubicBezTo>
                  <a:pt x="148679" y="54622"/>
                  <a:pt x="148560" y="54397"/>
                  <a:pt x="148481" y="54132"/>
                </a:cubicBezTo>
                <a:lnTo>
                  <a:pt x="138043" y="20200"/>
                </a:lnTo>
                <a:cubicBezTo>
                  <a:pt x="137911" y="19804"/>
                  <a:pt x="137819" y="19473"/>
                  <a:pt x="137766" y="19208"/>
                </a:cubicBezTo>
                <a:cubicBezTo>
                  <a:pt x="137713" y="18944"/>
                  <a:pt x="137686" y="18719"/>
                  <a:pt x="137686" y="18534"/>
                </a:cubicBezTo>
                <a:cubicBezTo>
                  <a:pt x="137686" y="18295"/>
                  <a:pt x="137739" y="18104"/>
                  <a:pt x="137845" y="17958"/>
                </a:cubicBezTo>
                <a:cubicBezTo>
                  <a:pt x="137951" y="17813"/>
                  <a:pt x="138129" y="17694"/>
                  <a:pt x="138381" y="17601"/>
                </a:cubicBezTo>
                <a:cubicBezTo>
                  <a:pt x="138632" y="17508"/>
                  <a:pt x="138969" y="17449"/>
                  <a:pt x="139393" y="17422"/>
                </a:cubicBezTo>
                <a:cubicBezTo>
                  <a:pt x="139816" y="17396"/>
                  <a:pt x="140332" y="17383"/>
                  <a:pt x="140941" y="17383"/>
                </a:cubicBezTo>
                <a:cubicBezTo>
                  <a:pt x="141681" y="17383"/>
                  <a:pt x="142277" y="17402"/>
                  <a:pt x="142726" y="17442"/>
                </a:cubicBezTo>
                <a:cubicBezTo>
                  <a:pt x="143176" y="17482"/>
                  <a:pt x="143520" y="17548"/>
                  <a:pt x="143758" y="17641"/>
                </a:cubicBezTo>
                <a:cubicBezTo>
                  <a:pt x="143996" y="17733"/>
                  <a:pt x="144168" y="17865"/>
                  <a:pt x="144274" y="18037"/>
                </a:cubicBezTo>
                <a:cubicBezTo>
                  <a:pt x="144380" y="18209"/>
                  <a:pt x="144473" y="18413"/>
                  <a:pt x="144552" y="18651"/>
                </a:cubicBezTo>
                <a:lnTo>
                  <a:pt x="153164" y="48060"/>
                </a:lnTo>
                <a:lnTo>
                  <a:pt x="153243" y="48417"/>
                </a:lnTo>
                <a:lnTo>
                  <a:pt x="153323" y="48060"/>
                </a:lnTo>
                <a:lnTo>
                  <a:pt x="161220" y="18651"/>
                </a:lnTo>
                <a:cubicBezTo>
                  <a:pt x="161273" y="18413"/>
                  <a:pt x="161359" y="18209"/>
                  <a:pt x="161478" y="18037"/>
                </a:cubicBezTo>
                <a:cubicBezTo>
                  <a:pt x="161597" y="17865"/>
                  <a:pt x="161776" y="17733"/>
                  <a:pt x="162014" y="17641"/>
                </a:cubicBezTo>
                <a:cubicBezTo>
                  <a:pt x="162252" y="17548"/>
                  <a:pt x="162576" y="17482"/>
                  <a:pt x="162986" y="17442"/>
                </a:cubicBezTo>
                <a:cubicBezTo>
                  <a:pt x="163396" y="17402"/>
                  <a:pt x="163932" y="17383"/>
                  <a:pt x="164594" y="17383"/>
                </a:cubicBezTo>
                <a:cubicBezTo>
                  <a:pt x="165229" y="17383"/>
                  <a:pt x="165751" y="17402"/>
                  <a:pt x="166161" y="17442"/>
                </a:cubicBezTo>
                <a:cubicBezTo>
                  <a:pt x="166571" y="17482"/>
                  <a:pt x="166895" y="17548"/>
                  <a:pt x="167134" y="17641"/>
                </a:cubicBezTo>
                <a:cubicBezTo>
                  <a:pt x="167372" y="17733"/>
                  <a:pt x="167544" y="17859"/>
                  <a:pt x="167649" y="18018"/>
                </a:cubicBezTo>
                <a:cubicBezTo>
                  <a:pt x="167755" y="18176"/>
                  <a:pt x="167835" y="18360"/>
                  <a:pt x="167888" y="18572"/>
                </a:cubicBezTo>
                <a:lnTo>
                  <a:pt x="176420" y="48060"/>
                </a:lnTo>
                <a:lnTo>
                  <a:pt x="176500" y="48417"/>
                </a:lnTo>
                <a:lnTo>
                  <a:pt x="176539" y="48060"/>
                </a:lnTo>
                <a:lnTo>
                  <a:pt x="185032" y="18651"/>
                </a:lnTo>
                <a:cubicBezTo>
                  <a:pt x="185085" y="18413"/>
                  <a:pt x="185171" y="18209"/>
                  <a:pt x="185290" y="18037"/>
                </a:cubicBezTo>
                <a:cubicBezTo>
                  <a:pt x="185409" y="17865"/>
                  <a:pt x="185594" y="17733"/>
                  <a:pt x="185846" y="17641"/>
                </a:cubicBezTo>
                <a:cubicBezTo>
                  <a:pt x="186097" y="17548"/>
                  <a:pt x="186441" y="17482"/>
                  <a:pt x="186878" y="17442"/>
                </a:cubicBezTo>
                <a:cubicBezTo>
                  <a:pt x="187314" y="17402"/>
                  <a:pt x="187876" y="17383"/>
                  <a:pt x="188564" y="17383"/>
                </a:cubicBezTo>
                <a:cubicBezTo>
                  <a:pt x="189199" y="17383"/>
                  <a:pt x="189708" y="17396"/>
                  <a:pt x="190092" y="17422"/>
                </a:cubicBezTo>
                <a:cubicBezTo>
                  <a:pt x="190476" y="17449"/>
                  <a:pt x="190780" y="17515"/>
                  <a:pt x="191005" y="17621"/>
                </a:cubicBezTo>
                <a:cubicBezTo>
                  <a:pt x="191230" y="17727"/>
                  <a:pt x="191389" y="17846"/>
                  <a:pt x="191481" y="17978"/>
                </a:cubicBezTo>
                <a:cubicBezTo>
                  <a:pt x="191574" y="18110"/>
                  <a:pt x="191620" y="18295"/>
                  <a:pt x="191620" y="18534"/>
                </a:cubicBezTo>
                <a:close/>
                <a:moveTo>
                  <a:pt x="206560" y="54331"/>
                </a:moveTo>
                <a:cubicBezTo>
                  <a:pt x="206560" y="54542"/>
                  <a:pt x="206508" y="54721"/>
                  <a:pt x="206402" y="54866"/>
                </a:cubicBezTo>
                <a:cubicBezTo>
                  <a:pt x="206296" y="55012"/>
                  <a:pt x="206124" y="55138"/>
                  <a:pt x="205886" y="55243"/>
                </a:cubicBezTo>
                <a:cubicBezTo>
                  <a:pt x="205648" y="55349"/>
                  <a:pt x="205317" y="55429"/>
                  <a:pt x="204894" y="55482"/>
                </a:cubicBezTo>
                <a:cubicBezTo>
                  <a:pt x="204470" y="55534"/>
                  <a:pt x="203928" y="55561"/>
                  <a:pt x="203266" y="55561"/>
                </a:cubicBezTo>
                <a:cubicBezTo>
                  <a:pt x="202631" y="55561"/>
                  <a:pt x="202102" y="55534"/>
                  <a:pt x="201679" y="55482"/>
                </a:cubicBezTo>
                <a:cubicBezTo>
                  <a:pt x="201256" y="55429"/>
                  <a:pt x="200918" y="55349"/>
                  <a:pt x="200667" y="55243"/>
                </a:cubicBezTo>
                <a:cubicBezTo>
                  <a:pt x="200416" y="55138"/>
                  <a:pt x="200244" y="55012"/>
                  <a:pt x="200151" y="54866"/>
                </a:cubicBezTo>
                <a:cubicBezTo>
                  <a:pt x="200058" y="54721"/>
                  <a:pt x="200012" y="54542"/>
                  <a:pt x="200012" y="54331"/>
                </a:cubicBezTo>
                <a:lnTo>
                  <a:pt x="200012" y="18613"/>
                </a:lnTo>
                <a:cubicBezTo>
                  <a:pt x="200012" y="18428"/>
                  <a:pt x="200058" y="18256"/>
                  <a:pt x="200151" y="18097"/>
                </a:cubicBezTo>
                <a:cubicBezTo>
                  <a:pt x="200244" y="17938"/>
                  <a:pt x="200416" y="17806"/>
                  <a:pt x="200667" y="17700"/>
                </a:cubicBezTo>
                <a:cubicBezTo>
                  <a:pt x="200918" y="17594"/>
                  <a:pt x="201256" y="17515"/>
                  <a:pt x="201679" y="17462"/>
                </a:cubicBezTo>
                <a:cubicBezTo>
                  <a:pt x="202102" y="17409"/>
                  <a:pt x="202631" y="17383"/>
                  <a:pt x="203266" y="17383"/>
                </a:cubicBezTo>
                <a:cubicBezTo>
                  <a:pt x="203928" y="17383"/>
                  <a:pt x="204470" y="17409"/>
                  <a:pt x="204894" y="17462"/>
                </a:cubicBezTo>
                <a:cubicBezTo>
                  <a:pt x="205317" y="17515"/>
                  <a:pt x="205648" y="17594"/>
                  <a:pt x="205886" y="17700"/>
                </a:cubicBezTo>
                <a:cubicBezTo>
                  <a:pt x="206124" y="17806"/>
                  <a:pt x="206296" y="17938"/>
                  <a:pt x="206402" y="18097"/>
                </a:cubicBezTo>
                <a:cubicBezTo>
                  <a:pt x="206508" y="18256"/>
                  <a:pt x="206560" y="18428"/>
                  <a:pt x="206560" y="18613"/>
                </a:cubicBezTo>
                <a:lnTo>
                  <a:pt x="206560" y="54331"/>
                </a:lnTo>
                <a:moveTo>
                  <a:pt x="207314" y="6509"/>
                </a:moveTo>
                <a:cubicBezTo>
                  <a:pt x="207314" y="8043"/>
                  <a:pt x="207023" y="9088"/>
                  <a:pt x="206441" y="9644"/>
                </a:cubicBezTo>
                <a:cubicBezTo>
                  <a:pt x="205859" y="10199"/>
                  <a:pt x="204788" y="10477"/>
                  <a:pt x="203227" y="10477"/>
                </a:cubicBezTo>
                <a:cubicBezTo>
                  <a:pt x="201692" y="10477"/>
                  <a:pt x="200641" y="10206"/>
                  <a:pt x="200072" y="9664"/>
                </a:cubicBezTo>
                <a:cubicBezTo>
                  <a:pt x="199503" y="9121"/>
                  <a:pt x="199218" y="8096"/>
                  <a:pt x="199218" y="6588"/>
                </a:cubicBezTo>
                <a:cubicBezTo>
                  <a:pt x="199218" y="5053"/>
                  <a:pt x="199509" y="4008"/>
                  <a:pt x="200092" y="3453"/>
                </a:cubicBezTo>
                <a:cubicBezTo>
                  <a:pt x="200674" y="2897"/>
                  <a:pt x="201745" y="2619"/>
                  <a:pt x="203306" y="2619"/>
                </a:cubicBezTo>
                <a:cubicBezTo>
                  <a:pt x="204841" y="2619"/>
                  <a:pt x="205892" y="2890"/>
                  <a:pt x="206461" y="3433"/>
                </a:cubicBezTo>
                <a:cubicBezTo>
                  <a:pt x="207030" y="3975"/>
                  <a:pt x="207314" y="5000"/>
                  <a:pt x="207314" y="6509"/>
                </a:cubicBezTo>
                <a:close/>
                <a:moveTo>
                  <a:pt x="225319" y="54329"/>
                </a:moveTo>
                <a:cubicBezTo>
                  <a:pt x="225319" y="54541"/>
                  <a:pt x="225266" y="54720"/>
                  <a:pt x="225160" y="54866"/>
                </a:cubicBezTo>
                <a:cubicBezTo>
                  <a:pt x="225054" y="55012"/>
                  <a:pt x="224883" y="55138"/>
                  <a:pt x="224644" y="55243"/>
                </a:cubicBezTo>
                <a:cubicBezTo>
                  <a:pt x="224406" y="55349"/>
                  <a:pt x="224076" y="55429"/>
                  <a:pt x="223652" y="55482"/>
                </a:cubicBezTo>
                <a:cubicBezTo>
                  <a:pt x="223229" y="55534"/>
                  <a:pt x="222687" y="55561"/>
                  <a:pt x="222025" y="55561"/>
                </a:cubicBezTo>
                <a:cubicBezTo>
                  <a:pt x="221390" y="55561"/>
                  <a:pt x="220861" y="55534"/>
                  <a:pt x="220438" y="55482"/>
                </a:cubicBezTo>
                <a:cubicBezTo>
                  <a:pt x="220014" y="55429"/>
                  <a:pt x="219677" y="55349"/>
                  <a:pt x="219426" y="55243"/>
                </a:cubicBezTo>
                <a:cubicBezTo>
                  <a:pt x="219174" y="55138"/>
                  <a:pt x="219002" y="55012"/>
                  <a:pt x="218910" y="54866"/>
                </a:cubicBezTo>
                <a:cubicBezTo>
                  <a:pt x="218817" y="54720"/>
                  <a:pt x="218771" y="54541"/>
                  <a:pt x="218771" y="54329"/>
                </a:cubicBezTo>
                <a:lnTo>
                  <a:pt x="218771" y="1271"/>
                </a:lnTo>
                <a:cubicBezTo>
                  <a:pt x="218771" y="1060"/>
                  <a:pt x="218817" y="874"/>
                  <a:pt x="218910" y="716"/>
                </a:cubicBezTo>
                <a:cubicBezTo>
                  <a:pt x="219002" y="556"/>
                  <a:pt x="219174" y="423"/>
                  <a:pt x="219426" y="317"/>
                </a:cubicBezTo>
                <a:cubicBezTo>
                  <a:pt x="219677" y="212"/>
                  <a:pt x="220014" y="132"/>
                  <a:pt x="220438" y="79"/>
                </a:cubicBezTo>
                <a:cubicBezTo>
                  <a:pt x="220861" y="26"/>
                  <a:pt x="221390" y="0"/>
                  <a:pt x="222025" y="0"/>
                </a:cubicBezTo>
                <a:cubicBezTo>
                  <a:pt x="222687" y="0"/>
                  <a:pt x="223229" y="26"/>
                  <a:pt x="223652" y="79"/>
                </a:cubicBezTo>
                <a:cubicBezTo>
                  <a:pt x="224076" y="132"/>
                  <a:pt x="224406" y="212"/>
                  <a:pt x="224644" y="317"/>
                </a:cubicBezTo>
                <a:cubicBezTo>
                  <a:pt x="224883" y="423"/>
                  <a:pt x="225054" y="556"/>
                  <a:pt x="225160" y="716"/>
                </a:cubicBezTo>
                <a:cubicBezTo>
                  <a:pt x="225266" y="874"/>
                  <a:pt x="225319" y="1060"/>
                  <a:pt x="225319" y="1271"/>
                </a:cubicBezTo>
                <a:lnTo>
                  <a:pt x="225319" y="54329"/>
                </a:lnTo>
                <a:close/>
                <a:moveTo>
                  <a:pt x="244070" y="54329"/>
                </a:moveTo>
                <a:cubicBezTo>
                  <a:pt x="244070" y="54541"/>
                  <a:pt x="244017" y="54720"/>
                  <a:pt x="243911" y="54866"/>
                </a:cubicBezTo>
                <a:cubicBezTo>
                  <a:pt x="243805" y="55012"/>
                  <a:pt x="243633" y="55138"/>
                  <a:pt x="243395" y="55243"/>
                </a:cubicBezTo>
                <a:cubicBezTo>
                  <a:pt x="243157" y="55349"/>
                  <a:pt x="242826" y="55429"/>
                  <a:pt x="242403" y="55482"/>
                </a:cubicBezTo>
                <a:cubicBezTo>
                  <a:pt x="241980" y="55534"/>
                  <a:pt x="241437" y="55561"/>
                  <a:pt x="240776" y="55561"/>
                </a:cubicBezTo>
                <a:cubicBezTo>
                  <a:pt x="240141" y="55561"/>
                  <a:pt x="239612" y="55534"/>
                  <a:pt x="239189" y="55482"/>
                </a:cubicBezTo>
                <a:cubicBezTo>
                  <a:pt x="238765" y="55429"/>
                  <a:pt x="238428" y="55349"/>
                  <a:pt x="238177" y="55243"/>
                </a:cubicBezTo>
                <a:cubicBezTo>
                  <a:pt x="237925" y="55138"/>
                  <a:pt x="237753" y="55012"/>
                  <a:pt x="237661" y="54866"/>
                </a:cubicBezTo>
                <a:cubicBezTo>
                  <a:pt x="237568" y="54720"/>
                  <a:pt x="237522" y="54541"/>
                  <a:pt x="237522" y="54329"/>
                </a:cubicBezTo>
                <a:lnTo>
                  <a:pt x="237522" y="1271"/>
                </a:lnTo>
                <a:cubicBezTo>
                  <a:pt x="237522" y="1060"/>
                  <a:pt x="237568" y="874"/>
                  <a:pt x="237661" y="716"/>
                </a:cubicBezTo>
                <a:cubicBezTo>
                  <a:pt x="237753" y="556"/>
                  <a:pt x="237925" y="423"/>
                  <a:pt x="238177" y="317"/>
                </a:cubicBezTo>
                <a:cubicBezTo>
                  <a:pt x="238428" y="212"/>
                  <a:pt x="238765" y="132"/>
                  <a:pt x="239189" y="79"/>
                </a:cubicBezTo>
                <a:cubicBezTo>
                  <a:pt x="239612" y="26"/>
                  <a:pt x="240141" y="0"/>
                  <a:pt x="240776" y="0"/>
                </a:cubicBezTo>
                <a:cubicBezTo>
                  <a:pt x="241437" y="0"/>
                  <a:pt x="241980" y="26"/>
                  <a:pt x="242403" y="79"/>
                </a:cubicBezTo>
                <a:cubicBezTo>
                  <a:pt x="242826" y="132"/>
                  <a:pt x="243157" y="212"/>
                  <a:pt x="243395" y="317"/>
                </a:cubicBezTo>
                <a:cubicBezTo>
                  <a:pt x="243633" y="423"/>
                  <a:pt x="243805" y="556"/>
                  <a:pt x="243911" y="716"/>
                </a:cubicBezTo>
                <a:cubicBezTo>
                  <a:pt x="244017" y="874"/>
                  <a:pt x="244070" y="1060"/>
                  <a:pt x="244070" y="1271"/>
                </a:cubicBezTo>
                <a:lnTo>
                  <a:pt x="244070" y="54329"/>
                </a:lnTo>
                <a:close/>
                <a:moveTo>
                  <a:pt x="307184" y="36015"/>
                </a:moveTo>
                <a:cubicBezTo>
                  <a:pt x="307184" y="39113"/>
                  <a:pt x="306847" y="41901"/>
                  <a:pt x="306172" y="44377"/>
                </a:cubicBezTo>
                <a:cubicBezTo>
                  <a:pt x="305498" y="46853"/>
                  <a:pt x="304506" y="48966"/>
                  <a:pt x="303196" y="50714"/>
                </a:cubicBezTo>
                <a:cubicBezTo>
                  <a:pt x="301886" y="52462"/>
                  <a:pt x="300279" y="53799"/>
                  <a:pt x="298374" y="54726"/>
                </a:cubicBezTo>
                <a:cubicBezTo>
                  <a:pt x="296469" y="55653"/>
                  <a:pt x="294286" y="56117"/>
                  <a:pt x="291826" y="56117"/>
                </a:cubicBezTo>
                <a:cubicBezTo>
                  <a:pt x="290688" y="56117"/>
                  <a:pt x="289636" y="56004"/>
                  <a:pt x="288671" y="55778"/>
                </a:cubicBezTo>
                <a:cubicBezTo>
                  <a:pt x="287705" y="55553"/>
                  <a:pt x="286759" y="55189"/>
                  <a:pt x="285833" y="54687"/>
                </a:cubicBezTo>
                <a:cubicBezTo>
                  <a:pt x="284907" y="54183"/>
                  <a:pt x="283981" y="53547"/>
                  <a:pt x="283055" y="52779"/>
                </a:cubicBezTo>
                <a:cubicBezTo>
                  <a:pt x="282129" y="52011"/>
                  <a:pt x="281150" y="51084"/>
                  <a:pt x="280118" y="49999"/>
                </a:cubicBezTo>
                <a:lnTo>
                  <a:pt x="280118" y="54338"/>
                </a:lnTo>
                <a:cubicBezTo>
                  <a:pt x="280118" y="54548"/>
                  <a:pt x="280065" y="54732"/>
                  <a:pt x="279959" y="54890"/>
                </a:cubicBezTo>
                <a:cubicBezTo>
                  <a:pt x="279854" y="55048"/>
                  <a:pt x="279682" y="55173"/>
                  <a:pt x="279444" y="55266"/>
                </a:cubicBezTo>
                <a:cubicBezTo>
                  <a:pt x="279205" y="55358"/>
                  <a:pt x="278908" y="55429"/>
                  <a:pt x="278551" y="55482"/>
                </a:cubicBezTo>
                <a:cubicBezTo>
                  <a:pt x="278193" y="55534"/>
                  <a:pt x="277737" y="55561"/>
                  <a:pt x="277181" y="55561"/>
                </a:cubicBezTo>
                <a:cubicBezTo>
                  <a:pt x="276652" y="55561"/>
                  <a:pt x="276203" y="55534"/>
                  <a:pt x="275832" y="55482"/>
                </a:cubicBezTo>
                <a:cubicBezTo>
                  <a:pt x="275462" y="55429"/>
                  <a:pt x="275157" y="55356"/>
                  <a:pt x="274919" y="55263"/>
                </a:cubicBezTo>
                <a:cubicBezTo>
                  <a:pt x="274681" y="55171"/>
                  <a:pt x="274522" y="55045"/>
                  <a:pt x="274443" y="54886"/>
                </a:cubicBezTo>
                <a:cubicBezTo>
                  <a:pt x="274364" y="54727"/>
                  <a:pt x="274324" y="54541"/>
                  <a:pt x="274324" y="54329"/>
                </a:cubicBezTo>
                <a:lnTo>
                  <a:pt x="274324" y="1271"/>
                </a:lnTo>
                <a:cubicBezTo>
                  <a:pt x="274324" y="1060"/>
                  <a:pt x="274370" y="874"/>
                  <a:pt x="274463" y="716"/>
                </a:cubicBezTo>
                <a:cubicBezTo>
                  <a:pt x="274556" y="556"/>
                  <a:pt x="274728" y="423"/>
                  <a:pt x="274979" y="317"/>
                </a:cubicBezTo>
                <a:cubicBezTo>
                  <a:pt x="275230" y="212"/>
                  <a:pt x="275568" y="132"/>
                  <a:pt x="275991" y="79"/>
                </a:cubicBezTo>
                <a:cubicBezTo>
                  <a:pt x="276414" y="26"/>
                  <a:pt x="276943" y="0"/>
                  <a:pt x="277578" y="0"/>
                </a:cubicBezTo>
                <a:cubicBezTo>
                  <a:pt x="278240" y="0"/>
                  <a:pt x="278782" y="26"/>
                  <a:pt x="279205" y="79"/>
                </a:cubicBezTo>
                <a:cubicBezTo>
                  <a:pt x="279629" y="132"/>
                  <a:pt x="279959" y="212"/>
                  <a:pt x="280198" y="319"/>
                </a:cubicBezTo>
                <a:cubicBezTo>
                  <a:pt x="280436" y="425"/>
                  <a:pt x="280608" y="557"/>
                  <a:pt x="280714" y="717"/>
                </a:cubicBezTo>
                <a:cubicBezTo>
                  <a:pt x="280819" y="876"/>
                  <a:pt x="280872" y="1061"/>
                  <a:pt x="280872" y="1272"/>
                </a:cubicBezTo>
                <a:lnTo>
                  <a:pt x="280872" y="22707"/>
                </a:lnTo>
                <a:cubicBezTo>
                  <a:pt x="281931" y="21621"/>
                  <a:pt x="282956" y="20708"/>
                  <a:pt x="283948" y="19966"/>
                </a:cubicBezTo>
                <a:cubicBezTo>
                  <a:pt x="284940" y="19224"/>
                  <a:pt x="285912" y="18622"/>
                  <a:pt x="286865" y="18159"/>
                </a:cubicBezTo>
                <a:cubicBezTo>
                  <a:pt x="287817" y="17695"/>
                  <a:pt x="288770" y="17357"/>
                  <a:pt x="289722" y="17146"/>
                </a:cubicBezTo>
                <a:cubicBezTo>
                  <a:pt x="290675" y="16933"/>
                  <a:pt x="291680" y="16827"/>
                  <a:pt x="292739" y="16827"/>
                </a:cubicBezTo>
                <a:cubicBezTo>
                  <a:pt x="295331" y="16827"/>
                  <a:pt x="297547" y="17344"/>
                  <a:pt x="299386" y="18377"/>
                </a:cubicBezTo>
                <a:cubicBezTo>
                  <a:pt x="301225" y="19410"/>
                  <a:pt x="302720" y="20794"/>
                  <a:pt x="303871" y="22528"/>
                </a:cubicBezTo>
                <a:cubicBezTo>
                  <a:pt x="305021" y="24263"/>
                  <a:pt x="305861" y="26296"/>
                  <a:pt x="306391" y="28626"/>
                </a:cubicBezTo>
                <a:cubicBezTo>
                  <a:pt x="306920" y="30956"/>
                  <a:pt x="307184" y="33419"/>
                  <a:pt x="307184" y="36015"/>
                </a:cubicBezTo>
                <a:moveTo>
                  <a:pt x="300279" y="36769"/>
                </a:moveTo>
                <a:cubicBezTo>
                  <a:pt x="300279" y="34941"/>
                  <a:pt x="300140" y="33166"/>
                  <a:pt x="299862" y="31444"/>
                </a:cubicBezTo>
                <a:cubicBezTo>
                  <a:pt x="299584" y="29722"/>
                  <a:pt x="299102" y="28198"/>
                  <a:pt x="298414" y="26874"/>
                </a:cubicBezTo>
                <a:cubicBezTo>
                  <a:pt x="297726" y="25549"/>
                  <a:pt x="296813" y="24483"/>
                  <a:pt x="295675" y="23675"/>
                </a:cubicBezTo>
                <a:cubicBezTo>
                  <a:pt x="294538" y="22867"/>
                  <a:pt x="293122" y="22462"/>
                  <a:pt x="291429" y="22462"/>
                </a:cubicBezTo>
                <a:cubicBezTo>
                  <a:pt x="290582" y="22462"/>
                  <a:pt x="289749" y="22582"/>
                  <a:pt x="288929" y="22821"/>
                </a:cubicBezTo>
                <a:cubicBezTo>
                  <a:pt x="288108" y="23059"/>
                  <a:pt x="287275" y="23456"/>
                  <a:pt x="286428" y="24013"/>
                </a:cubicBezTo>
                <a:cubicBezTo>
                  <a:pt x="285582" y="24569"/>
                  <a:pt x="284702" y="25285"/>
                  <a:pt x="283789" y="26160"/>
                </a:cubicBezTo>
                <a:cubicBezTo>
                  <a:pt x="282876" y="27034"/>
                  <a:pt x="281904" y="28134"/>
                  <a:pt x="280872" y="29460"/>
                </a:cubicBezTo>
                <a:lnTo>
                  <a:pt x="280872" y="43722"/>
                </a:lnTo>
                <a:cubicBezTo>
                  <a:pt x="282671" y="45922"/>
                  <a:pt x="284391" y="47599"/>
                  <a:pt x="286032" y="48752"/>
                </a:cubicBezTo>
                <a:cubicBezTo>
                  <a:pt x="287672" y="49905"/>
                  <a:pt x="289378" y="50481"/>
                  <a:pt x="291151" y="50481"/>
                </a:cubicBezTo>
                <a:cubicBezTo>
                  <a:pt x="292791" y="50481"/>
                  <a:pt x="294194" y="50084"/>
                  <a:pt x="295358" y="49289"/>
                </a:cubicBezTo>
                <a:cubicBezTo>
                  <a:pt x="296522" y="48494"/>
                  <a:pt x="297468" y="47441"/>
                  <a:pt x="298195" y="46129"/>
                </a:cubicBezTo>
                <a:cubicBezTo>
                  <a:pt x="298923" y="44818"/>
                  <a:pt x="299452" y="43347"/>
                  <a:pt x="299783" y="41718"/>
                </a:cubicBezTo>
                <a:cubicBezTo>
                  <a:pt x="300114" y="40088"/>
                  <a:pt x="300279" y="38439"/>
                  <a:pt x="300279" y="36769"/>
                </a:cubicBezTo>
                <a:close/>
                <a:moveTo>
                  <a:pt x="347148" y="34924"/>
                </a:moveTo>
                <a:cubicBezTo>
                  <a:pt x="347148" y="35956"/>
                  <a:pt x="346890" y="36690"/>
                  <a:pt x="346375" y="37127"/>
                </a:cubicBezTo>
                <a:cubicBezTo>
                  <a:pt x="345859" y="37563"/>
                  <a:pt x="345270" y="37781"/>
                  <a:pt x="344609" y="37781"/>
                </a:cubicBezTo>
                <a:lnTo>
                  <a:pt x="321194" y="37781"/>
                </a:lnTo>
                <a:cubicBezTo>
                  <a:pt x="321194" y="39772"/>
                  <a:pt x="321392" y="41563"/>
                  <a:pt x="321789" y="43155"/>
                </a:cubicBezTo>
                <a:cubicBezTo>
                  <a:pt x="322186" y="44748"/>
                  <a:pt x="322847" y="46114"/>
                  <a:pt x="323773" y="47255"/>
                </a:cubicBezTo>
                <a:cubicBezTo>
                  <a:pt x="324699" y="48396"/>
                  <a:pt x="325903" y="49272"/>
                  <a:pt x="327385" y="49883"/>
                </a:cubicBezTo>
                <a:cubicBezTo>
                  <a:pt x="328866" y="50493"/>
                  <a:pt x="330679" y="50799"/>
                  <a:pt x="332822" y="50799"/>
                </a:cubicBezTo>
                <a:cubicBezTo>
                  <a:pt x="334515" y="50799"/>
                  <a:pt x="336023" y="50660"/>
                  <a:pt x="337346" y="50382"/>
                </a:cubicBezTo>
                <a:cubicBezTo>
                  <a:pt x="338669" y="50104"/>
                  <a:pt x="339813" y="49793"/>
                  <a:pt x="340779" y="49449"/>
                </a:cubicBezTo>
                <a:cubicBezTo>
                  <a:pt x="341744" y="49105"/>
                  <a:pt x="342538" y="48794"/>
                  <a:pt x="343160" y="48517"/>
                </a:cubicBezTo>
                <a:cubicBezTo>
                  <a:pt x="343782" y="48239"/>
                  <a:pt x="344251" y="48100"/>
                  <a:pt x="344569" y="48100"/>
                </a:cubicBezTo>
                <a:cubicBezTo>
                  <a:pt x="344754" y="48100"/>
                  <a:pt x="344919" y="48146"/>
                  <a:pt x="345065" y="48239"/>
                </a:cubicBezTo>
                <a:cubicBezTo>
                  <a:pt x="345210" y="48331"/>
                  <a:pt x="345323" y="48470"/>
                  <a:pt x="345402" y="48655"/>
                </a:cubicBezTo>
                <a:cubicBezTo>
                  <a:pt x="345482" y="48841"/>
                  <a:pt x="345541" y="49099"/>
                  <a:pt x="345581" y="49429"/>
                </a:cubicBezTo>
                <a:cubicBezTo>
                  <a:pt x="345621" y="49760"/>
                  <a:pt x="345640" y="50164"/>
                  <a:pt x="345640" y="50640"/>
                </a:cubicBezTo>
                <a:cubicBezTo>
                  <a:pt x="345640" y="50984"/>
                  <a:pt x="345627" y="51281"/>
                  <a:pt x="345601" y="51533"/>
                </a:cubicBezTo>
                <a:cubicBezTo>
                  <a:pt x="345574" y="51784"/>
                  <a:pt x="345541" y="52009"/>
                  <a:pt x="345501" y="52207"/>
                </a:cubicBezTo>
                <a:cubicBezTo>
                  <a:pt x="345462" y="52406"/>
                  <a:pt x="345396" y="52584"/>
                  <a:pt x="345303" y="52743"/>
                </a:cubicBezTo>
                <a:cubicBezTo>
                  <a:pt x="345210" y="52902"/>
                  <a:pt x="345091" y="53054"/>
                  <a:pt x="344946" y="53200"/>
                </a:cubicBezTo>
                <a:cubicBezTo>
                  <a:pt x="344800" y="53345"/>
                  <a:pt x="344370" y="53583"/>
                  <a:pt x="343656" y="53914"/>
                </a:cubicBezTo>
                <a:cubicBezTo>
                  <a:pt x="342942" y="54245"/>
                  <a:pt x="342016" y="54569"/>
                  <a:pt x="340878" y="54886"/>
                </a:cubicBezTo>
                <a:cubicBezTo>
                  <a:pt x="339740" y="55204"/>
                  <a:pt x="338424" y="55488"/>
                  <a:pt x="336929" y="55740"/>
                </a:cubicBezTo>
                <a:cubicBezTo>
                  <a:pt x="335434" y="55991"/>
                  <a:pt x="333840" y="56117"/>
                  <a:pt x="332147" y="56117"/>
                </a:cubicBezTo>
                <a:cubicBezTo>
                  <a:pt x="329210" y="56117"/>
                  <a:pt x="326637" y="55706"/>
                  <a:pt x="324428" y="54885"/>
                </a:cubicBezTo>
                <a:cubicBezTo>
                  <a:pt x="322219" y="54064"/>
                  <a:pt x="320360" y="52846"/>
                  <a:pt x="318852" y="51230"/>
                </a:cubicBezTo>
                <a:cubicBezTo>
                  <a:pt x="317344" y="49615"/>
                  <a:pt x="316206" y="47589"/>
                  <a:pt x="315439" y="45152"/>
                </a:cubicBezTo>
                <a:cubicBezTo>
                  <a:pt x="314672" y="42715"/>
                  <a:pt x="314288" y="39882"/>
                  <a:pt x="314288" y="36650"/>
                </a:cubicBezTo>
                <a:cubicBezTo>
                  <a:pt x="314288" y="33578"/>
                  <a:pt x="314685" y="30817"/>
                  <a:pt x="315479" y="28367"/>
                </a:cubicBezTo>
                <a:cubicBezTo>
                  <a:pt x="316272" y="25917"/>
                  <a:pt x="317417" y="23838"/>
                  <a:pt x="318912" y="22130"/>
                </a:cubicBezTo>
                <a:cubicBezTo>
                  <a:pt x="320406" y="20422"/>
                  <a:pt x="322212" y="19111"/>
                  <a:pt x="324329" y="18197"/>
                </a:cubicBezTo>
                <a:cubicBezTo>
                  <a:pt x="326445" y="17284"/>
                  <a:pt x="328813" y="16827"/>
                  <a:pt x="331433" y="16827"/>
                </a:cubicBezTo>
                <a:cubicBezTo>
                  <a:pt x="334237" y="16827"/>
                  <a:pt x="336625" y="17277"/>
                  <a:pt x="338596" y="18176"/>
                </a:cubicBezTo>
                <a:cubicBezTo>
                  <a:pt x="340567" y="19076"/>
                  <a:pt x="342188" y="20286"/>
                  <a:pt x="343458" y="21808"/>
                </a:cubicBezTo>
                <a:cubicBezTo>
                  <a:pt x="344728" y="23329"/>
                  <a:pt x="345660" y="25115"/>
                  <a:pt x="346256" y="27165"/>
                </a:cubicBezTo>
                <a:cubicBezTo>
                  <a:pt x="346851" y="29216"/>
                  <a:pt x="347148" y="31405"/>
                  <a:pt x="347148" y="33733"/>
                </a:cubicBezTo>
                <a:lnTo>
                  <a:pt x="347148" y="34924"/>
                </a:lnTo>
                <a:moveTo>
                  <a:pt x="340561" y="32979"/>
                </a:moveTo>
                <a:cubicBezTo>
                  <a:pt x="340640" y="29540"/>
                  <a:pt x="339879" y="26841"/>
                  <a:pt x="338279" y="24883"/>
                </a:cubicBezTo>
                <a:cubicBezTo>
                  <a:pt x="336678" y="22925"/>
                  <a:pt x="334303" y="21947"/>
                  <a:pt x="331155" y="21947"/>
                </a:cubicBezTo>
                <a:cubicBezTo>
                  <a:pt x="329541" y="21947"/>
                  <a:pt x="328125" y="22251"/>
                  <a:pt x="326908" y="22859"/>
                </a:cubicBezTo>
                <a:cubicBezTo>
                  <a:pt x="325691" y="23468"/>
                  <a:pt x="324673" y="24275"/>
                  <a:pt x="323853" y="25280"/>
                </a:cubicBezTo>
                <a:cubicBezTo>
                  <a:pt x="323032" y="26286"/>
                  <a:pt x="322397" y="27456"/>
                  <a:pt x="321948" y="28792"/>
                </a:cubicBezTo>
                <a:cubicBezTo>
                  <a:pt x="321498" y="30129"/>
                  <a:pt x="321246" y="31524"/>
                  <a:pt x="321194" y="32979"/>
                </a:cubicBezTo>
                <a:lnTo>
                  <a:pt x="340561" y="32979"/>
                </a:lnTo>
                <a:close/>
                <a:moveTo>
                  <a:pt x="404846" y="20200"/>
                </a:moveTo>
                <a:cubicBezTo>
                  <a:pt x="404846" y="21126"/>
                  <a:pt x="404721" y="21794"/>
                  <a:pt x="404469" y="22205"/>
                </a:cubicBezTo>
                <a:cubicBezTo>
                  <a:pt x="404218" y="22615"/>
                  <a:pt x="403894" y="22820"/>
                  <a:pt x="403497" y="22820"/>
                </a:cubicBezTo>
                <a:lnTo>
                  <a:pt x="398378" y="22820"/>
                </a:lnTo>
                <a:cubicBezTo>
                  <a:pt x="399304" y="23775"/>
                  <a:pt x="399952" y="24830"/>
                  <a:pt x="400322" y="25985"/>
                </a:cubicBezTo>
                <a:cubicBezTo>
                  <a:pt x="400693" y="27139"/>
                  <a:pt x="400878" y="28339"/>
                  <a:pt x="400878" y="29586"/>
                </a:cubicBezTo>
                <a:cubicBezTo>
                  <a:pt x="400878" y="31647"/>
                  <a:pt x="400547" y="33469"/>
                  <a:pt x="399886" y="35054"/>
                </a:cubicBezTo>
                <a:cubicBezTo>
                  <a:pt x="399224" y="36639"/>
                  <a:pt x="398278" y="37980"/>
                  <a:pt x="397048" y="39076"/>
                </a:cubicBezTo>
                <a:cubicBezTo>
                  <a:pt x="395818" y="40173"/>
                  <a:pt x="394356" y="41011"/>
                  <a:pt x="392663" y="41593"/>
                </a:cubicBezTo>
                <a:cubicBezTo>
                  <a:pt x="390969" y="42174"/>
                  <a:pt x="389091" y="42464"/>
                  <a:pt x="387027" y="42464"/>
                </a:cubicBezTo>
                <a:cubicBezTo>
                  <a:pt x="385572" y="42464"/>
                  <a:pt x="384190" y="42273"/>
                  <a:pt x="382880" y="41890"/>
                </a:cubicBezTo>
                <a:cubicBezTo>
                  <a:pt x="381570" y="41507"/>
                  <a:pt x="380558" y="41025"/>
                  <a:pt x="379844" y="40444"/>
                </a:cubicBezTo>
                <a:cubicBezTo>
                  <a:pt x="379368" y="40920"/>
                  <a:pt x="378978" y="41463"/>
                  <a:pt x="378673" y="42071"/>
                </a:cubicBezTo>
                <a:cubicBezTo>
                  <a:pt x="378369" y="42679"/>
                  <a:pt x="378217" y="43379"/>
                  <a:pt x="378217" y="44172"/>
                </a:cubicBezTo>
                <a:cubicBezTo>
                  <a:pt x="378217" y="45098"/>
                  <a:pt x="378647" y="45865"/>
                  <a:pt x="379507" y="46474"/>
                </a:cubicBezTo>
                <a:cubicBezTo>
                  <a:pt x="380367" y="47082"/>
                  <a:pt x="381511" y="47412"/>
                  <a:pt x="382940" y="47465"/>
                </a:cubicBezTo>
                <a:lnTo>
                  <a:pt x="392266" y="47863"/>
                </a:lnTo>
                <a:cubicBezTo>
                  <a:pt x="394039" y="47916"/>
                  <a:pt x="395666" y="48161"/>
                  <a:pt x="397147" y="48600"/>
                </a:cubicBezTo>
                <a:cubicBezTo>
                  <a:pt x="398629" y="49038"/>
                  <a:pt x="399912" y="49662"/>
                  <a:pt x="400997" y="50472"/>
                </a:cubicBezTo>
                <a:cubicBezTo>
                  <a:pt x="402082" y="51282"/>
                  <a:pt x="402928" y="52277"/>
                  <a:pt x="403537" y="53459"/>
                </a:cubicBezTo>
                <a:cubicBezTo>
                  <a:pt x="404145" y="54640"/>
                  <a:pt x="404450" y="56014"/>
                  <a:pt x="404450" y="57581"/>
                </a:cubicBezTo>
                <a:cubicBezTo>
                  <a:pt x="404450" y="59227"/>
                  <a:pt x="404106" y="60794"/>
                  <a:pt x="403418" y="62280"/>
                </a:cubicBezTo>
                <a:cubicBezTo>
                  <a:pt x="402730" y="63768"/>
                  <a:pt x="401678" y="65075"/>
                  <a:pt x="400263" y="66203"/>
                </a:cubicBezTo>
                <a:cubicBezTo>
                  <a:pt x="398847" y="67332"/>
                  <a:pt x="397041" y="68221"/>
                  <a:pt x="394846" y="68872"/>
                </a:cubicBezTo>
                <a:cubicBezTo>
                  <a:pt x="392650" y="69523"/>
                  <a:pt x="390057" y="69848"/>
                  <a:pt x="387067" y="69848"/>
                </a:cubicBezTo>
                <a:cubicBezTo>
                  <a:pt x="384183" y="69848"/>
                  <a:pt x="381729" y="69603"/>
                  <a:pt x="379705" y="69113"/>
                </a:cubicBezTo>
                <a:cubicBezTo>
                  <a:pt x="377681" y="68623"/>
                  <a:pt x="376021" y="67955"/>
                  <a:pt x="374725" y="67107"/>
                </a:cubicBezTo>
                <a:cubicBezTo>
                  <a:pt x="373428" y="66261"/>
                  <a:pt x="372489" y="65248"/>
                  <a:pt x="371907" y="64070"/>
                </a:cubicBezTo>
                <a:cubicBezTo>
                  <a:pt x="371325" y="62892"/>
                  <a:pt x="371034" y="61614"/>
                  <a:pt x="371034" y="60236"/>
                </a:cubicBezTo>
                <a:cubicBezTo>
                  <a:pt x="371034" y="59363"/>
                  <a:pt x="371140" y="58516"/>
                  <a:pt x="371351" y="57695"/>
                </a:cubicBezTo>
                <a:cubicBezTo>
                  <a:pt x="371563" y="56874"/>
                  <a:pt x="371887" y="56093"/>
                  <a:pt x="372323" y="55351"/>
                </a:cubicBezTo>
                <a:cubicBezTo>
                  <a:pt x="372760" y="54611"/>
                  <a:pt x="373302" y="53903"/>
                  <a:pt x="373951" y="53228"/>
                </a:cubicBezTo>
                <a:cubicBezTo>
                  <a:pt x="374599" y="52553"/>
                  <a:pt x="375346" y="51884"/>
                  <a:pt x="376193" y="51221"/>
                </a:cubicBezTo>
                <a:cubicBezTo>
                  <a:pt x="374896" y="50558"/>
                  <a:pt x="373937" y="49721"/>
                  <a:pt x="373316" y="48711"/>
                </a:cubicBezTo>
                <a:cubicBezTo>
                  <a:pt x="372694" y="47701"/>
                  <a:pt x="372383" y="46611"/>
                  <a:pt x="372383" y="45442"/>
                </a:cubicBezTo>
                <a:cubicBezTo>
                  <a:pt x="372383" y="43822"/>
                  <a:pt x="372714" y="42373"/>
                  <a:pt x="373375" y="41098"/>
                </a:cubicBezTo>
                <a:cubicBezTo>
                  <a:pt x="374037" y="39822"/>
                  <a:pt x="374857" y="38679"/>
                  <a:pt x="375836" y="37670"/>
                </a:cubicBezTo>
                <a:cubicBezTo>
                  <a:pt x="375016" y="36693"/>
                  <a:pt x="374367" y="35590"/>
                  <a:pt x="373891" y="34361"/>
                </a:cubicBezTo>
                <a:cubicBezTo>
                  <a:pt x="373415" y="33132"/>
                  <a:pt x="373177" y="31647"/>
                  <a:pt x="373177" y="29904"/>
                </a:cubicBezTo>
                <a:cubicBezTo>
                  <a:pt x="373177" y="27870"/>
                  <a:pt x="373521" y="26047"/>
                  <a:pt x="374209" y="24436"/>
                </a:cubicBezTo>
                <a:cubicBezTo>
                  <a:pt x="374896" y="22824"/>
                  <a:pt x="375849" y="21464"/>
                  <a:pt x="377066" y="20354"/>
                </a:cubicBezTo>
                <a:cubicBezTo>
                  <a:pt x="378283" y="19245"/>
                  <a:pt x="379745" y="18393"/>
                  <a:pt x="381451" y="17798"/>
                </a:cubicBezTo>
                <a:cubicBezTo>
                  <a:pt x="383158" y="17204"/>
                  <a:pt x="385017" y="16906"/>
                  <a:pt x="387027" y="16906"/>
                </a:cubicBezTo>
                <a:cubicBezTo>
                  <a:pt x="388112" y="16906"/>
                  <a:pt x="389124" y="16963"/>
                  <a:pt x="390063" y="17075"/>
                </a:cubicBezTo>
                <a:cubicBezTo>
                  <a:pt x="391003" y="17187"/>
                  <a:pt x="391882" y="17342"/>
                  <a:pt x="392702" y="17541"/>
                </a:cubicBezTo>
                <a:lnTo>
                  <a:pt x="403497" y="17541"/>
                </a:lnTo>
                <a:cubicBezTo>
                  <a:pt x="403947" y="17541"/>
                  <a:pt x="404284" y="17760"/>
                  <a:pt x="404509" y="18196"/>
                </a:cubicBezTo>
                <a:cubicBezTo>
                  <a:pt x="404734" y="18633"/>
                  <a:pt x="404846" y="19301"/>
                  <a:pt x="404846" y="20200"/>
                </a:cubicBezTo>
                <a:moveTo>
                  <a:pt x="394607" y="29626"/>
                </a:moveTo>
                <a:cubicBezTo>
                  <a:pt x="394607" y="27198"/>
                  <a:pt x="393939" y="25305"/>
                  <a:pt x="392603" y="23946"/>
                </a:cubicBezTo>
                <a:cubicBezTo>
                  <a:pt x="391267" y="22587"/>
                  <a:pt x="389369" y="21907"/>
                  <a:pt x="386908" y="21907"/>
                </a:cubicBezTo>
                <a:cubicBezTo>
                  <a:pt x="385638" y="21907"/>
                  <a:pt x="384534" y="22118"/>
                  <a:pt x="383594" y="22541"/>
                </a:cubicBezTo>
                <a:cubicBezTo>
                  <a:pt x="382655" y="22962"/>
                  <a:pt x="381875" y="23543"/>
                  <a:pt x="381253" y="24282"/>
                </a:cubicBezTo>
                <a:cubicBezTo>
                  <a:pt x="380631" y="25021"/>
                  <a:pt x="380168" y="25872"/>
                  <a:pt x="379864" y="26835"/>
                </a:cubicBezTo>
                <a:cubicBezTo>
                  <a:pt x="379560" y="27799"/>
                  <a:pt x="379408" y="28808"/>
                  <a:pt x="379408" y="29864"/>
                </a:cubicBezTo>
                <a:cubicBezTo>
                  <a:pt x="379408" y="32212"/>
                  <a:pt x="380076" y="34059"/>
                  <a:pt x="381412" y="35405"/>
                </a:cubicBezTo>
                <a:cubicBezTo>
                  <a:pt x="382748" y="36751"/>
                  <a:pt x="384620" y="37424"/>
                  <a:pt x="387027" y="37424"/>
                </a:cubicBezTo>
                <a:cubicBezTo>
                  <a:pt x="388324" y="37424"/>
                  <a:pt x="389448" y="37220"/>
                  <a:pt x="390401" y="36812"/>
                </a:cubicBezTo>
                <a:cubicBezTo>
                  <a:pt x="391353" y="36402"/>
                  <a:pt x="392140" y="35835"/>
                  <a:pt x="392762" y="35109"/>
                </a:cubicBezTo>
                <a:cubicBezTo>
                  <a:pt x="393384" y="34383"/>
                  <a:pt x="393847" y="33545"/>
                  <a:pt x="394151" y="32595"/>
                </a:cubicBezTo>
                <a:cubicBezTo>
                  <a:pt x="394455" y="31645"/>
                  <a:pt x="394607" y="30655"/>
                  <a:pt x="394607" y="29626"/>
                </a:cubicBezTo>
                <a:moveTo>
                  <a:pt x="397901" y="57937"/>
                </a:moveTo>
                <a:cubicBezTo>
                  <a:pt x="397901" y="56392"/>
                  <a:pt x="397273" y="55200"/>
                  <a:pt x="396016" y="54362"/>
                </a:cubicBezTo>
                <a:cubicBezTo>
                  <a:pt x="394760" y="53522"/>
                  <a:pt x="393060" y="53076"/>
                  <a:pt x="390917" y="53023"/>
                </a:cubicBezTo>
                <a:lnTo>
                  <a:pt x="381670" y="52704"/>
                </a:lnTo>
                <a:cubicBezTo>
                  <a:pt x="380823" y="53369"/>
                  <a:pt x="380128" y="54002"/>
                  <a:pt x="379586" y="54601"/>
                </a:cubicBezTo>
                <a:cubicBezTo>
                  <a:pt x="379044" y="55200"/>
                  <a:pt x="378614" y="55773"/>
                  <a:pt x="378296" y="56319"/>
                </a:cubicBezTo>
                <a:cubicBezTo>
                  <a:pt x="377979" y="56864"/>
                  <a:pt x="377761" y="57403"/>
                  <a:pt x="377641" y="57936"/>
                </a:cubicBezTo>
                <a:cubicBezTo>
                  <a:pt x="377522" y="58469"/>
                  <a:pt x="377463" y="59015"/>
                  <a:pt x="377463" y="59574"/>
                </a:cubicBezTo>
                <a:cubicBezTo>
                  <a:pt x="377463" y="61306"/>
                  <a:pt x="378336" y="62617"/>
                  <a:pt x="380082" y="63509"/>
                </a:cubicBezTo>
                <a:cubicBezTo>
                  <a:pt x="381828" y="64401"/>
                  <a:pt x="384262" y="64848"/>
                  <a:pt x="387384" y="64848"/>
                </a:cubicBezTo>
                <a:cubicBezTo>
                  <a:pt x="389369" y="64848"/>
                  <a:pt x="391029" y="64654"/>
                  <a:pt x="392365" y="64268"/>
                </a:cubicBezTo>
                <a:cubicBezTo>
                  <a:pt x="393701" y="63882"/>
                  <a:pt x="394779" y="63370"/>
                  <a:pt x="395600" y="62731"/>
                </a:cubicBezTo>
                <a:cubicBezTo>
                  <a:pt x="396420" y="62091"/>
                  <a:pt x="397008" y="61359"/>
                  <a:pt x="397366" y="60533"/>
                </a:cubicBezTo>
                <a:cubicBezTo>
                  <a:pt x="397723" y="59708"/>
                  <a:pt x="397901" y="58842"/>
                  <a:pt x="397901" y="57937"/>
                </a:cubicBezTo>
                <a:close/>
                <a:moveTo>
                  <a:pt x="419759" y="54331"/>
                </a:moveTo>
                <a:cubicBezTo>
                  <a:pt x="419759" y="54542"/>
                  <a:pt x="419706" y="54721"/>
                  <a:pt x="419601" y="54866"/>
                </a:cubicBezTo>
                <a:cubicBezTo>
                  <a:pt x="419495" y="55012"/>
                  <a:pt x="419323" y="55138"/>
                  <a:pt x="419085" y="55243"/>
                </a:cubicBezTo>
                <a:cubicBezTo>
                  <a:pt x="418847" y="55349"/>
                  <a:pt x="418516" y="55429"/>
                  <a:pt x="418093" y="55482"/>
                </a:cubicBezTo>
                <a:cubicBezTo>
                  <a:pt x="417669" y="55534"/>
                  <a:pt x="417127" y="55561"/>
                  <a:pt x="416465" y="55561"/>
                </a:cubicBezTo>
                <a:cubicBezTo>
                  <a:pt x="415830" y="55561"/>
                  <a:pt x="415301" y="55534"/>
                  <a:pt x="414878" y="55482"/>
                </a:cubicBezTo>
                <a:cubicBezTo>
                  <a:pt x="414455" y="55429"/>
                  <a:pt x="414117" y="55349"/>
                  <a:pt x="413866" y="55243"/>
                </a:cubicBezTo>
                <a:cubicBezTo>
                  <a:pt x="413615" y="55138"/>
                  <a:pt x="413443" y="55012"/>
                  <a:pt x="413350" y="54866"/>
                </a:cubicBezTo>
                <a:cubicBezTo>
                  <a:pt x="413257" y="54721"/>
                  <a:pt x="413211" y="54542"/>
                  <a:pt x="413211" y="54331"/>
                </a:cubicBezTo>
                <a:lnTo>
                  <a:pt x="413211" y="18613"/>
                </a:lnTo>
                <a:cubicBezTo>
                  <a:pt x="413211" y="18428"/>
                  <a:pt x="413257" y="18256"/>
                  <a:pt x="413350" y="18097"/>
                </a:cubicBezTo>
                <a:cubicBezTo>
                  <a:pt x="413443" y="17938"/>
                  <a:pt x="413615" y="17806"/>
                  <a:pt x="413866" y="17700"/>
                </a:cubicBezTo>
                <a:cubicBezTo>
                  <a:pt x="414117" y="17594"/>
                  <a:pt x="414455" y="17515"/>
                  <a:pt x="414878" y="17462"/>
                </a:cubicBezTo>
                <a:cubicBezTo>
                  <a:pt x="415301" y="17409"/>
                  <a:pt x="415830" y="17383"/>
                  <a:pt x="416465" y="17383"/>
                </a:cubicBezTo>
                <a:cubicBezTo>
                  <a:pt x="417127" y="17383"/>
                  <a:pt x="417669" y="17409"/>
                  <a:pt x="418093" y="17462"/>
                </a:cubicBezTo>
                <a:cubicBezTo>
                  <a:pt x="418516" y="17515"/>
                  <a:pt x="418847" y="17594"/>
                  <a:pt x="419085" y="17700"/>
                </a:cubicBezTo>
                <a:cubicBezTo>
                  <a:pt x="419323" y="17806"/>
                  <a:pt x="419495" y="17938"/>
                  <a:pt x="419601" y="18097"/>
                </a:cubicBezTo>
                <a:cubicBezTo>
                  <a:pt x="419706" y="18256"/>
                  <a:pt x="419759" y="18428"/>
                  <a:pt x="419759" y="18613"/>
                </a:cubicBezTo>
                <a:lnTo>
                  <a:pt x="419759" y="54331"/>
                </a:lnTo>
                <a:moveTo>
                  <a:pt x="420513" y="6509"/>
                </a:moveTo>
                <a:cubicBezTo>
                  <a:pt x="420513" y="8043"/>
                  <a:pt x="420222" y="9088"/>
                  <a:pt x="419640" y="9644"/>
                </a:cubicBezTo>
                <a:cubicBezTo>
                  <a:pt x="419058" y="10199"/>
                  <a:pt x="417987" y="10477"/>
                  <a:pt x="416426" y="10477"/>
                </a:cubicBezTo>
                <a:cubicBezTo>
                  <a:pt x="414891" y="10477"/>
                  <a:pt x="413839" y="10206"/>
                  <a:pt x="413271" y="9664"/>
                </a:cubicBezTo>
                <a:cubicBezTo>
                  <a:pt x="412702" y="9121"/>
                  <a:pt x="412417" y="8096"/>
                  <a:pt x="412417" y="6588"/>
                </a:cubicBezTo>
                <a:cubicBezTo>
                  <a:pt x="412417" y="5053"/>
                  <a:pt x="412708" y="4008"/>
                  <a:pt x="413290" y="3453"/>
                </a:cubicBezTo>
                <a:cubicBezTo>
                  <a:pt x="413873" y="2897"/>
                  <a:pt x="414944" y="2619"/>
                  <a:pt x="416505" y="2619"/>
                </a:cubicBezTo>
                <a:cubicBezTo>
                  <a:pt x="418040" y="2619"/>
                  <a:pt x="419091" y="2890"/>
                  <a:pt x="419660" y="3433"/>
                </a:cubicBezTo>
                <a:cubicBezTo>
                  <a:pt x="420229" y="3975"/>
                  <a:pt x="420513" y="5000"/>
                  <a:pt x="420513" y="6509"/>
                </a:cubicBezTo>
                <a:close/>
                <a:moveTo>
                  <a:pt x="461259" y="18534"/>
                </a:moveTo>
                <a:cubicBezTo>
                  <a:pt x="461259" y="18639"/>
                  <a:pt x="461252" y="18752"/>
                  <a:pt x="461239" y="18871"/>
                </a:cubicBezTo>
                <a:cubicBezTo>
                  <a:pt x="461225" y="18990"/>
                  <a:pt x="461206" y="19116"/>
                  <a:pt x="461179" y="19248"/>
                </a:cubicBezTo>
                <a:cubicBezTo>
                  <a:pt x="461153" y="19380"/>
                  <a:pt x="461120" y="19526"/>
                  <a:pt x="461080" y="19684"/>
                </a:cubicBezTo>
                <a:cubicBezTo>
                  <a:pt x="461040" y="19843"/>
                  <a:pt x="460994" y="20015"/>
                  <a:pt x="460941" y="20200"/>
                </a:cubicBezTo>
                <a:lnTo>
                  <a:pt x="448757" y="54132"/>
                </a:lnTo>
                <a:cubicBezTo>
                  <a:pt x="448652" y="54423"/>
                  <a:pt x="448513" y="54661"/>
                  <a:pt x="448341" y="54847"/>
                </a:cubicBezTo>
                <a:cubicBezTo>
                  <a:pt x="448169" y="55032"/>
                  <a:pt x="447911" y="55177"/>
                  <a:pt x="447567" y="55283"/>
                </a:cubicBezTo>
                <a:cubicBezTo>
                  <a:pt x="447223" y="55389"/>
                  <a:pt x="446786" y="55462"/>
                  <a:pt x="446257" y="55501"/>
                </a:cubicBezTo>
                <a:cubicBezTo>
                  <a:pt x="445728" y="55541"/>
                  <a:pt x="445067" y="55561"/>
                  <a:pt x="444273" y="55561"/>
                </a:cubicBezTo>
                <a:cubicBezTo>
                  <a:pt x="443479" y="55561"/>
                  <a:pt x="442818" y="55534"/>
                  <a:pt x="442288" y="55482"/>
                </a:cubicBezTo>
                <a:cubicBezTo>
                  <a:pt x="441759" y="55429"/>
                  <a:pt x="441329" y="55349"/>
                  <a:pt x="440999" y="55243"/>
                </a:cubicBezTo>
                <a:cubicBezTo>
                  <a:pt x="440668" y="55138"/>
                  <a:pt x="440410" y="54992"/>
                  <a:pt x="440225" y="54807"/>
                </a:cubicBezTo>
                <a:cubicBezTo>
                  <a:pt x="440040" y="54622"/>
                  <a:pt x="439894" y="54397"/>
                  <a:pt x="439788" y="54132"/>
                </a:cubicBezTo>
                <a:lnTo>
                  <a:pt x="427644" y="20200"/>
                </a:lnTo>
                <a:cubicBezTo>
                  <a:pt x="427538" y="19883"/>
                  <a:pt x="427452" y="19605"/>
                  <a:pt x="427386" y="19367"/>
                </a:cubicBezTo>
                <a:cubicBezTo>
                  <a:pt x="427320" y="19129"/>
                  <a:pt x="427280" y="18950"/>
                  <a:pt x="427267" y="18831"/>
                </a:cubicBezTo>
                <a:cubicBezTo>
                  <a:pt x="427254" y="18712"/>
                  <a:pt x="427247" y="18613"/>
                  <a:pt x="427247" y="18534"/>
                </a:cubicBezTo>
                <a:cubicBezTo>
                  <a:pt x="427247" y="18322"/>
                  <a:pt x="427300" y="18137"/>
                  <a:pt x="427406" y="17978"/>
                </a:cubicBezTo>
                <a:cubicBezTo>
                  <a:pt x="427512" y="17819"/>
                  <a:pt x="427691" y="17694"/>
                  <a:pt x="427942" y="17601"/>
                </a:cubicBezTo>
                <a:cubicBezTo>
                  <a:pt x="428193" y="17508"/>
                  <a:pt x="428524" y="17449"/>
                  <a:pt x="428934" y="17422"/>
                </a:cubicBezTo>
                <a:cubicBezTo>
                  <a:pt x="429344" y="17396"/>
                  <a:pt x="429853" y="17383"/>
                  <a:pt x="430462" y="17383"/>
                </a:cubicBezTo>
                <a:cubicBezTo>
                  <a:pt x="431229" y="17383"/>
                  <a:pt x="431844" y="17402"/>
                  <a:pt x="432307" y="17442"/>
                </a:cubicBezTo>
                <a:cubicBezTo>
                  <a:pt x="432770" y="17482"/>
                  <a:pt x="433128" y="17555"/>
                  <a:pt x="433379" y="17660"/>
                </a:cubicBezTo>
                <a:cubicBezTo>
                  <a:pt x="433630" y="17766"/>
                  <a:pt x="433815" y="17899"/>
                  <a:pt x="433934" y="18057"/>
                </a:cubicBezTo>
                <a:cubicBezTo>
                  <a:pt x="434054" y="18216"/>
                  <a:pt x="434166" y="18414"/>
                  <a:pt x="434272" y="18653"/>
                </a:cubicBezTo>
                <a:lnTo>
                  <a:pt x="444352" y="48100"/>
                </a:lnTo>
                <a:lnTo>
                  <a:pt x="444511" y="48576"/>
                </a:lnTo>
                <a:lnTo>
                  <a:pt x="444630" y="48100"/>
                </a:lnTo>
                <a:lnTo>
                  <a:pt x="454591" y="18653"/>
                </a:lnTo>
                <a:cubicBezTo>
                  <a:pt x="454644" y="18414"/>
                  <a:pt x="454737" y="18216"/>
                  <a:pt x="454869" y="18057"/>
                </a:cubicBezTo>
                <a:cubicBezTo>
                  <a:pt x="455001" y="17899"/>
                  <a:pt x="455193" y="17766"/>
                  <a:pt x="455445" y="17660"/>
                </a:cubicBezTo>
                <a:cubicBezTo>
                  <a:pt x="455696" y="17555"/>
                  <a:pt x="456040" y="17482"/>
                  <a:pt x="456476" y="17442"/>
                </a:cubicBezTo>
                <a:cubicBezTo>
                  <a:pt x="456913" y="17402"/>
                  <a:pt x="457488" y="17383"/>
                  <a:pt x="458203" y="17383"/>
                </a:cubicBezTo>
                <a:cubicBezTo>
                  <a:pt x="458811" y="17383"/>
                  <a:pt x="459314" y="17396"/>
                  <a:pt x="459711" y="17422"/>
                </a:cubicBezTo>
                <a:cubicBezTo>
                  <a:pt x="460108" y="17449"/>
                  <a:pt x="460419" y="17515"/>
                  <a:pt x="460643" y="17621"/>
                </a:cubicBezTo>
                <a:cubicBezTo>
                  <a:pt x="460868" y="17727"/>
                  <a:pt x="461027" y="17852"/>
                  <a:pt x="461120" y="17998"/>
                </a:cubicBezTo>
                <a:cubicBezTo>
                  <a:pt x="461212" y="18143"/>
                  <a:pt x="461259" y="18322"/>
                  <a:pt x="461259" y="18534"/>
                </a:cubicBezTo>
                <a:close/>
                <a:moveTo>
                  <a:pt x="499267" y="34924"/>
                </a:moveTo>
                <a:cubicBezTo>
                  <a:pt x="499267" y="35956"/>
                  <a:pt x="499010" y="36690"/>
                  <a:pt x="498494" y="37127"/>
                </a:cubicBezTo>
                <a:cubicBezTo>
                  <a:pt x="497978" y="37563"/>
                  <a:pt x="497389" y="37781"/>
                  <a:pt x="496728" y="37781"/>
                </a:cubicBezTo>
                <a:lnTo>
                  <a:pt x="473313" y="37781"/>
                </a:lnTo>
                <a:cubicBezTo>
                  <a:pt x="473313" y="39772"/>
                  <a:pt x="473511" y="41563"/>
                  <a:pt x="473908" y="43155"/>
                </a:cubicBezTo>
                <a:cubicBezTo>
                  <a:pt x="474305" y="44748"/>
                  <a:pt x="474966" y="46114"/>
                  <a:pt x="475892" y="47255"/>
                </a:cubicBezTo>
                <a:cubicBezTo>
                  <a:pt x="476818" y="48396"/>
                  <a:pt x="478022" y="49272"/>
                  <a:pt x="479504" y="49883"/>
                </a:cubicBezTo>
                <a:cubicBezTo>
                  <a:pt x="480985" y="50493"/>
                  <a:pt x="482798" y="50799"/>
                  <a:pt x="484941" y="50799"/>
                </a:cubicBezTo>
                <a:cubicBezTo>
                  <a:pt x="486634" y="50799"/>
                  <a:pt x="488142" y="50660"/>
                  <a:pt x="489465" y="50382"/>
                </a:cubicBezTo>
                <a:cubicBezTo>
                  <a:pt x="490788" y="50104"/>
                  <a:pt x="491932" y="49793"/>
                  <a:pt x="492898" y="49449"/>
                </a:cubicBezTo>
                <a:cubicBezTo>
                  <a:pt x="493864" y="49105"/>
                  <a:pt x="494657" y="48794"/>
                  <a:pt x="495279" y="48517"/>
                </a:cubicBezTo>
                <a:cubicBezTo>
                  <a:pt x="495901" y="48239"/>
                  <a:pt x="496370" y="48100"/>
                  <a:pt x="496688" y="48100"/>
                </a:cubicBezTo>
                <a:cubicBezTo>
                  <a:pt x="496873" y="48100"/>
                  <a:pt x="497038" y="48146"/>
                  <a:pt x="497184" y="48239"/>
                </a:cubicBezTo>
                <a:cubicBezTo>
                  <a:pt x="497329" y="48331"/>
                  <a:pt x="497442" y="48470"/>
                  <a:pt x="497521" y="48655"/>
                </a:cubicBezTo>
                <a:cubicBezTo>
                  <a:pt x="497601" y="48841"/>
                  <a:pt x="497660" y="49099"/>
                  <a:pt x="497700" y="49429"/>
                </a:cubicBezTo>
                <a:cubicBezTo>
                  <a:pt x="497740" y="49760"/>
                  <a:pt x="497759" y="50164"/>
                  <a:pt x="497759" y="50640"/>
                </a:cubicBezTo>
                <a:cubicBezTo>
                  <a:pt x="497759" y="50984"/>
                  <a:pt x="497746" y="51281"/>
                  <a:pt x="497720" y="51533"/>
                </a:cubicBezTo>
                <a:cubicBezTo>
                  <a:pt x="497693" y="51784"/>
                  <a:pt x="497660" y="52009"/>
                  <a:pt x="497620" y="52207"/>
                </a:cubicBezTo>
                <a:cubicBezTo>
                  <a:pt x="497581" y="52406"/>
                  <a:pt x="497515" y="52584"/>
                  <a:pt x="497422" y="52743"/>
                </a:cubicBezTo>
                <a:cubicBezTo>
                  <a:pt x="497329" y="52902"/>
                  <a:pt x="497210" y="53054"/>
                  <a:pt x="497065" y="53200"/>
                </a:cubicBezTo>
                <a:cubicBezTo>
                  <a:pt x="496919" y="53345"/>
                  <a:pt x="496489" y="53583"/>
                  <a:pt x="495775" y="53914"/>
                </a:cubicBezTo>
                <a:cubicBezTo>
                  <a:pt x="495061" y="54245"/>
                  <a:pt x="494135" y="54569"/>
                  <a:pt x="492997" y="54886"/>
                </a:cubicBezTo>
                <a:cubicBezTo>
                  <a:pt x="491859" y="55204"/>
                  <a:pt x="490543" y="55488"/>
                  <a:pt x="489048" y="55740"/>
                </a:cubicBezTo>
                <a:cubicBezTo>
                  <a:pt x="487553" y="55991"/>
                  <a:pt x="485959" y="56117"/>
                  <a:pt x="484266" y="56117"/>
                </a:cubicBezTo>
                <a:cubicBezTo>
                  <a:pt x="481329" y="56117"/>
                  <a:pt x="478756" y="55706"/>
                  <a:pt x="476547" y="54885"/>
                </a:cubicBezTo>
                <a:cubicBezTo>
                  <a:pt x="474338" y="54064"/>
                  <a:pt x="472479" y="52846"/>
                  <a:pt x="470971" y="51230"/>
                </a:cubicBezTo>
                <a:cubicBezTo>
                  <a:pt x="469463" y="49615"/>
                  <a:pt x="468325" y="47589"/>
                  <a:pt x="467558" y="45152"/>
                </a:cubicBezTo>
                <a:cubicBezTo>
                  <a:pt x="466791" y="42715"/>
                  <a:pt x="466407" y="39882"/>
                  <a:pt x="466407" y="36650"/>
                </a:cubicBezTo>
                <a:cubicBezTo>
                  <a:pt x="466407" y="33578"/>
                  <a:pt x="466804" y="30817"/>
                  <a:pt x="467598" y="28367"/>
                </a:cubicBezTo>
                <a:cubicBezTo>
                  <a:pt x="468391" y="25917"/>
                  <a:pt x="469536" y="23838"/>
                  <a:pt x="471031" y="22130"/>
                </a:cubicBezTo>
                <a:cubicBezTo>
                  <a:pt x="472525" y="20422"/>
                  <a:pt x="474331" y="19111"/>
                  <a:pt x="476448" y="18197"/>
                </a:cubicBezTo>
                <a:cubicBezTo>
                  <a:pt x="478564" y="17284"/>
                  <a:pt x="480932" y="16827"/>
                  <a:pt x="483552" y="16827"/>
                </a:cubicBezTo>
                <a:cubicBezTo>
                  <a:pt x="486356" y="16827"/>
                  <a:pt x="488744" y="17277"/>
                  <a:pt x="490715" y="18176"/>
                </a:cubicBezTo>
                <a:cubicBezTo>
                  <a:pt x="492686" y="19076"/>
                  <a:pt x="494307" y="20286"/>
                  <a:pt x="495577" y="21808"/>
                </a:cubicBezTo>
                <a:cubicBezTo>
                  <a:pt x="496847" y="23329"/>
                  <a:pt x="497779" y="25115"/>
                  <a:pt x="498375" y="27165"/>
                </a:cubicBezTo>
                <a:cubicBezTo>
                  <a:pt x="498970" y="29216"/>
                  <a:pt x="499267" y="31405"/>
                  <a:pt x="499267" y="33733"/>
                </a:cubicBezTo>
                <a:lnTo>
                  <a:pt x="499267" y="34924"/>
                </a:lnTo>
                <a:moveTo>
                  <a:pt x="492680" y="32979"/>
                </a:moveTo>
                <a:cubicBezTo>
                  <a:pt x="492759" y="29540"/>
                  <a:pt x="491998" y="26841"/>
                  <a:pt x="490398" y="24883"/>
                </a:cubicBezTo>
                <a:cubicBezTo>
                  <a:pt x="488797" y="22925"/>
                  <a:pt x="486422" y="21947"/>
                  <a:pt x="483274" y="21947"/>
                </a:cubicBezTo>
                <a:cubicBezTo>
                  <a:pt x="481660" y="21947"/>
                  <a:pt x="480244" y="22251"/>
                  <a:pt x="479027" y="22859"/>
                </a:cubicBezTo>
                <a:cubicBezTo>
                  <a:pt x="477810" y="23468"/>
                  <a:pt x="476792" y="24275"/>
                  <a:pt x="475972" y="25280"/>
                </a:cubicBezTo>
                <a:cubicBezTo>
                  <a:pt x="475151" y="26286"/>
                  <a:pt x="474516" y="27456"/>
                  <a:pt x="474067" y="28792"/>
                </a:cubicBezTo>
                <a:cubicBezTo>
                  <a:pt x="473617" y="30129"/>
                  <a:pt x="473365" y="31524"/>
                  <a:pt x="473313" y="32979"/>
                </a:cubicBezTo>
                <a:lnTo>
                  <a:pt x="492680" y="32979"/>
                </a:lnTo>
                <a:close/>
                <a:moveTo>
                  <a:pt x="539835" y="54331"/>
                </a:moveTo>
                <a:cubicBezTo>
                  <a:pt x="539835" y="54542"/>
                  <a:pt x="539782" y="54721"/>
                  <a:pt x="539676" y="54866"/>
                </a:cubicBezTo>
                <a:cubicBezTo>
                  <a:pt x="539570" y="55012"/>
                  <a:pt x="539398" y="55138"/>
                  <a:pt x="539160" y="55243"/>
                </a:cubicBezTo>
                <a:cubicBezTo>
                  <a:pt x="538922" y="55349"/>
                  <a:pt x="538591" y="55429"/>
                  <a:pt x="538168" y="55482"/>
                </a:cubicBezTo>
                <a:cubicBezTo>
                  <a:pt x="537745" y="55534"/>
                  <a:pt x="537216" y="55561"/>
                  <a:pt x="536581" y="55561"/>
                </a:cubicBezTo>
                <a:cubicBezTo>
                  <a:pt x="535919" y="55561"/>
                  <a:pt x="535377" y="55534"/>
                  <a:pt x="534953" y="55482"/>
                </a:cubicBezTo>
                <a:cubicBezTo>
                  <a:pt x="534530" y="55429"/>
                  <a:pt x="534199" y="55349"/>
                  <a:pt x="533961" y="55243"/>
                </a:cubicBezTo>
                <a:cubicBezTo>
                  <a:pt x="533723" y="55138"/>
                  <a:pt x="533551" y="55012"/>
                  <a:pt x="533445" y="54866"/>
                </a:cubicBezTo>
                <a:cubicBezTo>
                  <a:pt x="533340" y="54721"/>
                  <a:pt x="533287" y="54542"/>
                  <a:pt x="533287" y="54331"/>
                </a:cubicBezTo>
                <a:lnTo>
                  <a:pt x="533287" y="33416"/>
                </a:lnTo>
                <a:cubicBezTo>
                  <a:pt x="533287" y="31379"/>
                  <a:pt x="533128" y="29738"/>
                  <a:pt x="532810" y="28495"/>
                </a:cubicBezTo>
                <a:cubicBezTo>
                  <a:pt x="532493" y="27251"/>
                  <a:pt x="532030" y="26180"/>
                  <a:pt x="531421" y="25280"/>
                </a:cubicBezTo>
                <a:cubicBezTo>
                  <a:pt x="530813" y="24381"/>
                  <a:pt x="530026" y="23693"/>
                  <a:pt x="529060" y="23217"/>
                </a:cubicBezTo>
                <a:cubicBezTo>
                  <a:pt x="528094" y="22740"/>
                  <a:pt x="526976" y="22502"/>
                  <a:pt x="525707" y="22502"/>
                </a:cubicBezTo>
                <a:cubicBezTo>
                  <a:pt x="524066" y="22502"/>
                  <a:pt x="522426" y="23084"/>
                  <a:pt x="520785" y="24248"/>
                </a:cubicBezTo>
                <a:cubicBezTo>
                  <a:pt x="519145" y="25413"/>
                  <a:pt x="517425" y="27119"/>
                  <a:pt x="515626" y="29368"/>
                </a:cubicBezTo>
                <a:lnTo>
                  <a:pt x="515626" y="54331"/>
                </a:lnTo>
                <a:cubicBezTo>
                  <a:pt x="515626" y="54542"/>
                  <a:pt x="515573" y="54721"/>
                  <a:pt x="515467" y="54866"/>
                </a:cubicBezTo>
                <a:cubicBezTo>
                  <a:pt x="515362" y="55012"/>
                  <a:pt x="515190" y="55138"/>
                  <a:pt x="514952" y="55243"/>
                </a:cubicBezTo>
                <a:cubicBezTo>
                  <a:pt x="514713" y="55349"/>
                  <a:pt x="514383" y="55429"/>
                  <a:pt x="513959" y="55482"/>
                </a:cubicBezTo>
                <a:cubicBezTo>
                  <a:pt x="513536" y="55534"/>
                  <a:pt x="512994" y="55561"/>
                  <a:pt x="512332" y="55561"/>
                </a:cubicBezTo>
                <a:cubicBezTo>
                  <a:pt x="511697" y="55561"/>
                  <a:pt x="511168" y="55534"/>
                  <a:pt x="510745" y="55482"/>
                </a:cubicBezTo>
                <a:cubicBezTo>
                  <a:pt x="510321" y="55429"/>
                  <a:pt x="509984" y="55349"/>
                  <a:pt x="509733" y="55243"/>
                </a:cubicBezTo>
                <a:cubicBezTo>
                  <a:pt x="509481" y="55138"/>
                  <a:pt x="509309" y="55012"/>
                  <a:pt x="509217" y="54866"/>
                </a:cubicBezTo>
                <a:cubicBezTo>
                  <a:pt x="509124" y="54721"/>
                  <a:pt x="509078" y="54542"/>
                  <a:pt x="509078" y="54331"/>
                </a:cubicBezTo>
                <a:lnTo>
                  <a:pt x="509078" y="18613"/>
                </a:lnTo>
                <a:cubicBezTo>
                  <a:pt x="509078" y="18401"/>
                  <a:pt x="509118" y="18223"/>
                  <a:pt x="509197" y="18077"/>
                </a:cubicBezTo>
                <a:cubicBezTo>
                  <a:pt x="509276" y="17932"/>
                  <a:pt x="509435" y="17799"/>
                  <a:pt x="509673" y="17680"/>
                </a:cubicBezTo>
                <a:cubicBezTo>
                  <a:pt x="509911" y="17561"/>
                  <a:pt x="510216" y="17482"/>
                  <a:pt x="510586" y="17442"/>
                </a:cubicBezTo>
                <a:cubicBezTo>
                  <a:pt x="510956" y="17402"/>
                  <a:pt x="511446" y="17383"/>
                  <a:pt x="512054" y="17383"/>
                </a:cubicBezTo>
                <a:cubicBezTo>
                  <a:pt x="512636" y="17383"/>
                  <a:pt x="513119" y="17402"/>
                  <a:pt x="513503" y="17442"/>
                </a:cubicBezTo>
                <a:cubicBezTo>
                  <a:pt x="513887" y="17482"/>
                  <a:pt x="514184" y="17561"/>
                  <a:pt x="514396" y="17680"/>
                </a:cubicBezTo>
                <a:cubicBezTo>
                  <a:pt x="514608" y="17799"/>
                  <a:pt x="514760" y="17932"/>
                  <a:pt x="514852" y="18077"/>
                </a:cubicBezTo>
                <a:cubicBezTo>
                  <a:pt x="514945" y="18223"/>
                  <a:pt x="514991" y="18401"/>
                  <a:pt x="514991" y="18613"/>
                </a:cubicBezTo>
                <a:lnTo>
                  <a:pt x="514991" y="23336"/>
                </a:lnTo>
                <a:cubicBezTo>
                  <a:pt x="517002" y="21087"/>
                  <a:pt x="519006" y="19440"/>
                  <a:pt x="521004" y="18395"/>
                </a:cubicBezTo>
                <a:cubicBezTo>
                  <a:pt x="523001" y="17350"/>
                  <a:pt x="525019" y="16827"/>
                  <a:pt x="527056" y="16827"/>
                </a:cubicBezTo>
                <a:cubicBezTo>
                  <a:pt x="529437" y="16827"/>
                  <a:pt x="531441" y="17231"/>
                  <a:pt x="533068" y="18037"/>
                </a:cubicBezTo>
                <a:cubicBezTo>
                  <a:pt x="534696" y="18844"/>
                  <a:pt x="536012" y="19923"/>
                  <a:pt x="537017" y="21272"/>
                </a:cubicBezTo>
                <a:cubicBezTo>
                  <a:pt x="538023" y="22621"/>
                  <a:pt x="538744" y="24202"/>
                  <a:pt x="539180" y="26014"/>
                </a:cubicBezTo>
                <a:cubicBezTo>
                  <a:pt x="539617" y="27827"/>
                  <a:pt x="539835" y="30003"/>
                  <a:pt x="539835" y="32543"/>
                </a:cubicBezTo>
                <a:lnTo>
                  <a:pt x="539835" y="54331"/>
                </a:lnTo>
                <a:close/>
                <a:moveTo>
                  <a:pt x="600772" y="54329"/>
                </a:moveTo>
                <a:cubicBezTo>
                  <a:pt x="600772" y="54541"/>
                  <a:pt x="600726" y="54727"/>
                  <a:pt x="600633" y="54886"/>
                </a:cubicBezTo>
                <a:cubicBezTo>
                  <a:pt x="600541" y="55045"/>
                  <a:pt x="600382" y="55171"/>
                  <a:pt x="600157" y="55263"/>
                </a:cubicBezTo>
                <a:cubicBezTo>
                  <a:pt x="599932" y="55356"/>
                  <a:pt x="599634" y="55429"/>
                  <a:pt x="599264" y="55482"/>
                </a:cubicBezTo>
                <a:cubicBezTo>
                  <a:pt x="598894" y="55534"/>
                  <a:pt x="598444" y="55561"/>
                  <a:pt x="597915" y="55561"/>
                </a:cubicBezTo>
                <a:cubicBezTo>
                  <a:pt x="597359" y="55561"/>
                  <a:pt x="596896" y="55534"/>
                  <a:pt x="596526" y="55482"/>
                </a:cubicBezTo>
                <a:cubicBezTo>
                  <a:pt x="596155" y="55429"/>
                  <a:pt x="595851" y="55358"/>
                  <a:pt x="595613" y="55266"/>
                </a:cubicBezTo>
                <a:cubicBezTo>
                  <a:pt x="595375" y="55173"/>
                  <a:pt x="595203" y="55048"/>
                  <a:pt x="595097" y="54890"/>
                </a:cubicBezTo>
                <a:cubicBezTo>
                  <a:pt x="594991" y="54732"/>
                  <a:pt x="594938" y="54548"/>
                  <a:pt x="594938" y="54338"/>
                </a:cubicBezTo>
                <a:lnTo>
                  <a:pt x="594938" y="49641"/>
                </a:lnTo>
                <a:cubicBezTo>
                  <a:pt x="593060" y="51680"/>
                  <a:pt x="591108" y="53269"/>
                  <a:pt x="589084" y="54409"/>
                </a:cubicBezTo>
                <a:cubicBezTo>
                  <a:pt x="587060" y="55547"/>
                  <a:pt x="584845" y="56117"/>
                  <a:pt x="582437" y="56117"/>
                </a:cubicBezTo>
                <a:cubicBezTo>
                  <a:pt x="579818" y="56117"/>
                  <a:pt x="577582" y="55607"/>
                  <a:pt x="575730" y="54587"/>
                </a:cubicBezTo>
                <a:cubicBezTo>
                  <a:pt x="573878" y="53568"/>
                  <a:pt x="572376" y="52191"/>
                  <a:pt x="571226" y="50456"/>
                </a:cubicBezTo>
                <a:cubicBezTo>
                  <a:pt x="570075" y="48721"/>
                  <a:pt x="569235" y="46682"/>
                  <a:pt x="568705" y="44338"/>
                </a:cubicBezTo>
                <a:cubicBezTo>
                  <a:pt x="568176" y="41994"/>
                  <a:pt x="567912" y="39524"/>
                  <a:pt x="567912" y="36928"/>
                </a:cubicBezTo>
                <a:cubicBezTo>
                  <a:pt x="567912" y="33857"/>
                  <a:pt x="568242" y="31083"/>
                  <a:pt x="568904" y="28606"/>
                </a:cubicBezTo>
                <a:cubicBezTo>
                  <a:pt x="569565" y="26130"/>
                  <a:pt x="570544" y="24018"/>
                  <a:pt x="571841" y="22270"/>
                </a:cubicBezTo>
                <a:cubicBezTo>
                  <a:pt x="573137" y="20522"/>
                  <a:pt x="574744" y="19177"/>
                  <a:pt x="576663" y="18237"/>
                </a:cubicBezTo>
                <a:cubicBezTo>
                  <a:pt x="578581" y="17297"/>
                  <a:pt x="580797" y="16827"/>
                  <a:pt x="583310" y="16827"/>
                </a:cubicBezTo>
                <a:cubicBezTo>
                  <a:pt x="585400" y="16827"/>
                  <a:pt x="587312" y="17284"/>
                  <a:pt x="589045" y="18197"/>
                </a:cubicBezTo>
                <a:cubicBezTo>
                  <a:pt x="590778" y="19111"/>
                  <a:pt x="592491" y="20455"/>
                  <a:pt x="594184" y="22229"/>
                </a:cubicBezTo>
                <a:lnTo>
                  <a:pt x="594184" y="1431"/>
                </a:lnTo>
                <a:cubicBezTo>
                  <a:pt x="594184" y="1246"/>
                  <a:pt x="594230" y="1067"/>
                  <a:pt x="594323" y="895"/>
                </a:cubicBezTo>
                <a:cubicBezTo>
                  <a:pt x="594416" y="723"/>
                  <a:pt x="594594" y="590"/>
                  <a:pt x="594859" y="497"/>
                </a:cubicBezTo>
                <a:cubicBezTo>
                  <a:pt x="595123" y="404"/>
                  <a:pt x="595461" y="324"/>
                  <a:pt x="595871" y="258"/>
                </a:cubicBezTo>
                <a:cubicBezTo>
                  <a:pt x="596281" y="192"/>
                  <a:pt x="596803" y="159"/>
                  <a:pt x="597438" y="159"/>
                </a:cubicBezTo>
                <a:cubicBezTo>
                  <a:pt x="598100" y="159"/>
                  <a:pt x="598642" y="192"/>
                  <a:pt x="599066" y="258"/>
                </a:cubicBezTo>
                <a:cubicBezTo>
                  <a:pt x="599489" y="324"/>
                  <a:pt x="599820" y="403"/>
                  <a:pt x="600058" y="496"/>
                </a:cubicBezTo>
                <a:cubicBezTo>
                  <a:pt x="600296" y="589"/>
                  <a:pt x="600474" y="721"/>
                  <a:pt x="600593" y="894"/>
                </a:cubicBezTo>
                <a:cubicBezTo>
                  <a:pt x="600713" y="1066"/>
                  <a:pt x="600772" y="1245"/>
                  <a:pt x="600772" y="1430"/>
                </a:cubicBezTo>
                <a:lnTo>
                  <a:pt x="600772" y="54329"/>
                </a:lnTo>
                <a:moveTo>
                  <a:pt x="594184" y="29222"/>
                </a:moveTo>
                <a:cubicBezTo>
                  <a:pt x="592411" y="27021"/>
                  <a:pt x="590698" y="25345"/>
                  <a:pt x="589045" y="24193"/>
                </a:cubicBezTo>
                <a:cubicBezTo>
                  <a:pt x="587391" y="23039"/>
                  <a:pt x="585665" y="22462"/>
                  <a:pt x="583866" y="22462"/>
                </a:cubicBezTo>
                <a:cubicBezTo>
                  <a:pt x="582199" y="22462"/>
                  <a:pt x="580783" y="22860"/>
                  <a:pt x="579619" y="23656"/>
                </a:cubicBezTo>
                <a:cubicBezTo>
                  <a:pt x="578455" y="24450"/>
                  <a:pt x="577509" y="25496"/>
                  <a:pt x="576782" y="26795"/>
                </a:cubicBezTo>
                <a:cubicBezTo>
                  <a:pt x="576054" y="28093"/>
                  <a:pt x="575525" y="29563"/>
                  <a:pt x="575194" y="31206"/>
                </a:cubicBezTo>
                <a:cubicBezTo>
                  <a:pt x="574863" y="32849"/>
                  <a:pt x="574698" y="34518"/>
                  <a:pt x="574698" y="36214"/>
                </a:cubicBezTo>
                <a:cubicBezTo>
                  <a:pt x="574698" y="38015"/>
                  <a:pt x="574837" y="39777"/>
                  <a:pt x="575115" y="41500"/>
                </a:cubicBezTo>
                <a:cubicBezTo>
                  <a:pt x="575393" y="43222"/>
                  <a:pt x="575875" y="44752"/>
                  <a:pt x="576563" y="46090"/>
                </a:cubicBezTo>
                <a:cubicBezTo>
                  <a:pt x="577251" y="47427"/>
                  <a:pt x="578164" y="48500"/>
                  <a:pt x="579302" y="49309"/>
                </a:cubicBezTo>
                <a:cubicBezTo>
                  <a:pt x="580439" y="50117"/>
                  <a:pt x="581868" y="50521"/>
                  <a:pt x="583588" y="50521"/>
                </a:cubicBezTo>
                <a:cubicBezTo>
                  <a:pt x="584461" y="50521"/>
                  <a:pt x="585301" y="50402"/>
                  <a:pt x="586108" y="50164"/>
                </a:cubicBezTo>
                <a:cubicBezTo>
                  <a:pt x="586915" y="49925"/>
                  <a:pt x="587742" y="49527"/>
                  <a:pt x="588588" y="48971"/>
                </a:cubicBezTo>
                <a:cubicBezTo>
                  <a:pt x="589435" y="48414"/>
                  <a:pt x="590321" y="47692"/>
                  <a:pt x="591247" y="46804"/>
                </a:cubicBezTo>
                <a:cubicBezTo>
                  <a:pt x="592173" y="45916"/>
                  <a:pt x="593152" y="44822"/>
                  <a:pt x="594184" y="43524"/>
                </a:cubicBezTo>
                <a:lnTo>
                  <a:pt x="594184" y="29222"/>
                </a:lnTo>
                <a:close/>
                <a:moveTo>
                  <a:pt x="642999" y="34924"/>
                </a:moveTo>
                <a:cubicBezTo>
                  <a:pt x="642999" y="35956"/>
                  <a:pt x="642741" y="36690"/>
                  <a:pt x="642225" y="37127"/>
                </a:cubicBezTo>
                <a:cubicBezTo>
                  <a:pt x="641709" y="37563"/>
                  <a:pt x="641120" y="37781"/>
                  <a:pt x="640459" y="37781"/>
                </a:cubicBezTo>
                <a:lnTo>
                  <a:pt x="617044" y="37781"/>
                </a:lnTo>
                <a:cubicBezTo>
                  <a:pt x="617044" y="39772"/>
                  <a:pt x="617242" y="41563"/>
                  <a:pt x="617639" y="43155"/>
                </a:cubicBezTo>
                <a:cubicBezTo>
                  <a:pt x="618036" y="44748"/>
                  <a:pt x="618698" y="46114"/>
                  <a:pt x="619624" y="47255"/>
                </a:cubicBezTo>
                <a:cubicBezTo>
                  <a:pt x="620550" y="48396"/>
                  <a:pt x="621753" y="49272"/>
                  <a:pt x="623235" y="49883"/>
                </a:cubicBezTo>
                <a:cubicBezTo>
                  <a:pt x="624717" y="50493"/>
                  <a:pt x="626529" y="50799"/>
                  <a:pt x="628672" y="50799"/>
                </a:cubicBezTo>
                <a:cubicBezTo>
                  <a:pt x="630365" y="50799"/>
                  <a:pt x="631873" y="50660"/>
                  <a:pt x="633196" y="50382"/>
                </a:cubicBezTo>
                <a:cubicBezTo>
                  <a:pt x="634519" y="50104"/>
                  <a:pt x="635664" y="49793"/>
                  <a:pt x="636629" y="49449"/>
                </a:cubicBezTo>
                <a:cubicBezTo>
                  <a:pt x="637595" y="49105"/>
                  <a:pt x="638389" y="48794"/>
                  <a:pt x="639010" y="48517"/>
                </a:cubicBezTo>
                <a:cubicBezTo>
                  <a:pt x="639632" y="48239"/>
                  <a:pt x="640102" y="48100"/>
                  <a:pt x="640419" y="48100"/>
                </a:cubicBezTo>
                <a:cubicBezTo>
                  <a:pt x="640604" y="48100"/>
                  <a:pt x="640770" y="48146"/>
                  <a:pt x="640915" y="48239"/>
                </a:cubicBezTo>
                <a:cubicBezTo>
                  <a:pt x="641061" y="48331"/>
                  <a:pt x="641173" y="48470"/>
                  <a:pt x="641253" y="48655"/>
                </a:cubicBezTo>
                <a:cubicBezTo>
                  <a:pt x="641332" y="48841"/>
                  <a:pt x="641392" y="49099"/>
                  <a:pt x="641431" y="49429"/>
                </a:cubicBezTo>
                <a:cubicBezTo>
                  <a:pt x="641471" y="49760"/>
                  <a:pt x="641491" y="50164"/>
                  <a:pt x="641491" y="50640"/>
                </a:cubicBezTo>
                <a:cubicBezTo>
                  <a:pt x="641491" y="50984"/>
                  <a:pt x="641478" y="51281"/>
                  <a:pt x="641451" y="51533"/>
                </a:cubicBezTo>
                <a:cubicBezTo>
                  <a:pt x="641425" y="51784"/>
                  <a:pt x="641392" y="52009"/>
                  <a:pt x="641352" y="52207"/>
                </a:cubicBezTo>
                <a:cubicBezTo>
                  <a:pt x="641312" y="52406"/>
                  <a:pt x="641246" y="52584"/>
                  <a:pt x="641153" y="52743"/>
                </a:cubicBezTo>
                <a:cubicBezTo>
                  <a:pt x="641061" y="52902"/>
                  <a:pt x="640942" y="53054"/>
                  <a:pt x="640796" y="53200"/>
                </a:cubicBezTo>
                <a:cubicBezTo>
                  <a:pt x="640651" y="53345"/>
                  <a:pt x="640221" y="53583"/>
                  <a:pt x="639506" y="53914"/>
                </a:cubicBezTo>
                <a:cubicBezTo>
                  <a:pt x="638792" y="54245"/>
                  <a:pt x="637866" y="54569"/>
                  <a:pt x="636728" y="54886"/>
                </a:cubicBezTo>
                <a:cubicBezTo>
                  <a:pt x="635591" y="55204"/>
                  <a:pt x="634274" y="55488"/>
                  <a:pt x="632780" y="55740"/>
                </a:cubicBezTo>
                <a:cubicBezTo>
                  <a:pt x="631285" y="55991"/>
                  <a:pt x="629691" y="56117"/>
                  <a:pt x="627997" y="56117"/>
                </a:cubicBezTo>
                <a:cubicBezTo>
                  <a:pt x="625061" y="56117"/>
                  <a:pt x="622488" y="55706"/>
                  <a:pt x="620278" y="54885"/>
                </a:cubicBezTo>
                <a:cubicBezTo>
                  <a:pt x="618069" y="54064"/>
                  <a:pt x="616211" y="52846"/>
                  <a:pt x="614702" y="51230"/>
                </a:cubicBezTo>
                <a:cubicBezTo>
                  <a:pt x="613194" y="49615"/>
                  <a:pt x="612057" y="47589"/>
                  <a:pt x="611289" y="45152"/>
                </a:cubicBezTo>
                <a:cubicBezTo>
                  <a:pt x="610522" y="42715"/>
                  <a:pt x="610139" y="39882"/>
                  <a:pt x="610139" y="36650"/>
                </a:cubicBezTo>
                <a:cubicBezTo>
                  <a:pt x="610139" y="33578"/>
                  <a:pt x="610535" y="30817"/>
                  <a:pt x="611329" y="28367"/>
                </a:cubicBezTo>
                <a:cubicBezTo>
                  <a:pt x="612123" y="25917"/>
                  <a:pt x="613267" y="23838"/>
                  <a:pt x="614762" y="22130"/>
                </a:cubicBezTo>
                <a:cubicBezTo>
                  <a:pt x="616257" y="20422"/>
                  <a:pt x="618063" y="19111"/>
                  <a:pt x="620179" y="18197"/>
                </a:cubicBezTo>
                <a:cubicBezTo>
                  <a:pt x="622296" y="17284"/>
                  <a:pt x="624664" y="16827"/>
                  <a:pt x="627283" y="16827"/>
                </a:cubicBezTo>
                <a:cubicBezTo>
                  <a:pt x="630088" y="16827"/>
                  <a:pt x="632475" y="17277"/>
                  <a:pt x="634446" y="18176"/>
                </a:cubicBezTo>
                <a:cubicBezTo>
                  <a:pt x="636418" y="19076"/>
                  <a:pt x="638038" y="20286"/>
                  <a:pt x="639308" y="21808"/>
                </a:cubicBezTo>
                <a:cubicBezTo>
                  <a:pt x="640578" y="23329"/>
                  <a:pt x="641511" y="25115"/>
                  <a:pt x="642106" y="27165"/>
                </a:cubicBezTo>
                <a:cubicBezTo>
                  <a:pt x="642701" y="29216"/>
                  <a:pt x="642999" y="31405"/>
                  <a:pt x="642999" y="33733"/>
                </a:cubicBezTo>
                <a:lnTo>
                  <a:pt x="642999" y="34924"/>
                </a:lnTo>
                <a:moveTo>
                  <a:pt x="636411" y="32979"/>
                </a:moveTo>
                <a:cubicBezTo>
                  <a:pt x="636490" y="29540"/>
                  <a:pt x="635730" y="26841"/>
                  <a:pt x="634129" y="24883"/>
                </a:cubicBezTo>
                <a:cubicBezTo>
                  <a:pt x="632528" y="22925"/>
                  <a:pt x="630154" y="21947"/>
                  <a:pt x="627005" y="21947"/>
                </a:cubicBezTo>
                <a:cubicBezTo>
                  <a:pt x="625391" y="21947"/>
                  <a:pt x="623976" y="22251"/>
                  <a:pt x="622759" y="22859"/>
                </a:cubicBezTo>
                <a:cubicBezTo>
                  <a:pt x="621542" y="23468"/>
                  <a:pt x="620523" y="24275"/>
                  <a:pt x="619703" y="25280"/>
                </a:cubicBezTo>
                <a:cubicBezTo>
                  <a:pt x="618883" y="26286"/>
                  <a:pt x="618248" y="27456"/>
                  <a:pt x="617798" y="28792"/>
                </a:cubicBezTo>
                <a:cubicBezTo>
                  <a:pt x="617348" y="30129"/>
                  <a:pt x="617097" y="31524"/>
                  <a:pt x="617044" y="32979"/>
                </a:cubicBezTo>
                <a:lnTo>
                  <a:pt x="636411" y="32979"/>
                </a:lnTo>
                <a:close/>
                <a:moveTo>
                  <a:pt x="670691" y="51751"/>
                </a:moveTo>
                <a:cubicBezTo>
                  <a:pt x="670691" y="52518"/>
                  <a:pt x="670638" y="53127"/>
                  <a:pt x="670532" y="53577"/>
                </a:cubicBezTo>
                <a:cubicBezTo>
                  <a:pt x="670426" y="54026"/>
                  <a:pt x="670268" y="54357"/>
                  <a:pt x="670056" y="54569"/>
                </a:cubicBezTo>
                <a:cubicBezTo>
                  <a:pt x="669844" y="54780"/>
                  <a:pt x="669527" y="54979"/>
                  <a:pt x="669104" y="55164"/>
                </a:cubicBezTo>
                <a:cubicBezTo>
                  <a:pt x="668680" y="55349"/>
                  <a:pt x="668197" y="55501"/>
                  <a:pt x="667655" y="55620"/>
                </a:cubicBezTo>
                <a:cubicBezTo>
                  <a:pt x="667113" y="55740"/>
                  <a:pt x="666537" y="55839"/>
                  <a:pt x="665929" y="55918"/>
                </a:cubicBezTo>
                <a:cubicBezTo>
                  <a:pt x="665320" y="55997"/>
                  <a:pt x="664712" y="56037"/>
                  <a:pt x="664103" y="56037"/>
                </a:cubicBezTo>
                <a:cubicBezTo>
                  <a:pt x="662251" y="56037"/>
                  <a:pt x="660664" y="55792"/>
                  <a:pt x="659341" y="55302"/>
                </a:cubicBezTo>
                <a:cubicBezTo>
                  <a:pt x="658018" y="54811"/>
                  <a:pt x="656933" y="54068"/>
                  <a:pt x="656086" y="53073"/>
                </a:cubicBezTo>
                <a:cubicBezTo>
                  <a:pt x="655240" y="52078"/>
                  <a:pt x="654625" y="50819"/>
                  <a:pt x="654241" y="49294"/>
                </a:cubicBezTo>
                <a:cubicBezTo>
                  <a:pt x="653857" y="47770"/>
                  <a:pt x="653666" y="45973"/>
                  <a:pt x="653666" y="43904"/>
                </a:cubicBezTo>
                <a:lnTo>
                  <a:pt x="653666" y="22978"/>
                </a:lnTo>
                <a:lnTo>
                  <a:pt x="648665" y="22978"/>
                </a:lnTo>
                <a:cubicBezTo>
                  <a:pt x="648268" y="22978"/>
                  <a:pt x="647951" y="22767"/>
                  <a:pt x="647713" y="22343"/>
                </a:cubicBezTo>
                <a:cubicBezTo>
                  <a:pt x="647475" y="21920"/>
                  <a:pt x="647355" y="21232"/>
                  <a:pt x="647355" y="20280"/>
                </a:cubicBezTo>
                <a:cubicBezTo>
                  <a:pt x="647355" y="19777"/>
                  <a:pt x="647389" y="19354"/>
                  <a:pt x="647455" y="19010"/>
                </a:cubicBezTo>
                <a:cubicBezTo>
                  <a:pt x="647521" y="18666"/>
                  <a:pt x="647607" y="18381"/>
                  <a:pt x="647713" y="18157"/>
                </a:cubicBezTo>
                <a:cubicBezTo>
                  <a:pt x="647818" y="17932"/>
                  <a:pt x="647957" y="17773"/>
                  <a:pt x="648129" y="17680"/>
                </a:cubicBezTo>
                <a:cubicBezTo>
                  <a:pt x="648301" y="17588"/>
                  <a:pt x="648493" y="17541"/>
                  <a:pt x="648705" y="17541"/>
                </a:cubicBezTo>
                <a:lnTo>
                  <a:pt x="653666" y="17541"/>
                </a:lnTo>
                <a:lnTo>
                  <a:pt x="653666" y="9048"/>
                </a:lnTo>
                <a:cubicBezTo>
                  <a:pt x="653666" y="8863"/>
                  <a:pt x="653712" y="8691"/>
                  <a:pt x="653804" y="8533"/>
                </a:cubicBezTo>
                <a:cubicBezTo>
                  <a:pt x="653897" y="8374"/>
                  <a:pt x="654069" y="8235"/>
                  <a:pt x="654320" y="8116"/>
                </a:cubicBezTo>
                <a:cubicBezTo>
                  <a:pt x="654572" y="7997"/>
                  <a:pt x="654909" y="7911"/>
                  <a:pt x="655332" y="7858"/>
                </a:cubicBezTo>
                <a:cubicBezTo>
                  <a:pt x="655756" y="7805"/>
                  <a:pt x="656285" y="7779"/>
                  <a:pt x="656920" y="7779"/>
                </a:cubicBezTo>
                <a:cubicBezTo>
                  <a:pt x="657581" y="7779"/>
                  <a:pt x="658124" y="7805"/>
                  <a:pt x="658547" y="7858"/>
                </a:cubicBezTo>
                <a:cubicBezTo>
                  <a:pt x="658970" y="7911"/>
                  <a:pt x="659301" y="7997"/>
                  <a:pt x="659539" y="8116"/>
                </a:cubicBezTo>
                <a:cubicBezTo>
                  <a:pt x="659777" y="8235"/>
                  <a:pt x="659949" y="8374"/>
                  <a:pt x="660055" y="8533"/>
                </a:cubicBezTo>
                <a:cubicBezTo>
                  <a:pt x="660161" y="8691"/>
                  <a:pt x="660214" y="8863"/>
                  <a:pt x="660214" y="9048"/>
                </a:cubicBezTo>
                <a:lnTo>
                  <a:pt x="660214" y="17541"/>
                </a:lnTo>
                <a:lnTo>
                  <a:pt x="669381" y="17541"/>
                </a:lnTo>
                <a:cubicBezTo>
                  <a:pt x="669593" y="17541"/>
                  <a:pt x="669778" y="17588"/>
                  <a:pt x="669937" y="17680"/>
                </a:cubicBezTo>
                <a:cubicBezTo>
                  <a:pt x="670096" y="17773"/>
                  <a:pt x="670235" y="17932"/>
                  <a:pt x="670354" y="18157"/>
                </a:cubicBezTo>
                <a:cubicBezTo>
                  <a:pt x="670473" y="18381"/>
                  <a:pt x="670559" y="18666"/>
                  <a:pt x="670612" y="19010"/>
                </a:cubicBezTo>
                <a:cubicBezTo>
                  <a:pt x="670665" y="19354"/>
                  <a:pt x="670691" y="19777"/>
                  <a:pt x="670691" y="20280"/>
                </a:cubicBezTo>
                <a:cubicBezTo>
                  <a:pt x="670691" y="21232"/>
                  <a:pt x="670572" y="21920"/>
                  <a:pt x="670334" y="22343"/>
                </a:cubicBezTo>
                <a:cubicBezTo>
                  <a:pt x="670096" y="22767"/>
                  <a:pt x="669778" y="22978"/>
                  <a:pt x="669381" y="22978"/>
                </a:cubicBezTo>
                <a:lnTo>
                  <a:pt x="660214" y="22978"/>
                </a:lnTo>
                <a:lnTo>
                  <a:pt x="660214" y="42959"/>
                </a:lnTo>
                <a:cubicBezTo>
                  <a:pt x="660214" y="45426"/>
                  <a:pt x="660578" y="47290"/>
                  <a:pt x="661305" y="48551"/>
                </a:cubicBezTo>
                <a:cubicBezTo>
                  <a:pt x="662033" y="49811"/>
                  <a:pt x="663336" y="50441"/>
                  <a:pt x="665214" y="50441"/>
                </a:cubicBezTo>
                <a:cubicBezTo>
                  <a:pt x="665823" y="50441"/>
                  <a:pt x="666365" y="50382"/>
                  <a:pt x="666841" y="50263"/>
                </a:cubicBezTo>
                <a:cubicBezTo>
                  <a:pt x="667318" y="50144"/>
                  <a:pt x="667741" y="50018"/>
                  <a:pt x="668111" y="49886"/>
                </a:cubicBezTo>
                <a:cubicBezTo>
                  <a:pt x="668482" y="49753"/>
                  <a:pt x="668799" y="49628"/>
                  <a:pt x="669064" y="49509"/>
                </a:cubicBezTo>
                <a:cubicBezTo>
                  <a:pt x="669328" y="49390"/>
                  <a:pt x="669567" y="49330"/>
                  <a:pt x="669778" y="49330"/>
                </a:cubicBezTo>
                <a:cubicBezTo>
                  <a:pt x="669911" y="49330"/>
                  <a:pt x="670036" y="49363"/>
                  <a:pt x="670155" y="49429"/>
                </a:cubicBezTo>
                <a:cubicBezTo>
                  <a:pt x="670274" y="49496"/>
                  <a:pt x="670367" y="49621"/>
                  <a:pt x="670433" y="49806"/>
                </a:cubicBezTo>
                <a:cubicBezTo>
                  <a:pt x="670499" y="49992"/>
                  <a:pt x="670559" y="50243"/>
                  <a:pt x="670612" y="50560"/>
                </a:cubicBezTo>
                <a:cubicBezTo>
                  <a:pt x="670665" y="50878"/>
                  <a:pt x="670691" y="51275"/>
                  <a:pt x="670691" y="51751"/>
                </a:cubicBezTo>
                <a:close/>
                <a:moveTo>
                  <a:pt x="706115" y="54370"/>
                </a:moveTo>
                <a:cubicBezTo>
                  <a:pt x="706115" y="54688"/>
                  <a:pt x="706009" y="54926"/>
                  <a:pt x="705798" y="55085"/>
                </a:cubicBezTo>
                <a:cubicBezTo>
                  <a:pt x="705586" y="55243"/>
                  <a:pt x="705295" y="55362"/>
                  <a:pt x="704925" y="55442"/>
                </a:cubicBezTo>
                <a:cubicBezTo>
                  <a:pt x="704554" y="55521"/>
                  <a:pt x="704012" y="55561"/>
                  <a:pt x="703297" y="55561"/>
                </a:cubicBezTo>
                <a:cubicBezTo>
                  <a:pt x="702610" y="55561"/>
                  <a:pt x="702061" y="55521"/>
                  <a:pt x="701650" y="55442"/>
                </a:cubicBezTo>
                <a:cubicBezTo>
                  <a:pt x="701240" y="55362"/>
                  <a:pt x="700943" y="55243"/>
                  <a:pt x="700757" y="55085"/>
                </a:cubicBezTo>
                <a:cubicBezTo>
                  <a:pt x="700572" y="54926"/>
                  <a:pt x="700480" y="54688"/>
                  <a:pt x="700480" y="54370"/>
                </a:cubicBezTo>
                <a:lnTo>
                  <a:pt x="700480" y="50799"/>
                </a:lnTo>
                <a:cubicBezTo>
                  <a:pt x="698919" y="52465"/>
                  <a:pt x="697179" y="53768"/>
                  <a:pt x="695261" y="54708"/>
                </a:cubicBezTo>
                <a:cubicBezTo>
                  <a:pt x="693343" y="55647"/>
                  <a:pt x="691312" y="56117"/>
                  <a:pt x="689169" y="56117"/>
                </a:cubicBezTo>
                <a:cubicBezTo>
                  <a:pt x="687291" y="56117"/>
                  <a:pt x="685591" y="55871"/>
                  <a:pt x="684069" y="55380"/>
                </a:cubicBezTo>
                <a:cubicBezTo>
                  <a:pt x="682548" y="54889"/>
                  <a:pt x="681252" y="54179"/>
                  <a:pt x="680180" y="53249"/>
                </a:cubicBezTo>
                <a:cubicBezTo>
                  <a:pt x="679109" y="52320"/>
                  <a:pt x="678275" y="51178"/>
                  <a:pt x="677680" y="49825"/>
                </a:cubicBezTo>
                <a:cubicBezTo>
                  <a:pt x="677085" y="48471"/>
                  <a:pt x="676787" y="46930"/>
                  <a:pt x="676787" y="45204"/>
                </a:cubicBezTo>
                <a:cubicBezTo>
                  <a:pt x="676787" y="43187"/>
                  <a:pt x="677197" y="41435"/>
                  <a:pt x="678017" y="39948"/>
                </a:cubicBezTo>
                <a:cubicBezTo>
                  <a:pt x="678837" y="38461"/>
                  <a:pt x="680015" y="37226"/>
                  <a:pt x="681549" y="36244"/>
                </a:cubicBezTo>
                <a:cubicBezTo>
                  <a:pt x="683084" y="35261"/>
                  <a:pt x="684962" y="34525"/>
                  <a:pt x="687185" y="34034"/>
                </a:cubicBezTo>
                <a:cubicBezTo>
                  <a:pt x="689407" y="33542"/>
                  <a:pt x="691907" y="33297"/>
                  <a:pt x="694685" y="33297"/>
                </a:cubicBezTo>
                <a:lnTo>
                  <a:pt x="699607" y="33297"/>
                </a:lnTo>
                <a:lnTo>
                  <a:pt x="699607" y="30529"/>
                </a:lnTo>
                <a:cubicBezTo>
                  <a:pt x="699607" y="29158"/>
                  <a:pt x="699461" y="27945"/>
                  <a:pt x="699170" y="26891"/>
                </a:cubicBezTo>
                <a:cubicBezTo>
                  <a:pt x="698879" y="25836"/>
                  <a:pt x="698409" y="24959"/>
                  <a:pt x="697761" y="24261"/>
                </a:cubicBezTo>
                <a:cubicBezTo>
                  <a:pt x="697113" y="23562"/>
                  <a:pt x="696273" y="23035"/>
                  <a:pt x="695241" y="22680"/>
                </a:cubicBezTo>
                <a:cubicBezTo>
                  <a:pt x="694209" y="22323"/>
                  <a:pt x="692939" y="22145"/>
                  <a:pt x="691431" y="22145"/>
                </a:cubicBezTo>
                <a:cubicBezTo>
                  <a:pt x="689817" y="22145"/>
                  <a:pt x="688369" y="22335"/>
                  <a:pt x="687086" y="22714"/>
                </a:cubicBezTo>
                <a:cubicBezTo>
                  <a:pt x="685802" y="23094"/>
                  <a:pt x="684678" y="23513"/>
                  <a:pt x="683712" y="23971"/>
                </a:cubicBezTo>
                <a:cubicBezTo>
                  <a:pt x="682746" y="24429"/>
                  <a:pt x="681940" y="24847"/>
                  <a:pt x="681291" y="25227"/>
                </a:cubicBezTo>
                <a:cubicBezTo>
                  <a:pt x="680643" y="25606"/>
                  <a:pt x="680160" y="25796"/>
                  <a:pt x="679843" y="25796"/>
                </a:cubicBezTo>
                <a:cubicBezTo>
                  <a:pt x="679631" y="25796"/>
                  <a:pt x="679446" y="25743"/>
                  <a:pt x="679287" y="25637"/>
                </a:cubicBezTo>
                <a:cubicBezTo>
                  <a:pt x="679128" y="25532"/>
                  <a:pt x="678990" y="25373"/>
                  <a:pt x="678870" y="25161"/>
                </a:cubicBezTo>
                <a:cubicBezTo>
                  <a:pt x="678751" y="24950"/>
                  <a:pt x="678665" y="24678"/>
                  <a:pt x="678612" y="24348"/>
                </a:cubicBezTo>
                <a:cubicBezTo>
                  <a:pt x="678560" y="24017"/>
                  <a:pt x="678533" y="23653"/>
                  <a:pt x="678533" y="23256"/>
                </a:cubicBezTo>
                <a:cubicBezTo>
                  <a:pt x="678533" y="22595"/>
                  <a:pt x="678579" y="22072"/>
                  <a:pt x="678672" y="21689"/>
                </a:cubicBezTo>
                <a:cubicBezTo>
                  <a:pt x="678765" y="21305"/>
                  <a:pt x="678990" y="20941"/>
                  <a:pt x="679347" y="20597"/>
                </a:cubicBezTo>
                <a:cubicBezTo>
                  <a:pt x="679704" y="20253"/>
                  <a:pt x="680319" y="19853"/>
                  <a:pt x="681192" y="19395"/>
                </a:cubicBezTo>
                <a:cubicBezTo>
                  <a:pt x="682065" y="18937"/>
                  <a:pt x="683071" y="18519"/>
                  <a:pt x="684208" y="18140"/>
                </a:cubicBezTo>
                <a:cubicBezTo>
                  <a:pt x="685346" y="17762"/>
                  <a:pt x="686589" y="17448"/>
                  <a:pt x="687939" y="17200"/>
                </a:cubicBezTo>
                <a:cubicBezTo>
                  <a:pt x="689288" y="16951"/>
                  <a:pt x="690651" y="16827"/>
                  <a:pt x="692026" y="16827"/>
                </a:cubicBezTo>
                <a:cubicBezTo>
                  <a:pt x="694593" y="16827"/>
                  <a:pt x="696776" y="17118"/>
                  <a:pt x="698575" y="17700"/>
                </a:cubicBezTo>
                <a:cubicBezTo>
                  <a:pt x="700374" y="18282"/>
                  <a:pt x="701829" y="19135"/>
                  <a:pt x="702940" y="20260"/>
                </a:cubicBezTo>
                <a:cubicBezTo>
                  <a:pt x="704051" y="21384"/>
                  <a:pt x="704858" y="22780"/>
                  <a:pt x="705361" y="24447"/>
                </a:cubicBezTo>
                <a:cubicBezTo>
                  <a:pt x="705864" y="26114"/>
                  <a:pt x="706115" y="28058"/>
                  <a:pt x="706115" y="30281"/>
                </a:cubicBezTo>
                <a:lnTo>
                  <a:pt x="706115" y="54370"/>
                </a:lnTo>
                <a:moveTo>
                  <a:pt x="699607" y="38020"/>
                </a:moveTo>
                <a:lnTo>
                  <a:pt x="694011" y="38020"/>
                </a:lnTo>
                <a:cubicBezTo>
                  <a:pt x="692212" y="38020"/>
                  <a:pt x="690651" y="38173"/>
                  <a:pt x="689328" y="38480"/>
                </a:cubicBezTo>
                <a:cubicBezTo>
                  <a:pt x="688005" y="38786"/>
                  <a:pt x="686907" y="39238"/>
                  <a:pt x="686034" y="39836"/>
                </a:cubicBezTo>
                <a:cubicBezTo>
                  <a:pt x="685161" y="40435"/>
                  <a:pt x="684519" y="41154"/>
                  <a:pt x="684109" y="41993"/>
                </a:cubicBezTo>
                <a:cubicBezTo>
                  <a:pt x="683699" y="42832"/>
                  <a:pt x="683494" y="43796"/>
                  <a:pt x="683494" y="44888"/>
                </a:cubicBezTo>
                <a:cubicBezTo>
                  <a:pt x="683494" y="46751"/>
                  <a:pt x="684083" y="48235"/>
                  <a:pt x="685260" y="49340"/>
                </a:cubicBezTo>
                <a:cubicBezTo>
                  <a:pt x="686437" y="50445"/>
                  <a:pt x="688084" y="50997"/>
                  <a:pt x="690201" y="50997"/>
                </a:cubicBezTo>
                <a:cubicBezTo>
                  <a:pt x="691921" y="50997"/>
                  <a:pt x="693515" y="50558"/>
                  <a:pt x="694983" y="49680"/>
                </a:cubicBezTo>
                <a:cubicBezTo>
                  <a:pt x="696452" y="48801"/>
                  <a:pt x="697993" y="47457"/>
                  <a:pt x="699607" y="45647"/>
                </a:cubicBezTo>
                <a:lnTo>
                  <a:pt x="699607" y="38020"/>
                </a:lnTo>
                <a:close/>
                <a:moveTo>
                  <a:pt x="724655" y="54331"/>
                </a:moveTo>
                <a:cubicBezTo>
                  <a:pt x="724655" y="54542"/>
                  <a:pt x="724603" y="54721"/>
                  <a:pt x="724497" y="54866"/>
                </a:cubicBezTo>
                <a:cubicBezTo>
                  <a:pt x="724391" y="55012"/>
                  <a:pt x="724219" y="55138"/>
                  <a:pt x="723981" y="55243"/>
                </a:cubicBezTo>
                <a:cubicBezTo>
                  <a:pt x="723743" y="55349"/>
                  <a:pt x="723412" y="55429"/>
                  <a:pt x="722989" y="55482"/>
                </a:cubicBezTo>
                <a:cubicBezTo>
                  <a:pt x="722565" y="55534"/>
                  <a:pt x="722023" y="55561"/>
                  <a:pt x="721361" y="55561"/>
                </a:cubicBezTo>
                <a:cubicBezTo>
                  <a:pt x="720727" y="55561"/>
                  <a:pt x="720197" y="55534"/>
                  <a:pt x="719774" y="55482"/>
                </a:cubicBezTo>
                <a:cubicBezTo>
                  <a:pt x="719351" y="55429"/>
                  <a:pt x="719013" y="55349"/>
                  <a:pt x="718762" y="55243"/>
                </a:cubicBezTo>
                <a:cubicBezTo>
                  <a:pt x="718511" y="55138"/>
                  <a:pt x="718339" y="55012"/>
                  <a:pt x="718246" y="54866"/>
                </a:cubicBezTo>
                <a:cubicBezTo>
                  <a:pt x="718154" y="54721"/>
                  <a:pt x="718107" y="54542"/>
                  <a:pt x="718107" y="54331"/>
                </a:cubicBezTo>
                <a:lnTo>
                  <a:pt x="718107" y="18613"/>
                </a:lnTo>
                <a:cubicBezTo>
                  <a:pt x="718107" y="18428"/>
                  <a:pt x="718154" y="18256"/>
                  <a:pt x="718246" y="18097"/>
                </a:cubicBezTo>
                <a:cubicBezTo>
                  <a:pt x="718339" y="17938"/>
                  <a:pt x="718511" y="17806"/>
                  <a:pt x="718762" y="17700"/>
                </a:cubicBezTo>
                <a:cubicBezTo>
                  <a:pt x="719013" y="17594"/>
                  <a:pt x="719351" y="17515"/>
                  <a:pt x="719774" y="17462"/>
                </a:cubicBezTo>
                <a:cubicBezTo>
                  <a:pt x="720197" y="17409"/>
                  <a:pt x="720727" y="17383"/>
                  <a:pt x="721361" y="17383"/>
                </a:cubicBezTo>
                <a:cubicBezTo>
                  <a:pt x="722023" y="17383"/>
                  <a:pt x="722565" y="17409"/>
                  <a:pt x="722989" y="17462"/>
                </a:cubicBezTo>
                <a:cubicBezTo>
                  <a:pt x="723412" y="17515"/>
                  <a:pt x="723743" y="17594"/>
                  <a:pt x="723981" y="17700"/>
                </a:cubicBezTo>
                <a:cubicBezTo>
                  <a:pt x="724219" y="17806"/>
                  <a:pt x="724391" y="17938"/>
                  <a:pt x="724497" y="18097"/>
                </a:cubicBezTo>
                <a:cubicBezTo>
                  <a:pt x="724603" y="18256"/>
                  <a:pt x="724655" y="18428"/>
                  <a:pt x="724655" y="18613"/>
                </a:cubicBezTo>
                <a:lnTo>
                  <a:pt x="724655" y="54331"/>
                </a:lnTo>
                <a:moveTo>
                  <a:pt x="725410" y="6509"/>
                </a:moveTo>
                <a:cubicBezTo>
                  <a:pt x="725410" y="8043"/>
                  <a:pt x="725118" y="9088"/>
                  <a:pt x="724536" y="9644"/>
                </a:cubicBezTo>
                <a:cubicBezTo>
                  <a:pt x="723954" y="10199"/>
                  <a:pt x="722883" y="10477"/>
                  <a:pt x="721322" y="10477"/>
                </a:cubicBezTo>
                <a:cubicBezTo>
                  <a:pt x="719787" y="10477"/>
                  <a:pt x="718736" y="10206"/>
                  <a:pt x="718167" y="9664"/>
                </a:cubicBezTo>
                <a:cubicBezTo>
                  <a:pt x="717598" y="9121"/>
                  <a:pt x="717313" y="8096"/>
                  <a:pt x="717313" y="6588"/>
                </a:cubicBezTo>
                <a:cubicBezTo>
                  <a:pt x="717313" y="5053"/>
                  <a:pt x="717605" y="4008"/>
                  <a:pt x="718187" y="3453"/>
                </a:cubicBezTo>
                <a:cubicBezTo>
                  <a:pt x="718769" y="2897"/>
                  <a:pt x="719840" y="2619"/>
                  <a:pt x="721401" y="2619"/>
                </a:cubicBezTo>
                <a:cubicBezTo>
                  <a:pt x="722936" y="2619"/>
                  <a:pt x="723987" y="2890"/>
                  <a:pt x="724556" y="3433"/>
                </a:cubicBezTo>
                <a:cubicBezTo>
                  <a:pt x="725125" y="3975"/>
                  <a:pt x="725410" y="5000"/>
                  <a:pt x="725410" y="6509"/>
                </a:cubicBezTo>
                <a:close/>
                <a:moveTo>
                  <a:pt x="743414" y="54329"/>
                </a:moveTo>
                <a:cubicBezTo>
                  <a:pt x="743414" y="54541"/>
                  <a:pt x="743361" y="54720"/>
                  <a:pt x="743256" y="54866"/>
                </a:cubicBezTo>
                <a:cubicBezTo>
                  <a:pt x="743150" y="55012"/>
                  <a:pt x="742978" y="55138"/>
                  <a:pt x="742740" y="55243"/>
                </a:cubicBezTo>
                <a:cubicBezTo>
                  <a:pt x="742502" y="55349"/>
                  <a:pt x="742171" y="55429"/>
                  <a:pt x="741748" y="55482"/>
                </a:cubicBezTo>
                <a:cubicBezTo>
                  <a:pt x="741324" y="55534"/>
                  <a:pt x="740782" y="55561"/>
                  <a:pt x="740120" y="55561"/>
                </a:cubicBezTo>
                <a:cubicBezTo>
                  <a:pt x="739485" y="55561"/>
                  <a:pt x="738956" y="55534"/>
                  <a:pt x="738533" y="55482"/>
                </a:cubicBezTo>
                <a:cubicBezTo>
                  <a:pt x="738110" y="55429"/>
                  <a:pt x="737772" y="55349"/>
                  <a:pt x="737521" y="55243"/>
                </a:cubicBezTo>
                <a:cubicBezTo>
                  <a:pt x="737270" y="55138"/>
                  <a:pt x="737098" y="55012"/>
                  <a:pt x="737005" y="54866"/>
                </a:cubicBezTo>
                <a:cubicBezTo>
                  <a:pt x="736912" y="54720"/>
                  <a:pt x="736866" y="54541"/>
                  <a:pt x="736866" y="54329"/>
                </a:cubicBezTo>
                <a:lnTo>
                  <a:pt x="736866" y="1271"/>
                </a:lnTo>
                <a:cubicBezTo>
                  <a:pt x="736866" y="1060"/>
                  <a:pt x="736912" y="874"/>
                  <a:pt x="737005" y="716"/>
                </a:cubicBezTo>
                <a:cubicBezTo>
                  <a:pt x="737098" y="556"/>
                  <a:pt x="737270" y="423"/>
                  <a:pt x="737521" y="317"/>
                </a:cubicBezTo>
                <a:cubicBezTo>
                  <a:pt x="737772" y="212"/>
                  <a:pt x="738110" y="132"/>
                  <a:pt x="738533" y="79"/>
                </a:cubicBezTo>
                <a:cubicBezTo>
                  <a:pt x="738956" y="26"/>
                  <a:pt x="739485" y="0"/>
                  <a:pt x="740120" y="0"/>
                </a:cubicBezTo>
                <a:cubicBezTo>
                  <a:pt x="740782" y="0"/>
                  <a:pt x="741324" y="26"/>
                  <a:pt x="741748" y="79"/>
                </a:cubicBezTo>
                <a:cubicBezTo>
                  <a:pt x="742171" y="132"/>
                  <a:pt x="742502" y="212"/>
                  <a:pt x="742740" y="317"/>
                </a:cubicBezTo>
                <a:cubicBezTo>
                  <a:pt x="742978" y="423"/>
                  <a:pt x="743150" y="556"/>
                  <a:pt x="743256" y="716"/>
                </a:cubicBezTo>
                <a:cubicBezTo>
                  <a:pt x="743361" y="874"/>
                  <a:pt x="743414" y="1060"/>
                  <a:pt x="743414" y="1271"/>
                </a:cubicBezTo>
                <a:lnTo>
                  <a:pt x="743414" y="54329"/>
                </a:lnTo>
                <a:close/>
                <a:moveTo>
                  <a:pt x="778048" y="44636"/>
                </a:moveTo>
                <a:cubicBezTo>
                  <a:pt x="778048" y="46463"/>
                  <a:pt x="777711" y="48092"/>
                  <a:pt x="777036" y="49522"/>
                </a:cubicBezTo>
                <a:cubicBezTo>
                  <a:pt x="776361" y="50952"/>
                  <a:pt x="775402" y="52157"/>
                  <a:pt x="774159" y="53138"/>
                </a:cubicBezTo>
                <a:cubicBezTo>
                  <a:pt x="772915" y="54117"/>
                  <a:pt x="771433" y="54859"/>
                  <a:pt x="769714" y="55361"/>
                </a:cubicBezTo>
                <a:cubicBezTo>
                  <a:pt x="767994" y="55865"/>
                  <a:pt x="766102" y="56117"/>
                  <a:pt x="764039" y="56117"/>
                </a:cubicBezTo>
                <a:cubicBezTo>
                  <a:pt x="762769" y="56117"/>
                  <a:pt x="761558" y="56017"/>
                  <a:pt x="760407" y="55819"/>
                </a:cubicBezTo>
                <a:cubicBezTo>
                  <a:pt x="759256" y="55620"/>
                  <a:pt x="758225" y="55369"/>
                  <a:pt x="757312" y="55065"/>
                </a:cubicBezTo>
                <a:cubicBezTo>
                  <a:pt x="756399" y="54761"/>
                  <a:pt x="755625" y="54443"/>
                  <a:pt x="754990" y="54112"/>
                </a:cubicBezTo>
                <a:cubicBezTo>
                  <a:pt x="754355" y="53782"/>
                  <a:pt x="753892" y="53484"/>
                  <a:pt x="753601" y="53219"/>
                </a:cubicBezTo>
                <a:cubicBezTo>
                  <a:pt x="753310" y="52955"/>
                  <a:pt x="753098" y="52584"/>
                  <a:pt x="752966" y="52108"/>
                </a:cubicBezTo>
                <a:cubicBezTo>
                  <a:pt x="752834" y="51632"/>
                  <a:pt x="752768" y="50984"/>
                  <a:pt x="752768" y="50164"/>
                </a:cubicBezTo>
                <a:cubicBezTo>
                  <a:pt x="752768" y="49661"/>
                  <a:pt x="752794" y="49238"/>
                  <a:pt x="752847" y="48894"/>
                </a:cubicBezTo>
                <a:cubicBezTo>
                  <a:pt x="752900" y="48550"/>
                  <a:pt x="752966" y="48272"/>
                  <a:pt x="753045" y="48060"/>
                </a:cubicBezTo>
                <a:cubicBezTo>
                  <a:pt x="753125" y="47849"/>
                  <a:pt x="753237" y="47696"/>
                  <a:pt x="753383" y="47604"/>
                </a:cubicBezTo>
                <a:cubicBezTo>
                  <a:pt x="753528" y="47511"/>
                  <a:pt x="753694" y="47465"/>
                  <a:pt x="753879" y="47465"/>
                </a:cubicBezTo>
                <a:cubicBezTo>
                  <a:pt x="754170" y="47465"/>
                  <a:pt x="754600" y="47643"/>
                  <a:pt x="755169" y="48001"/>
                </a:cubicBezTo>
                <a:cubicBezTo>
                  <a:pt x="755737" y="48358"/>
                  <a:pt x="756439" y="48748"/>
                  <a:pt x="757272" y="49171"/>
                </a:cubicBezTo>
                <a:cubicBezTo>
                  <a:pt x="758105" y="49595"/>
                  <a:pt x="759091" y="49985"/>
                  <a:pt x="760229" y="50342"/>
                </a:cubicBezTo>
                <a:cubicBezTo>
                  <a:pt x="761366" y="50699"/>
                  <a:pt x="762676" y="50878"/>
                  <a:pt x="764158" y="50878"/>
                </a:cubicBezTo>
                <a:cubicBezTo>
                  <a:pt x="765269" y="50878"/>
                  <a:pt x="766274" y="50759"/>
                  <a:pt x="767174" y="50521"/>
                </a:cubicBezTo>
                <a:cubicBezTo>
                  <a:pt x="768073" y="50282"/>
                  <a:pt x="768854" y="49930"/>
                  <a:pt x="769515" y="49467"/>
                </a:cubicBezTo>
                <a:cubicBezTo>
                  <a:pt x="770177" y="49003"/>
                  <a:pt x="770686" y="48413"/>
                  <a:pt x="771043" y="47697"/>
                </a:cubicBezTo>
                <a:cubicBezTo>
                  <a:pt x="771400" y="46981"/>
                  <a:pt x="771579" y="46133"/>
                  <a:pt x="771579" y="45152"/>
                </a:cubicBezTo>
                <a:cubicBezTo>
                  <a:pt x="771579" y="44146"/>
                  <a:pt x="771321" y="43298"/>
                  <a:pt x="770805" y="42610"/>
                </a:cubicBezTo>
                <a:cubicBezTo>
                  <a:pt x="770289" y="41921"/>
                  <a:pt x="769608" y="41312"/>
                  <a:pt x="768761" y="40783"/>
                </a:cubicBezTo>
                <a:cubicBezTo>
                  <a:pt x="767915" y="40253"/>
                  <a:pt x="766962" y="39783"/>
                  <a:pt x="765904" y="39373"/>
                </a:cubicBezTo>
                <a:cubicBezTo>
                  <a:pt x="764846" y="38962"/>
                  <a:pt x="763754" y="38531"/>
                  <a:pt x="762630" y="38082"/>
                </a:cubicBezTo>
                <a:cubicBezTo>
                  <a:pt x="761505" y="37631"/>
                  <a:pt x="760407" y="37121"/>
                  <a:pt x="759336" y="36551"/>
                </a:cubicBezTo>
                <a:cubicBezTo>
                  <a:pt x="758264" y="35981"/>
                  <a:pt x="757305" y="35286"/>
                  <a:pt x="756458" y="34465"/>
                </a:cubicBezTo>
                <a:cubicBezTo>
                  <a:pt x="755612" y="33644"/>
                  <a:pt x="754931" y="32664"/>
                  <a:pt x="754415" y="31526"/>
                </a:cubicBezTo>
                <a:cubicBezTo>
                  <a:pt x="753899" y="30387"/>
                  <a:pt x="753641" y="29024"/>
                  <a:pt x="753641" y="27434"/>
                </a:cubicBezTo>
                <a:cubicBezTo>
                  <a:pt x="753641" y="26031"/>
                  <a:pt x="753912" y="24687"/>
                  <a:pt x="754454" y="23403"/>
                </a:cubicBezTo>
                <a:cubicBezTo>
                  <a:pt x="754997" y="22118"/>
                  <a:pt x="755810" y="20992"/>
                  <a:pt x="756895" y="20025"/>
                </a:cubicBezTo>
                <a:cubicBezTo>
                  <a:pt x="757980" y="19058"/>
                  <a:pt x="759336" y="18283"/>
                  <a:pt x="760963" y="17701"/>
                </a:cubicBezTo>
                <a:cubicBezTo>
                  <a:pt x="762590" y="17118"/>
                  <a:pt x="764488" y="16827"/>
                  <a:pt x="766658" y="16827"/>
                </a:cubicBezTo>
                <a:cubicBezTo>
                  <a:pt x="767610" y="16827"/>
                  <a:pt x="768563" y="16908"/>
                  <a:pt x="769515" y="17069"/>
                </a:cubicBezTo>
                <a:cubicBezTo>
                  <a:pt x="770468" y="17230"/>
                  <a:pt x="771328" y="17431"/>
                  <a:pt x="772095" y="17673"/>
                </a:cubicBezTo>
                <a:cubicBezTo>
                  <a:pt x="772862" y="17914"/>
                  <a:pt x="773517" y="18176"/>
                  <a:pt x="774059" y="18458"/>
                </a:cubicBezTo>
                <a:cubicBezTo>
                  <a:pt x="774602" y="18740"/>
                  <a:pt x="775012" y="18988"/>
                  <a:pt x="775290" y="19203"/>
                </a:cubicBezTo>
                <a:cubicBezTo>
                  <a:pt x="775567" y="19418"/>
                  <a:pt x="775753" y="19605"/>
                  <a:pt x="775845" y="19764"/>
                </a:cubicBezTo>
                <a:cubicBezTo>
                  <a:pt x="775938" y="19923"/>
                  <a:pt x="776004" y="20101"/>
                  <a:pt x="776044" y="20300"/>
                </a:cubicBezTo>
                <a:cubicBezTo>
                  <a:pt x="776083" y="20498"/>
                  <a:pt x="776123" y="20743"/>
                  <a:pt x="776163" y="21034"/>
                </a:cubicBezTo>
                <a:cubicBezTo>
                  <a:pt x="776202" y="21325"/>
                  <a:pt x="776222" y="21682"/>
                  <a:pt x="776222" y="22105"/>
                </a:cubicBezTo>
                <a:cubicBezTo>
                  <a:pt x="776222" y="22555"/>
                  <a:pt x="776202" y="22945"/>
                  <a:pt x="776163" y="23276"/>
                </a:cubicBezTo>
                <a:cubicBezTo>
                  <a:pt x="776123" y="23607"/>
                  <a:pt x="776057" y="23878"/>
                  <a:pt x="775964" y="24090"/>
                </a:cubicBezTo>
                <a:cubicBezTo>
                  <a:pt x="775872" y="24301"/>
                  <a:pt x="775759" y="24453"/>
                  <a:pt x="775627" y="24546"/>
                </a:cubicBezTo>
                <a:cubicBezTo>
                  <a:pt x="775495" y="24639"/>
                  <a:pt x="775349" y="24685"/>
                  <a:pt x="775190" y="24685"/>
                </a:cubicBezTo>
                <a:cubicBezTo>
                  <a:pt x="774952" y="24685"/>
                  <a:pt x="774608" y="24537"/>
                  <a:pt x="774159" y="24242"/>
                </a:cubicBezTo>
                <a:cubicBezTo>
                  <a:pt x="773709" y="23947"/>
                  <a:pt x="773127" y="23632"/>
                  <a:pt x="772412" y="23296"/>
                </a:cubicBezTo>
                <a:cubicBezTo>
                  <a:pt x="771698" y="22960"/>
                  <a:pt x="770858" y="22645"/>
                  <a:pt x="769892" y="22350"/>
                </a:cubicBezTo>
                <a:cubicBezTo>
                  <a:pt x="768927" y="22054"/>
                  <a:pt x="767822" y="21907"/>
                  <a:pt x="766578" y="21907"/>
                </a:cubicBezTo>
                <a:cubicBezTo>
                  <a:pt x="765467" y="21907"/>
                  <a:pt x="764488" y="22033"/>
                  <a:pt x="763642" y="22285"/>
                </a:cubicBezTo>
                <a:cubicBezTo>
                  <a:pt x="762795" y="22536"/>
                  <a:pt x="762101" y="22894"/>
                  <a:pt x="761558" y="23358"/>
                </a:cubicBezTo>
                <a:cubicBezTo>
                  <a:pt x="761016" y="23822"/>
                  <a:pt x="760606" y="24372"/>
                  <a:pt x="760328" y="25009"/>
                </a:cubicBezTo>
                <a:cubicBezTo>
                  <a:pt x="760050" y="25644"/>
                  <a:pt x="759911" y="26334"/>
                  <a:pt x="759911" y="27076"/>
                </a:cubicBezTo>
                <a:cubicBezTo>
                  <a:pt x="759911" y="28109"/>
                  <a:pt x="760176" y="28976"/>
                  <a:pt x="760705" y="29678"/>
                </a:cubicBezTo>
                <a:cubicBezTo>
                  <a:pt x="761234" y="30380"/>
                  <a:pt x="761922" y="30996"/>
                  <a:pt x="762769" y="31526"/>
                </a:cubicBezTo>
                <a:cubicBezTo>
                  <a:pt x="763615" y="32055"/>
                  <a:pt x="764581" y="32532"/>
                  <a:pt x="765666" y="32956"/>
                </a:cubicBezTo>
                <a:cubicBezTo>
                  <a:pt x="766750" y="33379"/>
                  <a:pt x="767855" y="33816"/>
                  <a:pt x="768980" y="34267"/>
                </a:cubicBezTo>
                <a:cubicBezTo>
                  <a:pt x="770104" y="34716"/>
                  <a:pt x="771215" y="35220"/>
                  <a:pt x="772313" y="35776"/>
                </a:cubicBezTo>
                <a:cubicBezTo>
                  <a:pt x="773411" y="36332"/>
                  <a:pt x="774383" y="37008"/>
                  <a:pt x="775230" y="37803"/>
                </a:cubicBezTo>
                <a:cubicBezTo>
                  <a:pt x="776077" y="38597"/>
                  <a:pt x="776758" y="39551"/>
                  <a:pt x="777274" y="40664"/>
                </a:cubicBezTo>
                <a:cubicBezTo>
                  <a:pt x="777790" y="41776"/>
                  <a:pt x="778048" y="43100"/>
                  <a:pt x="778048" y="44636"/>
                </a:cubicBezTo>
                <a:close/>
                <a:moveTo>
                  <a:pt x="832526" y="54370"/>
                </a:moveTo>
                <a:cubicBezTo>
                  <a:pt x="832526" y="54688"/>
                  <a:pt x="832420" y="54926"/>
                  <a:pt x="832209" y="55085"/>
                </a:cubicBezTo>
                <a:cubicBezTo>
                  <a:pt x="831997" y="55243"/>
                  <a:pt x="831706" y="55362"/>
                  <a:pt x="831335" y="55442"/>
                </a:cubicBezTo>
                <a:cubicBezTo>
                  <a:pt x="830965" y="55521"/>
                  <a:pt x="830423" y="55561"/>
                  <a:pt x="829708" y="55561"/>
                </a:cubicBezTo>
                <a:cubicBezTo>
                  <a:pt x="829020" y="55561"/>
                  <a:pt x="828471" y="55521"/>
                  <a:pt x="828061" y="55442"/>
                </a:cubicBezTo>
                <a:cubicBezTo>
                  <a:pt x="827651" y="55362"/>
                  <a:pt x="827354" y="55243"/>
                  <a:pt x="827168" y="55085"/>
                </a:cubicBezTo>
                <a:cubicBezTo>
                  <a:pt x="826983" y="54926"/>
                  <a:pt x="826891" y="54688"/>
                  <a:pt x="826891" y="54370"/>
                </a:cubicBezTo>
                <a:lnTo>
                  <a:pt x="826891" y="50799"/>
                </a:lnTo>
                <a:cubicBezTo>
                  <a:pt x="825330" y="52465"/>
                  <a:pt x="823590" y="53768"/>
                  <a:pt x="821672" y="54708"/>
                </a:cubicBezTo>
                <a:cubicBezTo>
                  <a:pt x="819754" y="55647"/>
                  <a:pt x="817723" y="56117"/>
                  <a:pt x="815580" y="56117"/>
                </a:cubicBezTo>
                <a:cubicBezTo>
                  <a:pt x="813702" y="56117"/>
                  <a:pt x="812002" y="55871"/>
                  <a:pt x="810480" y="55380"/>
                </a:cubicBezTo>
                <a:cubicBezTo>
                  <a:pt x="808959" y="54889"/>
                  <a:pt x="807663" y="54179"/>
                  <a:pt x="806591" y="53249"/>
                </a:cubicBezTo>
                <a:cubicBezTo>
                  <a:pt x="805520" y="52320"/>
                  <a:pt x="804686" y="51178"/>
                  <a:pt x="804091" y="49825"/>
                </a:cubicBezTo>
                <a:cubicBezTo>
                  <a:pt x="803496" y="48471"/>
                  <a:pt x="803198" y="46930"/>
                  <a:pt x="803198" y="45204"/>
                </a:cubicBezTo>
                <a:cubicBezTo>
                  <a:pt x="803198" y="43187"/>
                  <a:pt x="803608" y="41435"/>
                  <a:pt x="804428" y="39948"/>
                </a:cubicBezTo>
                <a:cubicBezTo>
                  <a:pt x="805248" y="38461"/>
                  <a:pt x="806426" y="37226"/>
                  <a:pt x="807960" y="36244"/>
                </a:cubicBezTo>
                <a:cubicBezTo>
                  <a:pt x="809495" y="35261"/>
                  <a:pt x="811373" y="34525"/>
                  <a:pt x="813596" y="34034"/>
                </a:cubicBezTo>
                <a:cubicBezTo>
                  <a:pt x="815818" y="33542"/>
                  <a:pt x="818318" y="33297"/>
                  <a:pt x="821096" y="33297"/>
                </a:cubicBezTo>
                <a:lnTo>
                  <a:pt x="826018" y="33297"/>
                </a:lnTo>
                <a:lnTo>
                  <a:pt x="826018" y="30529"/>
                </a:lnTo>
                <a:cubicBezTo>
                  <a:pt x="826018" y="29158"/>
                  <a:pt x="825872" y="27945"/>
                  <a:pt x="825581" y="26891"/>
                </a:cubicBezTo>
                <a:cubicBezTo>
                  <a:pt x="825290" y="25836"/>
                  <a:pt x="824820" y="24959"/>
                  <a:pt x="824172" y="24261"/>
                </a:cubicBezTo>
                <a:cubicBezTo>
                  <a:pt x="823524" y="23562"/>
                  <a:pt x="822684" y="23035"/>
                  <a:pt x="821652" y="22680"/>
                </a:cubicBezTo>
                <a:cubicBezTo>
                  <a:pt x="820620" y="22323"/>
                  <a:pt x="819350" y="22145"/>
                  <a:pt x="817842" y="22145"/>
                </a:cubicBezTo>
                <a:cubicBezTo>
                  <a:pt x="816228" y="22145"/>
                  <a:pt x="814780" y="22335"/>
                  <a:pt x="813496" y="22714"/>
                </a:cubicBezTo>
                <a:cubicBezTo>
                  <a:pt x="812213" y="23094"/>
                  <a:pt x="811089" y="23513"/>
                  <a:pt x="810123" y="23971"/>
                </a:cubicBezTo>
                <a:cubicBezTo>
                  <a:pt x="809157" y="24429"/>
                  <a:pt x="808350" y="24847"/>
                  <a:pt x="807702" y="25227"/>
                </a:cubicBezTo>
                <a:cubicBezTo>
                  <a:pt x="807054" y="25606"/>
                  <a:pt x="806571" y="25796"/>
                  <a:pt x="806254" y="25796"/>
                </a:cubicBezTo>
                <a:cubicBezTo>
                  <a:pt x="806042" y="25796"/>
                  <a:pt x="805857" y="25743"/>
                  <a:pt x="805698" y="25637"/>
                </a:cubicBezTo>
                <a:cubicBezTo>
                  <a:pt x="805539" y="25532"/>
                  <a:pt x="805400" y="25373"/>
                  <a:pt x="805281" y="25161"/>
                </a:cubicBezTo>
                <a:cubicBezTo>
                  <a:pt x="805162" y="24950"/>
                  <a:pt x="805076" y="24678"/>
                  <a:pt x="805023" y="24348"/>
                </a:cubicBezTo>
                <a:cubicBezTo>
                  <a:pt x="804971" y="24017"/>
                  <a:pt x="804944" y="23653"/>
                  <a:pt x="804944" y="23256"/>
                </a:cubicBezTo>
                <a:cubicBezTo>
                  <a:pt x="804944" y="22595"/>
                  <a:pt x="804990" y="22072"/>
                  <a:pt x="805083" y="21689"/>
                </a:cubicBezTo>
                <a:cubicBezTo>
                  <a:pt x="805176" y="21305"/>
                  <a:pt x="805400" y="20941"/>
                  <a:pt x="805758" y="20597"/>
                </a:cubicBezTo>
                <a:cubicBezTo>
                  <a:pt x="806115" y="20253"/>
                  <a:pt x="806730" y="19853"/>
                  <a:pt x="807603" y="19395"/>
                </a:cubicBezTo>
                <a:cubicBezTo>
                  <a:pt x="808476" y="18937"/>
                  <a:pt x="809482" y="18519"/>
                  <a:pt x="810619" y="18140"/>
                </a:cubicBezTo>
                <a:cubicBezTo>
                  <a:pt x="811757" y="17762"/>
                  <a:pt x="813000" y="17448"/>
                  <a:pt x="814350" y="17200"/>
                </a:cubicBezTo>
                <a:cubicBezTo>
                  <a:pt x="815699" y="16951"/>
                  <a:pt x="817062" y="16827"/>
                  <a:pt x="818437" y="16827"/>
                </a:cubicBezTo>
                <a:cubicBezTo>
                  <a:pt x="821004" y="16827"/>
                  <a:pt x="823187" y="17118"/>
                  <a:pt x="824986" y="17700"/>
                </a:cubicBezTo>
                <a:cubicBezTo>
                  <a:pt x="826785" y="18282"/>
                  <a:pt x="828240" y="19135"/>
                  <a:pt x="829351" y="20260"/>
                </a:cubicBezTo>
                <a:cubicBezTo>
                  <a:pt x="830462" y="21384"/>
                  <a:pt x="831269" y="22780"/>
                  <a:pt x="831772" y="24447"/>
                </a:cubicBezTo>
                <a:cubicBezTo>
                  <a:pt x="832275" y="26114"/>
                  <a:pt x="832526" y="28058"/>
                  <a:pt x="832526" y="30281"/>
                </a:cubicBezTo>
                <a:lnTo>
                  <a:pt x="832526" y="54370"/>
                </a:lnTo>
                <a:moveTo>
                  <a:pt x="826018" y="38020"/>
                </a:moveTo>
                <a:lnTo>
                  <a:pt x="820422" y="38020"/>
                </a:lnTo>
                <a:cubicBezTo>
                  <a:pt x="818623" y="38020"/>
                  <a:pt x="817062" y="38173"/>
                  <a:pt x="815739" y="38480"/>
                </a:cubicBezTo>
                <a:cubicBezTo>
                  <a:pt x="814416" y="38786"/>
                  <a:pt x="813318" y="39238"/>
                  <a:pt x="812445" y="39836"/>
                </a:cubicBezTo>
                <a:cubicBezTo>
                  <a:pt x="811572" y="40435"/>
                  <a:pt x="810930" y="41154"/>
                  <a:pt x="810520" y="41993"/>
                </a:cubicBezTo>
                <a:cubicBezTo>
                  <a:pt x="810110" y="42832"/>
                  <a:pt x="809905" y="43796"/>
                  <a:pt x="809905" y="44888"/>
                </a:cubicBezTo>
                <a:cubicBezTo>
                  <a:pt x="809905" y="46751"/>
                  <a:pt x="810494" y="48235"/>
                  <a:pt x="811671" y="49340"/>
                </a:cubicBezTo>
                <a:cubicBezTo>
                  <a:pt x="812848" y="50445"/>
                  <a:pt x="814495" y="50997"/>
                  <a:pt x="816612" y="50997"/>
                </a:cubicBezTo>
                <a:cubicBezTo>
                  <a:pt x="818332" y="50997"/>
                  <a:pt x="819926" y="50558"/>
                  <a:pt x="821394" y="49680"/>
                </a:cubicBezTo>
                <a:cubicBezTo>
                  <a:pt x="822862" y="48801"/>
                  <a:pt x="824404" y="47457"/>
                  <a:pt x="826018" y="45647"/>
                </a:cubicBezTo>
                <a:lnTo>
                  <a:pt x="826018" y="38020"/>
                </a:lnTo>
                <a:close/>
                <a:moveTo>
                  <a:pt x="877387" y="36015"/>
                </a:moveTo>
                <a:cubicBezTo>
                  <a:pt x="877387" y="39113"/>
                  <a:pt x="877049" y="41901"/>
                  <a:pt x="876375" y="44377"/>
                </a:cubicBezTo>
                <a:cubicBezTo>
                  <a:pt x="875700" y="46853"/>
                  <a:pt x="874708" y="48966"/>
                  <a:pt x="873398" y="50714"/>
                </a:cubicBezTo>
                <a:cubicBezTo>
                  <a:pt x="872089" y="52462"/>
                  <a:pt x="870481" y="53799"/>
                  <a:pt x="868576" y="54726"/>
                </a:cubicBezTo>
                <a:cubicBezTo>
                  <a:pt x="866671" y="55653"/>
                  <a:pt x="864489" y="56117"/>
                  <a:pt x="862028" y="56117"/>
                </a:cubicBezTo>
                <a:cubicBezTo>
                  <a:pt x="860890" y="56117"/>
                  <a:pt x="859839" y="56004"/>
                  <a:pt x="858873" y="55778"/>
                </a:cubicBezTo>
                <a:cubicBezTo>
                  <a:pt x="857907" y="55553"/>
                  <a:pt x="856962" y="55189"/>
                  <a:pt x="856035" y="54687"/>
                </a:cubicBezTo>
                <a:cubicBezTo>
                  <a:pt x="855109" y="54183"/>
                  <a:pt x="854183" y="53547"/>
                  <a:pt x="853257" y="52779"/>
                </a:cubicBezTo>
                <a:cubicBezTo>
                  <a:pt x="852331" y="52011"/>
                  <a:pt x="851352" y="51084"/>
                  <a:pt x="850321" y="49999"/>
                </a:cubicBezTo>
                <a:lnTo>
                  <a:pt x="850321" y="54338"/>
                </a:lnTo>
                <a:cubicBezTo>
                  <a:pt x="850321" y="54548"/>
                  <a:pt x="850268" y="54732"/>
                  <a:pt x="850162" y="54890"/>
                </a:cubicBezTo>
                <a:cubicBezTo>
                  <a:pt x="850056" y="55048"/>
                  <a:pt x="849884" y="55173"/>
                  <a:pt x="849646" y="55266"/>
                </a:cubicBezTo>
                <a:cubicBezTo>
                  <a:pt x="849408" y="55358"/>
                  <a:pt x="849110" y="55429"/>
                  <a:pt x="848753" y="55482"/>
                </a:cubicBezTo>
                <a:cubicBezTo>
                  <a:pt x="848396" y="55534"/>
                  <a:pt x="847939" y="55561"/>
                  <a:pt x="847384" y="55561"/>
                </a:cubicBezTo>
                <a:cubicBezTo>
                  <a:pt x="846855" y="55561"/>
                  <a:pt x="846405" y="55534"/>
                  <a:pt x="846035" y="55482"/>
                </a:cubicBezTo>
                <a:cubicBezTo>
                  <a:pt x="845664" y="55429"/>
                  <a:pt x="845360" y="55356"/>
                  <a:pt x="845122" y="55263"/>
                </a:cubicBezTo>
                <a:cubicBezTo>
                  <a:pt x="844884" y="55171"/>
                  <a:pt x="844725" y="55045"/>
                  <a:pt x="844646" y="54886"/>
                </a:cubicBezTo>
                <a:cubicBezTo>
                  <a:pt x="844566" y="54727"/>
                  <a:pt x="844526" y="54541"/>
                  <a:pt x="844526" y="54329"/>
                </a:cubicBezTo>
                <a:lnTo>
                  <a:pt x="844526" y="1271"/>
                </a:lnTo>
                <a:cubicBezTo>
                  <a:pt x="844526" y="1060"/>
                  <a:pt x="844573" y="874"/>
                  <a:pt x="844665" y="716"/>
                </a:cubicBezTo>
                <a:cubicBezTo>
                  <a:pt x="844758" y="556"/>
                  <a:pt x="844930" y="423"/>
                  <a:pt x="845181" y="317"/>
                </a:cubicBezTo>
                <a:cubicBezTo>
                  <a:pt x="845433" y="212"/>
                  <a:pt x="845770" y="132"/>
                  <a:pt x="846193" y="79"/>
                </a:cubicBezTo>
                <a:cubicBezTo>
                  <a:pt x="846617" y="26"/>
                  <a:pt x="847146" y="0"/>
                  <a:pt x="847781" y="0"/>
                </a:cubicBezTo>
                <a:cubicBezTo>
                  <a:pt x="848442" y="0"/>
                  <a:pt x="848985" y="26"/>
                  <a:pt x="849408" y="79"/>
                </a:cubicBezTo>
                <a:cubicBezTo>
                  <a:pt x="849831" y="132"/>
                  <a:pt x="850162" y="212"/>
                  <a:pt x="850400" y="319"/>
                </a:cubicBezTo>
                <a:cubicBezTo>
                  <a:pt x="850638" y="425"/>
                  <a:pt x="850810" y="557"/>
                  <a:pt x="850916" y="717"/>
                </a:cubicBezTo>
                <a:cubicBezTo>
                  <a:pt x="851022" y="876"/>
                  <a:pt x="851075" y="1061"/>
                  <a:pt x="851075" y="1272"/>
                </a:cubicBezTo>
                <a:lnTo>
                  <a:pt x="851075" y="22707"/>
                </a:lnTo>
                <a:cubicBezTo>
                  <a:pt x="852133" y="21621"/>
                  <a:pt x="853158" y="20708"/>
                  <a:pt x="854150" y="19966"/>
                </a:cubicBezTo>
                <a:cubicBezTo>
                  <a:pt x="855143" y="19224"/>
                  <a:pt x="856115" y="18622"/>
                  <a:pt x="857067" y="18159"/>
                </a:cubicBezTo>
                <a:cubicBezTo>
                  <a:pt x="858020" y="17695"/>
                  <a:pt x="858972" y="17357"/>
                  <a:pt x="859925" y="17146"/>
                </a:cubicBezTo>
                <a:cubicBezTo>
                  <a:pt x="860877" y="16933"/>
                  <a:pt x="861883" y="16827"/>
                  <a:pt x="862941" y="16827"/>
                </a:cubicBezTo>
                <a:cubicBezTo>
                  <a:pt x="865534" y="16827"/>
                  <a:pt x="867750" y="17344"/>
                  <a:pt x="869588" y="18377"/>
                </a:cubicBezTo>
                <a:cubicBezTo>
                  <a:pt x="871427" y="19410"/>
                  <a:pt x="872922" y="20794"/>
                  <a:pt x="874073" y="22528"/>
                </a:cubicBezTo>
                <a:cubicBezTo>
                  <a:pt x="875224" y="24263"/>
                  <a:pt x="876064" y="26296"/>
                  <a:pt x="876593" y="28626"/>
                </a:cubicBezTo>
                <a:cubicBezTo>
                  <a:pt x="877122" y="30956"/>
                  <a:pt x="877387" y="33419"/>
                  <a:pt x="877387" y="36015"/>
                </a:cubicBezTo>
                <a:moveTo>
                  <a:pt x="870481" y="36769"/>
                </a:moveTo>
                <a:cubicBezTo>
                  <a:pt x="870481" y="34941"/>
                  <a:pt x="870342" y="33166"/>
                  <a:pt x="870065" y="31444"/>
                </a:cubicBezTo>
                <a:cubicBezTo>
                  <a:pt x="869787" y="29722"/>
                  <a:pt x="869304" y="28198"/>
                  <a:pt x="868616" y="26874"/>
                </a:cubicBezTo>
                <a:cubicBezTo>
                  <a:pt x="867928" y="25549"/>
                  <a:pt x="867015" y="24483"/>
                  <a:pt x="865878" y="23675"/>
                </a:cubicBezTo>
                <a:cubicBezTo>
                  <a:pt x="864740" y="22867"/>
                  <a:pt x="863325" y="22462"/>
                  <a:pt x="861631" y="22462"/>
                </a:cubicBezTo>
                <a:cubicBezTo>
                  <a:pt x="860785" y="22462"/>
                  <a:pt x="859951" y="22582"/>
                  <a:pt x="859131" y="22821"/>
                </a:cubicBezTo>
                <a:cubicBezTo>
                  <a:pt x="858311" y="23059"/>
                  <a:pt x="857477" y="23456"/>
                  <a:pt x="856631" y="24013"/>
                </a:cubicBezTo>
                <a:cubicBezTo>
                  <a:pt x="855784" y="24569"/>
                  <a:pt x="854904" y="25285"/>
                  <a:pt x="853992" y="26160"/>
                </a:cubicBezTo>
                <a:cubicBezTo>
                  <a:pt x="853079" y="27034"/>
                  <a:pt x="852107" y="28134"/>
                  <a:pt x="851075" y="29460"/>
                </a:cubicBezTo>
                <a:lnTo>
                  <a:pt x="851075" y="43722"/>
                </a:lnTo>
                <a:cubicBezTo>
                  <a:pt x="852874" y="45922"/>
                  <a:pt x="854594" y="47599"/>
                  <a:pt x="856234" y="48752"/>
                </a:cubicBezTo>
                <a:cubicBezTo>
                  <a:pt x="857874" y="49905"/>
                  <a:pt x="859581" y="50481"/>
                  <a:pt x="861353" y="50481"/>
                </a:cubicBezTo>
                <a:cubicBezTo>
                  <a:pt x="862994" y="50481"/>
                  <a:pt x="864396" y="50084"/>
                  <a:pt x="865560" y="49289"/>
                </a:cubicBezTo>
                <a:cubicBezTo>
                  <a:pt x="866724" y="48494"/>
                  <a:pt x="867670" y="47441"/>
                  <a:pt x="868398" y="46129"/>
                </a:cubicBezTo>
                <a:cubicBezTo>
                  <a:pt x="869125" y="44818"/>
                  <a:pt x="869655" y="43347"/>
                  <a:pt x="869985" y="41718"/>
                </a:cubicBezTo>
                <a:cubicBezTo>
                  <a:pt x="870316" y="40088"/>
                  <a:pt x="870481" y="38439"/>
                  <a:pt x="870481" y="36769"/>
                </a:cubicBezTo>
                <a:close/>
                <a:moveTo>
                  <a:pt x="920089" y="36095"/>
                </a:moveTo>
                <a:cubicBezTo>
                  <a:pt x="920089" y="39008"/>
                  <a:pt x="919706" y="41689"/>
                  <a:pt x="918938" y="44139"/>
                </a:cubicBezTo>
                <a:cubicBezTo>
                  <a:pt x="918171" y="46588"/>
                  <a:pt x="917027" y="48701"/>
                  <a:pt x="915505" y="50476"/>
                </a:cubicBezTo>
                <a:cubicBezTo>
                  <a:pt x="913984" y="52250"/>
                  <a:pt x="912079" y="53634"/>
                  <a:pt x="909791" y="54627"/>
                </a:cubicBezTo>
                <a:cubicBezTo>
                  <a:pt x="907502" y="55620"/>
                  <a:pt x="904850" y="56117"/>
                  <a:pt x="901833" y="56117"/>
                </a:cubicBezTo>
                <a:cubicBezTo>
                  <a:pt x="898897" y="56117"/>
                  <a:pt x="896337" y="55680"/>
                  <a:pt x="894154" y="54806"/>
                </a:cubicBezTo>
                <a:cubicBezTo>
                  <a:pt x="891971" y="53932"/>
                  <a:pt x="890152" y="52661"/>
                  <a:pt x="888697" y="50992"/>
                </a:cubicBezTo>
                <a:cubicBezTo>
                  <a:pt x="887242" y="49324"/>
                  <a:pt x="886157" y="47297"/>
                  <a:pt x="885443" y="44914"/>
                </a:cubicBezTo>
                <a:cubicBezTo>
                  <a:pt x="884729" y="42530"/>
                  <a:pt x="884371" y="39829"/>
                  <a:pt x="884371" y="36809"/>
                </a:cubicBezTo>
                <a:cubicBezTo>
                  <a:pt x="884371" y="33896"/>
                  <a:pt x="884749" y="31215"/>
                  <a:pt x="885503" y="28765"/>
                </a:cubicBezTo>
                <a:cubicBezTo>
                  <a:pt x="886257" y="26315"/>
                  <a:pt x="887394" y="24203"/>
                  <a:pt x="888916" y="22429"/>
                </a:cubicBezTo>
                <a:cubicBezTo>
                  <a:pt x="890437" y="20654"/>
                  <a:pt x="892335" y="19276"/>
                  <a:pt x="894611" y="18297"/>
                </a:cubicBezTo>
                <a:cubicBezTo>
                  <a:pt x="896886" y="17317"/>
                  <a:pt x="899545" y="16827"/>
                  <a:pt x="902588" y="16827"/>
                </a:cubicBezTo>
                <a:cubicBezTo>
                  <a:pt x="905524" y="16827"/>
                  <a:pt x="908084" y="17264"/>
                  <a:pt x="910267" y="18138"/>
                </a:cubicBezTo>
                <a:cubicBezTo>
                  <a:pt x="912450" y="19012"/>
                  <a:pt x="914269" y="20283"/>
                  <a:pt x="915724" y="21952"/>
                </a:cubicBezTo>
                <a:cubicBezTo>
                  <a:pt x="917179" y="23620"/>
                  <a:pt x="918270" y="25646"/>
                  <a:pt x="918998" y="28030"/>
                </a:cubicBezTo>
                <a:cubicBezTo>
                  <a:pt x="919725" y="30413"/>
                  <a:pt x="920089" y="33102"/>
                  <a:pt x="920089" y="36095"/>
                </a:cubicBezTo>
                <a:moveTo>
                  <a:pt x="913184" y="36531"/>
                </a:moveTo>
                <a:cubicBezTo>
                  <a:pt x="913184" y="34597"/>
                  <a:pt x="913005" y="32769"/>
                  <a:pt x="912648" y="31047"/>
                </a:cubicBezTo>
                <a:cubicBezTo>
                  <a:pt x="912291" y="29325"/>
                  <a:pt x="911702" y="27815"/>
                  <a:pt x="910882" y="26517"/>
                </a:cubicBezTo>
                <a:cubicBezTo>
                  <a:pt x="910062" y="25219"/>
                  <a:pt x="908951" y="24192"/>
                  <a:pt x="907548" y="23437"/>
                </a:cubicBezTo>
                <a:cubicBezTo>
                  <a:pt x="906146" y="22682"/>
                  <a:pt x="904400" y="22304"/>
                  <a:pt x="902310" y="22304"/>
                </a:cubicBezTo>
                <a:cubicBezTo>
                  <a:pt x="900378" y="22304"/>
                  <a:pt x="898718" y="22648"/>
                  <a:pt x="897329" y="23337"/>
                </a:cubicBezTo>
                <a:cubicBezTo>
                  <a:pt x="895940" y="24026"/>
                  <a:pt x="894796" y="25000"/>
                  <a:pt x="893896" y="26259"/>
                </a:cubicBezTo>
                <a:cubicBezTo>
                  <a:pt x="892997" y="27517"/>
                  <a:pt x="892329" y="29007"/>
                  <a:pt x="891892" y="30730"/>
                </a:cubicBezTo>
                <a:cubicBezTo>
                  <a:pt x="891456" y="32451"/>
                  <a:pt x="891237" y="34332"/>
                  <a:pt x="891237" y="36373"/>
                </a:cubicBezTo>
                <a:cubicBezTo>
                  <a:pt x="891237" y="38333"/>
                  <a:pt x="891416" y="40174"/>
                  <a:pt x="891773" y="41896"/>
                </a:cubicBezTo>
                <a:cubicBezTo>
                  <a:pt x="892130" y="43619"/>
                  <a:pt x="892725" y="45122"/>
                  <a:pt x="893559" y="46407"/>
                </a:cubicBezTo>
                <a:cubicBezTo>
                  <a:pt x="894392" y="47692"/>
                  <a:pt x="895510" y="48712"/>
                  <a:pt x="896912" y="49468"/>
                </a:cubicBezTo>
                <a:cubicBezTo>
                  <a:pt x="898315" y="50223"/>
                  <a:pt x="900061" y="50600"/>
                  <a:pt x="902151" y="50600"/>
                </a:cubicBezTo>
                <a:cubicBezTo>
                  <a:pt x="904056" y="50600"/>
                  <a:pt x="905710" y="50256"/>
                  <a:pt x="907112" y="49567"/>
                </a:cubicBezTo>
                <a:cubicBezTo>
                  <a:pt x="908514" y="48878"/>
                  <a:pt x="909665" y="47911"/>
                  <a:pt x="910565" y="46666"/>
                </a:cubicBezTo>
                <a:cubicBezTo>
                  <a:pt x="911464" y="45420"/>
                  <a:pt x="912125" y="43937"/>
                  <a:pt x="912549" y="42215"/>
                </a:cubicBezTo>
                <a:cubicBezTo>
                  <a:pt x="912972" y="40493"/>
                  <a:pt x="913184" y="38598"/>
                  <a:pt x="913184" y="36531"/>
                </a:cubicBezTo>
                <a:close/>
                <a:moveTo>
                  <a:pt x="960547" y="54331"/>
                </a:moveTo>
                <a:cubicBezTo>
                  <a:pt x="960547" y="54542"/>
                  <a:pt x="960501" y="54721"/>
                  <a:pt x="960408" y="54866"/>
                </a:cubicBezTo>
                <a:cubicBezTo>
                  <a:pt x="960316" y="55012"/>
                  <a:pt x="960150" y="55138"/>
                  <a:pt x="959912" y="55243"/>
                </a:cubicBezTo>
                <a:cubicBezTo>
                  <a:pt x="959674" y="55349"/>
                  <a:pt x="959363" y="55429"/>
                  <a:pt x="958979" y="55482"/>
                </a:cubicBezTo>
                <a:cubicBezTo>
                  <a:pt x="958596" y="55534"/>
                  <a:pt x="958126" y="55561"/>
                  <a:pt x="957571" y="55561"/>
                </a:cubicBezTo>
                <a:cubicBezTo>
                  <a:pt x="956962" y="55561"/>
                  <a:pt x="956466" y="55534"/>
                  <a:pt x="956082" y="55482"/>
                </a:cubicBezTo>
                <a:cubicBezTo>
                  <a:pt x="955699" y="55429"/>
                  <a:pt x="955394" y="55349"/>
                  <a:pt x="955170" y="55243"/>
                </a:cubicBezTo>
                <a:cubicBezTo>
                  <a:pt x="954945" y="55138"/>
                  <a:pt x="954793" y="55012"/>
                  <a:pt x="954713" y="54866"/>
                </a:cubicBezTo>
                <a:cubicBezTo>
                  <a:pt x="954634" y="54721"/>
                  <a:pt x="954594" y="54542"/>
                  <a:pt x="954594" y="54331"/>
                </a:cubicBezTo>
                <a:lnTo>
                  <a:pt x="954594" y="49608"/>
                </a:lnTo>
                <a:cubicBezTo>
                  <a:pt x="952557" y="51871"/>
                  <a:pt x="950546" y="53522"/>
                  <a:pt x="948562" y="54560"/>
                </a:cubicBezTo>
                <a:cubicBezTo>
                  <a:pt x="946577" y="55598"/>
                  <a:pt x="944567" y="56117"/>
                  <a:pt x="942529" y="56117"/>
                </a:cubicBezTo>
                <a:cubicBezTo>
                  <a:pt x="940148" y="56117"/>
                  <a:pt x="938144" y="55719"/>
                  <a:pt x="936517" y="54925"/>
                </a:cubicBezTo>
                <a:cubicBezTo>
                  <a:pt x="934890" y="54130"/>
                  <a:pt x="933574" y="53051"/>
                  <a:pt x="932568" y="51688"/>
                </a:cubicBezTo>
                <a:cubicBezTo>
                  <a:pt x="931563" y="50324"/>
                  <a:pt x="930842" y="48734"/>
                  <a:pt x="930405" y="46920"/>
                </a:cubicBezTo>
                <a:cubicBezTo>
                  <a:pt x="929969" y="45106"/>
                  <a:pt x="929750" y="42901"/>
                  <a:pt x="929750" y="40305"/>
                </a:cubicBezTo>
                <a:lnTo>
                  <a:pt x="929750" y="18614"/>
                </a:lnTo>
                <a:cubicBezTo>
                  <a:pt x="929750" y="18402"/>
                  <a:pt x="929797" y="18224"/>
                  <a:pt x="929889" y="18078"/>
                </a:cubicBezTo>
                <a:cubicBezTo>
                  <a:pt x="929982" y="17932"/>
                  <a:pt x="930160" y="17799"/>
                  <a:pt x="930425" y="17680"/>
                </a:cubicBezTo>
                <a:cubicBezTo>
                  <a:pt x="930690" y="17561"/>
                  <a:pt x="931034" y="17482"/>
                  <a:pt x="931457" y="17442"/>
                </a:cubicBezTo>
                <a:cubicBezTo>
                  <a:pt x="931880" y="17402"/>
                  <a:pt x="932409" y="17383"/>
                  <a:pt x="933044" y="17383"/>
                </a:cubicBezTo>
                <a:cubicBezTo>
                  <a:pt x="933679" y="17383"/>
                  <a:pt x="934209" y="17402"/>
                  <a:pt x="934632" y="17442"/>
                </a:cubicBezTo>
                <a:cubicBezTo>
                  <a:pt x="935055" y="17482"/>
                  <a:pt x="935392" y="17561"/>
                  <a:pt x="935644" y="17680"/>
                </a:cubicBezTo>
                <a:cubicBezTo>
                  <a:pt x="935895" y="17799"/>
                  <a:pt x="936074" y="17932"/>
                  <a:pt x="936180" y="18078"/>
                </a:cubicBezTo>
                <a:cubicBezTo>
                  <a:pt x="936285" y="18224"/>
                  <a:pt x="936338" y="18402"/>
                  <a:pt x="936338" y="18614"/>
                </a:cubicBezTo>
                <a:lnTo>
                  <a:pt x="936338" y="39435"/>
                </a:lnTo>
                <a:cubicBezTo>
                  <a:pt x="936338" y="41527"/>
                  <a:pt x="936490" y="43203"/>
                  <a:pt x="936795" y="44461"/>
                </a:cubicBezTo>
                <a:cubicBezTo>
                  <a:pt x="937099" y="45720"/>
                  <a:pt x="937562" y="46793"/>
                  <a:pt x="938184" y="47681"/>
                </a:cubicBezTo>
                <a:cubicBezTo>
                  <a:pt x="938806" y="48568"/>
                  <a:pt x="939593" y="49257"/>
                  <a:pt x="940545" y="49747"/>
                </a:cubicBezTo>
                <a:cubicBezTo>
                  <a:pt x="941498" y="50236"/>
                  <a:pt x="942609" y="50481"/>
                  <a:pt x="943879" y="50481"/>
                </a:cubicBezTo>
                <a:cubicBezTo>
                  <a:pt x="945519" y="50481"/>
                  <a:pt x="947153" y="49896"/>
                  <a:pt x="948780" y="48725"/>
                </a:cubicBezTo>
                <a:cubicBezTo>
                  <a:pt x="950407" y="47554"/>
                  <a:pt x="952134" y="45838"/>
                  <a:pt x="953959" y="43576"/>
                </a:cubicBezTo>
                <a:lnTo>
                  <a:pt x="953959" y="18613"/>
                </a:lnTo>
                <a:cubicBezTo>
                  <a:pt x="953959" y="18401"/>
                  <a:pt x="954005" y="18223"/>
                  <a:pt x="954098" y="18077"/>
                </a:cubicBezTo>
                <a:cubicBezTo>
                  <a:pt x="954191" y="17932"/>
                  <a:pt x="954369" y="17799"/>
                  <a:pt x="954634" y="17680"/>
                </a:cubicBezTo>
                <a:cubicBezTo>
                  <a:pt x="954898" y="17561"/>
                  <a:pt x="955236" y="17482"/>
                  <a:pt x="955646" y="17442"/>
                </a:cubicBezTo>
                <a:cubicBezTo>
                  <a:pt x="956056" y="17402"/>
                  <a:pt x="956592" y="17383"/>
                  <a:pt x="957253" y="17383"/>
                </a:cubicBezTo>
                <a:cubicBezTo>
                  <a:pt x="957888" y="17383"/>
                  <a:pt x="958417" y="17402"/>
                  <a:pt x="958841" y="17442"/>
                </a:cubicBezTo>
                <a:cubicBezTo>
                  <a:pt x="959264" y="17482"/>
                  <a:pt x="959595" y="17561"/>
                  <a:pt x="959833" y="17680"/>
                </a:cubicBezTo>
                <a:cubicBezTo>
                  <a:pt x="960071" y="17799"/>
                  <a:pt x="960249" y="17932"/>
                  <a:pt x="960368" y="18077"/>
                </a:cubicBezTo>
                <a:cubicBezTo>
                  <a:pt x="960487" y="18223"/>
                  <a:pt x="960547" y="18401"/>
                  <a:pt x="960547" y="18613"/>
                </a:cubicBezTo>
                <a:lnTo>
                  <a:pt x="960547" y="54331"/>
                </a:lnTo>
                <a:close/>
                <a:moveTo>
                  <a:pt x="990867" y="51751"/>
                </a:moveTo>
                <a:cubicBezTo>
                  <a:pt x="990867" y="52518"/>
                  <a:pt x="990814" y="53127"/>
                  <a:pt x="990709" y="53577"/>
                </a:cubicBezTo>
                <a:cubicBezTo>
                  <a:pt x="990603" y="54026"/>
                  <a:pt x="990444" y="54357"/>
                  <a:pt x="990232" y="54569"/>
                </a:cubicBezTo>
                <a:cubicBezTo>
                  <a:pt x="990021" y="54780"/>
                  <a:pt x="989703" y="54979"/>
                  <a:pt x="989280" y="55164"/>
                </a:cubicBezTo>
                <a:cubicBezTo>
                  <a:pt x="988857" y="55349"/>
                  <a:pt x="988374" y="55501"/>
                  <a:pt x="987831" y="55620"/>
                </a:cubicBezTo>
                <a:cubicBezTo>
                  <a:pt x="987289" y="55740"/>
                  <a:pt x="986714" y="55839"/>
                  <a:pt x="986105" y="55918"/>
                </a:cubicBezTo>
                <a:cubicBezTo>
                  <a:pt x="985496" y="55997"/>
                  <a:pt x="984888" y="56037"/>
                  <a:pt x="984279" y="56037"/>
                </a:cubicBezTo>
                <a:cubicBezTo>
                  <a:pt x="982427" y="56037"/>
                  <a:pt x="980840" y="55792"/>
                  <a:pt x="979517" y="55302"/>
                </a:cubicBezTo>
                <a:cubicBezTo>
                  <a:pt x="978194" y="54811"/>
                  <a:pt x="977109" y="54068"/>
                  <a:pt x="976263" y="53073"/>
                </a:cubicBezTo>
                <a:cubicBezTo>
                  <a:pt x="975416" y="52078"/>
                  <a:pt x="974801" y="50819"/>
                  <a:pt x="974417" y="49294"/>
                </a:cubicBezTo>
                <a:cubicBezTo>
                  <a:pt x="974034" y="47770"/>
                  <a:pt x="973842" y="45973"/>
                  <a:pt x="973842" y="43904"/>
                </a:cubicBezTo>
                <a:lnTo>
                  <a:pt x="973842" y="22978"/>
                </a:lnTo>
                <a:lnTo>
                  <a:pt x="968841" y="22978"/>
                </a:lnTo>
                <a:cubicBezTo>
                  <a:pt x="968445" y="22978"/>
                  <a:pt x="968127" y="22767"/>
                  <a:pt x="967889" y="22343"/>
                </a:cubicBezTo>
                <a:cubicBezTo>
                  <a:pt x="967651" y="21920"/>
                  <a:pt x="967532" y="21232"/>
                  <a:pt x="967532" y="20280"/>
                </a:cubicBezTo>
                <a:cubicBezTo>
                  <a:pt x="967532" y="19777"/>
                  <a:pt x="967565" y="19354"/>
                  <a:pt x="967631" y="19010"/>
                </a:cubicBezTo>
                <a:cubicBezTo>
                  <a:pt x="967697" y="18666"/>
                  <a:pt x="967783" y="18381"/>
                  <a:pt x="967889" y="18157"/>
                </a:cubicBezTo>
                <a:cubicBezTo>
                  <a:pt x="967995" y="17932"/>
                  <a:pt x="968134" y="17773"/>
                  <a:pt x="968306" y="17680"/>
                </a:cubicBezTo>
                <a:cubicBezTo>
                  <a:pt x="968478" y="17588"/>
                  <a:pt x="968669" y="17541"/>
                  <a:pt x="968881" y="17541"/>
                </a:cubicBezTo>
                <a:lnTo>
                  <a:pt x="973842" y="17541"/>
                </a:lnTo>
                <a:lnTo>
                  <a:pt x="973842" y="9048"/>
                </a:lnTo>
                <a:cubicBezTo>
                  <a:pt x="973842" y="8863"/>
                  <a:pt x="973888" y="8691"/>
                  <a:pt x="973981" y="8533"/>
                </a:cubicBezTo>
                <a:cubicBezTo>
                  <a:pt x="974073" y="8374"/>
                  <a:pt x="974245" y="8235"/>
                  <a:pt x="974497" y="8116"/>
                </a:cubicBezTo>
                <a:cubicBezTo>
                  <a:pt x="974748" y="7997"/>
                  <a:pt x="975085" y="7911"/>
                  <a:pt x="975509" y="7858"/>
                </a:cubicBezTo>
                <a:cubicBezTo>
                  <a:pt x="975932" y="7805"/>
                  <a:pt x="976461" y="7779"/>
                  <a:pt x="977096" y="7779"/>
                </a:cubicBezTo>
                <a:cubicBezTo>
                  <a:pt x="977758" y="7779"/>
                  <a:pt x="978300" y="7805"/>
                  <a:pt x="978723" y="7858"/>
                </a:cubicBezTo>
                <a:cubicBezTo>
                  <a:pt x="979147" y="7911"/>
                  <a:pt x="979477" y="7997"/>
                  <a:pt x="979715" y="8116"/>
                </a:cubicBezTo>
                <a:cubicBezTo>
                  <a:pt x="979954" y="8235"/>
                  <a:pt x="980126" y="8374"/>
                  <a:pt x="980231" y="8533"/>
                </a:cubicBezTo>
                <a:cubicBezTo>
                  <a:pt x="980337" y="8691"/>
                  <a:pt x="980390" y="8863"/>
                  <a:pt x="980390" y="9048"/>
                </a:cubicBezTo>
                <a:lnTo>
                  <a:pt x="980390" y="17541"/>
                </a:lnTo>
                <a:lnTo>
                  <a:pt x="989558" y="17541"/>
                </a:lnTo>
                <a:cubicBezTo>
                  <a:pt x="989769" y="17541"/>
                  <a:pt x="989955" y="17588"/>
                  <a:pt x="990113" y="17680"/>
                </a:cubicBezTo>
                <a:cubicBezTo>
                  <a:pt x="990272" y="17773"/>
                  <a:pt x="990411" y="17932"/>
                  <a:pt x="990530" y="18157"/>
                </a:cubicBezTo>
                <a:cubicBezTo>
                  <a:pt x="990649" y="18381"/>
                  <a:pt x="990735" y="18666"/>
                  <a:pt x="990788" y="19010"/>
                </a:cubicBezTo>
                <a:cubicBezTo>
                  <a:pt x="990841" y="19354"/>
                  <a:pt x="990867" y="19777"/>
                  <a:pt x="990867" y="20280"/>
                </a:cubicBezTo>
                <a:cubicBezTo>
                  <a:pt x="990867" y="21232"/>
                  <a:pt x="990748" y="21920"/>
                  <a:pt x="990510" y="22343"/>
                </a:cubicBezTo>
                <a:cubicBezTo>
                  <a:pt x="990272" y="22767"/>
                  <a:pt x="989955" y="22978"/>
                  <a:pt x="989558" y="22978"/>
                </a:cubicBezTo>
                <a:lnTo>
                  <a:pt x="980390" y="22978"/>
                </a:lnTo>
                <a:lnTo>
                  <a:pt x="980390" y="42959"/>
                </a:lnTo>
                <a:cubicBezTo>
                  <a:pt x="980390" y="45426"/>
                  <a:pt x="980754" y="47290"/>
                  <a:pt x="981482" y="48551"/>
                </a:cubicBezTo>
                <a:cubicBezTo>
                  <a:pt x="982209" y="49811"/>
                  <a:pt x="983512" y="50441"/>
                  <a:pt x="985391" y="50441"/>
                </a:cubicBezTo>
                <a:cubicBezTo>
                  <a:pt x="985999" y="50441"/>
                  <a:pt x="986542" y="50382"/>
                  <a:pt x="987018" y="50263"/>
                </a:cubicBezTo>
                <a:cubicBezTo>
                  <a:pt x="987494" y="50144"/>
                  <a:pt x="987917" y="50018"/>
                  <a:pt x="988288" y="49886"/>
                </a:cubicBezTo>
                <a:cubicBezTo>
                  <a:pt x="988658" y="49753"/>
                  <a:pt x="988976" y="49628"/>
                  <a:pt x="989240" y="49509"/>
                </a:cubicBezTo>
                <a:cubicBezTo>
                  <a:pt x="989505" y="49390"/>
                  <a:pt x="989743" y="49330"/>
                  <a:pt x="989955" y="49330"/>
                </a:cubicBezTo>
                <a:cubicBezTo>
                  <a:pt x="990087" y="49330"/>
                  <a:pt x="990213" y="49363"/>
                  <a:pt x="990332" y="49429"/>
                </a:cubicBezTo>
                <a:cubicBezTo>
                  <a:pt x="990451" y="49496"/>
                  <a:pt x="990543" y="49621"/>
                  <a:pt x="990609" y="49806"/>
                </a:cubicBezTo>
                <a:cubicBezTo>
                  <a:pt x="990676" y="49992"/>
                  <a:pt x="990735" y="50243"/>
                  <a:pt x="990788" y="50560"/>
                </a:cubicBezTo>
                <a:cubicBezTo>
                  <a:pt x="990841" y="50878"/>
                  <a:pt x="990867" y="51275"/>
                  <a:pt x="990867" y="51751"/>
                </a:cubicBezTo>
                <a:close/>
                <a:moveTo>
                  <a:pt x="1045034" y="54370"/>
                </a:moveTo>
                <a:cubicBezTo>
                  <a:pt x="1045034" y="54688"/>
                  <a:pt x="1044928" y="54926"/>
                  <a:pt x="1044716" y="55085"/>
                </a:cubicBezTo>
                <a:cubicBezTo>
                  <a:pt x="1044505" y="55243"/>
                  <a:pt x="1044214" y="55362"/>
                  <a:pt x="1043843" y="55442"/>
                </a:cubicBezTo>
                <a:cubicBezTo>
                  <a:pt x="1043473" y="55521"/>
                  <a:pt x="1042930" y="55561"/>
                  <a:pt x="1042216" y="55561"/>
                </a:cubicBezTo>
                <a:cubicBezTo>
                  <a:pt x="1041528" y="55561"/>
                  <a:pt x="1040979" y="55521"/>
                  <a:pt x="1040569" y="55442"/>
                </a:cubicBezTo>
                <a:cubicBezTo>
                  <a:pt x="1040159" y="55362"/>
                  <a:pt x="1039861" y="55243"/>
                  <a:pt x="1039676" y="55085"/>
                </a:cubicBezTo>
                <a:cubicBezTo>
                  <a:pt x="1039491" y="54926"/>
                  <a:pt x="1039398" y="54688"/>
                  <a:pt x="1039398" y="54370"/>
                </a:cubicBezTo>
                <a:lnTo>
                  <a:pt x="1039398" y="50799"/>
                </a:lnTo>
                <a:cubicBezTo>
                  <a:pt x="1037837" y="52465"/>
                  <a:pt x="1036098" y="53768"/>
                  <a:pt x="1034180" y="54708"/>
                </a:cubicBezTo>
                <a:cubicBezTo>
                  <a:pt x="1032261" y="55647"/>
                  <a:pt x="1030231" y="56117"/>
                  <a:pt x="1028088" y="56117"/>
                </a:cubicBezTo>
                <a:cubicBezTo>
                  <a:pt x="1026209" y="56117"/>
                  <a:pt x="1024509" y="55871"/>
                  <a:pt x="1022988" y="55380"/>
                </a:cubicBezTo>
                <a:cubicBezTo>
                  <a:pt x="1021467" y="54889"/>
                  <a:pt x="1020170" y="54179"/>
                  <a:pt x="1019099" y="53249"/>
                </a:cubicBezTo>
                <a:cubicBezTo>
                  <a:pt x="1018027" y="52320"/>
                  <a:pt x="1017194" y="51178"/>
                  <a:pt x="1016598" y="49825"/>
                </a:cubicBezTo>
                <a:cubicBezTo>
                  <a:pt x="1016003" y="48471"/>
                  <a:pt x="1015706" y="46930"/>
                  <a:pt x="1015706" y="45204"/>
                </a:cubicBezTo>
                <a:cubicBezTo>
                  <a:pt x="1015706" y="43187"/>
                  <a:pt x="1016116" y="41435"/>
                  <a:pt x="1016936" y="39948"/>
                </a:cubicBezTo>
                <a:cubicBezTo>
                  <a:pt x="1017756" y="38461"/>
                  <a:pt x="1018933" y="37226"/>
                  <a:pt x="1020468" y="36244"/>
                </a:cubicBezTo>
                <a:cubicBezTo>
                  <a:pt x="1022002" y="35261"/>
                  <a:pt x="1023881" y="34525"/>
                  <a:pt x="1026103" y="34034"/>
                </a:cubicBezTo>
                <a:cubicBezTo>
                  <a:pt x="1028326" y="33542"/>
                  <a:pt x="1030826" y="33297"/>
                  <a:pt x="1033604" y="33297"/>
                </a:cubicBezTo>
                <a:lnTo>
                  <a:pt x="1038525" y="33297"/>
                </a:lnTo>
                <a:lnTo>
                  <a:pt x="1038525" y="30529"/>
                </a:lnTo>
                <a:cubicBezTo>
                  <a:pt x="1038525" y="29158"/>
                  <a:pt x="1038380" y="27945"/>
                  <a:pt x="1038089" y="26891"/>
                </a:cubicBezTo>
                <a:cubicBezTo>
                  <a:pt x="1037798" y="25836"/>
                  <a:pt x="1037328" y="24959"/>
                  <a:pt x="1036680" y="24261"/>
                </a:cubicBezTo>
                <a:cubicBezTo>
                  <a:pt x="1036032" y="23562"/>
                  <a:pt x="1035192" y="23035"/>
                  <a:pt x="1034160" y="22680"/>
                </a:cubicBezTo>
                <a:cubicBezTo>
                  <a:pt x="1033128" y="22323"/>
                  <a:pt x="1031858" y="22145"/>
                  <a:pt x="1030350" y="22145"/>
                </a:cubicBezTo>
                <a:cubicBezTo>
                  <a:pt x="1028736" y="22145"/>
                  <a:pt x="1027287" y="22335"/>
                  <a:pt x="1026004" y="22714"/>
                </a:cubicBezTo>
                <a:cubicBezTo>
                  <a:pt x="1024721" y="23094"/>
                  <a:pt x="1023597" y="23513"/>
                  <a:pt x="1022631" y="23971"/>
                </a:cubicBezTo>
                <a:cubicBezTo>
                  <a:pt x="1021665" y="24429"/>
                  <a:pt x="1020858" y="24847"/>
                  <a:pt x="1020210" y="25227"/>
                </a:cubicBezTo>
                <a:cubicBezTo>
                  <a:pt x="1019562" y="25606"/>
                  <a:pt x="1019079" y="25796"/>
                  <a:pt x="1018761" y="25796"/>
                </a:cubicBezTo>
                <a:cubicBezTo>
                  <a:pt x="1018550" y="25796"/>
                  <a:pt x="1018365" y="25743"/>
                  <a:pt x="1018206" y="25637"/>
                </a:cubicBezTo>
                <a:cubicBezTo>
                  <a:pt x="1018047" y="25532"/>
                  <a:pt x="1017908" y="25373"/>
                  <a:pt x="1017789" y="25161"/>
                </a:cubicBezTo>
                <a:cubicBezTo>
                  <a:pt x="1017670" y="24950"/>
                  <a:pt x="1017584" y="24678"/>
                  <a:pt x="1017531" y="24348"/>
                </a:cubicBezTo>
                <a:cubicBezTo>
                  <a:pt x="1017478" y="24017"/>
                  <a:pt x="1017452" y="23653"/>
                  <a:pt x="1017452" y="23256"/>
                </a:cubicBezTo>
                <a:cubicBezTo>
                  <a:pt x="1017452" y="22595"/>
                  <a:pt x="1017498" y="22072"/>
                  <a:pt x="1017591" y="21689"/>
                </a:cubicBezTo>
                <a:cubicBezTo>
                  <a:pt x="1017683" y="21305"/>
                  <a:pt x="1017908" y="20941"/>
                  <a:pt x="1018265" y="20597"/>
                </a:cubicBezTo>
                <a:cubicBezTo>
                  <a:pt x="1018623" y="20253"/>
                  <a:pt x="1019238" y="19853"/>
                  <a:pt x="1020111" y="19395"/>
                </a:cubicBezTo>
                <a:cubicBezTo>
                  <a:pt x="1020984" y="18937"/>
                  <a:pt x="1021989" y="18519"/>
                  <a:pt x="1023127" y="18140"/>
                </a:cubicBezTo>
                <a:cubicBezTo>
                  <a:pt x="1024265" y="17762"/>
                  <a:pt x="1025508" y="17448"/>
                  <a:pt x="1026857" y="17200"/>
                </a:cubicBezTo>
                <a:cubicBezTo>
                  <a:pt x="1028207" y="16951"/>
                  <a:pt x="1029569" y="16827"/>
                  <a:pt x="1030945" y="16827"/>
                </a:cubicBezTo>
                <a:cubicBezTo>
                  <a:pt x="1033512" y="16827"/>
                  <a:pt x="1035694" y="17118"/>
                  <a:pt x="1037493" y="17700"/>
                </a:cubicBezTo>
                <a:cubicBezTo>
                  <a:pt x="1039292" y="18282"/>
                  <a:pt x="1040748" y="19135"/>
                  <a:pt x="1041859" y="20260"/>
                </a:cubicBezTo>
                <a:cubicBezTo>
                  <a:pt x="1042970" y="21384"/>
                  <a:pt x="1043777" y="22780"/>
                  <a:pt x="1044280" y="24447"/>
                </a:cubicBezTo>
                <a:cubicBezTo>
                  <a:pt x="1044782" y="26114"/>
                  <a:pt x="1045034" y="28058"/>
                  <a:pt x="1045034" y="30281"/>
                </a:cubicBezTo>
                <a:lnTo>
                  <a:pt x="1045034" y="54370"/>
                </a:lnTo>
                <a:moveTo>
                  <a:pt x="1038525" y="38020"/>
                </a:moveTo>
                <a:lnTo>
                  <a:pt x="1032929" y="38020"/>
                </a:lnTo>
                <a:cubicBezTo>
                  <a:pt x="1031130" y="38020"/>
                  <a:pt x="1029569" y="38173"/>
                  <a:pt x="1028246" y="38480"/>
                </a:cubicBezTo>
                <a:cubicBezTo>
                  <a:pt x="1026924" y="38786"/>
                  <a:pt x="1025826" y="39238"/>
                  <a:pt x="1024952" y="39836"/>
                </a:cubicBezTo>
                <a:cubicBezTo>
                  <a:pt x="1024079" y="40435"/>
                  <a:pt x="1023438" y="41154"/>
                  <a:pt x="1023028" y="41993"/>
                </a:cubicBezTo>
                <a:cubicBezTo>
                  <a:pt x="1022618" y="42832"/>
                  <a:pt x="1022413" y="43796"/>
                  <a:pt x="1022413" y="44888"/>
                </a:cubicBezTo>
                <a:cubicBezTo>
                  <a:pt x="1022413" y="46751"/>
                  <a:pt x="1023001" y="48235"/>
                  <a:pt x="1024179" y="49340"/>
                </a:cubicBezTo>
                <a:cubicBezTo>
                  <a:pt x="1025356" y="50445"/>
                  <a:pt x="1027003" y="50997"/>
                  <a:pt x="1029120" y="50997"/>
                </a:cubicBezTo>
                <a:cubicBezTo>
                  <a:pt x="1030839" y="50997"/>
                  <a:pt x="1032433" y="50558"/>
                  <a:pt x="1033902" y="49680"/>
                </a:cubicBezTo>
                <a:cubicBezTo>
                  <a:pt x="1035370" y="48801"/>
                  <a:pt x="1036911" y="47457"/>
                  <a:pt x="1038525" y="45647"/>
                </a:cubicBezTo>
                <a:lnTo>
                  <a:pt x="1038525" y="38020"/>
                </a:lnTo>
                <a:close/>
                <a:moveTo>
                  <a:pt x="1107938" y="36015"/>
                </a:moveTo>
                <a:cubicBezTo>
                  <a:pt x="1107938" y="39113"/>
                  <a:pt x="1107601" y="41901"/>
                  <a:pt x="1106926" y="44377"/>
                </a:cubicBezTo>
                <a:cubicBezTo>
                  <a:pt x="1106252" y="46853"/>
                  <a:pt x="1105260" y="48966"/>
                  <a:pt x="1103950" y="50714"/>
                </a:cubicBezTo>
                <a:cubicBezTo>
                  <a:pt x="1102640" y="52462"/>
                  <a:pt x="1101033" y="53799"/>
                  <a:pt x="1099128" y="54726"/>
                </a:cubicBezTo>
                <a:cubicBezTo>
                  <a:pt x="1097223" y="55653"/>
                  <a:pt x="1095040" y="56117"/>
                  <a:pt x="1092580" y="56117"/>
                </a:cubicBezTo>
                <a:cubicBezTo>
                  <a:pt x="1091442" y="56117"/>
                  <a:pt x="1090390" y="56004"/>
                  <a:pt x="1089425" y="55778"/>
                </a:cubicBezTo>
                <a:cubicBezTo>
                  <a:pt x="1088459" y="55553"/>
                  <a:pt x="1087513" y="55189"/>
                  <a:pt x="1086587" y="54687"/>
                </a:cubicBezTo>
                <a:cubicBezTo>
                  <a:pt x="1085661" y="54183"/>
                  <a:pt x="1084735" y="53547"/>
                  <a:pt x="1083809" y="52779"/>
                </a:cubicBezTo>
                <a:cubicBezTo>
                  <a:pt x="1082883" y="52011"/>
                  <a:pt x="1081904" y="51084"/>
                  <a:pt x="1080872" y="49999"/>
                </a:cubicBezTo>
                <a:lnTo>
                  <a:pt x="1080872" y="54338"/>
                </a:lnTo>
                <a:cubicBezTo>
                  <a:pt x="1080872" y="54548"/>
                  <a:pt x="1080819" y="54732"/>
                  <a:pt x="1080714" y="54890"/>
                </a:cubicBezTo>
                <a:cubicBezTo>
                  <a:pt x="1080608" y="55048"/>
                  <a:pt x="1080436" y="55173"/>
                  <a:pt x="1080198" y="55266"/>
                </a:cubicBezTo>
                <a:cubicBezTo>
                  <a:pt x="1079960" y="55358"/>
                  <a:pt x="1079662" y="55429"/>
                  <a:pt x="1079305" y="55482"/>
                </a:cubicBezTo>
                <a:cubicBezTo>
                  <a:pt x="1078948" y="55534"/>
                  <a:pt x="1078491" y="55561"/>
                  <a:pt x="1077936" y="55561"/>
                </a:cubicBezTo>
                <a:cubicBezTo>
                  <a:pt x="1077406" y="55561"/>
                  <a:pt x="1076957" y="55534"/>
                  <a:pt x="1076586" y="55482"/>
                </a:cubicBezTo>
                <a:cubicBezTo>
                  <a:pt x="1076216" y="55429"/>
                  <a:pt x="1075912" y="55356"/>
                  <a:pt x="1075673" y="55263"/>
                </a:cubicBezTo>
                <a:cubicBezTo>
                  <a:pt x="1075435" y="55171"/>
                  <a:pt x="1075277" y="55045"/>
                  <a:pt x="1075197" y="54886"/>
                </a:cubicBezTo>
                <a:cubicBezTo>
                  <a:pt x="1075118" y="54727"/>
                  <a:pt x="1075078" y="54541"/>
                  <a:pt x="1075078" y="54329"/>
                </a:cubicBezTo>
                <a:lnTo>
                  <a:pt x="1075078" y="1271"/>
                </a:lnTo>
                <a:cubicBezTo>
                  <a:pt x="1075078" y="1060"/>
                  <a:pt x="1075124" y="874"/>
                  <a:pt x="1075217" y="716"/>
                </a:cubicBezTo>
                <a:cubicBezTo>
                  <a:pt x="1075310" y="556"/>
                  <a:pt x="1075482" y="423"/>
                  <a:pt x="1075733" y="317"/>
                </a:cubicBezTo>
                <a:cubicBezTo>
                  <a:pt x="1075984" y="212"/>
                  <a:pt x="1076322" y="132"/>
                  <a:pt x="1076745" y="79"/>
                </a:cubicBezTo>
                <a:cubicBezTo>
                  <a:pt x="1077168" y="26"/>
                  <a:pt x="1077697" y="0"/>
                  <a:pt x="1078332" y="0"/>
                </a:cubicBezTo>
                <a:cubicBezTo>
                  <a:pt x="1078994" y="0"/>
                  <a:pt x="1079536" y="26"/>
                  <a:pt x="1079960" y="79"/>
                </a:cubicBezTo>
                <a:cubicBezTo>
                  <a:pt x="1080383" y="132"/>
                  <a:pt x="1080714" y="212"/>
                  <a:pt x="1080952" y="319"/>
                </a:cubicBezTo>
                <a:cubicBezTo>
                  <a:pt x="1081190" y="425"/>
                  <a:pt x="1081362" y="557"/>
                  <a:pt x="1081468" y="717"/>
                </a:cubicBezTo>
                <a:cubicBezTo>
                  <a:pt x="1081573" y="876"/>
                  <a:pt x="1081626" y="1061"/>
                  <a:pt x="1081626" y="1272"/>
                </a:cubicBezTo>
                <a:lnTo>
                  <a:pt x="1081626" y="22707"/>
                </a:lnTo>
                <a:cubicBezTo>
                  <a:pt x="1082685" y="21621"/>
                  <a:pt x="1083710" y="20708"/>
                  <a:pt x="1084702" y="19966"/>
                </a:cubicBezTo>
                <a:cubicBezTo>
                  <a:pt x="1085694" y="19224"/>
                  <a:pt x="1086667" y="18622"/>
                  <a:pt x="1087619" y="18159"/>
                </a:cubicBezTo>
                <a:cubicBezTo>
                  <a:pt x="1088571" y="17695"/>
                  <a:pt x="1089524" y="17357"/>
                  <a:pt x="1090476" y="17146"/>
                </a:cubicBezTo>
                <a:cubicBezTo>
                  <a:pt x="1091429" y="16933"/>
                  <a:pt x="1092434" y="16827"/>
                  <a:pt x="1093493" y="16827"/>
                </a:cubicBezTo>
                <a:cubicBezTo>
                  <a:pt x="1096085" y="16827"/>
                  <a:pt x="1098301" y="17344"/>
                  <a:pt x="1100140" y="18377"/>
                </a:cubicBezTo>
                <a:cubicBezTo>
                  <a:pt x="1101979" y="19410"/>
                  <a:pt x="1103474" y="20794"/>
                  <a:pt x="1104625" y="22528"/>
                </a:cubicBezTo>
                <a:cubicBezTo>
                  <a:pt x="1105776" y="24263"/>
                  <a:pt x="1106616" y="26296"/>
                  <a:pt x="1107145" y="28626"/>
                </a:cubicBezTo>
                <a:cubicBezTo>
                  <a:pt x="1107674" y="30956"/>
                  <a:pt x="1107938" y="33419"/>
                  <a:pt x="1107938" y="36015"/>
                </a:cubicBezTo>
                <a:moveTo>
                  <a:pt x="1101033" y="36769"/>
                </a:moveTo>
                <a:cubicBezTo>
                  <a:pt x="1101033" y="34941"/>
                  <a:pt x="1100894" y="33166"/>
                  <a:pt x="1100616" y="31444"/>
                </a:cubicBezTo>
                <a:cubicBezTo>
                  <a:pt x="1100338" y="29722"/>
                  <a:pt x="1099856" y="28198"/>
                  <a:pt x="1099168" y="26874"/>
                </a:cubicBezTo>
                <a:cubicBezTo>
                  <a:pt x="1098480" y="25549"/>
                  <a:pt x="1097567" y="24483"/>
                  <a:pt x="1096429" y="23675"/>
                </a:cubicBezTo>
                <a:cubicBezTo>
                  <a:pt x="1095292" y="22867"/>
                  <a:pt x="1093876" y="22462"/>
                  <a:pt x="1092183" y="22462"/>
                </a:cubicBezTo>
                <a:cubicBezTo>
                  <a:pt x="1091336" y="22462"/>
                  <a:pt x="1090503" y="22582"/>
                  <a:pt x="1089683" y="22821"/>
                </a:cubicBezTo>
                <a:cubicBezTo>
                  <a:pt x="1088863" y="23059"/>
                  <a:pt x="1088029" y="23456"/>
                  <a:pt x="1087182" y="24013"/>
                </a:cubicBezTo>
                <a:cubicBezTo>
                  <a:pt x="1086336" y="24569"/>
                  <a:pt x="1085456" y="25285"/>
                  <a:pt x="1084543" y="26160"/>
                </a:cubicBezTo>
                <a:cubicBezTo>
                  <a:pt x="1083631" y="27034"/>
                  <a:pt x="1082658" y="28134"/>
                  <a:pt x="1081626" y="29460"/>
                </a:cubicBezTo>
                <a:lnTo>
                  <a:pt x="1081626" y="43722"/>
                </a:lnTo>
                <a:cubicBezTo>
                  <a:pt x="1083425" y="45922"/>
                  <a:pt x="1085145" y="47599"/>
                  <a:pt x="1086786" y="48752"/>
                </a:cubicBezTo>
                <a:cubicBezTo>
                  <a:pt x="1088426" y="49905"/>
                  <a:pt x="1090132" y="50481"/>
                  <a:pt x="1091905" y="50481"/>
                </a:cubicBezTo>
                <a:cubicBezTo>
                  <a:pt x="1093546" y="50481"/>
                  <a:pt x="1094948" y="50084"/>
                  <a:pt x="1096112" y="49289"/>
                </a:cubicBezTo>
                <a:cubicBezTo>
                  <a:pt x="1097276" y="48494"/>
                  <a:pt x="1098222" y="47441"/>
                  <a:pt x="1098949" y="46129"/>
                </a:cubicBezTo>
                <a:cubicBezTo>
                  <a:pt x="1099677" y="44818"/>
                  <a:pt x="1100206" y="43347"/>
                  <a:pt x="1100537" y="41718"/>
                </a:cubicBezTo>
                <a:cubicBezTo>
                  <a:pt x="1100868" y="40088"/>
                  <a:pt x="1101033" y="38439"/>
                  <a:pt x="1101033" y="36769"/>
                </a:cubicBezTo>
                <a:close/>
                <a:moveTo>
                  <a:pt x="1148745" y="54331"/>
                </a:moveTo>
                <a:cubicBezTo>
                  <a:pt x="1148745" y="54542"/>
                  <a:pt x="1148699" y="54721"/>
                  <a:pt x="1148606" y="54866"/>
                </a:cubicBezTo>
                <a:cubicBezTo>
                  <a:pt x="1148514" y="55012"/>
                  <a:pt x="1148348" y="55138"/>
                  <a:pt x="1148110" y="55243"/>
                </a:cubicBezTo>
                <a:cubicBezTo>
                  <a:pt x="1147872" y="55349"/>
                  <a:pt x="1147561" y="55429"/>
                  <a:pt x="1147178" y="55482"/>
                </a:cubicBezTo>
                <a:cubicBezTo>
                  <a:pt x="1146794" y="55534"/>
                  <a:pt x="1146324" y="55561"/>
                  <a:pt x="1145769" y="55561"/>
                </a:cubicBezTo>
                <a:cubicBezTo>
                  <a:pt x="1145160" y="55561"/>
                  <a:pt x="1144664" y="55534"/>
                  <a:pt x="1144280" y="55482"/>
                </a:cubicBezTo>
                <a:cubicBezTo>
                  <a:pt x="1143897" y="55429"/>
                  <a:pt x="1143593" y="55349"/>
                  <a:pt x="1143368" y="55243"/>
                </a:cubicBezTo>
                <a:cubicBezTo>
                  <a:pt x="1143143" y="55138"/>
                  <a:pt x="1142991" y="55012"/>
                  <a:pt x="1142911" y="54866"/>
                </a:cubicBezTo>
                <a:cubicBezTo>
                  <a:pt x="1142832" y="54721"/>
                  <a:pt x="1142792" y="54542"/>
                  <a:pt x="1142792" y="54331"/>
                </a:cubicBezTo>
                <a:lnTo>
                  <a:pt x="1142792" y="49608"/>
                </a:lnTo>
                <a:cubicBezTo>
                  <a:pt x="1140755" y="51871"/>
                  <a:pt x="1138744" y="53522"/>
                  <a:pt x="1136760" y="54560"/>
                </a:cubicBezTo>
                <a:cubicBezTo>
                  <a:pt x="1134776" y="55598"/>
                  <a:pt x="1132765" y="56117"/>
                  <a:pt x="1130728" y="56117"/>
                </a:cubicBezTo>
                <a:cubicBezTo>
                  <a:pt x="1128346" y="56117"/>
                  <a:pt x="1126342" y="55719"/>
                  <a:pt x="1124715" y="54925"/>
                </a:cubicBezTo>
                <a:cubicBezTo>
                  <a:pt x="1123088" y="54130"/>
                  <a:pt x="1121772" y="53051"/>
                  <a:pt x="1120766" y="51688"/>
                </a:cubicBezTo>
                <a:cubicBezTo>
                  <a:pt x="1119761" y="50324"/>
                  <a:pt x="1119040" y="48734"/>
                  <a:pt x="1118603" y="46920"/>
                </a:cubicBezTo>
                <a:cubicBezTo>
                  <a:pt x="1118167" y="45106"/>
                  <a:pt x="1117948" y="42901"/>
                  <a:pt x="1117948" y="40305"/>
                </a:cubicBezTo>
                <a:lnTo>
                  <a:pt x="1117948" y="18614"/>
                </a:lnTo>
                <a:cubicBezTo>
                  <a:pt x="1117948" y="18402"/>
                  <a:pt x="1117995" y="18224"/>
                  <a:pt x="1118087" y="18078"/>
                </a:cubicBezTo>
                <a:cubicBezTo>
                  <a:pt x="1118180" y="17932"/>
                  <a:pt x="1118359" y="17799"/>
                  <a:pt x="1118623" y="17680"/>
                </a:cubicBezTo>
                <a:cubicBezTo>
                  <a:pt x="1118888" y="17561"/>
                  <a:pt x="1119232" y="17482"/>
                  <a:pt x="1119655" y="17442"/>
                </a:cubicBezTo>
                <a:cubicBezTo>
                  <a:pt x="1120078" y="17402"/>
                  <a:pt x="1120607" y="17383"/>
                  <a:pt x="1121242" y="17383"/>
                </a:cubicBezTo>
                <a:cubicBezTo>
                  <a:pt x="1121877" y="17383"/>
                  <a:pt x="1122407" y="17402"/>
                  <a:pt x="1122830" y="17442"/>
                </a:cubicBezTo>
                <a:cubicBezTo>
                  <a:pt x="1123253" y="17482"/>
                  <a:pt x="1123591" y="17561"/>
                  <a:pt x="1123842" y="17680"/>
                </a:cubicBezTo>
                <a:cubicBezTo>
                  <a:pt x="1124093" y="17799"/>
                  <a:pt x="1124272" y="17932"/>
                  <a:pt x="1124378" y="18078"/>
                </a:cubicBezTo>
                <a:cubicBezTo>
                  <a:pt x="1124484" y="18224"/>
                  <a:pt x="1124536" y="18402"/>
                  <a:pt x="1124536" y="18614"/>
                </a:cubicBezTo>
                <a:lnTo>
                  <a:pt x="1124536" y="39435"/>
                </a:lnTo>
                <a:cubicBezTo>
                  <a:pt x="1124536" y="41527"/>
                  <a:pt x="1124689" y="43203"/>
                  <a:pt x="1124993" y="44461"/>
                </a:cubicBezTo>
                <a:cubicBezTo>
                  <a:pt x="1125297" y="45720"/>
                  <a:pt x="1125760" y="46793"/>
                  <a:pt x="1126382" y="47681"/>
                </a:cubicBezTo>
                <a:cubicBezTo>
                  <a:pt x="1127004" y="48568"/>
                  <a:pt x="1127791" y="49257"/>
                  <a:pt x="1128743" y="49747"/>
                </a:cubicBezTo>
                <a:cubicBezTo>
                  <a:pt x="1129696" y="50236"/>
                  <a:pt x="1130807" y="50481"/>
                  <a:pt x="1132077" y="50481"/>
                </a:cubicBezTo>
                <a:cubicBezTo>
                  <a:pt x="1133717" y="50481"/>
                  <a:pt x="1135351" y="49896"/>
                  <a:pt x="1136978" y="48725"/>
                </a:cubicBezTo>
                <a:cubicBezTo>
                  <a:pt x="1138605" y="47554"/>
                  <a:pt x="1140332" y="45838"/>
                  <a:pt x="1142157" y="43576"/>
                </a:cubicBezTo>
                <a:lnTo>
                  <a:pt x="1142157" y="18613"/>
                </a:lnTo>
                <a:cubicBezTo>
                  <a:pt x="1142157" y="18401"/>
                  <a:pt x="1142203" y="18223"/>
                  <a:pt x="1142296" y="18077"/>
                </a:cubicBezTo>
                <a:cubicBezTo>
                  <a:pt x="1142389" y="17932"/>
                  <a:pt x="1142567" y="17799"/>
                  <a:pt x="1142832" y="17680"/>
                </a:cubicBezTo>
                <a:cubicBezTo>
                  <a:pt x="1143096" y="17561"/>
                  <a:pt x="1143434" y="17482"/>
                  <a:pt x="1143844" y="17442"/>
                </a:cubicBezTo>
                <a:cubicBezTo>
                  <a:pt x="1144254" y="17402"/>
                  <a:pt x="1144790" y="17383"/>
                  <a:pt x="1145451" y="17383"/>
                </a:cubicBezTo>
                <a:cubicBezTo>
                  <a:pt x="1146086" y="17383"/>
                  <a:pt x="1146615" y="17402"/>
                  <a:pt x="1147039" y="17442"/>
                </a:cubicBezTo>
                <a:cubicBezTo>
                  <a:pt x="1147462" y="17482"/>
                  <a:pt x="1147793" y="17561"/>
                  <a:pt x="1148031" y="17680"/>
                </a:cubicBezTo>
                <a:cubicBezTo>
                  <a:pt x="1148269" y="17799"/>
                  <a:pt x="1148447" y="17932"/>
                  <a:pt x="1148567" y="18077"/>
                </a:cubicBezTo>
                <a:cubicBezTo>
                  <a:pt x="1148686" y="18223"/>
                  <a:pt x="1148745" y="18401"/>
                  <a:pt x="1148745" y="18613"/>
                </a:cubicBezTo>
                <a:lnTo>
                  <a:pt x="1148745" y="54331"/>
                </a:lnTo>
                <a:close/>
                <a:moveTo>
                  <a:pt x="1190336" y="20200"/>
                </a:moveTo>
                <a:cubicBezTo>
                  <a:pt x="1190336" y="21126"/>
                  <a:pt x="1190211" y="21794"/>
                  <a:pt x="1189959" y="22205"/>
                </a:cubicBezTo>
                <a:cubicBezTo>
                  <a:pt x="1189708" y="22615"/>
                  <a:pt x="1189384" y="22820"/>
                  <a:pt x="1188987" y="22820"/>
                </a:cubicBezTo>
                <a:lnTo>
                  <a:pt x="1183867" y="22820"/>
                </a:lnTo>
                <a:cubicBezTo>
                  <a:pt x="1184794" y="23775"/>
                  <a:pt x="1185442" y="24830"/>
                  <a:pt x="1185812" y="25985"/>
                </a:cubicBezTo>
                <a:cubicBezTo>
                  <a:pt x="1186183" y="27139"/>
                  <a:pt x="1186368" y="28339"/>
                  <a:pt x="1186368" y="29586"/>
                </a:cubicBezTo>
                <a:cubicBezTo>
                  <a:pt x="1186368" y="31647"/>
                  <a:pt x="1186037" y="33469"/>
                  <a:pt x="1185376" y="35054"/>
                </a:cubicBezTo>
                <a:cubicBezTo>
                  <a:pt x="1184714" y="36639"/>
                  <a:pt x="1183768" y="37980"/>
                  <a:pt x="1182538" y="39076"/>
                </a:cubicBezTo>
                <a:cubicBezTo>
                  <a:pt x="1181308" y="40173"/>
                  <a:pt x="1179846" y="41011"/>
                  <a:pt x="1178153" y="41593"/>
                </a:cubicBezTo>
                <a:cubicBezTo>
                  <a:pt x="1176459" y="42174"/>
                  <a:pt x="1174581" y="42464"/>
                  <a:pt x="1172517" y="42464"/>
                </a:cubicBezTo>
                <a:cubicBezTo>
                  <a:pt x="1171062" y="42464"/>
                  <a:pt x="1169680" y="42273"/>
                  <a:pt x="1168370" y="41890"/>
                </a:cubicBezTo>
                <a:cubicBezTo>
                  <a:pt x="1167060" y="41507"/>
                  <a:pt x="1166048" y="41025"/>
                  <a:pt x="1165334" y="40444"/>
                </a:cubicBezTo>
                <a:cubicBezTo>
                  <a:pt x="1164858" y="40920"/>
                  <a:pt x="1164467" y="41463"/>
                  <a:pt x="1164163" y="42071"/>
                </a:cubicBezTo>
                <a:cubicBezTo>
                  <a:pt x="1163859" y="42679"/>
                  <a:pt x="1163707" y="43379"/>
                  <a:pt x="1163707" y="44172"/>
                </a:cubicBezTo>
                <a:cubicBezTo>
                  <a:pt x="1163707" y="45098"/>
                  <a:pt x="1164137" y="45865"/>
                  <a:pt x="1164997" y="46474"/>
                </a:cubicBezTo>
                <a:cubicBezTo>
                  <a:pt x="1165856" y="47082"/>
                  <a:pt x="1167001" y="47412"/>
                  <a:pt x="1168429" y="47465"/>
                </a:cubicBezTo>
                <a:lnTo>
                  <a:pt x="1177756" y="47863"/>
                </a:lnTo>
                <a:cubicBezTo>
                  <a:pt x="1179528" y="47916"/>
                  <a:pt x="1181156" y="48161"/>
                  <a:pt x="1182637" y="48600"/>
                </a:cubicBezTo>
                <a:cubicBezTo>
                  <a:pt x="1184119" y="49038"/>
                  <a:pt x="1185402" y="49662"/>
                  <a:pt x="1186487" y="50472"/>
                </a:cubicBezTo>
                <a:cubicBezTo>
                  <a:pt x="1187572" y="51282"/>
                  <a:pt x="1188418" y="52277"/>
                  <a:pt x="1189027" y="53459"/>
                </a:cubicBezTo>
                <a:cubicBezTo>
                  <a:pt x="1189635" y="54640"/>
                  <a:pt x="1189940" y="56014"/>
                  <a:pt x="1189940" y="57581"/>
                </a:cubicBezTo>
                <a:cubicBezTo>
                  <a:pt x="1189940" y="59227"/>
                  <a:pt x="1189596" y="60794"/>
                  <a:pt x="1188908" y="62280"/>
                </a:cubicBezTo>
                <a:cubicBezTo>
                  <a:pt x="1188220" y="63768"/>
                  <a:pt x="1187168" y="65075"/>
                  <a:pt x="1185753" y="66203"/>
                </a:cubicBezTo>
                <a:cubicBezTo>
                  <a:pt x="1184337" y="67332"/>
                  <a:pt x="1182531" y="68221"/>
                  <a:pt x="1180335" y="68872"/>
                </a:cubicBezTo>
                <a:cubicBezTo>
                  <a:pt x="1178139" y="69523"/>
                  <a:pt x="1175547" y="69848"/>
                  <a:pt x="1172557" y="69848"/>
                </a:cubicBezTo>
                <a:cubicBezTo>
                  <a:pt x="1169673" y="69848"/>
                  <a:pt x="1167219" y="69603"/>
                  <a:pt x="1165195" y="69113"/>
                </a:cubicBezTo>
                <a:cubicBezTo>
                  <a:pt x="1163171" y="68623"/>
                  <a:pt x="1161511" y="67955"/>
                  <a:pt x="1160214" y="67107"/>
                </a:cubicBezTo>
                <a:cubicBezTo>
                  <a:pt x="1158918" y="66261"/>
                  <a:pt x="1157979" y="65248"/>
                  <a:pt x="1157397" y="64070"/>
                </a:cubicBezTo>
                <a:cubicBezTo>
                  <a:pt x="1156815" y="62892"/>
                  <a:pt x="1156524" y="61614"/>
                  <a:pt x="1156524" y="60236"/>
                </a:cubicBezTo>
                <a:cubicBezTo>
                  <a:pt x="1156524" y="59363"/>
                  <a:pt x="1156629" y="58516"/>
                  <a:pt x="1156841" y="57695"/>
                </a:cubicBezTo>
                <a:cubicBezTo>
                  <a:pt x="1157053" y="56874"/>
                  <a:pt x="1157377" y="56093"/>
                  <a:pt x="1157813" y="55351"/>
                </a:cubicBezTo>
                <a:cubicBezTo>
                  <a:pt x="1158250" y="54611"/>
                  <a:pt x="1158792" y="53903"/>
                  <a:pt x="1159441" y="53228"/>
                </a:cubicBezTo>
                <a:cubicBezTo>
                  <a:pt x="1160089" y="52553"/>
                  <a:pt x="1160836" y="51884"/>
                  <a:pt x="1161683" y="51221"/>
                </a:cubicBezTo>
                <a:cubicBezTo>
                  <a:pt x="1160386" y="50558"/>
                  <a:pt x="1159427" y="49721"/>
                  <a:pt x="1158806" y="48711"/>
                </a:cubicBezTo>
                <a:cubicBezTo>
                  <a:pt x="1158184" y="47701"/>
                  <a:pt x="1157873" y="46611"/>
                  <a:pt x="1157873" y="45442"/>
                </a:cubicBezTo>
                <a:cubicBezTo>
                  <a:pt x="1157873" y="43822"/>
                  <a:pt x="1158204" y="42373"/>
                  <a:pt x="1158865" y="41098"/>
                </a:cubicBezTo>
                <a:cubicBezTo>
                  <a:pt x="1159527" y="39822"/>
                  <a:pt x="1160347" y="38679"/>
                  <a:pt x="1161326" y="37670"/>
                </a:cubicBezTo>
                <a:cubicBezTo>
                  <a:pt x="1160505" y="36693"/>
                  <a:pt x="1159857" y="35590"/>
                  <a:pt x="1159381" y="34361"/>
                </a:cubicBezTo>
                <a:cubicBezTo>
                  <a:pt x="1158905" y="33132"/>
                  <a:pt x="1158667" y="31647"/>
                  <a:pt x="1158667" y="29904"/>
                </a:cubicBezTo>
                <a:cubicBezTo>
                  <a:pt x="1158667" y="27870"/>
                  <a:pt x="1159011" y="26047"/>
                  <a:pt x="1159698" y="24436"/>
                </a:cubicBezTo>
                <a:cubicBezTo>
                  <a:pt x="1160386" y="22824"/>
                  <a:pt x="1161339" y="21464"/>
                  <a:pt x="1162556" y="20354"/>
                </a:cubicBezTo>
                <a:cubicBezTo>
                  <a:pt x="1163773" y="19245"/>
                  <a:pt x="1165235" y="18393"/>
                  <a:pt x="1166941" y="17798"/>
                </a:cubicBezTo>
                <a:cubicBezTo>
                  <a:pt x="1168648" y="17204"/>
                  <a:pt x="1170506" y="16906"/>
                  <a:pt x="1172517" y="16906"/>
                </a:cubicBezTo>
                <a:cubicBezTo>
                  <a:pt x="1173602" y="16906"/>
                  <a:pt x="1174614" y="16963"/>
                  <a:pt x="1175553" y="17075"/>
                </a:cubicBezTo>
                <a:cubicBezTo>
                  <a:pt x="1176492" y="17187"/>
                  <a:pt x="1177372" y="17342"/>
                  <a:pt x="1178192" y="17541"/>
                </a:cubicBezTo>
                <a:lnTo>
                  <a:pt x="1188987" y="17541"/>
                </a:lnTo>
                <a:cubicBezTo>
                  <a:pt x="1189437" y="17541"/>
                  <a:pt x="1189774" y="17760"/>
                  <a:pt x="1189999" y="18196"/>
                </a:cubicBezTo>
                <a:cubicBezTo>
                  <a:pt x="1190224" y="18633"/>
                  <a:pt x="1190336" y="19301"/>
                  <a:pt x="1190336" y="20200"/>
                </a:cubicBezTo>
                <a:moveTo>
                  <a:pt x="1180097" y="29626"/>
                </a:moveTo>
                <a:cubicBezTo>
                  <a:pt x="1180097" y="27198"/>
                  <a:pt x="1179429" y="25305"/>
                  <a:pt x="1178093" y="23946"/>
                </a:cubicBezTo>
                <a:cubicBezTo>
                  <a:pt x="1176757" y="22587"/>
                  <a:pt x="1174859" y="21907"/>
                  <a:pt x="1172398" y="21907"/>
                </a:cubicBezTo>
                <a:cubicBezTo>
                  <a:pt x="1171128" y="21907"/>
                  <a:pt x="1170024" y="22118"/>
                  <a:pt x="1169084" y="22541"/>
                </a:cubicBezTo>
                <a:cubicBezTo>
                  <a:pt x="1168145" y="22962"/>
                  <a:pt x="1167365" y="23543"/>
                  <a:pt x="1166743" y="24282"/>
                </a:cubicBezTo>
                <a:cubicBezTo>
                  <a:pt x="1166121" y="25021"/>
                  <a:pt x="1165658" y="25872"/>
                  <a:pt x="1165354" y="26835"/>
                </a:cubicBezTo>
                <a:cubicBezTo>
                  <a:pt x="1165050" y="27799"/>
                  <a:pt x="1164897" y="28808"/>
                  <a:pt x="1164897" y="29864"/>
                </a:cubicBezTo>
                <a:cubicBezTo>
                  <a:pt x="1164897" y="32212"/>
                  <a:pt x="1165565" y="34059"/>
                  <a:pt x="1166902" y="35405"/>
                </a:cubicBezTo>
                <a:cubicBezTo>
                  <a:pt x="1168238" y="36751"/>
                  <a:pt x="1170110" y="37424"/>
                  <a:pt x="1172517" y="37424"/>
                </a:cubicBezTo>
                <a:cubicBezTo>
                  <a:pt x="1173814" y="37424"/>
                  <a:pt x="1174938" y="37220"/>
                  <a:pt x="1175891" y="36812"/>
                </a:cubicBezTo>
                <a:cubicBezTo>
                  <a:pt x="1176843" y="36402"/>
                  <a:pt x="1177630" y="35835"/>
                  <a:pt x="1178252" y="35109"/>
                </a:cubicBezTo>
                <a:cubicBezTo>
                  <a:pt x="1178874" y="34383"/>
                  <a:pt x="1179337" y="33545"/>
                  <a:pt x="1179641" y="32595"/>
                </a:cubicBezTo>
                <a:cubicBezTo>
                  <a:pt x="1179945" y="31645"/>
                  <a:pt x="1180097" y="30655"/>
                  <a:pt x="1180097" y="29626"/>
                </a:cubicBezTo>
                <a:moveTo>
                  <a:pt x="1183391" y="57937"/>
                </a:moveTo>
                <a:cubicBezTo>
                  <a:pt x="1183391" y="56392"/>
                  <a:pt x="1182763" y="55200"/>
                  <a:pt x="1181506" y="54362"/>
                </a:cubicBezTo>
                <a:cubicBezTo>
                  <a:pt x="1180249" y="53522"/>
                  <a:pt x="1178550" y="53076"/>
                  <a:pt x="1176406" y="53023"/>
                </a:cubicBezTo>
                <a:lnTo>
                  <a:pt x="1167160" y="52704"/>
                </a:lnTo>
                <a:cubicBezTo>
                  <a:pt x="1166313" y="53369"/>
                  <a:pt x="1165618" y="54002"/>
                  <a:pt x="1165076" y="54601"/>
                </a:cubicBezTo>
                <a:cubicBezTo>
                  <a:pt x="1164534" y="55200"/>
                  <a:pt x="1164104" y="55773"/>
                  <a:pt x="1163786" y="56319"/>
                </a:cubicBezTo>
                <a:cubicBezTo>
                  <a:pt x="1163469" y="56864"/>
                  <a:pt x="1163250" y="57403"/>
                  <a:pt x="1163131" y="57936"/>
                </a:cubicBezTo>
                <a:cubicBezTo>
                  <a:pt x="1163012" y="58469"/>
                  <a:pt x="1162953" y="59015"/>
                  <a:pt x="1162953" y="59574"/>
                </a:cubicBezTo>
                <a:cubicBezTo>
                  <a:pt x="1162953" y="61306"/>
                  <a:pt x="1163826" y="62617"/>
                  <a:pt x="1165572" y="63509"/>
                </a:cubicBezTo>
                <a:cubicBezTo>
                  <a:pt x="1167318" y="64401"/>
                  <a:pt x="1169752" y="64848"/>
                  <a:pt x="1172874" y="64848"/>
                </a:cubicBezTo>
                <a:cubicBezTo>
                  <a:pt x="1174859" y="64848"/>
                  <a:pt x="1176519" y="64654"/>
                  <a:pt x="1177855" y="64268"/>
                </a:cubicBezTo>
                <a:cubicBezTo>
                  <a:pt x="1179191" y="63882"/>
                  <a:pt x="1180269" y="63370"/>
                  <a:pt x="1181089" y="62731"/>
                </a:cubicBezTo>
                <a:cubicBezTo>
                  <a:pt x="1181910" y="62091"/>
                  <a:pt x="1182498" y="61359"/>
                  <a:pt x="1182855" y="60533"/>
                </a:cubicBezTo>
                <a:cubicBezTo>
                  <a:pt x="1183213" y="59708"/>
                  <a:pt x="1183391" y="58842"/>
                  <a:pt x="1183391" y="57937"/>
                </a:cubicBezTo>
                <a:close/>
                <a:moveTo>
                  <a:pt x="1208052" y="49648"/>
                </a:moveTo>
                <a:cubicBezTo>
                  <a:pt x="1208052" y="50468"/>
                  <a:pt x="1208012" y="51222"/>
                  <a:pt x="1207933" y="51910"/>
                </a:cubicBezTo>
                <a:cubicBezTo>
                  <a:pt x="1207853" y="52598"/>
                  <a:pt x="1207721" y="53246"/>
                  <a:pt x="1207536" y="53854"/>
                </a:cubicBezTo>
                <a:cubicBezTo>
                  <a:pt x="1207350" y="54463"/>
                  <a:pt x="1207106" y="55065"/>
                  <a:pt x="1206801" y="55660"/>
                </a:cubicBezTo>
                <a:cubicBezTo>
                  <a:pt x="1206497" y="56255"/>
                  <a:pt x="1206120" y="56884"/>
                  <a:pt x="1205670" y="57545"/>
                </a:cubicBezTo>
                <a:lnTo>
                  <a:pt x="1200233" y="65721"/>
                </a:lnTo>
                <a:cubicBezTo>
                  <a:pt x="1200101" y="65906"/>
                  <a:pt x="1199949" y="66065"/>
                  <a:pt x="1199777" y="66197"/>
                </a:cubicBezTo>
                <a:cubicBezTo>
                  <a:pt x="1199605" y="66329"/>
                  <a:pt x="1199393" y="66448"/>
                  <a:pt x="1199142" y="66554"/>
                </a:cubicBezTo>
                <a:cubicBezTo>
                  <a:pt x="1198891" y="66660"/>
                  <a:pt x="1198600" y="66733"/>
                  <a:pt x="1198269" y="66772"/>
                </a:cubicBezTo>
                <a:cubicBezTo>
                  <a:pt x="1197938" y="66812"/>
                  <a:pt x="1197521" y="66832"/>
                  <a:pt x="1197019" y="66832"/>
                </a:cubicBezTo>
                <a:cubicBezTo>
                  <a:pt x="1196569" y="66832"/>
                  <a:pt x="1196192" y="66812"/>
                  <a:pt x="1195888" y="66772"/>
                </a:cubicBezTo>
                <a:cubicBezTo>
                  <a:pt x="1195583" y="66733"/>
                  <a:pt x="1195365" y="66666"/>
                  <a:pt x="1195233" y="66574"/>
                </a:cubicBezTo>
                <a:cubicBezTo>
                  <a:pt x="1195101" y="66481"/>
                  <a:pt x="1195028" y="66356"/>
                  <a:pt x="1195015" y="66197"/>
                </a:cubicBezTo>
                <a:cubicBezTo>
                  <a:pt x="1195001" y="66038"/>
                  <a:pt x="1195048" y="65853"/>
                  <a:pt x="1195153" y="65641"/>
                </a:cubicBezTo>
                <a:lnTo>
                  <a:pt x="1200432" y="54728"/>
                </a:lnTo>
                <a:lnTo>
                  <a:pt x="1200432" y="49648"/>
                </a:lnTo>
                <a:cubicBezTo>
                  <a:pt x="1200432" y="48933"/>
                  <a:pt x="1200505" y="48364"/>
                  <a:pt x="1200650" y="47941"/>
                </a:cubicBezTo>
                <a:cubicBezTo>
                  <a:pt x="1200796" y="47518"/>
                  <a:pt x="1201027" y="47200"/>
                  <a:pt x="1201345" y="46989"/>
                </a:cubicBezTo>
                <a:cubicBezTo>
                  <a:pt x="1201662" y="46777"/>
                  <a:pt x="1202059" y="46631"/>
                  <a:pt x="1202535" y="46552"/>
                </a:cubicBezTo>
                <a:cubicBezTo>
                  <a:pt x="1203011" y="46473"/>
                  <a:pt x="1203593" y="46433"/>
                  <a:pt x="1204281" y="46433"/>
                </a:cubicBezTo>
                <a:cubicBezTo>
                  <a:pt x="1204943" y="46433"/>
                  <a:pt x="1205512" y="46473"/>
                  <a:pt x="1205988" y="46552"/>
                </a:cubicBezTo>
                <a:cubicBezTo>
                  <a:pt x="1206464" y="46631"/>
                  <a:pt x="1206854" y="46777"/>
                  <a:pt x="1207159" y="46989"/>
                </a:cubicBezTo>
                <a:cubicBezTo>
                  <a:pt x="1207463" y="47200"/>
                  <a:pt x="1207688" y="47518"/>
                  <a:pt x="1207833" y="47941"/>
                </a:cubicBezTo>
                <a:cubicBezTo>
                  <a:pt x="1207979" y="48364"/>
                  <a:pt x="1208052" y="48933"/>
                  <a:pt x="1208052" y="49648"/>
                </a:cubicBezTo>
                <a:close/>
                <a:moveTo>
                  <a:pt x="1244848" y="54331"/>
                </a:moveTo>
                <a:cubicBezTo>
                  <a:pt x="1244848" y="54542"/>
                  <a:pt x="1244795" y="54721"/>
                  <a:pt x="1244689" y="54866"/>
                </a:cubicBezTo>
                <a:cubicBezTo>
                  <a:pt x="1244583" y="55012"/>
                  <a:pt x="1244411" y="55138"/>
                  <a:pt x="1244173" y="55243"/>
                </a:cubicBezTo>
                <a:cubicBezTo>
                  <a:pt x="1243935" y="55349"/>
                  <a:pt x="1243604" y="55429"/>
                  <a:pt x="1243181" y="55482"/>
                </a:cubicBezTo>
                <a:cubicBezTo>
                  <a:pt x="1242757" y="55534"/>
                  <a:pt x="1242215" y="55561"/>
                  <a:pt x="1241554" y="55561"/>
                </a:cubicBezTo>
                <a:cubicBezTo>
                  <a:pt x="1240919" y="55561"/>
                  <a:pt x="1240390" y="55534"/>
                  <a:pt x="1239966" y="55482"/>
                </a:cubicBezTo>
                <a:cubicBezTo>
                  <a:pt x="1239543" y="55429"/>
                  <a:pt x="1239206" y="55349"/>
                  <a:pt x="1238954" y="55243"/>
                </a:cubicBezTo>
                <a:cubicBezTo>
                  <a:pt x="1238703" y="55138"/>
                  <a:pt x="1238531" y="55012"/>
                  <a:pt x="1238438" y="54866"/>
                </a:cubicBezTo>
                <a:cubicBezTo>
                  <a:pt x="1238346" y="54721"/>
                  <a:pt x="1238299" y="54542"/>
                  <a:pt x="1238299" y="54331"/>
                </a:cubicBezTo>
                <a:lnTo>
                  <a:pt x="1238299" y="18613"/>
                </a:lnTo>
                <a:cubicBezTo>
                  <a:pt x="1238299" y="18428"/>
                  <a:pt x="1238346" y="18256"/>
                  <a:pt x="1238438" y="18097"/>
                </a:cubicBezTo>
                <a:cubicBezTo>
                  <a:pt x="1238531" y="17938"/>
                  <a:pt x="1238703" y="17806"/>
                  <a:pt x="1238954" y="17700"/>
                </a:cubicBezTo>
                <a:cubicBezTo>
                  <a:pt x="1239206" y="17594"/>
                  <a:pt x="1239543" y="17515"/>
                  <a:pt x="1239966" y="17462"/>
                </a:cubicBezTo>
                <a:cubicBezTo>
                  <a:pt x="1240390" y="17409"/>
                  <a:pt x="1240919" y="17383"/>
                  <a:pt x="1241554" y="17383"/>
                </a:cubicBezTo>
                <a:cubicBezTo>
                  <a:pt x="1242215" y="17383"/>
                  <a:pt x="1242757" y="17409"/>
                  <a:pt x="1243181" y="17462"/>
                </a:cubicBezTo>
                <a:cubicBezTo>
                  <a:pt x="1243604" y="17515"/>
                  <a:pt x="1243935" y="17594"/>
                  <a:pt x="1244173" y="17700"/>
                </a:cubicBezTo>
                <a:cubicBezTo>
                  <a:pt x="1244411" y="17806"/>
                  <a:pt x="1244583" y="17938"/>
                  <a:pt x="1244689" y="18097"/>
                </a:cubicBezTo>
                <a:cubicBezTo>
                  <a:pt x="1244795" y="18256"/>
                  <a:pt x="1244848" y="18428"/>
                  <a:pt x="1244848" y="18613"/>
                </a:cubicBezTo>
                <a:lnTo>
                  <a:pt x="1244848" y="54331"/>
                </a:lnTo>
                <a:moveTo>
                  <a:pt x="1245602" y="6509"/>
                </a:moveTo>
                <a:cubicBezTo>
                  <a:pt x="1245602" y="8043"/>
                  <a:pt x="1245311" y="9088"/>
                  <a:pt x="1244729" y="9644"/>
                </a:cubicBezTo>
                <a:cubicBezTo>
                  <a:pt x="1244146" y="10199"/>
                  <a:pt x="1243075" y="10477"/>
                  <a:pt x="1241514" y="10477"/>
                </a:cubicBezTo>
                <a:cubicBezTo>
                  <a:pt x="1239979" y="10477"/>
                  <a:pt x="1238928" y="10206"/>
                  <a:pt x="1238359" y="9664"/>
                </a:cubicBezTo>
                <a:cubicBezTo>
                  <a:pt x="1237790" y="9121"/>
                  <a:pt x="1237506" y="8096"/>
                  <a:pt x="1237506" y="6588"/>
                </a:cubicBezTo>
                <a:cubicBezTo>
                  <a:pt x="1237506" y="5053"/>
                  <a:pt x="1237797" y="4008"/>
                  <a:pt x="1238379" y="3453"/>
                </a:cubicBezTo>
                <a:cubicBezTo>
                  <a:pt x="1238961" y="2897"/>
                  <a:pt x="1240032" y="2619"/>
                  <a:pt x="1241593" y="2619"/>
                </a:cubicBezTo>
                <a:cubicBezTo>
                  <a:pt x="1243128" y="2619"/>
                  <a:pt x="1244180" y="2890"/>
                  <a:pt x="1244748" y="3433"/>
                </a:cubicBezTo>
                <a:cubicBezTo>
                  <a:pt x="1245317" y="3975"/>
                  <a:pt x="1245602" y="5000"/>
                  <a:pt x="1245602" y="6509"/>
                </a:cubicBezTo>
                <a:close/>
                <a:moveTo>
                  <a:pt x="1287815" y="54331"/>
                </a:moveTo>
                <a:cubicBezTo>
                  <a:pt x="1287815" y="54542"/>
                  <a:pt x="1287762" y="54721"/>
                  <a:pt x="1287656" y="54866"/>
                </a:cubicBezTo>
                <a:cubicBezTo>
                  <a:pt x="1287551" y="55012"/>
                  <a:pt x="1287379" y="55138"/>
                  <a:pt x="1287141" y="55243"/>
                </a:cubicBezTo>
                <a:cubicBezTo>
                  <a:pt x="1286902" y="55349"/>
                  <a:pt x="1286572" y="55429"/>
                  <a:pt x="1286148" y="55482"/>
                </a:cubicBezTo>
                <a:cubicBezTo>
                  <a:pt x="1285725" y="55534"/>
                  <a:pt x="1285196" y="55561"/>
                  <a:pt x="1284561" y="55561"/>
                </a:cubicBezTo>
                <a:cubicBezTo>
                  <a:pt x="1283900" y="55561"/>
                  <a:pt x="1283357" y="55534"/>
                  <a:pt x="1282934" y="55482"/>
                </a:cubicBezTo>
                <a:cubicBezTo>
                  <a:pt x="1282510" y="55429"/>
                  <a:pt x="1282180" y="55349"/>
                  <a:pt x="1281942" y="55243"/>
                </a:cubicBezTo>
                <a:cubicBezTo>
                  <a:pt x="1281704" y="55138"/>
                  <a:pt x="1281532" y="55012"/>
                  <a:pt x="1281426" y="54866"/>
                </a:cubicBezTo>
                <a:cubicBezTo>
                  <a:pt x="1281320" y="54721"/>
                  <a:pt x="1281267" y="54542"/>
                  <a:pt x="1281267" y="54331"/>
                </a:cubicBezTo>
                <a:lnTo>
                  <a:pt x="1281267" y="33416"/>
                </a:lnTo>
                <a:cubicBezTo>
                  <a:pt x="1281267" y="31379"/>
                  <a:pt x="1281108" y="29738"/>
                  <a:pt x="1280791" y="28495"/>
                </a:cubicBezTo>
                <a:cubicBezTo>
                  <a:pt x="1280473" y="27251"/>
                  <a:pt x="1280010" y="26180"/>
                  <a:pt x="1279402" y="25280"/>
                </a:cubicBezTo>
                <a:cubicBezTo>
                  <a:pt x="1278793" y="24381"/>
                  <a:pt x="1278006" y="23693"/>
                  <a:pt x="1277040" y="23217"/>
                </a:cubicBezTo>
                <a:cubicBezTo>
                  <a:pt x="1276075" y="22740"/>
                  <a:pt x="1274957" y="22502"/>
                  <a:pt x="1273687" y="22502"/>
                </a:cubicBezTo>
                <a:cubicBezTo>
                  <a:pt x="1272047" y="22502"/>
                  <a:pt x="1270406" y="23084"/>
                  <a:pt x="1268766" y="24248"/>
                </a:cubicBezTo>
                <a:cubicBezTo>
                  <a:pt x="1267125" y="25413"/>
                  <a:pt x="1265406" y="27119"/>
                  <a:pt x="1263607" y="29368"/>
                </a:cubicBezTo>
                <a:lnTo>
                  <a:pt x="1263607" y="54331"/>
                </a:lnTo>
                <a:cubicBezTo>
                  <a:pt x="1263607" y="54542"/>
                  <a:pt x="1263554" y="54721"/>
                  <a:pt x="1263448" y="54866"/>
                </a:cubicBezTo>
                <a:cubicBezTo>
                  <a:pt x="1263342" y="55012"/>
                  <a:pt x="1263170" y="55138"/>
                  <a:pt x="1262932" y="55243"/>
                </a:cubicBezTo>
                <a:cubicBezTo>
                  <a:pt x="1262694" y="55349"/>
                  <a:pt x="1262363" y="55429"/>
                  <a:pt x="1261940" y="55482"/>
                </a:cubicBezTo>
                <a:cubicBezTo>
                  <a:pt x="1261516" y="55534"/>
                  <a:pt x="1260974" y="55561"/>
                  <a:pt x="1260313" y="55561"/>
                </a:cubicBezTo>
                <a:cubicBezTo>
                  <a:pt x="1259678" y="55561"/>
                  <a:pt x="1259148" y="55534"/>
                  <a:pt x="1258725" y="55482"/>
                </a:cubicBezTo>
                <a:cubicBezTo>
                  <a:pt x="1258302" y="55429"/>
                  <a:pt x="1257964" y="55349"/>
                  <a:pt x="1257713" y="55243"/>
                </a:cubicBezTo>
                <a:cubicBezTo>
                  <a:pt x="1257462" y="55138"/>
                  <a:pt x="1257290" y="55012"/>
                  <a:pt x="1257197" y="54866"/>
                </a:cubicBezTo>
                <a:cubicBezTo>
                  <a:pt x="1257105" y="54721"/>
                  <a:pt x="1257058" y="54542"/>
                  <a:pt x="1257058" y="54331"/>
                </a:cubicBezTo>
                <a:lnTo>
                  <a:pt x="1257058" y="18613"/>
                </a:lnTo>
                <a:cubicBezTo>
                  <a:pt x="1257058" y="18401"/>
                  <a:pt x="1257098" y="18223"/>
                  <a:pt x="1257177" y="18077"/>
                </a:cubicBezTo>
                <a:cubicBezTo>
                  <a:pt x="1257257" y="17932"/>
                  <a:pt x="1257415" y="17799"/>
                  <a:pt x="1257654" y="17680"/>
                </a:cubicBezTo>
                <a:cubicBezTo>
                  <a:pt x="1257892" y="17561"/>
                  <a:pt x="1258196" y="17482"/>
                  <a:pt x="1258566" y="17442"/>
                </a:cubicBezTo>
                <a:cubicBezTo>
                  <a:pt x="1258937" y="17402"/>
                  <a:pt x="1259426" y="17383"/>
                  <a:pt x="1260035" y="17383"/>
                </a:cubicBezTo>
                <a:cubicBezTo>
                  <a:pt x="1260617" y="17383"/>
                  <a:pt x="1261100" y="17402"/>
                  <a:pt x="1261483" y="17442"/>
                </a:cubicBezTo>
                <a:cubicBezTo>
                  <a:pt x="1261867" y="17482"/>
                  <a:pt x="1262165" y="17561"/>
                  <a:pt x="1262376" y="17680"/>
                </a:cubicBezTo>
                <a:cubicBezTo>
                  <a:pt x="1262588" y="17799"/>
                  <a:pt x="1262740" y="17932"/>
                  <a:pt x="1262833" y="18077"/>
                </a:cubicBezTo>
                <a:cubicBezTo>
                  <a:pt x="1262925" y="18223"/>
                  <a:pt x="1262972" y="18401"/>
                  <a:pt x="1262972" y="18613"/>
                </a:cubicBezTo>
                <a:lnTo>
                  <a:pt x="1262972" y="23336"/>
                </a:lnTo>
                <a:cubicBezTo>
                  <a:pt x="1264982" y="21087"/>
                  <a:pt x="1266986" y="19440"/>
                  <a:pt x="1268984" y="18395"/>
                </a:cubicBezTo>
                <a:cubicBezTo>
                  <a:pt x="1270982" y="17350"/>
                  <a:pt x="1272999" y="16827"/>
                  <a:pt x="1275036" y="16827"/>
                </a:cubicBezTo>
                <a:cubicBezTo>
                  <a:pt x="1277417" y="16827"/>
                  <a:pt x="1279422" y="17231"/>
                  <a:pt x="1281049" y="18037"/>
                </a:cubicBezTo>
                <a:cubicBezTo>
                  <a:pt x="1282676" y="18844"/>
                  <a:pt x="1283992" y="19923"/>
                  <a:pt x="1284997" y="21272"/>
                </a:cubicBezTo>
                <a:cubicBezTo>
                  <a:pt x="1286003" y="22621"/>
                  <a:pt x="1286724" y="24202"/>
                  <a:pt x="1287160" y="26014"/>
                </a:cubicBezTo>
                <a:cubicBezTo>
                  <a:pt x="1287597" y="27827"/>
                  <a:pt x="1287815" y="30003"/>
                  <a:pt x="1287815" y="32543"/>
                </a:cubicBezTo>
                <a:lnTo>
                  <a:pt x="1287815" y="54331"/>
                </a:lnTo>
                <a:close/>
                <a:moveTo>
                  <a:pt x="1325081" y="48933"/>
                </a:moveTo>
                <a:cubicBezTo>
                  <a:pt x="1325081" y="49383"/>
                  <a:pt x="1325068" y="49773"/>
                  <a:pt x="1325041" y="50104"/>
                </a:cubicBezTo>
                <a:cubicBezTo>
                  <a:pt x="1325015" y="50435"/>
                  <a:pt x="1324969" y="50713"/>
                  <a:pt x="1324902" y="50937"/>
                </a:cubicBezTo>
                <a:cubicBezTo>
                  <a:pt x="1324836" y="51162"/>
                  <a:pt x="1324757" y="51361"/>
                  <a:pt x="1324664" y="51533"/>
                </a:cubicBezTo>
                <a:cubicBezTo>
                  <a:pt x="1324572" y="51705"/>
                  <a:pt x="1324360" y="51956"/>
                  <a:pt x="1324029" y="52287"/>
                </a:cubicBezTo>
                <a:cubicBezTo>
                  <a:pt x="1323699" y="52618"/>
                  <a:pt x="1323136" y="53028"/>
                  <a:pt x="1322343" y="53517"/>
                </a:cubicBezTo>
                <a:cubicBezTo>
                  <a:pt x="1321549" y="54007"/>
                  <a:pt x="1320656" y="54443"/>
                  <a:pt x="1319664" y="54827"/>
                </a:cubicBezTo>
                <a:cubicBezTo>
                  <a:pt x="1318672" y="55210"/>
                  <a:pt x="1317593" y="55521"/>
                  <a:pt x="1316429" y="55759"/>
                </a:cubicBezTo>
                <a:cubicBezTo>
                  <a:pt x="1315265" y="55997"/>
                  <a:pt x="1314061" y="56117"/>
                  <a:pt x="1312818" y="56117"/>
                </a:cubicBezTo>
                <a:cubicBezTo>
                  <a:pt x="1310251" y="56117"/>
                  <a:pt x="1307976" y="55692"/>
                  <a:pt x="1305992" y="54844"/>
                </a:cubicBezTo>
                <a:cubicBezTo>
                  <a:pt x="1304007" y="53996"/>
                  <a:pt x="1302347" y="52756"/>
                  <a:pt x="1301011" y="51126"/>
                </a:cubicBezTo>
                <a:cubicBezTo>
                  <a:pt x="1299675" y="49496"/>
                  <a:pt x="1298656" y="47494"/>
                  <a:pt x="1297955" y="45121"/>
                </a:cubicBezTo>
                <a:cubicBezTo>
                  <a:pt x="1297254" y="42748"/>
                  <a:pt x="1296904" y="40011"/>
                  <a:pt x="1296904" y="36910"/>
                </a:cubicBezTo>
                <a:cubicBezTo>
                  <a:pt x="1296904" y="33383"/>
                  <a:pt x="1297334" y="30354"/>
                  <a:pt x="1298193" y="27823"/>
                </a:cubicBezTo>
                <a:cubicBezTo>
                  <a:pt x="1299053" y="25291"/>
                  <a:pt x="1300231" y="23217"/>
                  <a:pt x="1301726" y="21599"/>
                </a:cubicBezTo>
                <a:cubicBezTo>
                  <a:pt x="1303220" y="19982"/>
                  <a:pt x="1304980" y="18782"/>
                  <a:pt x="1307004" y="18000"/>
                </a:cubicBezTo>
                <a:cubicBezTo>
                  <a:pt x="1309028" y="17218"/>
                  <a:pt x="1311217" y="16827"/>
                  <a:pt x="1313572" y="16827"/>
                </a:cubicBezTo>
                <a:cubicBezTo>
                  <a:pt x="1314710" y="16827"/>
                  <a:pt x="1315814" y="16933"/>
                  <a:pt x="1316886" y="17145"/>
                </a:cubicBezTo>
                <a:cubicBezTo>
                  <a:pt x="1317957" y="17356"/>
                  <a:pt x="1318943" y="17634"/>
                  <a:pt x="1319842" y="17978"/>
                </a:cubicBezTo>
                <a:cubicBezTo>
                  <a:pt x="1320742" y="18322"/>
                  <a:pt x="1321542" y="18719"/>
                  <a:pt x="1322243" y="19169"/>
                </a:cubicBezTo>
                <a:cubicBezTo>
                  <a:pt x="1322945" y="19618"/>
                  <a:pt x="1323454" y="20002"/>
                  <a:pt x="1323771" y="20319"/>
                </a:cubicBezTo>
                <a:cubicBezTo>
                  <a:pt x="1324089" y="20637"/>
                  <a:pt x="1324307" y="20888"/>
                  <a:pt x="1324426" y="21073"/>
                </a:cubicBezTo>
                <a:cubicBezTo>
                  <a:pt x="1324545" y="21259"/>
                  <a:pt x="1324644" y="21477"/>
                  <a:pt x="1324724" y="21728"/>
                </a:cubicBezTo>
                <a:cubicBezTo>
                  <a:pt x="1324803" y="21980"/>
                  <a:pt x="1324856" y="22264"/>
                  <a:pt x="1324883" y="22582"/>
                </a:cubicBezTo>
                <a:cubicBezTo>
                  <a:pt x="1324909" y="22899"/>
                  <a:pt x="1324922" y="23296"/>
                  <a:pt x="1324922" y="23772"/>
                </a:cubicBezTo>
                <a:cubicBezTo>
                  <a:pt x="1324922" y="24804"/>
                  <a:pt x="1324803" y="25525"/>
                  <a:pt x="1324565" y="25935"/>
                </a:cubicBezTo>
                <a:cubicBezTo>
                  <a:pt x="1324327" y="26345"/>
                  <a:pt x="1324036" y="26550"/>
                  <a:pt x="1323692" y="26550"/>
                </a:cubicBezTo>
                <a:cubicBezTo>
                  <a:pt x="1323295" y="26550"/>
                  <a:pt x="1322839" y="26332"/>
                  <a:pt x="1322323" y="25895"/>
                </a:cubicBezTo>
                <a:cubicBezTo>
                  <a:pt x="1321807" y="25459"/>
                  <a:pt x="1321152" y="24976"/>
                  <a:pt x="1320358" y="24447"/>
                </a:cubicBezTo>
                <a:cubicBezTo>
                  <a:pt x="1319565" y="23918"/>
                  <a:pt x="1318605" y="23435"/>
                  <a:pt x="1317481" y="22998"/>
                </a:cubicBezTo>
                <a:cubicBezTo>
                  <a:pt x="1316357" y="22562"/>
                  <a:pt x="1315027" y="22343"/>
                  <a:pt x="1313493" y="22343"/>
                </a:cubicBezTo>
                <a:cubicBezTo>
                  <a:pt x="1310344" y="22343"/>
                  <a:pt x="1307930" y="23558"/>
                  <a:pt x="1306250" y="25986"/>
                </a:cubicBezTo>
                <a:cubicBezTo>
                  <a:pt x="1304570" y="28413"/>
                  <a:pt x="1303730" y="31935"/>
                  <a:pt x="1303730" y="36551"/>
                </a:cubicBezTo>
                <a:cubicBezTo>
                  <a:pt x="1303730" y="38860"/>
                  <a:pt x="1303948" y="40883"/>
                  <a:pt x="1304385" y="42621"/>
                </a:cubicBezTo>
                <a:cubicBezTo>
                  <a:pt x="1304821" y="44359"/>
                  <a:pt x="1305463" y="45811"/>
                  <a:pt x="1306309" y="46979"/>
                </a:cubicBezTo>
                <a:cubicBezTo>
                  <a:pt x="1307156" y="48146"/>
                  <a:pt x="1308194" y="49015"/>
                  <a:pt x="1309425" y="49586"/>
                </a:cubicBezTo>
                <a:cubicBezTo>
                  <a:pt x="1310655" y="50156"/>
                  <a:pt x="1312064" y="50441"/>
                  <a:pt x="1313651" y="50441"/>
                </a:cubicBezTo>
                <a:cubicBezTo>
                  <a:pt x="1315159" y="50441"/>
                  <a:pt x="1316482" y="50203"/>
                  <a:pt x="1317620" y="49727"/>
                </a:cubicBezTo>
                <a:cubicBezTo>
                  <a:pt x="1318758" y="49251"/>
                  <a:pt x="1319743" y="48728"/>
                  <a:pt x="1320577" y="48159"/>
                </a:cubicBezTo>
                <a:cubicBezTo>
                  <a:pt x="1321410" y="47591"/>
                  <a:pt x="1322111" y="47075"/>
                  <a:pt x="1322680" y="46612"/>
                </a:cubicBezTo>
                <a:cubicBezTo>
                  <a:pt x="1323249" y="46149"/>
                  <a:pt x="1323692" y="45917"/>
                  <a:pt x="1324009" y="45917"/>
                </a:cubicBezTo>
                <a:cubicBezTo>
                  <a:pt x="1324195" y="45917"/>
                  <a:pt x="1324353" y="45970"/>
                  <a:pt x="1324486" y="46076"/>
                </a:cubicBezTo>
                <a:cubicBezTo>
                  <a:pt x="1324618" y="46182"/>
                  <a:pt x="1324730" y="46360"/>
                  <a:pt x="1324823" y="46612"/>
                </a:cubicBezTo>
                <a:cubicBezTo>
                  <a:pt x="1324916" y="46863"/>
                  <a:pt x="1324982" y="47180"/>
                  <a:pt x="1325021" y="47564"/>
                </a:cubicBezTo>
                <a:cubicBezTo>
                  <a:pt x="1325061" y="47948"/>
                  <a:pt x="1325081" y="48404"/>
                  <a:pt x="1325081" y="48933"/>
                </a:cubicBezTo>
                <a:close/>
                <a:moveTo>
                  <a:pt x="1340007" y="54329"/>
                </a:moveTo>
                <a:cubicBezTo>
                  <a:pt x="1340007" y="54541"/>
                  <a:pt x="1339954" y="54720"/>
                  <a:pt x="1339848" y="54866"/>
                </a:cubicBezTo>
                <a:cubicBezTo>
                  <a:pt x="1339743" y="55012"/>
                  <a:pt x="1339571" y="55138"/>
                  <a:pt x="1339333" y="55243"/>
                </a:cubicBezTo>
                <a:cubicBezTo>
                  <a:pt x="1339094" y="55349"/>
                  <a:pt x="1338764" y="55429"/>
                  <a:pt x="1338340" y="55482"/>
                </a:cubicBezTo>
                <a:cubicBezTo>
                  <a:pt x="1337917" y="55534"/>
                  <a:pt x="1337375" y="55561"/>
                  <a:pt x="1336713" y="55561"/>
                </a:cubicBezTo>
                <a:cubicBezTo>
                  <a:pt x="1336078" y="55561"/>
                  <a:pt x="1335549" y="55534"/>
                  <a:pt x="1335126" y="55482"/>
                </a:cubicBezTo>
                <a:cubicBezTo>
                  <a:pt x="1334702" y="55429"/>
                  <a:pt x="1334365" y="55349"/>
                  <a:pt x="1334114" y="55243"/>
                </a:cubicBezTo>
                <a:cubicBezTo>
                  <a:pt x="1333862" y="55138"/>
                  <a:pt x="1333690" y="55012"/>
                  <a:pt x="1333598" y="54866"/>
                </a:cubicBezTo>
                <a:cubicBezTo>
                  <a:pt x="1333505" y="54720"/>
                  <a:pt x="1333459" y="54541"/>
                  <a:pt x="1333459" y="54329"/>
                </a:cubicBezTo>
                <a:lnTo>
                  <a:pt x="1333459" y="1271"/>
                </a:lnTo>
                <a:cubicBezTo>
                  <a:pt x="1333459" y="1060"/>
                  <a:pt x="1333505" y="874"/>
                  <a:pt x="1333598" y="716"/>
                </a:cubicBezTo>
                <a:cubicBezTo>
                  <a:pt x="1333690" y="556"/>
                  <a:pt x="1333862" y="423"/>
                  <a:pt x="1334114" y="317"/>
                </a:cubicBezTo>
                <a:cubicBezTo>
                  <a:pt x="1334365" y="212"/>
                  <a:pt x="1334702" y="132"/>
                  <a:pt x="1335126" y="79"/>
                </a:cubicBezTo>
                <a:cubicBezTo>
                  <a:pt x="1335549" y="26"/>
                  <a:pt x="1336078" y="0"/>
                  <a:pt x="1336713" y="0"/>
                </a:cubicBezTo>
                <a:cubicBezTo>
                  <a:pt x="1337375" y="0"/>
                  <a:pt x="1337917" y="26"/>
                  <a:pt x="1338340" y="79"/>
                </a:cubicBezTo>
                <a:cubicBezTo>
                  <a:pt x="1338764" y="132"/>
                  <a:pt x="1339094" y="212"/>
                  <a:pt x="1339333" y="317"/>
                </a:cubicBezTo>
                <a:cubicBezTo>
                  <a:pt x="1339571" y="423"/>
                  <a:pt x="1339743" y="556"/>
                  <a:pt x="1339848" y="716"/>
                </a:cubicBezTo>
                <a:cubicBezTo>
                  <a:pt x="1339954" y="874"/>
                  <a:pt x="1340007" y="1060"/>
                  <a:pt x="1340007" y="1271"/>
                </a:cubicBezTo>
                <a:lnTo>
                  <a:pt x="1340007" y="54329"/>
                </a:lnTo>
                <a:close/>
                <a:moveTo>
                  <a:pt x="1383515" y="54331"/>
                </a:moveTo>
                <a:cubicBezTo>
                  <a:pt x="1383515" y="54542"/>
                  <a:pt x="1383469" y="54721"/>
                  <a:pt x="1383376" y="54866"/>
                </a:cubicBezTo>
                <a:cubicBezTo>
                  <a:pt x="1383284" y="55012"/>
                  <a:pt x="1383118" y="55138"/>
                  <a:pt x="1382880" y="55243"/>
                </a:cubicBezTo>
                <a:cubicBezTo>
                  <a:pt x="1382642" y="55349"/>
                  <a:pt x="1382331" y="55429"/>
                  <a:pt x="1381947" y="55482"/>
                </a:cubicBezTo>
                <a:cubicBezTo>
                  <a:pt x="1381564" y="55534"/>
                  <a:pt x="1381094" y="55561"/>
                  <a:pt x="1380539" y="55561"/>
                </a:cubicBezTo>
                <a:cubicBezTo>
                  <a:pt x="1379930" y="55561"/>
                  <a:pt x="1379434" y="55534"/>
                  <a:pt x="1379050" y="55482"/>
                </a:cubicBezTo>
                <a:cubicBezTo>
                  <a:pt x="1378667" y="55429"/>
                  <a:pt x="1378362" y="55349"/>
                  <a:pt x="1378138" y="55243"/>
                </a:cubicBezTo>
                <a:cubicBezTo>
                  <a:pt x="1377913" y="55138"/>
                  <a:pt x="1377761" y="55012"/>
                  <a:pt x="1377681" y="54866"/>
                </a:cubicBezTo>
                <a:cubicBezTo>
                  <a:pt x="1377602" y="54721"/>
                  <a:pt x="1377562" y="54542"/>
                  <a:pt x="1377562" y="54331"/>
                </a:cubicBezTo>
                <a:lnTo>
                  <a:pt x="1377562" y="49608"/>
                </a:lnTo>
                <a:cubicBezTo>
                  <a:pt x="1375525" y="51871"/>
                  <a:pt x="1373514" y="53522"/>
                  <a:pt x="1371530" y="54560"/>
                </a:cubicBezTo>
                <a:cubicBezTo>
                  <a:pt x="1369545" y="55598"/>
                  <a:pt x="1367535" y="56117"/>
                  <a:pt x="1365497" y="56117"/>
                </a:cubicBezTo>
                <a:cubicBezTo>
                  <a:pt x="1363116" y="56117"/>
                  <a:pt x="1361112" y="55719"/>
                  <a:pt x="1359485" y="54925"/>
                </a:cubicBezTo>
                <a:cubicBezTo>
                  <a:pt x="1357858" y="54130"/>
                  <a:pt x="1356542" y="53051"/>
                  <a:pt x="1355536" y="51688"/>
                </a:cubicBezTo>
                <a:cubicBezTo>
                  <a:pt x="1354531" y="50324"/>
                  <a:pt x="1353810" y="48734"/>
                  <a:pt x="1353373" y="46920"/>
                </a:cubicBezTo>
                <a:cubicBezTo>
                  <a:pt x="1352937" y="45106"/>
                  <a:pt x="1352718" y="42901"/>
                  <a:pt x="1352718" y="40305"/>
                </a:cubicBezTo>
                <a:lnTo>
                  <a:pt x="1352718" y="18614"/>
                </a:lnTo>
                <a:cubicBezTo>
                  <a:pt x="1352718" y="18402"/>
                  <a:pt x="1352765" y="18224"/>
                  <a:pt x="1352857" y="18078"/>
                </a:cubicBezTo>
                <a:cubicBezTo>
                  <a:pt x="1352950" y="17932"/>
                  <a:pt x="1353129" y="17799"/>
                  <a:pt x="1353393" y="17680"/>
                </a:cubicBezTo>
                <a:cubicBezTo>
                  <a:pt x="1353658" y="17561"/>
                  <a:pt x="1354002" y="17482"/>
                  <a:pt x="1354425" y="17442"/>
                </a:cubicBezTo>
                <a:cubicBezTo>
                  <a:pt x="1354848" y="17402"/>
                  <a:pt x="1355377" y="17383"/>
                  <a:pt x="1356012" y="17383"/>
                </a:cubicBezTo>
                <a:cubicBezTo>
                  <a:pt x="1356647" y="17383"/>
                  <a:pt x="1357177" y="17402"/>
                  <a:pt x="1357600" y="17442"/>
                </a:cubicBezTo>
                <a:cubicBezTo>
                  <a:pt x="1358023" y="17482"/>
                  <a:pt x="1358360" y="17561"/>
                  <a:pt x="1358612" y="17680"/>
                </a:cubicBezTo>
                <a:cubicBezTo>
                  <a:pt x="1358863" y="17799"/>
                  <a:pt x="1359042" y="17932"/>
                  <a:pt x="1359148" y="18078"/>
                </a:cubicBezTo>
                <a:cubicBezTo>
                  <a:pt x="1359253" y="18224"/>
                  <a:pt x="1359306" y="18402"/>
                  <a:pt x="1359306" y="18614"/>
                </a:cubicBezTo>
                <a:lnTo>
                  <a:pt x="1359306" y="39435"/>
                </a:lnTo>
                <a:cubicBezTo>
                  <a:pt x="1359306" y="41527"/>
                  <a:pt x="1359458" y="43203"/>
                  <a:pt x="1359763" y="44461"/>
                </a:cubicBezTo>
                <a:cubicBezTo>
                  <a:pt x="1360067" y="45720"/>
                  <a:pt x="1360530" y="46793"/>
                  <a:pt x="1361152" y="47681"/>
                </a:cubicBezTo>
                <a:cubicBezTo>
                  <a:pt x="1361774" y="48568"/>
                  <a:pt x="1362561" y="49257"/>
                  <a:pt x="1363513" y="49747"/>
                </a:cubicBezTo>
                <a:cubicBezTo>
                  <a:pt x="1364466" y="50236"/>
                  <a:pt x="1365577" y="50481"/>
                  <a:pt x="1366847" y="50481"/>
                </a:cubicBezTo>
                <a:cubicBezTo>
                  <a:pt x="1368487" y="50481"/>
                  <a:pt x="1370121" y="49896"/>
                  <a:pt x="1371748" y="48725"/>
                </a:cubicBezTo>
                <a:cubicBezTo>
                  <a:pt x="1373375" y="47554"/>
                  <a:pt x="1375102" y="45838"/>
                  <a:pt x="1376927" y="43576"/>
                </a:cubicBezTo>
                <a:lnTo>
                  <a:pt x="1376927" y="18613"/>
                </a:lnTo>
                <a:cubicBezTo>
                  <a:pt x="1376927" y="18401"/>
                  <a:pt x="1376973" y="18223"/>
                  <a:pt x="1377066" y="18077"/>
                </a:cubicBezTo>
                <a:cubicBezTo>
                  <a:pt x="1377159" y="17932"/>
                  <a:pt x="1377337" y="17799"/>
                  <a:pt x="1377602" y="17680"/>
                </a:cubicBezTo>
                <a:cubicBezTo>
                  <a:pt x="1377866" y="17561"/>
                  <a:pt x="1378204" y="17482"/>
                  <a:pt x="1378614" y="17442"/>
                </a:cubicBezTo>
                <a:cubicBezTo>
                  <a:pt x="1379024" y="17402"/>
                  <a:pt x="1379560" y="17383"/>
                  <a:pt x="1380221" y="17383"/>
                </a:cubicBezTo>
                <a:cubicBezTo>
                  <a:pt x="1380856" y="17383"/>
                  <a:pt x="1381385" y="17402"/>
                  <a:pt x="1381809" y="17442"/>
                </a:cubicBezTo>
                <a:cubicBezTo>
                  <a:pt x="1382232" y="17482"/>
                  <a:pt x="1382563" y="17561"/>
                  <a:pt x="1382801" y="17680"/>
                </a:cubicBezTo>
                <a:cubicBezTo>
                  <a:pt x="1383039" y="17799"/>
                  <a:pt x="1383217" y="17932"/>
                  <a:pt x="1383336" y="18077"/>
                </a:cubicBezTo>
                <a:cubicBezTo>
                  <a:pt x="1383456" y="18223"/>
                  <a:pt x="1383515" y="18401"/>
                  <a:pt x="1383515" y="18613"/>
                </a:cubicBezTo>
                <a:lnTo>
                  <a:pt x="1383515" y="54331"/>
                </a:lnTo>
                <a:close/>
                <a:moveTo>
                  <a:pt x="1425861" y="54329"/>
                </a:moveTo>
                <a:cubicBezTo>
                  <a:pt x="1425861" y="54541"/>
                  <a:pt x="1425814" y="54727"/>
                  <a:pt x="1425722" y="54886"/>
                </a:cubicBezTo>
                <a:cubicBezTo>
                  <a:pt x="1425629" y="55045"/>
                  <a:pt x="1425470" y="55171"/>
                  <a:pt x="1425245" y="55263"/>
                </a:cubicBezTo>
                <a:cubicBezTo>
                  <a:pt x="1425021" y="55356"/>
                  <a:pt x="1424723" y="55429"/>
                  <a:pt x="1424353" y="55482"/>
                </a:cubicBezTo>
                <a:cubicBezTo>
                  <a:pt x="1423982" y="55534"/>
                  <a:pt x="1423532" y="55561"/>
                  <a:pt x="1423003" y="55561"/>
                </a:cubicBezTo>
                <a:cubicBezTo>
                  <a:pt x="1422448" y="55561"/>
                  <a:pt x="1421985" y="55534"/>
                  <a:pt x="1421614" y="55482"/>
                </a:cubicBezTo>
                <a:cubicBezTo>
                  <a:pt x="1421244" y="55429"/>
                  <a:pt x="1420940" y="55358"/>
                  <a:pt x="1420701" y="55266"/>
                </a:cubicBezTo>
                <a:cubicBezTo>
                  <a:pt x="1420463" y="55173"/>
                  <a:pt x="1420291" y="55048"/>
                  <a:pt x="1420185" y="54890"/>
                </a:cubicBezTo>
                <a:cubicBezTo>
                  <a:pt x="1420080" y="54732"/>
                  <a:pt x="1420027" y="54548"/>
                  <a:pt x="1420027" y="54338"/>
                </a:cubicBezTo>
                <a:lnTo>
                  <a:pt x="1420027" y="49641"/>
                </a:lnTo>
                <a:cubicBezTo>
                  <a:pt x="1418148" y="51680"/>
                  <a:pt x="1416197" y="53269"/>
                  <a:pt x="1414173" y="54409"/>
                </a:cubicBezTo>
                <a:cubicBezTo>
                  <a:pt x="1412149" y="55547"/>
                  <a:pt x="1409933" y="56117"/>
                  <a:pt x="1407526" y="56117"/>
                </a:cubicBezTo>
                <a:cubicBezTo>
                  <a:pt x="1404906" y="56117"/>
                  <a:pt x="1402671" y="55607"/>
                  <a:pt x="1400819" y="54587"/>
                </a:cubicBezTo>
                <a:cubicBezTo>
                  <a:pt x="1398966" y="53568"/>
                  <a:pt x="1397465" y="52191"/>
                  <a:pt x="1396314" y="50456"/>
                </a:cubicBezTo>
                <a:cubicBezTo>
                  <a:pt x="1395163" y="48721"/>
                  <a:pt x="1394323" y="46682"/>
                  <a:pt x="1393794" y="44338"/>
                </a:cubicBezTo>
                <a:cubicBezTo>
                  <a:pt x="1393265" y="41994"/>
                  <a:pt x="1393000" y="39524"/>
                  <a:pt x="1393000" y="36928"/>
                </a:cubicBezTo>
                <a:cubicBezTo>
                  <a:pt x="1393000" y="33857"/>
                  <a:pt x="1393331" y="31083"/>
                  <a:pt x="1393992" y="28606"/>
                </a:cubicBezTo>
                <a:cubicBezTo>
                  <a:pt x="1394654" y="26130"/>
                  <a:pt x="1395633" y="24018"/>
                  <a:pt x="1396929" y="22270"/>
                </a:cubicBezTo>
                <a:cubicBezTo>
                  <a:pt x="1398226" y="20522"/>
                  <a:pt x="1399833" y="19177"/>
                  <a:pt x="1401751" y="18237"/>
                </a:cubicBezTo>
                <a:cubicBezTo>
                  <a:pt x="1403669" y="17297"/>
                  <a:pt x="1405885" y="16827"/>
                  <a:pt x="1408399" y="16827"/>
                </a:cubicBezTo>
                <a:cubicBezTo>
                  <a:pt x="1410489" y="16827"/>
                  <a:pt x="1412400" y="17284"/>
                  <a:pt x="1414133" y="18197"/>
                </a:cubicBezTo>
                <a:cubicBezTo>
                  <a:pt x="1415866" y="19111"/>
                  <a:pt x="1417579" y="20455"/>
                  <a:pt x="1419273" y="22229"/>
                </a:cubicBezTo>
                <a:lnTo>
                  <a:pt x="1419273" y="1431"/>
                </a:lnTo>
                <a:cubicBezTo>
                  <a:pt x="1419273" y="1246"/>
                  <a:pt x="1419319" y="1067"/>
                  <a:pt x="1419412" y="895"/>
                </a:cubicBezTo>
                <a:cubicBezTo>
                  <a:pt x="1419504" y="723"/>
                  <a:pt x="1419683" y="590"/>
                  <a:pt x="1419947" y="497"/>
                </a:cubicBezTo>
                <a:cubicBezTo>
                  <a:pt x="1420212" y="404"/>
                  <a:pt x="1420549" y="324"/>
                  <a:pt x="1420959" y="258"/>
                </a:cubicBezTo>
                <a:cubicBezTo>
                  <a:pt x="1421369" y="192"/>
                  <a:pt x="1421892" y="159"/>
                  <a:pt x="1422527" y="159"/>
                </a:cubicBezTo>
                <a:cubicBezTo>
                  <a:pt x="1423188" y="159"/>
                  <a:pt x="1423731" y="192"/>
                  <a:pt x="1424154" y="258"/>
                </a:cubicBezTo>
                <a:cubicBezTo>
                  <a:pt x="1424577" y="324"/>
                  <a:pt x="1424908" y="403"/>
                  <a:pt x="1425146" y="496"/>
                </a:cubicBezTo>
                <a:cubicBezTo>
                  <a:pt x="1425384" y="589"/>
                  <a:pt x="1425563" y="721"/>
                  <a:pt x="1425682" y="894"/>
                </a:cubicBezTo>
                <a:cubicBezTo>
                  <a:pt x="1425801" y="1066"/>
                  <a:pt x="1425861" y="1245"/>
                  <a:pt x="1425861" y="1430"/>
                </a:cubicBezTo>
                <a:lnTo>
                  <a:pt x="1425861" y="54329"/>
                </a:lnTo>
                <a:moveTo>
                  <a:pt x="1419273" y="29222"/>
                </a:moveTo>
                <a:cubicBezTo>
                  <a:pt x="1417500" y="27021"/>
                  <a:pt x="1415787" y="25345"/>
                  <a:pt x="1414133" y="24193"/>
                </a:cubicBezTo>
                <a:cubicBezTo>
                  <a:pt x="1412480" y="23039"/>
                  <a:pt x="1410753" y="22462"/>
                  <a:pt x="1408954" y="22462"/>
                </a:cubicBezTo>
                <a:cubicBezTo>
                  <a:pt x="1407287" y="22462"/>
                  <a:pt x="1405872" y="22860"/>
                  <a:pt x="1404708" y="23656"/>
                </a:cubicBezTo>
                <a:cubicBezTo>
                  <a:pt x="1403544" y="24450"/>
                  <a:pt x="1402598" y="25496"/>
                  <a:pt x="1401870" y="26795"/>
                </a:cubicBezTo>
                <a:cubicBezTo>
                  <a:pt x="1401143" y="28093"/>
                  <a:pt x="1400613" y="29563"/>
                  <a:pt x="1400283" y="31206"/>
                </a:cubicBezTo>
                <a:cubicBezTo>
                  <a:pt x="1399952" y="32849"/>
                  <a:pt x="1399787" y="34518"/>
                  <a:pt x="1399787" y="36214"/>
                </a:cubicBezTo>
                <a:cubicBezTo>
                  <a:pt x="1399787" y="38015"/>
                  <a:pt x="1399926" y="39777"/>
                  <a:pt x="1400203" y="41500"/>
                </a:cubicBezTo>
                <a:cubicBezTo>
                  <a:pt x="1400481" y="43222"/>
                  <a:pt x="1400964" y="44752"/>
                  <a:pt x="1401652" y="46090"/>
                </a:cubicBezTo>
                <a:cubicBezTo>
                  <a:pt x="1402340" y="47427"/>
                  <a:pt x="1403253" y="48500"/>
                  <a:pt x="1404390" y="49309"/>
                </a:cubicBezTo>
                <a:cubicBezTo>
                  <a:pt x="1405528" y="50117"/>
                  <a:pt x="1406957" y="50521"/>
                  <a:pt x="1408676" y="50521"/>
                </a:cubicBezTo>
                <a:cubicBezTo>
                  <a:pt x="1409550" y="50521"/>
                  <a:pt x="1410390" y="50402"/>
                  <a:pt x="1411196" y="50164"/>
                </a:cubicBezTo>
                <a:cubicBezTo>
                  <a:pt x="1412003" y="49925"/>
                  <a:pt x="1412830" y="49527"/>
                  <a:pt x="1413677" y="48971"/>
                </a:cubicBezTo>
                <a:cubicBezTo>
                  <a:pt x="1414524" y="48414"/>
                  <a:pt x="1415410" y="47692"/>
                  <a:pt x="1416336" y="46804"/>
                </a:cubicBezTo>
                <a:cubicBezTo>
                  <a:pt x="1417262" y="45916"/>
                  <a:pt x="1418241" y="44822"/>
                  <a:pt x="1419273" y="43524"/>
                </a:cubicBezTo>
                <a:lnTo>
                  <a:pt x="1419273" y="29222"/>
                </a:lnTo>
                <a:close/>
                <a:moveTo>
                  <a:pt x="1444156" y="54331"/>
                </a:moveTo>
                <a:cubicBezTo>
                  <a:pt x="1444156" y="54542"/>
                  <a:pt x="1444103" y="54721"/>
                  <a:pt x="1443997" y="54866"/>
                </a:cubicBezTo>
                <a:cubicBezTo>
                  <a:pt x="1443891" y="55012"/>
                  <a:pt x="1443719" y="55138"/>
                  <a:pt x="1443481" y="55243"/>
                </a:cubicBezTo>
                <a:cubicBezTo>
                  <a:pt x="1443243" y="55349"/>
                  <a:pt x="1442912" y="55429"/>
                  <a:pt x="1442489" y="55482"/>
                </a:cubicBezTo>
                <a:cubicBezTo>
                  <a:pt x="1442066" y="55534"/>
                  <a:pt x="1441523" y="55561"/>
                  <a:pt x="1440862" y="55561"/>
                </a:cubicBezTo>
                <a:cubicBezTo>
                  <a:pt x="1440227" y="55561"/>
                  <a:pt x="1439698" y="55534"/>
                  <a:pt x="1439275" y="55482"/>
                </a:cubicBezTo>
                <a:cubicBezTo>
                  <a:pt x="1438851" y="55429"/>
                  <a:pt x="1438514" y="55349"/>
                  <a:pt x="1438263" y="55243"/>
                </a:cubicBezTo>
                <a:cubicBezTo>
                  <a:pt x="1438011" y="55138"/>
                  <a:pt x="1437839" y="55012"/>
                  <a:pt x="1437747" y="54866"/>
                </a:cubicBezTo>
                <a:cubicBezTo>
                  <a:pt x="1437654" y="54721"/>
                  <a:pt x="1437608" y="54542"/>
                  <a:pt x="1437608" y="54331"/>
                </a:cubicBezTo>
                <a:lnTo>
                  <a:pt x="1437608" y="18613"/>
                </a:lnTo>
                <a:cubicBezTo>
                  <a:pt x="1437608" y="18428"/>
                  <a:pt x="1437654" y="18256"/>
                  <a:pt x="1437747" y="18097"/>
                </a:cubicBezTo>
                <a:cubicBezTo>
                  <a:pt x="1437839" y="17938"/>
                  <a:pt x="1438011" y="17806"/>
                  <a:pt x="1438263" y="17700"/>
                </a:cubicBezTo>
                <a:cubicBezTo>
                  <a:pt x="1438514" y="17594"/>
                  <a:pt x="1438851" y="17515"/>
                  <a:pt x="1439275" y="17462"/>
                </a:cubicBezTo>
                <a:cubicBezTo>
                  <a:pt x="1439698" y="17409"/>
                  <a:pt x="1440227" y="17383"/>
                  <a:pt x="1440862" y="17383"/>
                </a:cubicBezTo>
                <a:cubicBezTo>
                  <a:pt x="1441523" y="17383"/>
                  <a:pt x="1442066" y="17409"/>
                  <a:pt x="1442489" y="17462"/>
                </a:cubicBezTo>
                <a:cubicBezTo>
                  <a:pt x="1442912" y="17515"/>
                  <a:pt x="1443243" y="17594"/>
                  <a:pt x="1443481" y="17700"/>
                </a:cubicBezTo>
                <a:cubicBezTo>
                  <a:pt x="1443719" y="17806"/>
                  <a:pt x="1443891" y="17938"/>
                  <a:pt x="1443997" y="18097"/>
                </a:cubicBezTo>
                <a:cubicBezTo>
                  <a:pt x="1444103" y="18256"/>
                  <a:pt x="1444156" y="18428"/>
                  <a:pt x="1444156" y="18613"/>
                </a:cubicBezTo>
                <a:lnTo>
                  <a:pt x="1444156" y="54331"/>
                </a:lnTo>
                <a:moveTo>
                  <a:pt x="1444910" y="6509"/>
                </a:moveTo>
                <a:cubicBezTo>
                  <a:pt x="1444910" y="8043"/>
                  <a:pt x="1444619" y="9088"/>
                  <a:pt x="1444037" y="9644"/>
                </a:cubicBezTo>
                <a:cubicBezTo>
                  <a:pt x="1443455" y="10199"/>
                  <a:pt x="1442383" y="10477"/>
                  <a:pt x="1440822" y="10477"/>
                </a:cubicBezTo>
                <a:cubicBezTo>
                  <a:pt x="1439288" y="10477"/>
                  <a:pt x="1438236" y="10206"/>
                  <a:pt x="1437667" y="9664"/>
                </a:cubicBezTo>
                <a:cubicBezTo>
                  <a:pt x="1437098" y="9121"/>
                  <a:pt x="1436814" y="8096"/>
                  <a:pt x="1436814" y="6588"/>
                </a:cubicBezTo>
                <a:cubicBezTo>
                  <a:pt x="1436814" y="5053"/>
                  <a:pt x="1437105" y="4008"/>
                  <a:pt x="1437687" y="3453"/>
                </a:cubicBezTo>
                <a:cubicBezTo>
                  <a:pt x="1438269" y="2897"/>
                  <a:pt x="1439341" y="2619"/>
                  <a:pt x="1440902" y="2619"/>
                </a:cubicBezTo>
                <a:cubicBezTo>
                  <a:pt x="1442436" y="2619"/>
                  <a:pt x="1443488" y="2890"/>
                  <a:pt x="1444057" y="3433"/>
                </a:cubicBezTo>
                <a:cubicBezTo>
                  <a:pt x="1444626" y="3975"/>
                  <a:pt x="1444910" y="5000"/>
                  <a:pt x="1444910" y="6509"/>
                </a:cubicBezTo>
                <a:close/>
                <a:moveTo>
                  <a:pt x="1487116" y="54331"/>
                </a:moveTo>
                <a:cubicBezTo>
                  <a:pt x="1487116" y="54542"/>
                  <a:pt x="1487063" y="54721"/>
                  <a:pt x="1486957" y="54866"/>
                </a:cubicBezTo>
                <a:cubicBezTo>
                  <a:pt x="1486851" y="55012"/>
                  <a:pt x="1486679" y="55138"/>
                  <a:pt x="1486441" y="55243"/>
                </a:cubicBezTo>
                <a:cubicBezTo>
                  <a:pt x="1486203" y="55349"/>
                  <a:pt x="1485872" y="55429"/>
                  <a:pt x="1485449" y="55482"/>
                </a:cubicBezTo>
                <a:cubicBezTo>
                  <a:pt x="1485025" y="55534"/>
                  <a:pt x="1484496" y="55561"/>
                  <a:pt x="1483861" y="55561"/>
                </a:cubicBezTo>
                <a:cubicBezTo>
                  <a:pt x="1483200" y="55561"/>
                  <a:pt x="1482657" y="55534"/>
                  <a:pt x="1482234" y="55482"/>
                </a:cubicBezTo>
                <a:cubicBezTo>
                  <a:pt x="1481811" y="55429"/>
                  <a:pt x="1481480" y="55349"/>
                  <a:pt x="1481242" y="55243"/>
                </a:cubicBezTo>
                <a:cubicBezTo>
                  <a:pt x="1481004" y="55138"/>
                  <a:pt x="1480832" y="55012"/>
                  <a:pt x="1480726" y="54866"/>
                </a:cubicBezTo>
                <a:cubicBezTo>
                  <a:pt x="1480620" y="54721"/>
                  <a:pt x="1480567" y="54542"/>
                  <a:pt x="1480567" y="54331"/>
                </a:cubicBezTo>
                <a:lnTo>
                  <a:pt x="1480567" y="33416"/>
                </a:lnTo>
                <a:cubicBezTo>
                  <a:pt x="1480567" y="31379"/>
                  <a:pt x="1480409" y="29738"/>
                  <a:pt x="1480091" y="28495"/>
                </a:cubicBezTo>
                <a:cubicBezTo>
                  <a:pt x="1479774" y="27251"/>
                  <a:pt x="1479311" y="26180"/>
                  <a:pt x="1478702" y="25280"/>
                </a:cubicBezTo>
                <a:cubicBezTo>
                  <a:pt x="1478094" y="24381"/>
                  <a:pt x="1477306" y="23693"/>
                  <a:pt x="1476341" y="23217"/>
                </a:cubicBezTo>
                <a:cubicBezTo>
                  <a:pt x="1475375" y="22740"/>
                  <a:pt x="1474257" y="22502"/>
                  <a:pt x="1472987" y="22502"/>
                </a:cubicBezTo>
                <a:cubicBezTo>
                  <a:pt x="1471347" y="22502"/>
                  <a:pt x="1469706" y="23084"/>
                  <a:pt x="1468066" y="24248"/>
                </a:cubicBezTo>
                <a:cubicBezTo>
                  <a:pt x="1466426" y="25413"/>
                  <a:pt x="1464706" y="27119"/>
                  <a:pt x="1462907" y="29368"/>
                </a:cubicBezTo>
                <a:lnTo>
                  <a:pt x="1462907" y="54331"/>
                </a:lnTo>
                <a:cubicBezTo>
                  <a:pt x="1462907" y="54542"/>
                  <a:pt x="1462854" y="54721"/>
                  <a:pt x="1462748" y="54866"/>
                </a:cubicBezTo>
                <a:cubicBezTo>
                  <a:pt x="1462642" y="55012"/>
                  <a:pt x="1462470" y="55138"/>
                  <a:pt x="1462232" y="55243"/>
                </a:cubicBezTo>
                <a:cubicBezTo>
                  <a:pt x="1461994" y="55349"/>
                  <a:pt x="1461663" y="55429"/>
                  <a:pt x="1461240" y="55482"/>
                </a:cubicBezTo>
                <a:cubicBezTo>
                  <a:pt x="1460817" y="55534"/>
                  <a:pt x="1460274" y="55561"/>
                  <a:pt x="1459613" y="55561"/>
                </a:cubicBezTo>
                <a:cubicBezTo>
                  <a:pt x="1458978" y="55561"/>
                  <a:pt x="1458449" y="55534"/>
                  <a:pt x="1458025" y="55482"/>
                </a:cubicBezTo>
                <a:cubicBezTo>
                  <a:pt x="1457602" y="55429"/>
                  <a:pt x="1457265" y="55349"/>
                  <a:pt x="1457013" y="55243"/>
                </a:cubicBezTo>
                <a:cubicBezTo>
                  <a:pt x="1456762" y="55138"/>
                  <a:pt x="1456590" y="55012"/>
                  <a:pt x="1456498" y="54866"/>
                </a:cubicBezTo>
                <a:cubicBezTo>
                  <a:pt x="1456405" y="54721"/>
                  <a:pt x="1456359" y="54542"/>
                  <a:pt x="1456359" y="54331"/>
                </a:cubicBezTo>
                <a:lnTo>
                  <a:pt x="1456359" y="18613"/>
                </a:lnTo>
                <a:cubicBezTo>
                  <a:pt x="1456359" y="18401"/>
                  <a:pt x="1456398" y="18223"/>
                  <a:pt x="1456478" y="18077"/>
                </a:cubicBezTo>
                <a:cubicBezTo>
                  <a:pt x="1456557" y="17932"/>
                  <a:pt x="1456716" y="17799"/>
                  <a:pt x="1456954" y="17680"/>
                </a:cubicBezTo>
                <a:cubicBezTo>
                  <a:pt x="1457192" y="17561"/>
                  <a:pt x="1457496" y="17482"/>
                  <a:pt x="1457867" y="17442"/>
                </a:cubicBezTo>
                <a:cubicBezTo>
                  <a:pt x="1458237" y="17402"/>
                  <a:pt x="1458727" y="17383"/>
                  <a:pt x="1459335" y="17383"/>
                </a:cubicBezTo>
                <a:cubicBezTo>
                  <a:pt x="1459917" y="17383"/>
                  <a:pt x="1460400" y="17402"/>
                  <a:pt x="1460784" y="17442"/>
                </a:cubicBezTo>
                <a:cubicBezTo>
                  <a:pt x="1461167" y="17482"/>
                  <a:pt x="1461465" y="17561"/>
                  <a:pt x="1461677" y="17680"/>
                </a:cubicBezTo>
                <a:cubicBezTo>
                  <a:pt x="1461888" y="17799"/>
                  <a:pt x="1462040" y="17932"/>
                  <a:pt x="1462133" y="18077"/>
                </a:cubicBezTo>
                <a:cubicBezTo>
                  <a:pt x="1462226" y="18223"/>
                  <a:pt x="1462272" y="18401"/>
                  <a:pt x="1462272" y="18613"/>
                </a:cubicBezTo>
                <a:lnTo>
                  <a:pt x="1462272" y="23336"/>
                </a:lnTo>
                <a:cubicBezTo>
                  <a:pt x="1464283" y="21087"/>
                  <a:pt x="1466287" y="19440"/>
                  <a:pt x="1468284" y="18395"/>
                </a:cubicBezTo>
                <a:cubicBezTo>
                  <a:pt x="1470282" y="17350"/>
                  <a:pt x="1472299" y="16827"/>
                  <a:pt x="1474337" y="16827"/>
                </a:cubicBezTo>
                <a:cubicBezTo>
                  <a:pt x="1476718" y="16827"/>
                  <a:pt x="1478722" y="17231"/>
                  <a:pt x="1480349" y="18037"/>
                </a:cubicBezTo>
                <a:cubicBezTo>
                  <a:pt x="1481976" y="18844"/>
                  <a:pt x="1483292" y="19923"/>
                  <a:pt x="1484298" y="21272"/>
                </a:cubicBezTo>
                <a:cubicBezTo>
                  <a:pt x="1485303" y="22621"/>
                  <a:pt x="1486024" y="24202"/>
                  <a:pt x="1486461" y="26014"/>
                </a:cubicBezTo>
                <a:cubicBezTo>
                  <a:pt x="1486897" y="27827"/>
                  <a:pt x="1487116" y="30003"/>
                  <a:pt x="1487116" y="32543"/>
                </a:cubicBezTo>
                <a:lnTo>
                  <a:pt x="1487116" y="54331"/>
                </a:lnTo>
                <a:close/>
                <a:moveTo>
                  <a:pt x="1529279" y="20200"/>
                </a:moveTo>
                <a:cubicBezTo>
                  <a:pt x="1529279" y="21126"/>
                  <a:pt x="1529154" y="21794"/>
                  <a:pt x="1528902" y="22205"/>
                </a:cubicBezTo>
                <a:cubicBezTo>
                  <a:pt x="1528651" y="22615"/>
                  <a:pt x="1528327" y="22820"/>
                  <a:pt x="1527930" y="22820"/>
                </a:cubicBezTo>
                <a:lnTo>
                  <a:pt x="1522810" y="22820"/>
                </a:lnTo>
                <a:cubicBezTo>
                  <a:pt x="1523736" y="23775"/>
                  <a:pt x="1524385" y="24830"/>
                  <a:pt x="1524755" y="25985"/>
                </a:cubicBezTo>
                <a:cubicBezTo>
                  <a:pt x="1525125" y="27139"/>
                  <a:pt x="1525311" y="28339"/>
                  <a:pt x="1525311" y="29586"/>
                </a:cubicBezTo>
                <a:cubicBezTo>
                  <a:pt x="1525311" y="31647"/>
                  <a:pt x="1524980" y="33469"/>
                  <a:pt x="1524319" y="35054"/>
                </a:cubicBezTo>
                <a:cubicBezTo>
                  <a:pt x="1523657" y="36639"/>
                  <a:pt x="1522711" y="37980"/>
                  <a:pt x="1521481" y="39076"/>
                </a:cubicBezTo>
                <a:cubicBezTo>
                  <a:pt x="1520251" y="40173"/>
                  <a:pt x="1518789" y="41011"/>
                  <a:pt x="1517096" y="41593"/>
                </a:cubicBezTo>
                <a:cubicBezTo>
                  <a:pt x="1515402" y="42174"/>
                  <a:pt x="1513524" y="42464"/>
                  <a:pt x="1511460" y="42464"/>
                </a:cubicBezTo>
                <a:cubicBezTo>
                  <a:pt x="1510005" y="42464"/>
                  <a:pt x="1508623" y="42273"/>
                  <a:pt x="1507313" y="41890"/>
                </a:cubicBezTo>
                <a:cubicBezTo>
                  <a:pt x="1506003" y="41507"/>
                  <a:pt x="1504991" y="41025"/>
                  <a:pt x="1504277" y="40444"/>
                </a:cubicBezTo>
                <a:cubicBezTo>
                  <a:pt x="1503801" y="40920"/>
                  <a:pt x="1503410" y="41463"/>
                  <a:pt x="1503106" y="42071"/>
                </a:cubicBezTo>
                <a:cubicBezTo>
                  <a:pt x="1502802" y="42679"/>
                  <a:pt x="1502650" y="43379"/>
                  <a:pt x="1502650" y="44172"/>
                </a:cubicBezTo>
                <a:cubicBezTo>
                  <a:pt x="1502650" y="45098"/>
                  <a:pt x="1503080" y="45865"/>
                  <a:pt x="1503940" y="46474"/>
                </a:cubicBezTo>
                <a:cubicBezTo>
                  <a:pt x="1504799" y="47082"/>
                  <a:pt x="1505944" y="47412"/>
                  <a:pt x="1507372" y="47465"/>
                </a:cubicBezTo>
                <a:lnTo>
                  <a:pt x="1516699" y="47863"/>
                </a:lnTo>
                <a:cubicBezTo>
                  <a:pt x="1518471" y="47916"/>
                  <a:pt x="1520099" y="48161"/>
                  <a:pt x="1521580" y="48600"/>
                </a:cubicBezTo>
                <a:cubicBezTo>
                  <a:pt x="1523062" y="49038"/>
                  <a:pt x="1524345" y="49662"/>
                  <a:pt x="1525430" y="50472"/>
                </a:cubicBezTo>
                <a:cubicBezTo>
                  <a:pt x="1526514" y="51282"/>
                  <a:pt x="1527361" y="52277"/>
                  <a:pt x="1527970" y="53459"/>
                </a:cubicBezTo>
                <a:cubicBezTo>
                  <a:pt x="1528578" y="54640"/>
                  <a:pt x="1528882" y="56014"/>
                  <a:pt x="1528882" y="57581"/>
                </a:cubicBezTo>
                <a:cubicBezTo>
                  <a:pt x="1528882" y="59227"/>
                  <a:pt x="1528538" y="60794"/>
                  <a:pt x="1527851" y="62280"/>
                </a:cubicBezTo>
                <a:cubicBezTo>
                  <a:pt x="1527163" y="63768"/>
                  <a:pt x="1526111" y="65075"/>
                  <a:pt x="1524696" y="66203"/>
                </a:cubicBezTo>
                <a:cubicBezTo>
                  <a:pt x="1523280" y="67332"/>
                  <a:pt x="1521474" y="68221"/>
                  <a:pt x="1519278" y="68872"/>
                </a:cubicBezTo>
                <a:cubicBezTo>
                  <a:pt x="1517082" y="69523"/>
                  <a:pt x="1514490" y="69848"/>
                  <a:pt x="1511500" y="69848"/>
                </a:cubicBezTo>
                <a:cubicBezTo>
                  <a:pt x="1508616" y="69848"/>
                  <a:pt x="1506162" y="69603"/>
                  <a:pt x="1504138" y="69113"/>
                </a:cubicBezTo>
                <a:cubicBezTo>
                  <a:pt x="1502114" y="68623"/>
                  <a:pt x="1500454" y="67955"/>
                  <a:pt x="1499157" y="67107"/>
                </a:cubicBezTo>
                <a:cubicBezTo>
                  <a:pt x="1497861" y="66261"/>
                  <a:pt x="1496922" y="65248"/>
                  <a:pt x="1496340" y="64070"/>
                </a:cubicBezTo>
                <a:cubicBezTo>
                  <a:pt x="1495758" y="62892"/>
                  <a:pt x="1495467" y="61614"/>
                  <a:pt x="1495467" y="60236"/>
                </a:cubicBezTo>
                <a:cubicBezTo>
                  <a:pt x="1495467" y="59363"/>
                  <a:pt x="1495572" y="58516"/>
                  <a:pt x="1495784" y="57695"/>
                </a:cubicBezTo>
                <a:cubicBezTo>
                  <a:pt x="1495996" y="56874"/>
                  <a:pt x="1496320" y="56093"/>
                  <a:pt x="1496756" y="55351"/>
                </a:cubicBezTo>
                <a:cubicBezTo>
                  <a:pt x="1497193" y="54611"/>
                  <a:pt x="1497735" y="53903"/>
                  <a:pt x="1498383" y="53228"/>
                </a:cubicBezTo>
                <a:cubicBezTo>
                  <a:pt x="1499032" y="52553"/>
                  <a:pt x="1499779" y="51884"/>
                  <a:pt x="1500626" y="51221"/>
                </a:cubicBezTo>
                <a:cubicBezTo>
                  <a:pt x="1499329" y="50558"/>
                  <a:pt x="1498370" y="49721"/>
                  <a:pt x="1497748" y="48711"/>
                </a:cubicBezTo>
                <a:cubicBezTo>
                  <a:pt x="1497127" y="47701"/>
                  <a:pt x="1496816" y="46611"/>
                  <a:pt x="1496816" y="45442"/>
                </a:cubicBezTo>
                <a:cubicBezTo>
                  <a:pt x="1496816" y="43822"/>
                  <a:pt x="1497147" y="42373"/>
                  <a:pt x="1497808" y="41098"/>
                </a:cubicBezTo>
                <a:cubicBezTo>
                  <a:pt x="1498469" y="39822"/>
                  <a:pt x="1499290" y="38679"/>
                  <a:pt x="1500269" y="37670"/>
                </a:cubicBezTo>
                <a:cubicBezTo>
                  <a:pt x="1499448" y="36693"/>
                  <a:pt x="1498800" y="35590"/>
                  <a:pt x="1498324" y="34361"/>
                </a:cubicBezTo>
                <a:cubicBezTo>
                  <a:pt x="1497848" y="33132"/>
                  <a:pt x="1497610" y="31647"/>
                  <a:pt x="1497610" y="29904"/>
                </a:cubicBezTo>
                <a:cubicBezTo>
                  <a:pt x="1497610" y="27870"/>
                  <a:pt x="1497954" y="26047"/>
                  <a:pt x="1498641" y="24436"/>
                </a:cubicBezTo>
                <a:cubicBezTo>
                  <a:pt x="1499329" y="22824"/>
                  <a:pt x="1500282" y="21464"/>
                  <a:pt x="1501499" y="20354"/>
                </a:cubicBezTo>
                <a:cubicBezTo>
                  <a:pt x="1502716" y="19245"/>
                  <a:pt x="1504178" y="18393"/>
                  <a:pt x="1505884" y="17798"/>
                </a:cubicBezTo>
                <a:cubicBezTo>
                  <a:pt x="1507591" y="17204"/>
                  <a:pt x="1509449" y="16906"/>
                  <a:pt x="1511460" y="16906"/>
                </a:cubicBezTo>
                <a:cubicBezTo>
                  <a:pt x="1512545" y="16906"/>
                  <a:pt x="1513557" y="16963"/>
                  <a:pt x="1514496" y="17075"/>
                </a:cubicBezTo>
                <a:cubicBezTo>
                  <a:pt x="1515435" y="17187"/>
                  <a:pt x="1516315" y="17342"/>
                  <a:pt x="1517135" y="17541"/>
                </a:cubicBezTo>
                <a:lnTo>
                  <a:pt x="1527930" y="17541"/>
                </a:lnTo>
                <a:cubicBezTo>
                  <a:pt x="1528380" y="17541"/>
                  <a:pt x="1528717" y="17760"/>
                  <a:pt x="1528942" y="18196"/>
                </a:cubicBezTo>
                <a:cubicBezTo>
                  <a:pt x="1529167" y="18633"/>
                  <a:pt x="1529279" y="19301"/>
                  <a:pt x="1529279" y="20200"/>
                </a:cubicBezTo>
                <a:moveTo>
                  <a:pt x="1519040" y="29626"/>
                </a:moveTo>
                <a:cubicBezTo>
                  <a:pt x="1519040" y="27198"/>
                  <a:pt x="1518372" y="25305"/>
                  <a:pt x="1517036" y="23946"/>
                </a:cubicBezTo>
                <a:cubicBezTo>
                  <a:pt x="1515700" y="22587"/>
                  <a:pt x="1513802" y="21907"/>
                  <a:pt x="1511341" y="21907"/>
                </a:cubicBezTo>
                <a:cubicBezTo>
                  <a:pt x="1510071" y="21907"/>
                  <a:pt x="1508966" y="22118"/>
                  <a:pt x="1508027" y="22541"/>
                </a:cubicBezTo>
                <a:cubicBezTo>
                  <a:pt x="1507088" y="22962"/>
                  <a:pt x="1506308" y="23543"/>
                  <a:pt x="1505686" y="24282"/>
                </a:cubicBezTo>
                <a:cubicBezTo>
                  <a:pt x="1505064" y="25021"/>
                  <a:pt x="1504601" y="25872"/>
                  <a:pt x="1504297" y="26835"/>
                </a:cubicBezTo>
                <a:cubicBezTo>
                  <a:pt x="1503992" y="27799"/>
                  <a:pt x="1503840" y="28808"/>
                  <a:pt x="1503840" y="29864"/>
                </a:cubicBezTo>
                <a:cubicBezTo>
                  <a:pt x="1503840" y="32212"/>
                  <a:pt x="1504508" y="34059"/>
                  <a:pt x="1505845" y="35405"/>
                </a:cubicBezTo>
                <a:cubicBezTo>
                  <a:pt x="1507181" y="36751"/>
                  <a:pt x="1509052" y="37424"/>
                  <a:pt x="1511460" y="37424"/>
                </a:cubicBezTo>
                <a:cubicBezTo>
                  <a:pt x="1512757" y="37424"/>
                  <a:pt x="1513881" y="37220"/>
                  <a:pt x="1514833" y="36812"/>
                </a:cubicBezTo>
                <a:cubicBezTo>
                  <a:pt x="1515786" y="36402"/>
                  <a:pt x="1516573" y="35835"/>
                  <a:pt x="1517195" y="35109"/>
                </a:cubicBezTo>
                <a:cubicBezTo>
                  <a:pt x="1517817" y="34383"/>
                  <a:pt x="1518280" y="33545"/>
                  <a:pt x="1518584" y="32595"/>
                </a:cubicBezTo>
                <a:cubicBezTo>
                  <a:pt x="1518888" y="31645"/>
                  <a:pt x="1519040" y="30655"/>
                  <a:pt x="1519040" y="29626"/>
                </a:cubicBezTo>
                <a:moveTo>
                  <a:pt x="1522334" y="57937"/>
                </a:moveTo>
                <a:cubicBezTo>
                  <a:pt x="1522334" y="56392"/>
                  <a:pt x="1521706" y="55200"/>
                  <a:pt x="1520449" y="54362"/>
                </a:cubicBezTo>
                <a:cubicBezTo>
                  <a:pt x="1519192" y="53522"/>
                  <a:pt x="1517492" y="53076"/>
                  <a:pt x="1515349" y="53023"/>
                </a:cubicBezTo>
                <a:lnTo>
                  <a:pt x="1506102" y="52704"/>
                </a:lnTo>
                <a:cubicBezTo>
                  <a:pt x="1505256" y="53369"/>
                  <a:pt x="1504561" y="54002"/>
                  <a:pt x="1504019" y="54601"/>
                </a:cubicBezTo>
                <a:cubicBezTo>
                  <a:pt x="1503477" y="55200"/>
                  <a:pt x="1503047" y="55773"/>
                  <a:pt x="1502729" y="56319"/>
                </a:cubicBezTo>
                <a:cubicBezTo>
                  <a:pt x="1502412" y="56864"/>
                  <a:pt x="1502193" y="57403"/>
                  <a:pt x="1502074" y="57936"/>
                </a:cubicBezTo>
                <a:cubicBezTo>
                  <a:pt x="1501955" y="58469"/>
                  <a:pt x="1501896" y="59015"/>
                  <a:pt x="1501896" y="59574"/>
                </a:cubicBezTo>
                <a:cubicBezTo>
                  <a:pt x="1501896" y="61306"/>
                  <a:pt x="1502769" y="62617"/>
                  <a:pt x="1504515" y="63509"/>
                </a:cubicBezTo>
                <a:cubicBezTo>
                  <a:pt x="1506261" y="64401"/>
                  <a:pt x="1508695" y="64848"/>
                  <a:pt x="1511817" y="64848"/>
                </a:cubicBezTo>
                <a:cubicBezTo>
                  <a:pt x="1513802" y="64848"/>
                  <a:pt x="1515462" y="64654"/>
                  <a:pt x="1516798" y="64268"/>
                </a:cubicBezTo>
                <a:cubicBezTo>
                  <a:pt x="1518134" y="63882"/>
                  <a:pt x="1519212" y="63370"/>
                  <a:pt x="1520032" y="62731"/>
                </a:cubicBezTo>
                <a:cubicBezTo>
                  <a:pt x="1520853" y="62091"/>
                  <a:pt x="1521441" y="61359"/>
                  <a:pt x="1521798" y="60533"/>
                </a:cubicBezTo>
                <a:cubicBezTo>
                  <a:pt x="1522156" y="59708"/>
                  <a:pt x="1522334" y="58842"/>
                  <a:pt x="1522334" y="57937"/>
                </a:cubicBezTo>
                <a:close/>
                <a:moveTo>
                  <a:pt x="1547320" y="23554"/>
                </a:moveTo>
                <a:cubicBezTo>
                  <a:pt x="1547320" y="24405"/>
                  <a:pt x="1547260" y="25122"/>
                  <a:pt x="1547141" y="25707"/>
                </a:cubicBezTo>
                <a:cubicBezTo>
                  <a:pt x="1547022" y="26291"/>
                  <a:pt x="1546797" y="26763"/>
                  <a:pt x="1546466" y="27122"/>
                </a:cubicBezTo>
                <a:cubicBezTo>
                  <a:pt x="1546136" y="27480"/>
                  <a:pt x="1545706" y="27732"/>
                  <a:pt x="1545177" y="27878"/>
                </a:cubicBezTo>
                <a:cubicBezTo>
                  <a:pt x="1544647" y="28025"/>
                  <a:pt x="1543973" y="28098"/>
                  <a:pt x="1543153" y="28098"/>
                </a:cubicBezTo>
                <a:cubicBezTo>
                  <a:pt x="1542306" y="28098"/>
                  <a:pt x="1541618" y="28025"/>
                  <a:pt x="1541089" y="27878"/>
                </a:cubicBezTo>
                <a:cubicBezTo>
                  <a:pt x="1540560" y="27732"/>
                  <a:pt x="1540136" y="27480"/>
                  <a:pt x="1539819" y="27122"/>
                </a:cubicBezTo>
                <a:cubicBezTo>
                  <a:pt x="1539501" y="26763"/>
                  <a:pt x="1539283" y="26291"/>
                  <a:pt x="1539164" y="25707"/>
                </a:cubicBezTo>
                <a:cubicBezTo>
                  <a:pt x="1539045" y="25122"/>
                  <a:pt x="1538986" y="24405"/>
                  <a:pt x="1538986" y="23554"/>
                </a:cubicBezTo>
                <a:cubicBezTo>
                  <a:pt x="1538986" y="22650"/>
                  <a:pt x="1539045" y="21899"/>
                  <a:pt x="1539164" y="21302"/>
                </a:cubicBezTo>
                <a:cubicBezTo>
                  <a:pt x="1539283" y="20704"/>
                  <a:pt x="1539501" y="20226"/>
                  <a:pt x="1539819" y="19868"/>
                </a:cubicBezTo>
                <a:cubicBezTo>
                  <a:pt x="1540136" y="19509"/>
                  <a:pt x="1540560" y="19257"/>
                  <a:pt x="1541089" y="19110"/>
                </a:cubicBezTo>
                <a:cubicBezTo>
                  <a:pt x="1541618" y="18964"/>
                  <a:pt x="1542306" y="18891"/>
                  <a:pt x="1543153" y="18891"/>
                </a:cubicBezTo>
                <a:cubicBezTo>
                  <a:pt x="1543973" y="18891"/>
                  <a:pt x="1544647" y="18964"/>
                  <a:pt x="1545177" y="19110"/>
                </a:cubicBezTo>
                <a:cubicBezTo>
                  <a:pt x="1545706" y="19257"/>
                  <a:pt x="1546136" y="19509"/>
                  <a:pt x="1546466" y="19868"/>
                </a:cubicBezTo>
                <a:cubicBezTo>
                  <a:pt x="1546797" y="20226"/>
                  <a:pt x="1547022" y="20704"/>
                  <a:pt x="1547141" y="21302"/>
                </a:cubicBezTo>
                <a:cubicBezTo>
                  <a:pt x="1547260" y="21899"/>
                  <a:pt x="1547320" y="22650"/>
                  <a:pt x="1547320" y="23554"/>
                </a:cubicBezTo>
                <a:moveTo>
                  <a:pt x="1547320" y="51136"/>
                </a:moveTo>
                <a:cubicBezTo>
                  <a:pt x="1547320" y="52013"/>
                  <a:pt x="1547260" y="52744"/>
                  <a:pt x="1547141" y="53329"/>
                </a:cubicBezTo>
                <a:cubicBezTo>
                  <a:pt x="1547022" y="53913"/>
                  <a:pt x="1546797" y="54385"/>
                  <a:pt x="1546466" y="54744"/>
                </a:cubicBezTo>
                <a:cubicBezTo>
                  <a:pt x="1546136" y="55102"/>
                  <a:pt x="1545706" y="55354"/>
                  <a:pt x="1545177" y="55500"/>
                </a:cubicBezTo>
                <a:cubicBezTo>
                  <a:pt x="1544647" y="55647"/>
                  <a:pt x="1543973" y="55720"/>
                  <a:pt x="1543153" y="55720"/>
                </a:cubicBezTo>
                <a:cubicBezTo>
                  <a:pt x="1542306" y="55720"/>
                  <a:pt x="1541618" y="55647"/>
                  <a:pt x="1541089" y="55500"/>
                </a:cubicBezTo>
                <a:cubicBezTo>
                  <a:pt x="1540560" y="55354"/>
                  <a:pt x="1540136" y="55102"/>
                  <a:pt x="1539819" y="54744"/>
                </a:cubicBezTo>
                <a:cubicBezTo>
                  <a:pt x="1539501" y="54385"/>
                  <a:pt x="1539283" y="53913"/>
                  <a:pt x="1539164" y="53329"/>
                </a:cubicBezTo>
                <a:cubicBezTo>
                  <a:pt x="1539045" y="52744"/>
                  <a:pt x="1538986" y="52013"/>
                  <a:pt x="1538986" y="51136"/>
                </a:cubicBezTo>
                <a:cubicBezTo>
                  <a:pt x="1538986" y="50259"/>
                  <a:pt x="1539045" y="49521"/>
                  <a:pt x="1539164" y="48923"/>
                </a:cubicBezTo>
                <a:cubicBezTo>
                  <a:pt x="1539283" y="48326"/>
                  <a:pt x="1539501" y="47854"/>
                  <a:pt x="1539819" y="47510"/>
                </a:cubicBezTo>
                <a:cubicBezTo>
                  <a:pt x="1540136" y="47164"/>
                  <a:pt x="1540560" y="46911"/>
                  <a:pt x="1541089" y="46752"/>
                </a:cubicBezTo>
                <a:cubicBezTo>
                  <a:pt x="1541618" y="46592"/>
                  <a:pt x="1542306" y="46512"/>
                  <a:pt x="1543153" y="46512"/>
                </a:cubicBezTo>
                <a:cubicBezTo>
                  <a:pt x="1543973" y="46512"/>
                  <a:pt x="1544647" y="46592"/>
                  <a:pt x="1545177" y="46752"/>
                </a:cubicBezTo>
                <a:cubicBezTo>
                  <a:pt x="1545706" y="46911"/>
                  <a:pt x="1546136" y="47164"/>
                  <a:pt x="1546466" y="47510"/>
                </a:cubicBezTo>
                <a:cubicBezTo>
                  <a:pt x="1546797" y="47854"/>
                  <a:pt x="1547022" y="48326"/>
                  <a:pt x="1547141" y="48923"/>
                </a:cubicBezTo>
                <a:cubicBezTo>
                  <a:pt x="1547260" y="49521"/>
                  <a:pt x="1547320" y="50259"/>
                  <a:pt x="1547320" y="51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[acommitwithrefinedcontext]">
            <a:extLst xmlns:a="http://schemas.openxmlformats.org/drawingml/2006/main">
              <a:ext uri="{FF2B5EF4-FFF2-40B4-BE49-F238E27FC236}">
                <a16:creationId xmlns:a16="http://schemas.microsoft.com/office/drawing/2014/main" id="{1B2E3845-671E-45ED-B2DE-992C1361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629" y="454203"/>
            <a:ext cx="1056170" cy="69610"/>
          </a:xfrm>
          <a:custGeom xmlns:a="http://schemas.openxmlformats.org/drawingml/2006/main">
            <a:pathLst>
              <a:path w="1056170" h="69610">
                <a:moveTo>
                  <a:pt x="16708" y="66038"/>
                </a:moveTo>
                <a:cubicBezTo>
                  <a:pt x="16708" y="67361"/>
                  <a:pt x="16589" y="68287"/>
                  <a:pt x="16351" y="68816"/>
                </a:cubicBezTo>
                <a:cubicBezTo>
                  <a:pt x="16113" y="69345"/>
                  <a:pt x="15769" y="69610"/>
                  <a:pt x="15319" y="69610"/>
                </a:cubicBezTo>
                <a:lnTo>
                  <a:pt x="3056" y="69610"/>
                </a:lnTo>
                <a:cubicBezTo>
                  <a:pt x="2606" y="69610"/>
                  <a:pt x="2196" y="69544"/>
                  <a:pt x="1826" y="69411"/>
                </a:cubicBezTo>
                <a:cubicBezTo>
                  <a:pt x="1455" y="69279"/>
                  <a:pt x="1138" y="69080"/>
                  <a:pt x="873" y="68815"/>
                </a:cubicBezTo>
                <a:cubicBezTo>
                  <a:pt x="609" y="68550"/>
                  <a:pt x="397" y="68206"/>
                  <a:pt x="238" y="67783"/>
                </a:cubicBezTo>
                <a:cubicBezTo>
                  <a:pt x="79" y="67360"/>
                  <a:pt x="0" y="66857"/>
                  <a:pt x="0" y="66274"/>
                </a:cubicBezTo>
                <a:lnTo>
                  <a:pt x="0" y="3296"/>
                </a:lnTo>
                <a:cubicBezTo>
                  <a:pt x="0" y="2740"/>
                  <a:pt x="79" y="2250"/>
                  <a:pt x="238" y="1827"/>
                </a:cubicBezTo>
                <a:cubicBezTo>
                  <a:pt x="397" y="1403"/>
                  <a:pt x="609" y="1053"/>
                  <a:pt x="873" y="775"/>
                </a:cubicBezTo>
                <a:cubicBezTo>
                  <a:pt x="1138" y="496"/>
                  <a:pt x="1455" y="298"/>
                  <a:pt x="1826" y="179"/>
                </a:cubicBezTo>
                <a:cubicBezTo>
                  <a:pt x="2196" y="60"/>
                  <a:pt x="2606" y="0"/>
                  <a:pt x="3056" y="0"/>
                </a:cubicBezTo>
                <a:lnTo>
                  <a:pt x="15319" y="0"/>
                </a:lnTo>
                <a:cubicBezTo>
                  <a:pt x="15531" y="0"/>
                  <a:pt x="15729" y="60"/>
                  <a:pt x="15914" y="179"/>
                </a:cubicBezTo>
                <a:cubicBezTo>
                  <a:pt x="16099" y="298"/>
                  <a:pt x="16252" y="496"/>
                  <a:pt x="16371" y="774"/>
                </a:cubicBezTo>
                <a:cubicBezTo>
                  <a:pt x="16490" y="1052"/>
                  <a:pt x="16576" y="1415"/>
                  <a:pt x="16629" y="1865"/>
                </a:cubicBezTo>
                <a:cubicBezTo>
                  <a:pt x="16682" y="2315"/>
                  <a:pt x="16708" y="2884"/>
                  <a:pt x="16708" y="3572"/>
                </a:cubicBezTo>
                <a:cubicBezTo>
                  <a:pt x="16708" y="4921"/>
                  <a:pt x="16589" y="5854"/>
                  <a:pt x="16351" y="6370"/>
                </a:cubicBezTo>
                <a:cubicBezTo>
                  <a:pt x="16113" y="6886"/>
                  <a:pt x="15769" y="7144"/>
                  <a:pt x="15319" y="7144"/>
                </a:cubicBezTo>
                <a:lnTo>
                  <a:pt x="9326" y="7144"/>
                </a:lnTo>
                <a:lnTo>
                  <a:pt x="9326" y="62466"/>
                </a:lnTo>
                <a:lnTo>
                  <a:pt x="15319" y="62466"/>
                </a:lnTo>
                <a:cubicBezTo>
                  <a:pt x="15531" y="62466"/>
                  <a:pt x="15729" y="62519"/>
                  <a:pt x="15914" y="62625"/>
                </a:cubicBezTo>
                <a:cubicBezTo>
                  <a:pt x="16099" y="62731"/>
                  <a:pt x="16252" y="62929"/>
                  <a:pt x="16371" y="63220"/>
                </a:cubicBezTo>
                <a:cubicBezTo>
                  <a:pt x="16490" y="63511"/>
                  <a:pt x="16576" y="63882"/>
                  <a:pt x="16629" y="64332"/>
                </a:cubicBezTo>
                <a:cubicBezTo>
                  <a:pt x="16682" y="64781"/>
                  <a:pt x="16708" y="65350"/>
                  <a:pt x="16708" y="66038"/>
                </a:cubicBezTo>
                <a:close/>
                <a:moveTo>
                  <a:pt x="55330" y="54964"/>
                </a:moveTo>
                <a:cubicBezTo>
                  <a:pt x="55330" y="55335"/>
                  <a:pt x="55198" y="55626"/>
                  <a:pt x="54934" y="55839"/>
                </a:cubicBezTo>
                <a:cubicBezTo>
                  <a:pt x="54669" y="56050"/>
                  <a:pt x="54252" y="56203"/>
                  <a:pt x="53683" y="56295"/>
                </a:cubicBezTo>
                <a:cubicBezTo>
                  <a:pt x="53115" y="56388"/>
                  <a:pt x="52275" y="56434"/>
                  <a:pt x="51163" y="56434"/>
                </a:cubicBezTo>
                <a:cubicBezTo>
                  <a:pt x="49973" y="56434"/>
                  <a:pt x="49106" y="56388"/>
                  <a:pt x="48564" y="56295"/>
                </a:cubicBezTo>
                <a:cubicBezTo>
                  <a:pt x="48021" y="56203"/>
                  <a:pt x="47638" y="56050"/>
                  <a:pt x="47413" y="55839"/>
                </a:cubicBezTo>
                <a:cubicBezTo>
                  <a:pt x="47188" y="55627"/>
                  <a:pt x="47076" y="55336"/>
                  <a:pt x="47076" y="54966"/>
                </a:cubicBezTo>
                <a:lnTo>
                  <a:pt x="47076" y="52148"/>
                </a:lnTo>
                <a:cubicBezTo>
                  <a:pt x="45620" y="53709"/>
                  <a:pt x="43960" y="54933"/>
                  <a:pt x="42095" y="55819"/>
                </a:cubicBezTo>
                <a:cubicBezTo>
                  <a:pt x="40230" y="56705"/>
                  <a:pt x="38159" y="57148"/>
                  <a:pt x="35884" y="57148"/>
                </a:cubicBezTo>
                <a:cubicBezTo>
                  <a:pt x="34006" y="57148"/>
                  <a:pt x="32279" y="56903"/>
                  <a:pt x="30705" y="56412"/>
                </a:cubicBezTo>
                <a:cubicBezTo>
                  <a:pt x="29131" y="55921"/>
                  <a:pt x="27768" y="55191"/>
                  <a:pt x="26617" y="54222"/>
                </a:cubicBezTo>
                <a:cubicBezTo>
                  <a:pt x="25466" y="53253"/>
                  <a:pt x="24573" y="52052"/>
                  <a:pt x="23938" y="50619"/>
                </a:cubicBezTo>
                <a:cubicBezTo>
                  <a:pt x="23303" y="49185"/>
                  <a:pt x="22986" y="47512"/>
                  <a:pt x="22986" y="45601"/>
                </a:cubicBezTo>
                <a:cubicBezTo>
                  <a:pt x="22986" y="43530"/>
                  <a:pt x="23389" y="41731"/>
                  <a:pt x="24196" y="40205"/>
                </a:cubicBezTo>
                <a:cubicBezTo>
                  <a:pt x="25003" y="38679"/>
                  <a:pt x="26207" y="37418"/>
                  <a:pt x="27808" y="36422"/>
                </a:cubicBezTo>
                <a:cubicBezTo>
                  <a:pt x="29409" y="35427"/>
                  <a:pt x="31399" y="34690"/>
                  <a:pt x="33781" y="34212"/>
                </a:cubicBezTo>
                <a:cubicBezTo>
                  <a:pt x="36162" y="33734"/>
                  <a:pt x="38927" y="33495"/>
                  <a:pt x="42075" y="33495"/>
                </a:cubicBezTo>
                <a:lnTo>
                  <a:pt x="45528" y="33495"/>
                </a:lnTo>
                <a:lnTo>
                  <a:pt x="45528" y="31362"/>
                </a:lnTo>
                <a:cubicBezTo>
                  <a:pt x="45528" y="30256"/>
                  <a:pt x="45415" y="29288"/>
                  <a:pt x="45191" y="28459"/>
                </a:cubicBezTo>
                <a:cubicBezTo>
                  <a:pt x="44966" y="27629"/>
                  <a:pt x="44595" y="26937"/>
                  <a:pt x="44079" y="26384"/>
                </a:cubicBezTo>
                <a:cubicBezTo>
                  <a:pt x="43563" y="25831"/>
                  <a:pt x="42875" y="25423"/>
                  <a:pt x="42016" y="25160"/>
                </a:cubicBezTo>
                <a:cubicBezTo>
                  <a:pt x="41156" y="24896"/>
                  <a:pt x="40091" y="24764"/>
                  <a:pt x="38821" y="24764"/>
                </a:cubicBezTo>
                <a:cubicBezTo>
                  <a:pt x="37154" y="24764"/>
                  <a:pt x="35666" y="24950"/>
                  <a:pt x="34356" y="25320"/>
                </a:cubicBezTo>
                <a:cubicBezTo>
                  <a:pt x="33046" y="25690"/>
                  <a:pt x="31889" y="26100"/>
                  <a:pt x="30884" y="26550"/>
                </a:cubicBezTo>
                <a:cubicBezTo>
                  <a:pt x="29878" y="27000"/>
                  <a:pt x="29038" y="27410"/>
                  <a:pt x="28363" y="27780"/>
                </a:cubicBezTo>
                <a:cubicBezTo>
                  <a:pt x="27689" y="28151"/>
                  <a:pt x="27140" y="28336"/>
                  <a:pt x="26717" y="28336"/>
                </a:cubicBezTo>
                <a:cubicBezTo>
                  <a:pt x="26425" y="28336"/>
                  <a:pt x="26168" y="28243"/>
                  <a:pt x="25943" y="28057"/>
                </a:cubicBezTo>
                <a:cubicBezTo>
                  <a:pt x="25718" y="27871"/>
                  <a:pt x="25533" y="27605"/>
                  <a:pt x="25387" y="27260"/>
                </a:cubicBezTo>
                <a:cubicBezTo>
                  <a:pt x="25241" y="26914"/>
                  <a:pt x="25129" y="26489"/>
                  <a:pt x="25050" y="25983"/>
                </a:cubicBezTo>
                <a:cubicBezTo>
                  <a:pt x="24970" y="25477"/>
                  <a:pt x="24931" y="24919"/>
                  <a:pt x="24931" y="24308"/>
                </a:cubicBezTo>
                <a:cubicBezTo>
                  <a:pt x="24931" y="23484"/>
                  <a:pt x="24997" y="22832"/>
                  <a:pt x="25129" y="22353"/>
                </a:cubicBezTo>
                <a:cubicBezTo>
                  <a:pt x="25261" y="21875"/>
                  <a:pt x="25513" y="21443"/>
                  <a:pt x="25883" y="21057"/>
                </a:cubicBezTo>
                <a:cubicBezTo>
                  <a:pt x="26253" y="20671"/>
                  <a:pt x="26902" y="20247"/>
                  <a:pt x="27828" y="19784"/>
                </a:cubicBezTo>
                <a:cubicBezTo>
                  <a:pt x="28754" y="19321"/>
                  <a:pt x="29838" y="18891"/>
                  <a:pt x="31082" y="18494"/>
                </a:cubicBezTo>
                <a:cubicBezTo>
                  <a:pt x="32326" y="18097"/>
                  <a:pt x="33681" y="17773"/>
                  <a:pt x="35150" y="17522"/>
                </a:cubicBezTo>
                <a:cubicBezTo>
                  <a:pt x="36618" y="17270"/>
                  <a:pt x="38133" y="17145"/>
                  <a:pt x="39694" y="17145"/>
                </a:cubicBezTo>
                <a:cubicBezTo>
                  <a:pt x="42472" y="17145"/>
                  <a:pt x="44847" y="17416"/>
                  <a:pt x="46818" y="17959"/>
                </a:cubicBezTo>
                <a:cubicBezTo>
                  <a:pt x="48789" y="18502"/>
                  <a:pt x="50409" y="19336"/>
                  <a:pt x="51679" y="20462"/>
                </a:cubicBezTo>
                <a:cubicBezTo>
                  <a:pt x="52949" y="21587"/>
                  <a:pt x="53875" y="23037"/>
                  <a:pt x="54457" y="24811"/>
                </a:cubicBezTo>
                <a:cubicBezTo>
                  <a:pt x="55039" y="26586"/>
                  <a:pt x="55330" y="28691"/>
                  <a:pt x="55330" y="31128"/>
                </a:cubicBezTo>
                <a:lnTo>
                  <a:pt x="55330" y="54964"/>
                </a:lnTo>
                <a:moveTo>
                  <a:pt x="45528" y="39766"/>
                </a:moveTo>
                <a:lnTo>
                  <a:pt x="41718" y="39766"/>
                </a:lnTo>
                <a:cubicBezTo>
                  <a:pt x="40104" y="39766"/>
                  <a:pt x="38728" y="39886"/>
                  <a:pt x="37591" y="40125"/>
                </a:cubicBezTo>
                <a:cubicBezTo>
                  <a:pt x="36453" y="40365"/>
                  <a:pt x="35527" y="40725"/>
                  <a:pt x="34813" y="41206"/>
                </a:cubicBezTo>
                <a:cubicBezTo>
                  <a:pt x="34098" y="41685"/>
                  <a:pt x="33576" y="42265"/>
                  <a:pt x="33245" y="42946"/>
                </a:cubicBezTo>
                <a:cubicBezTo>
                  <a:pt x="32914" y="43625"/>
                  <a:pt x="32749" y="44405"/>
                  <a:pt x="32749" y="45285"/>
                </a:cubicBezTo>
                <a:cubicBezTo>
                  <a:pt x="32749" y="46778"/>
                  <a:pt x="33218" y="47951"/>
                  <a:pt x="34158" y="48804"/>
                </a:cubicBezTo>
                <a:cubicBezTo>
                  <a:pt x="35097" y="49658"/>
                  <a:pt x="36400" y="50084"/>
                  <a:pt x="38067" y="50084"/>
                </a:cubicBezTo>
                <a:cubicBezTo>
                  <a:pt x="39469" y="50084"/>
                  <a:pt x="40759" y="49725"/>
                  <a:pt x="41936" y="49005"/>
                </a:cubicBezTo>
                <a:cubicBezTo>
                  <a:pt x="43114" y="48285"/>
                  <a:pt x="44311" y="47232"/>
                  <a:pt x="45528" y="45845"/>
                </a:cubicBezTo>
                <a:lnTo>
                  <a:pt x="45528" y="39766"/>
                </a:lnTo>
                <a:close/>
                <a:moveTo>
                  <a:pt x="109665" y="49211"/>
                </a:moveTo>
                <a:cubicBezTo>
                  <a:pt x="109665" y="49899"/>
                  <a:pt x="109645" y="50474"/>
                  <a:pt x="109605" y="50937"/>
                </a:cubicBezTo>
                <a:cubicBezTo>
                  <a:pt x="109565" y="51400"/>
                  <a:pt x="109512" y="51791"/>
                  <a:pt x="109446" y="52108"/>
                </a:cubicBezTo>
                <a:cubicBezTo>
                  <a:pt x="109380" y="52426"/>
                  <a:pt x="109301" y="52684"/>
                  <a:pt x="109208" y="52882"/>
                </a:cubicBezTo>
                <a:cubicBezTo>
                  <a:pt x="109116" y="53081"/>
                  <a:pt x="108910" y="53332"/>
                  <a:pt x="108593" y="53636"/>
                </a:cubicBezTo>
                <a:cubicBezTo>
                  <a:pt x="108276" y="53940"/>
                  <a:pt x="107733" y="54311"/>
                  <a:pt x="106966" y="54747"/>
                </a:cubicBezTo>
                <a:cubicBezTo>
                  <a:pt x="106199" y="55184"/>
                  <a:pt x="105325" y="55574"/>
                  <a:pt x="104347" y="55918"/>
                </a:cubicBezTo>
                <a:cubicBezTo>
                  <a:pt x="103368" y="56262"/>
                  <a:pt x="102303" y="56540"/>
                  <a:pt x="101152" y="56752"/>
                </a:cubicBezTo>
                <a:cubicBezTo>
                  <a:pt x="100001" y="56963"/>
                  <a:pt x="98817" y="57069"/>
                  <a:pt x="97600" y="57069"/>
                </a:cubicBezTo>
                <a:cubicBezTo>
                  <a:pt x="94875" y="57069"/>
                  <a:pt x="92460" y="56646"/>
                  <a:pt x="90357" y="55799"/>
                </a:cubicBezTo>
                <a:cubicBezTo>
                  <a:pt x="88254" y="54952"/>
                  <a:pt x="86488" y="53702"/>
                  <a:pt x="85059" y="52049"/>
                </a:cubicBezTo>
                <a:cubicBezTo>
                  <a:pt x="83630" y="50395"/>
                  <a:pt x="82552" y="48378"/>
                  <a:pt x="81825" y="45997"/>
                </a:cubicBezTo>
                <a:cubicBezTo>
                  <a:pt x="81097" y="43615"/>
                  <a:pt x="80733" y="40890"/>
                  <a:pt x="80733" y="37821"/>
                </a:cubicBezTo>
                <a:cubicBezTo>
                  <a:pt x="80733" y="34276"/>
                  <a:pt x="81176" y="31213"/>
                  <a:pt x="82063" y="28634"/>
                </a:cubicBezTo>
                <a:cubicBezTo>
                  <a:pt x="82949" y="26054"/>
                  <a:pt x="84186" y="23918"/>
                  <a:pt x="85773" y="22224"/>
                </a:cubicBezTo>
                <a:cubicBezTo>
                  <a:pt x="87361" y="20531"/>
                  <a:pt x="89239" y="19274"/>
                  <a:pt x="91409" y="18454"/>
                </a:cubicBezTo>
                <a:cubicBezTo>
                  <a:pt x="93578" y="17634"/>
                  <a:pt x="95960" y="17224"/>
                  <a:pt x="98552" y="17224"/>
                </a:cubicBezTo>
                <a:cubicBezTo>
                  <a:pt x="99611" y="17224"/>
                  <a:pt x="100649" y="17316"/>
                  <a:pt x="101668" y="17502"/>
                </a:cubicBezTo>
                <a:cubicBezTo>
                  <a:pt x="102686" y="17687"/>
                  <a:pt x="103639" y="17938"/>
                  <a:pt x="104525" y="18256"/>
                </a:cubicBezTo>
                <a:cubicBezTo>
                  <a:pt x="105411" y="18573"/>
                  <a:pt x="106205" y="18930"/>
                  <a:pt x="106906" y="19327"/>
                </a:cubicBezTo>
                <a:cubicBezTo>
                  <a:pt x="107607" y="19724"/>
                  <a:pt x="108104" y="20068"/>
                  <a:pt x="108395" y="20359"/>
                </a:cubicBezTo>
                <a:cubicBezTo>
                  <a:pt x="108686" y="20650"/>
                  <a:pt x="108891" y="20895"/>
                  <a:pt x="109010" y="21093"/>
                </a:cubicBezTo>
                <a:cubicBezTo>
                  <a:pt x="109129" y="21292"/>
                  <a:pt x="109221" y="21550"/>
                  <a:pt x="109288" y="21867"/>
                </a:cubicBezTo>
                <a:cubicBezTo>
                  <a:pt x="109354" y="22185"/>
                  <a:pt x="109407" y="22575"/>
                  <a:pt x="109446" y="23038"/>
                </a:cubicBezTo>
                <a:cubicBezTo>
                  <a:pt x="109486" y="23501"/>
                  <a:pt x="109506" y="24063"/>
                  <a:pt x="109506" y="24725"/>
                </a:cubicBezTo>
                <a:cubicBezTo>
                  <a:pt x="109506" y="26259"/>
                  <a:pt x="109374" y="27337"/>
                  <a:pt x="109109" y="27959"/>
                </a:cubicBezTo>
                <a:cubicBezTo>
                  <a:pt x="108844" y="28581"/>
                  <a:pt x="108500" y="28892"/>
                  <a:pt x="108077" y="28892"/>
                </a:cubicBezTo>
                <a:cubicBezTo>
                  <a:pt x="107627" y="28892"/>
                  <a:pt x="107151" y="28706"/>
                  <a:pt x="106648" y="28336"/>
                </a:cubicBezTo>
                <a:cubicBezTo>
                  <a:pt x="106146" y="27966"/>
                  <a:pt x="105550" y="27556"/>
                  <a:pt x="104862" y="27106"/>
                </a:cubicBezTo>
                <a:cubicBezTo>
                  <a:pt x="104175" y="26656"/>
                  <a:pt x="103354" y="26246"/>
                  <a:pt x="102402" y="25876"/>
                </a:cubicBezTo>
                <a:cubicBezTo>
                  <a:pt x="101449" y="25505"/>
                  <a:pt x="100312" y="25320"/>
                  <a:pt x="98989" y="25320"/>
                </a:cubicBezTo>
                <a:cubicBezTo>
                  <a:pt x="96396" y="25320"/>
                  <a:pt x="94412" y="26319"/>
                  <a:pt x="93036" y="28316"/>
                </a:cubicBezTo>
                <a:cubicBezTo>
                  <a:pt x="91660" y="30314"/>
                  <a:pt x="90972" y="33244"/>
                  <a:pt x="90972" y="37107"/>
                </a:cubicBezTo>
                <a:cubicBezTo>
                  <a:pt x="90972" y="39012"/>
                  <a:pt x="91144" y="40692"/>
                  <a:pt x="91488" y="42147"/>
                </a:cubicBezTo>
                <a:cubicBezTo>
                  <a:pt x="91832" y="43602"/>
                  <a:pt x="92341" y="44819"/>
                  <a:pt x="93016" y="45798"/>
                </a:cubicBezTo>
                <a:cubicBezTo>
                  <a:pt x="93691" y="46777"/>
                  <a:pt x="94537" y="47511"/>
                  <a:pt x="95556" y="48001"/>
                </a:cubicBezTo>
                <a:cubicBezTo>
                  <a:pt x="96575" y="48490"/>
                  <a:pt x="97759" y="48735"/>
                  <a:pt x="99108" y="48735"/>
                </a:cubicBezTo>
                <a:cubicBezTo>
                  <a:pt x="100484" y="48735"/>
                  <a:pt x="101668" y="48530"/>
                  <a:pt x="102660" y="48120"/>
                </a:cubicBezTo>
                <a:cubicBezTo>
                  <a:pt x="103652" y="47710"/>
                  <a:pt x="104519" y="47253"/>
                  <a:pt x="105259" y="46751"/>
                </a:cubicBezTo>
                <a:cubicBezTo>
                  <a:pt x="106000" y="46248"/>
                  <a:pt x="106622" y="45791"/>
                  <a:pt x="107125" y="45381"/>
                </a:cubicBezTo>
                <a:cubicBezTo>
                  <a:pt x="107627" y="44971"/>
                  <a:pt x="108051" y="44766"/>
                  <a:pt x="108395" y="44766"/>
                </a:cubicBezTo>
                <a:cubicBezTo>
                  <a:pt x="108633" y="44766"/>
                  <a:pt x="108831" y="44832"/>
                  <a:pt x="108990" y="44965"/>
                </a:cubicBezTo>
                <a:cubicBezTo>
                  <a:pt x="109149" y="45097"/>
                  <a:pt x="109274" y="45342"/>
                  <a:pt x="109367" y="45699"/>
                </a:cubicBezTo>
                <a:cubicBezTo>
                  <a:pt x="109459" y="46056"/>
                  <a:pt x="109532" y="46512"/>
                  <a:pt x="109585" y="47068"/>
                </a:cubicBezTo>
                <a:cubicBezTo>
                  <a:pt x="109638" y="47624"/>
                  <a:pt x="109665" y="48338"/>
                  <a:pt x="109665" y="49211"/>
                </a:cubicBezTo>
                <a:close/>
                <a:moveTo>
                  <a:pt x="152022" y="36788"/>
                </a:moveTo>
                <a:cubicBezTo>
                  <a:pt x="152022" y="39811"/>
                  <a:pt x="151625" y="42568"/>
                  <a:pt x="150831" y="45060"/>
                </a:cubicBezTo>
                <a:cubicBezTo>
                  <a:pt x="150037" y="47552"/>
                  <a:pt x="148833" y="49699"/>
                  <a:pt x="147219" y="51502"/>
                </a:cubicBezTo>
                <a:cubicBezTo>
                  <a:pt x="145606" y="53304"/>
                  <a:pt x="143582" y="54696"/>
                  <a:pt x="141147" y="55678"/>
                </a:cubicBezTo>
                <a:cubicBezTo>
                  <a:pt x="138713" y="56658"/>
                  <a:pt x="135869" y="57148"/>
                  <a:pt x="132615" y="57148"/>
                </a:cubicBezTo>
                <a:cubicBezTo>
                  <a:pt x="129466" y="57148"/>
                  <a:pt x="126728" y="56711"/>
                  <a:pt x="124400" y="55836"/>
                </a:cubicBezTo>
                <a:cubicBezTo>
                  <a:pt x="122072" y="54961"/>
                  <a:pt x="120140" y="53689"/>
                  <a:pt x="118606" y="52019"/>
                </a:cubicBezTo>
                <a:cubicBezTo>
                  <a:pt x="117071" y="50349"/>
                  <a:pt x="115933" y="48294"/>
                  <a:pt x="115193" y="45855"/>
                </a:cubicBezTo>
                <a:cubicBezTo>
                  <a:pt x="114452" y="43416"/>
                  <a:pt x="114081" y="40633"/>
                  <a:pt x="114081" y="37505"/>
                </a:cubicBezTo>
                <a:cubicBezTo>
                  <a:pt x="114081" y="34482"/>
                  <a:pt x="114485" y="31718"/>
                  <a:pt x="115292" y="29213"/>
                </a:cubicBezTo>
                <a:cubicBezTo>
                  <a:pt x="116099" y="26708"/>
                  <a:pt x="117309" y="24560"/>
                  <a:pt x="118923" y="22771"/>
                </a:cubicBezTo>
                <a:cubicBezTo>
                  <a:pt x="120537" y="20982"/>
                  <a:pt x="122554" y="19597"/>
                  <a:pt x="124975" y="18617"/>
                </a:cubicBezTo>
                <a:cubicBezTo>
                  <a:pt x="127396" y="17635"/>
                  <a:pt x="130234" y="17145"/>
                  <a:pt x="133488" y="17145"/>
                </a:cubicBezTo>
                <a:cubicBezTo>
                  <a:pt x="136663" y="17145"/>
                  <a:pt x="139414" y="17575"/>
                  <a:pt x="141743" y="18437"/>
                </a:cubicBezTo>
                <a:cubicBezTo>
                  <a:pt x="144071" y="19298"/>
                  <a:pt x="145996" y="20564"/>
                  <a:pt x="147517" y="22234"/>
                </a:cubicBezTo>
                <a:cubicBezTo>
                  <a:pt x="149038" y="23904"/>
                  <a:pt x="150169" y="25959"/>
                  <a:pt x="150910" y="28398"/>
                </a:cubicBezTo>
                <a:cubicBezTo>
                  <a:pt x="151651" y="30837"/>
                  <a:pt x="152022" y="33634"/>
                  <a:pt x="152022" y="36788"/>
                </a:cubicBezTo>
                <a:moveTo>
                  <a:pt x="141743" y="37186"/>
                </a:moveTo>
                <a:cubicBezTo>
                  <a:pt x="141743" y="35440"/>
                  <a:pt x="141604" y="33833"/>
                  <a:pt x="141326" y="32364"/>
                </a:cubicBezTo>
                <a:cubicBezTo>
                  <a:pt x="141048" y="30896"/>
                  <a:pt x="140579" y="29619"/>
                  <a:pt x="139917" y="28535"/>
                </a:cubicBezTo>
                <a:cubicBezTo>
                  <a:pt x="139256" y="27450"/>
                  <a:pt x="138376" y="26603"/>
                  <a:pt x="137278" y="25995"/>
                </a:cubicBezTo>
                <a:cubicBezTo>
                  <a:pt x="136180" y="25386"/>
                  <a:pt x="134798" y="25082"/>
                  <a:pt x="133131" y="25082"/>
                </a:cubicBezTo>
                <a:cubicBezTo>
                  <a:pt x="131649" y="25082"/>
                  <a:pt x="130353" y="25353"/>
                  <a:pt x="129242" y="25895"/>
                </a:cubicBezTo>
                <a:cubicBezTo>
                  <a:pt x="128130" y="26438"/>
                  <a:pt x="127218" y="27231"/>
                  <a:pt x="126503" y="28277"/>
                </a:cubicBezTo>
                <a:cubicBezTo>
                  <a:pt x="125789" y="29322"/>
                  <a:pt x="125253" y="30578"/>
                  <a:pt x="124896" y="32047"/>
                </a:cubicBezTo>
                <a:cubicBezTo>
                  <a:pt x="124539" y="33515"/>
                  <a:pt x="124360" y="35189"/>
                  <a:pt x="124360" y="37067"/>
                </a:cubicBezTo>
                <a:cubicBezTo>
                  <a:pt x="124360" y="38813"/>
                  <a:pt x="124506" y="40421"/>
                  <a:pt x="124797" y="41889"/>
                </a:cubicBezTo>
                <a:cubicBezTo>
                  <a:pt x="125088" y="43357"/>
                  <a:pt x="125557" y="44634"/>
                  <a:pt x="126206" y="45719"/>
                </a:cubicBezTo>
                <a:cubicBezTo>
                  <a:pt x="126854" y="46803"/>
                  <a:pt x="127733" y="47643"/>
                  <a:pt x="128845" y="48239"/>
                </a:cubicBezTo>
                <a:cubicBezTo>
                  <a:pt x="129956" y="48834"/>
                  <a:pt x="131332" y="49132"/>
                  <a:pt x="132972" y="49132"/>
                </a:cubicBezTo>
                <a:cubicBezTo>
                  <a:pt x="134480" y="49132"/>
                  <a:pt x="135790" y="48861"/>
                  <a:pt x="136901" y="48318"/>
                </a:cubicBezTo>
                <a:cubicBezTo>
                  <a:pt x="138012" y="47776"/>
                  <a:pt x="138925" y="46989"/>
                  <a:pt x="139639" y="45957"/>
                </a:cubicBezTo>
                <a:cubicBezTo>
                  <a:pt x="140354" y="44925"/>
                  <a:pt x="140883" y="43675"/>
                  <a:pt x="141227" y="42206"/>
                </a:cubicBezTo>
                <a:cubicBezTo>
                  <a:pt x="141571" y="40738"/>
                  <a:pt x="141743" y="39065"/>
                  <a:pt x="141743" y="37186"/>
                </a:cubicBezTo>
                <a:close/>
                <a:moveTo>
                  <a:pt x="216299" y="54845"/>
                </a:moveTo>
                <a:cubicBezTo>
                  <a:pt x="216299" y="55110"/>
                  <a:pt x="216220" y="55342"/>
                  <a:pt x="216061" y="55541"/>
                </a:cubicBezTo>
                <a:cubicBezTo>
                  <a:pt x="215902" y="55740"/>
                  <a:pt x="215638" y="55905"/>
                  <a:pt x="215267" y="56037"/>
                </a:cubicBezTo>
                <a:cubicBezTo>
                  <a:pt x="214897" y="56169"/>
                  <a:pt x="214394" y="56269"/>
                  <a:pt x="213759" y="56335"/>
                </a:cubicBezTo>
                <a:cubicBezTo>
                  <a:pt x="213124" y="56401"/>
                  <a:pt x="212317" y="56434"/>
                  <a:pt x="211338" y="56434"/>
                </a:cubicBezTo>
                <a:cubicBezTo>
                  <a:pt x="210333" y="56434"/>
                  <a:pt x="209513" y="56401"/>
                  <a:pt x="208878" y="56335"/>
                </a:cubicBezTo>
                <a:cubicBezTo>
                  <a:pt x="208243" y="56269"/>
                  <a:pt x="207733" y="56169"/>
                  <a:pt x="207350" y="56037"/>
                </a:cubicBezTo>
                <a:cubicBezTo>
                  <a:pt x="206966" y="55905"/>
                  <a:pt x="206702" y="55740"/>
                  <a:pt x="206556" y="55541"/>
                </a:cubicBezTo>
                <a:cubicBezTo>
                  <a:pt x="206411" y="55343"/>
                  <a:pt x="206338" y="55111"/>
                  <a:pt x="206338" y="54847"/>
                </a:cubicBezTo>
                <a:lnTo>
                  <a:pt x="206338" y="33852"/>
                </a:lnTo>
                <a:cubicBezTo>
                  <a:pt x="206338" y="32662"/>
                  <a:pt x="206225" y="31577"/>
                  <a:pt x="206001" y="30598"/>
                </a:cubicBezTo>
                <a:cubicBezTo>
                  <a:pt x="205776" y="29619"/>
                  <a:pt x="205432" y="28779"/>
                  <a:pt x="204969" y="28078"/>
                </a:cubicBezTo>
                <a:cubicBezTo>
                  <a:pt x="204506" y="27377"/>
                  <a:pt x="203924" y="26835"/>
                  <a:pt x="203222" y="26451"/>
                </a:cubicBezTo>
                <a:cubicBezTo>
                  <a:pt x="202521" y="26067"/>
                  <a:pt x="201681" y="25876"/>
                  <a:pt x="200702" y="25876"/>
                </a:cubicBezTo>
                <a:cubicBezTo>
                  <a:pt x="199512" y="25876"/>
                  <a:pt x="198308" y="26339"/>
                  <a:pt x="197091" y="27265"/>
                </a:cubicBezTo>
                <a:cubicBezTo>
                  <a:pt x="195874" y="28191"/>
                  <a:pt x="194551" y="29540"/>
                  <a:pt x="193122" y="31313"/>
                </a:cubicBezTo>
                <a:lnTo>
                  <a:pt x="193122" y="54847"/>
                </a:lnTo>
                <a:cubicBezTo>
                  <a:pt x="193122" y="55111"/>
                  <a:pt x="193043" y="55343"/>
                  <a:pt x="192884" y="55541"/>
                </a:cubicBezTo>
                <a:cubicBezTo>
                  <a:pt x="192725" y="55740"/>
                  <a:pt x="192454" y="55905"/>
                  <a:pt x="192071" y="56037"/>
                </a:cubicBezTo>
                <a:cubicBezTo>
                  <a:pt x="191687" y="56169"/>
                  <a:pt x="191178" y="56269"/>
                  <a:pt x="190543" y="56335"/>
                </a:cubicBezTo>
                <a:cubicBezTo>
                  <a:pt x="189908" y="56401"/>
                  <a:pt x="189114" y="56434"/>
                  <a:pt x="188161" y="56434"/>
                </a:cubicBezTo>
                <a:cubicBezTo>
                  <a:pt x="187183" y="56434"/>
                  <a:pt x="186376" y="56401"/>
                  <a:pt x="185741" y="56335"/>
                </a:cubicBezTo>
                <a:cubicBezTo>
                  <a:pt x="185106" y="56269"/>
                  <a:pt x="184596" y="56169"/>
                  <a:pt x="184213" y="56037"/>
                </a:cubicBezTo>
                <a:cubicBezTo>
                  <a:pt x="183829" y="55905"/>
                  <a:pt x="183558" y="55740"/>
                  <a:pt x="183399" y="55541"/>
                </a:cubicBezTo>
                <a:cubicBezTo>
                  <a:pt x="183240" y="55343"/>
                  <a:pt x="183161" y="55111"/>
                  <a:pt x="183161" y="54847"/>
                </a:cubicBezTo>
                <a:lnTo>
                  <a:pt x="183161" y="33852"/>
                </a:lnTo>
                <a:cubicBezTo>
                  <a:pt x="183161" y="32662"/>
                  <a:pt x="183049" y="31577"/>
                  <a:pt x="182824" y="30598"/>
                </a:cubicBezTo>
                <a:cubicBezTo>
                  <a:pt x="182599" y="29619"/>
                  <a:pt x="182261" y="28779"/>
                  <a:pt x="181812" y="28078"/>
                </a:cubicBezTo>
                <a:cubicBezTo>
                  <a:pt x="181362" y="27377"/>
                  <a:pt x="180780" y="26835"/>
                  <a:pt x="180065" y="26451"/>
                </a:cubicBezTo>
                <a:cubicBezTo>
                  <a:pt x="179351" y="26067"/>
                  <a:pt x="178518" y="25876"/>
                  <a:pt x="177565" y="25876"/>
                </a:cubicBezTo>
                <a:cubicBezTo>
                  <a:pt x="176348" y="25876"/>
                  <a:pt x="175131" y="26339"/>
                  <a:pt x="173914" y="27265"/>
                </a:cubicBezTo>
                <a:cubicBezTo>
                  <a:pt x="172697" y="28191"/>
                  <a:pt x="171387" y="29540"/>
                  <a:pt x="169985" y="31313"/>
                </a:cubicBezTo>
                <a:lnTo>
                  <a:pt x="169985" y="54847"/>
                </a:lnTo>
                <a:cubicBezTo>
                  <a:pt x="169985" y="55111"/>
                  <a:pt x="169906" y="55343"/>
                  <a:pt x="169747" y="55541"/>
                </a:cubicBezTo>
                <a:cubicBezTo>
                  <a:pt x="169588" y="55740"/>
                  <a:pt x="169317" y="55905"/>
                  <a:pt x="168933" y="56037"/>
                </a:cubicBezTo>
                <a:cubicBezTo>
                  <a:pt x="168550" y="56169"/>
                  <a:pt x="168040" y="56269"/>
                  <a:pt x="167406" y="56335"/>
                </a:cubicBezTo>
                <a:cubicBezTo>
                  <a:pt x="166771" y="56401"/>
                  <a:pt x="165964" y="56434"/>
                  <a:pt x="164985" y="56434"/>
                </a:cubicBezTo>
                <a:cubicBezTo>
                  <a:pt x="164006" y="56434"/>
                  <a:pt x="163199" y="56401"/>
                  <a:pt x="162564" y="56335"/>
                </a:cubicBezTo>
                <a:cubicBezTo>
                  <a:pt x="161929" y="56269"/>
                  <a:pt x="161419" y="56169"/>
                  <a:pt x="161036" y="56037"/>
                </a:cubicBezTo>
                <a:cubicBezTo>
                  <a:pt x="160652" y="55905"/>
                  <a:pt x="160381" y="55740"/>
                  <a:pt x="160222" y="55541"/>
                </a:cubicBezTo>
                <a:cubicBezTo>
                  <a:pt x="160064" y="55343"/>
                  <a:pt x="159984" y="55111"/>
                  <a:pt x="159984" y="54847"/>
                </a:cubicBezTo>
                <a:lnTo>
                  <a:pt x="159984" y="19446"/>
                </a:lnTo>
                <a:cubicBezTo>
                  <a:pt x="159984" y="19182"/>
                  <a:pt x="160050" y="18950"/>
                  <a:pt x="160183" y="18752"/>
                </a:cubicBezTo>
                <a:cubicBezTo>
                  <a:pt x="160315" y="18553"/>
                  <a:pt x="160553" y="18388"/>
                  <a:pt x="160897" y="18256"/>
                </a:cubicBezTo>
                <a:cubicBezTo>
                  <a:pt x="161241" y="18123"/>
                  <a:pt x="161684" y="18024"/>
                  <a:pt x="162226" y="17958"/>
                </a:cubicBezTo>
                <a:cubicBezTo>
                  <a:pt x="162769" y="17892"/>
                  <a:pt x="163450" y="17859"/>
                  <a:pt x="164270" y="17859"/>
                </a:cubicBezTo>
                <a:cubicBezTo>
                  <a:pt x="165117" y="17859"/>
                  <a:pt x="165818" y="17892"/>
                  <a:pt x="166374" y="17958"/>
                </a:cubicBezTo>
                <a:cubicBezTo>
                  <a:pt x="166929" y="18024"/>
                  <a:pt x="167359" y="18123"/>
                  <a:pt x="167663" y="18256"/>
                </a:cubicBezTo>
                <a:cubicBezTo>
                  <a:pt x="167968" y="18388"/>
                  <a:pt x="168186" y="18553"/>
                  <a:pt x="168318" y="18752"/>
                </a:cubicBezTo>
                <a:cubicBezTo>
                  <a:pt x="168451" y="18950"/>
                  <a:pt x="168517" y="19182"/>
                  <a:pt x="168517" y="19446"/>
                </a:cubicBezTo>
                <a:lnTo>
                  <a:pt x="168517" y="23534"/>
                </a:lnTo>
                <a:cubicBezTo>
                  <a:pt x="170475" y="21404"/>
                  <a:pt x="172426" y="19807"/>
                  <a:pt x="174370" y="18742"/>
                </a:cubicBezTo>
                <a:cubicBezTo>
                  <a:pt x="176315" y="17677"/>
                  <a:pt x="178346" y="17145"/>
                  <a:pt x="180462" y="17145"/>
                </a:cubicBezTo>
                <a:cubicBezTo>
                  <a:pt x="181917" y="17145"/>
                  <a:pt x="183227" y="17298"/>
                  <a:pt x="184391" y="17605"/>
                </a:cubicBezTo>
                <a:cubicBezTo>
                  <a:pt x="185555" y="17911"/>
                  <a:pt x="186594" y="18350"/>
                  <a:pt x="187507" y="18922"/>
                </a:cubicBezTo>
                <a:cubicBezTo>
                  <a:pt x="188419" y="19494"/>
                  <a:pt x="189207" y="20179"/>
                  <a:pt x="189868" y="20978"/>
                </a:cubicBezTo>
                <a:cubicBezTo>
                  <a:pt x="190529" y="21777"/>
                  <a:pt x="191085" y="22668"/>
                  <a:pt x="191535" y="23653"/>
                </a:cubicBezTo>
                <a:cubicBezTo>
                  <a:pt x="192593" y="22509"/>
                  <a:pt x="193632" y="21524"/>
                  <a:pt x="194650" y="20699"/>
                </a:cubicBezTo>
                <a:cubicBezTo>
                  <a:pt x="195669" y="19873"/>
                  <a:pt x="196674" y="19201"/>
                  <a:pt x="197666" y="18682"/>
                </a:cubicBezTo>
                <a:cubicBezTo>
                  <a:pt x="198659" y="18163"/>
                  <a:pt x="199651" y="17777"/>
                  <a:pt x="200643" y="17524"/>
                </a:cubicBezTo>
                <a:cubicBezTo>
                  <a:pt x="201635" y="17271"/>
                  <a:pt x="202647" y="17145"/>
                  <a:pt x="203679" y="17145"/>
                </a:cubicBezTo>
                <a:cubicBezTo>
                  <a:pt x="206034" y="17145"/>
                  <a:pt x="208018" y="17542"/>
                  <a:pt x="209632" y="18336"/>
                </a:cubicBezTo>
                <a:cubicBezTo>
                  <a:pt x="211246" y="19131"/>
                  <a:pt x="212549" y="20210"/>
                  <a:pt x="213541" y="21575"/>
                </a:cubicBezTo>
                <a:cubicBezTo>
                  <a:pt x="214533" y="22938"/>
                  <a:pt x="215241" y="24534"/>
                  <a:pt x="215664" y="26362"/>
                </a:cubicBezTo>
                <a:cubicBezTo>
                  <a:pt x="216087" y="28189"/>
                  <a:pt x="216299" y="30122"/>
                  <a:pt x="216299" y="32161"/>
                </a:cubicBezTo>
                <a:lnTo>
                  <a:pt x="216299" y="54845"/>
                </a:lnTo>
                <a:close/>
                <a:moveTo>
                  <a:pt x="282297" y="54845"/>
                </a:moveTo>
                <a:cubicBezTo>
                  <a:pt x="282297" y="55110"/>
                  <a:pt x="282218" y="55342"/>
                  <a:pt x="282059" y="55541"/>
                </a:cubicBezTo>
                <a:cubicBezTo>
                  <a:pt x="281900" y="55740"/>
                  <a:pt x="281636" y="55905"/>
                  <a:pt x="281265" y="56037"/>
                </a:cubicBezTo>
                <a:cubicBezTo>
                  <a:pt x="280895" y="56169"/>
                  <a:pt x="280392" y="56269"/>
                  <a:pt x="279757" y="56335"/>
                </a:cubicBezTo>
                <a:cubicBezTo>
                  <a:pt x="279122" y="56401"/>
                  <a:pt x="278315" y="56434"/>
                  <a:pt x="277336" y="56434"/>
                </a:cubicBezTo>
                <a:cubicBezTo>
                  <a:pt x="276331" y="56434"/>
                  <a:pt x="275511" y="56401"/>
                  <a:pt x="274876" y="56335"/>
                </a:cubicBezTo>
                <a:cubicBezTo>
                  <a:pt x="274241" y="56269"/>
                  <a:pt x="273731" y="56169"/>
                  <a:pt x="273348" y="56037"/>
                </a:cubicBezTo>
                <a:cubicBezTo>
                  <a:pt x="272964" y="55905"/>
                  <a:pt x="272700" y="55740"/>
                  <a:pt x="272554" y="55541"/>
                </a:cubicBezTo>
                <a:cubicBezTo>
                  <a:pt x="272409" y="55343"/>
                  <a:pt x="272336" y="55111"/>
                  <a:pt x="272336" y="54847"/>
                </a:cubicBezTo>
                <a:lnTo>
                  <a:pt x="272336" y="33852"/>
                </a:lnTo>
                <a:cubicBezTo>
                  <a:pt x="272336" y="32662"/>
                  <a:pt x="272223" y="31577"/>
                  <a:pt x="271998" y="30598"/>
                </a:cubicBezTo>
                <a:cubicBezTo>
                  <a:pt x="271774" y="29619"/>
                  <a:pt x="271430" y="28779"/>
                  <a:pt x="270967" y="28078"/>
                </a:cubicBezTo>
                <a:cubicBezTo>
                  <a:pt x="270504" y="27377"/>
                  <a:pt x="269922" y="26835"/>
                  <a:pt x="269220" y="26451"/>
                </a:cubicBezTo>
                <a:cubicBezTo>
                  <a:pt x="268519" y="26067"/>
                  <a:pt x="267679" y="25876"/>
                  <a:pt x="266700" y="25876"/>
                </a:cubicBezTo>
                <a:cubicBezTo>
                  <a:pt x="265510" y="25876"/>
                  <a:pt x="264306" y="26339"/>
                  <a:pt x="263089" y="27265"/>
                </a:cubicBezTo>
                <a:cubicBezTo>
                  <a:pt x="261872" y="28191"/>
                  <a:pt x="260549" y="29540"/>
                  <a:pt x="259120" y="31313"/>
                </a:cubicBezTo>
                <a:lnTo>
                  <a:pt x="259120" y="54847"/>
                </a:lnTo>
                <a:cubicBezTo>
                  <a:pt x="259120" y="55111"/>
                  <a:pt x="259041" y="55343"/>
                  <a:pt x="258882" y="55541"/>
                </a:cubicBezTo>
                <a:cubicBezTo>
                  <a:pt x="258723" y="55740"/>
                  <a:pt x="258452" y="55905"/>
                  <a:pt x="258069" y="56037"/>
                </a:cubicBezTo>
                <a:cubicBezTo>
                  <a:pt x="257685" y="56169"/>
                  <a:pt x="257176" y="56269"/>
                  <a:pt x="256541" y="56335"/>
                </a:cubicBezTo>
                <a:cubicBezTo>
                  <a:pt x="255906" y="56401"/>
                  <a:pt x="255112" y="56434"/>
                  <a:pt x="254159" y="56434"/>
                </a:cubicBezTo>
                <a:cubicBezTo>
                  <a:pt x="253181" y="56434"/>
                  <a:pt x="252374" y="56401"/>
                  <a:pt x="251739" y="56335"/>
                </a:cubicBezTo>
                <a:cubicBezTo>
                  <a:pt x="251104" y="56269"/>
                  <a:pt x="250594" y="56169"/>
                  <a:pt x="250211" y="56037"/>
                </a:cubicBezTo>
                <a:cubicBezTo>
                  <a:pt x="249827" y="55905"/>
                  <a:pt x="249556" y="55740"/>
                  <a:pt x="249397" y="55541"/>
                </a:cubicBezTo>
                <a:cubicBezTo>
                  <a:pt x="249238" y="55343"/>
                  <a:pt x="249159" y="55111"/>
                  <a:pt x="249159" y="54847"/>
                </a:cubicBezTo>
                <a:lnTo>
                  <a:pt x="249159" y="33852"/>
                </a:lnTo>
                <a:cubicBezTo>
                  <a:pt x="249159" y="32662"/>
                  <a:pt x="249047" y="31577"/>
                  <a:pt x="248822" y="30598"/>
                </a:cubicBezTo>
                <a:cubicBezTo>
                  <a:pt x="248597" y="29619"/>
                  <a:pt x="248259" y="28779"/>
                  <a:pt x="247810" y="28078"/>
                </a:cubicBezTo>
                <a:cubicBezTo>
                  <a:pt x="247360" y="27377"/>
                  <a:pt x="246778" y="26835"/>
                  <a:pt x="246063" y="26451"/>
                </a:cubicBezTo>
                <a:cubicBezTo>
                  <a:pt x="245349" y="26067"/>
                  <a:pt x="244516" y="25876"/>
                  <a:pt x="243563" y="25876"/>
                </a:cubicBezTo>
                <a:cubicBezTo>
                  <a:pt x="242346" y="25876"/>
                  <a:pt x="241129" y="26339"/>
                  <a:pt x="239912" y="27265"/>
                </a:cubicBezTo>
                <a:cubicBezTo>
                  <a:pt x="238695" y="28191"/>
                  <a:pt x="237385" y="29540"/>
                  <a:pt x="235983" y="31313"/>
                </a:cubicBezTo>
                <a:lnTo>
                  <a:pt x="235983" y="54847"/>
                </a:lnTo>
                <a:cubicBezTo>
                  <a:pt x="235983" y="55111"/>
                  <a:pt x="235904" y="55343"/>
                  <a:pt x="235745" y="55541"/>
                </a:cubicBezTo>
                <a:cubicBezTo>
                  <a:pt x="235586" y="55740"/>
                  <a:pt x="235315" y="55905"/>
                  <a:pt x="234931" y="56037"/>
                </a:cubicBezTo>
                <a:cubicBezTo>
                  <a:pt x="234548" y="56169"/>
                  <a:pt x="234038" y="56269"/>
                  <a:pt x="233403" y="56335"/>
                </a:cubicBezTo>
                <a:cubicBezTo>
                  <a:pt x="232768" y="56401"/>
                  <a:pt x="231962" y="56434"/>
                  <a:pt x="230983" y="56434"/>
                </a:cubicBezTo>
                <a:cubicBezTo>
                  <a:pt x="230004" y="56434"/>
                  <a:pt x="229197" y="56401"/>
                  <a:pt x="228562" y="56335"/>
                </a:cubicBezTo>
                <a:cubicBezTo>
                  <a:pt x="227927" y="56269"/>
                  <a:pt x="227417" y="56169"/>
                  <a:pt x="227034" y="56037"/>
                </a:cubicBezTo>
                <a:cubicBezTo>
                  <a:pt x="226650" y="55905"/>
                  <a:pt x="226379" y="55740"/>
                  <a:pt x="226220" y="55541"/>
                </a:cubicBezTo>
                <a:cubicBezTo>
                  <a:pt x="226061" y="55343"/>
                  <a:pt x="225982" y="55111"/>
                  <a:pt x="225982" y="54847"/>
                </a:cubicBezTo>
                <a:lnTo>
                  <a:pt x="225982" y="19446"/>
                </a:lnTo>
                <a:cubicBezTo>
                  <a:pt x="225982" y="19182"/>
                  <a:pt x="226048" y="18950"/>
                  <a:pt x="226181" y="18752"/>
                </a:cubicBezTo>
                <a:cubicBezTo>
                  <a:pt x="226313" y="18553"/>
                  <a:pt x="226551" y="18388"/>
                  <a:pt x="226895" y="18256"/>
                </a:cubicBezTo>
                <a:cubicBezTo>
                  <a:pt x="227239" y="18123"/>
                  <a:pt x="227682" y="18024"/>
                  <a:pt x="228224" y="17958"/>
                </a:cubicBezTo>
                <a:cubicBezTo>
                  <a:pt x="228767" y="17892"/>
                  <a:pt x="229448" y="17859"/>
                  <a:pt x="230268" y="17859"/>
                </a:cubicBezTo>
                <a:cubicBezTo>
                  <a:pt x="231115" y="17859"/>
                  <a:pt x="231816" y="17892"/>
                  <a:pt x="232372" y="17958"/>
                </a:cubicBezTo>
                <a:cubicBezTo>
                  <a:pt x="232927" y="18024"/>
                  <a:pt x="233357" y="18123"/>
                  <a:pt x="233661" y="18256"/>
                </a:cubicBezTo>
                <a:cubicBezTo>
                  <a:pt x="233966" y="18388"/>
                  <a:pt x="234184" y="18553"/>
                  <a:pt x="234316" y="18752"/>
                </a:cubicBezTo>
                <a:cubicBezTo>
                  <a:pt x="234449" y="18950"/>
                  <a:pt x="234515" y="19182"/>
                  <a:pt x="234515" y="19446"/>
                </a:cubicBezTo>
                <a:lnTo>
                  <a:pt x="234515" y="23534"/>
                </a:lnTo>
                <a:cubicBezTo>
                  <a:pt x="236473" y="21404"/>
                  <a:pt x="238424" y="19807"/>
                  <a:pt x="240368" y="18742"/>
                </a:cubicBezTo>
                <a:cubicBezTo>
                  <a:pt x="242313" y="17677"/>
                  <a:pt x="244344" y="17145"/>
                  <a:pt x="246460" y="17145"/>
                </a:cubicBezTo>
                <a:cubicBezTo>
                  <a:pt x="247915" y="17145"/>
                  <a:pt x="249225" y="17298"/>
                  <a:pt x="250389" y="17605"/>
                </a:cubicBezTo>
                <a:cubicBezTo>
                  <a:pt x="251553" y="17911"/>
                  <a:pt x="252592" y="18350"/>
                  <a:pt x="253505" y="18922"/>
                </a:cubicBezTo>
                <a:cubicBezTo>
                  <a:pt x="254417" y="19494"/>
                  <a:pt x="255205" y="20179"/>
                  <a:pt x="255866" y="20978"/>
                </a:cubicBezTo>
                <a:cubicBezTo>
                  <a:pt x="256527" y="21777"/>
                  <a:pt x="257083" y="22668"/>
                  <a:pt x="257533" y="23653"/>
                </a:cubicBezTo>
                <a:cubicBezTo>
                  <a:pt x="258591" y="22509"/>
                  <a:pt x="259630" y="21524"/>
                  <a:pt x="260648" y="20699"/>
                </a:cubicBezTo>
                <a:cubicBezTo>
                  <a:pt x="261667" y="19873"/>
                  <a:pt x="262672" y="19201"/>
                  <a:pt x="263664" y="18682"/>
                </a:cubicBezTo>
                <a:cubicBezTo>
                  <a:pt x="264656" y="18163"/>
                  <a:pt x="265649" y="17777"/>
                  <a:pt x="266641" y="17524"/>
                </a:cubicBezTo>
                <a:cubicBezTo>
                  <a:pt x="267633" y="17271"/>
                  <a:pt x="268645" y="17145"/>
                  <a:pt x="269677" y="17145"/>
                </a:cubicBezTo>
                <a:cubicBezTo>
                  <a:pt x="272032" y="17145"/>
                  <a:pt x="274016" y="17542"/>
                  <a:pt x="275630" y="18336"/>
                </a:cubicBezTo>
                <a:cubicBezTo>
                  <a:pt x="277244" y="19131"/>
                  <a:pt x="278547" y="20210"/>
                  <a:pt x="279539" y="21575"/>
                </a:cubicBezTo>
                <a:cubicBezTo>
                  <a:pt x="280531" y="22938"/>
                  <a:pt x="281239" y="24534"/>
                  <a:pt x="281662" y="26362"/>
                </a:cubicBezTo>
                <a:cubicBezTo>
                  <a:pt x="282085" y="28189"/>
                  <a:pt x="282297" y="30122"/>
                  <a:pt x="282297" y="32161"/>
                </a:cubicBezTo>
                <a:lnTo>
                  <a:pt x="282297" y="54845"/>
                </a:lnTo>
                <a:close/>
                <a:moveTo>
                  <a:pt x="301981" y="54847"/>
                </a:moveTo>
                <a:cubicBezTo>
                  <a:pt x="301981" y="55111"/>
                  <a:pt x="301901" y="55343"/>
                  <a:pt x="301743" y="55541"/>
                </a:cubicBezTo>
                <a:cubicBezTo>
                  <a:pt x="301584" y="55740"/>
                  <a:pt x="301313" y="55905"/>
                  <a:pt x="300929" y="56037"/>
                </a:cubicBezTo>
                <a:cubicBezTo>
                  <a:pt x="300545" y="56169"/>
                  <a:pt x="300036" y="56269"/>
                  <a:pt x="299401" y="56335"/>
                </a:cubicBezTo>
                <a:cubicBezTo>
                  <a:pt x="298766" y="56401"/>
                  <a:pt x="297959" y="56434"/>
                  <a:pt x="296980" y="56434"/>
                </a:cubicBezTo>
                <a:cubicBezTo>
                  <a:pt x="296001" y="56434"/>
                  <a:pt x="295194" y="56401"/>
                  <a:pt x="294559" y="56335"/>
                </a:cubicBezTo>
                <a:cubicBezTo>
                  <a:pt x="293924" y="56269"/>
                  <a:pt x="293415" y="56169"/>
                  <a:pt x="293031" y="56037"/>
                </a:cubicBezTo>
                <a:cubicBezTo>
                  <a:pt x="292648" y="55905"/>
                  <a:pt x="292377" y="55740"/>
                  <a:pt x="292218" y="55541"/>
                </a:cubicBezTo>
                <a:cubicBezTo>
                  <a:pt x="292059" y="55343"/>
                  <a:pt x="291980" y="55111"/>
                  <a:pt x="291980" y="54847"/>
                </a:cubicBezTo>
                <a:lnTo>
                  <a:pt x="291980" y="19526"/>
                </a:lnTo>
                <a:cubicBezTo>
                  <a:pt x="291980" y="19261"/>
                  <a:pt x="292059" y="19030"/>
                  <a:pt x="292218" y="18831"/>
                </a:cubicBezTo>
                <a:cubicBezTo>
                  <a:pt x="292377" y="18633"/>
                  <a:pt x="292648" y="18461"/>
                  <a:pt x="293031" y="18315"/>
                </a:cubicBezTo>
                <a:cubicBezTo>
                  <a:pt x="293415" y="18170"/>
                  <a:pt x="293924" y="18057"/>
                  <a:pt x="294559" y="17978"/>
                </a:cubicBezTo>
                <a:cubicBezTo>
                  <a:pt x="295194" y="17899"/>
                  <a:pt x="296001" y="17859"/>
                  <a:pt x="296980" y="17859"/>
                </a:cubicBezTo>
                <a:cubicBezTo>
                  <a:pt x="297959" y="17859"/>
                  <a:pt x="298766" y="17899"/>
                  <a:pt x="299401" y="17978"/>
                </a:cubicBezTo>
                <a:cubicBezTo>
                  <a:pt x="300036" y="18057"/>
                  <a:pt x="300545" y="18170"/>
                  <a:pt x="300929" y="18315"/>
                </a:cubicBezTo>
                <a:cubicBezTo>
                  <a:pt x="301313" y="18461"/>
                  <a:pt x="301584" y="18633"/>
                  <a:pt x="301743" y="18831"/>
                </a:cubicBezTo>
                <a:cubicBezTo>
                  <a:pt x="301901" y="19030"/>
                  <a:pt x="301981" y="19261"/>
                  <a:pt x="301981" y="19526"/>
                </a:cubicBezTo>
                <a:lnTo>
                  <a:pt x="301981" y="54847"/>
                </a:lnTo>
                <a:moveTo>
                  <a:pt x="302735" y="7461"/>
                </a:moveTo>
                <a:cubicBezTo>
                  <a:pt x="302735" y="9472"/>
                  <a:pt x="302325" y="10861"/>
                  <a:pt x="301505" y="11628"/>
                </a:cubicBezTo>
                <a:cubicBezTo>
                  <a:pt x="300684" y="12395"/>
                  <a:pt x="299163" y="12779"/>
                  <a:pt x="296941" y="12779"/>
                </a:cubicBezTo>
                <a:cubicBezTo>
                  <a:pt x="294692" y="12779"/>
                  <a:pt x="293177" y="12409"/>
                  <a:pt x="292397" y="11668"/>
                </a:cubicBezTo>
                <a:cubicBezTo>
                  <a:pt x="291616" y="10927"/>
                  <a:pt x="291226" y="9591"/>
                  <a:pt x="291226" y="7659"/>
                </a:cubicBezTo>
                <a:cubicBezTo>
                  <a:pt x="291226" y="5649"/>
                  <a:pt x="291629" y="4253"/>
                  <a:pt x="292436" y="3473"/>
                </a:cubicBezTo>
                <a:cubicBezTo>
                  <a:pt x="293243" y="2692"/>
                  <a:pt x="294771" y="2302"/>
                  <a:pt x="297020" y="2302"/>
                </a:cubicBezTo>
                <a:cubicBezTo>
                  <a:pt x="299242" y="2302"/>
                  <a:pt x="300750" y="2679"/>
                  <a:pt x="301544" y="3433"/>
                </a:cubicBezTo>
                <a:cubicBezTo>
                  <a:pt x="302338" y="4187"/>
                  <a:pt x="302735" y="5530"/>
                  <a:pt x="302735" y="7461"/>
                </a:cubicBezTo>
                <a:close/>
                <a:moveTo>
                  <a:pt x="333091" y="51327"/>
                </a:moveTo>
                <a:cubicBezTo>
                  <a:pt x="333091" y="52497"/>
                  <a:pt x="333019" y="53394"/>
                  <a:pt x="332873" y="54019"/>
                </a:cubicBezTo>
                <a:cubicBezTo>
                  <a:pt x="332728" y="54644"/>
                  <a:pt x="332536" y="55082"/>
                  <a:pt x="332298" y="55335"/>
                </a:cubicBezTo>
                <a:cubicBezTo>
                  <a:pt x="332059" y="55587"/>
                  <a:pt x="331709" y="55813"/>
                  <a:pt x="331246" y="56012"/>
                </a:cubicBezTo>
                <a:cubicBezTo>
                  <a:pt x="330783" y="56212"/>
                  <a:pt x="330240" y="56384"/>
                  <a:pt x="329619" y="56531"/>
                </a:cubicBezTo>
                <a:cubicBezTo>
                  <a:pt x="328997" y="56677"/>
                  <a:pt x="328322" y="56790"/>
                  <a:pt x="327595" y="56869"/>
                </a:cubicBezTo>
                <a:cubicBezTo>
                  <a:pt x="326867" y="56950"/>
                  <a:pt x="326133" y="56990"/>
                  <a:pt x="325392" y="56990"/>
                </a:cubicBezTo>
                <a:cubicBezTo>
                  <a:pt x="323408" y="56990"/>
                  <a:pt x="321688" y="56738"/>
                  <a:pt x="320233" y="56236"/>
                </a:cubicBezTo>
                <a:cubicBezTo>
                  <a:pt x="318778" y="55733"/>
                  <a:pt x="317574" y="54959"/>
                  <a:pt x="316621" y="53914"/>
                </a:cubicBezTo>
                <a:cubicBezTo>
                  <a:pt x="315669" y="52869"/>
                  <a:pt x="314968" y="51553"/>
                  <a:pt x="314518" y="49965"/>
                </a:cubicBezTo>
                <a:cubicBezTo>
                  <a:pt x="314068" y="48378"/>
                  <a:pt x="313843" y="46499"/>
                  <a:pt x="313843" y="44330"/>
                </a:cubicBezTo>
                <a:lnTo>
                  <a:pt x="313843" y="26193"/>
                </a:lnTo>
                <a:lnTo>
                  <a:pt x="309597" y="26193"/>
                </a:lnTo>
                <a:cubicBezTo>
                  <a:pt x="309094" y="26193"/>
                  <a:pt x="308711" y="25882"/>
                  <a:pt x="308446" y="25260"/>
                </a:cubicBezTo>
                <a:cubicBezTo>
                  <a:pt x="308181" y="24639"/>
                  <a:pt x="308049" y="23600"/>
                  <a:pt x="308049" y="22145"/>
                </a:cubicBezTo>
                <a:cubicBezTo>
                  <a:pt x="308049" y="21378"/>
                  <a:pt x="308082" y="20730"/>
                  <a:pt x="308148" y="20200"/>
                </a:cubicBezTo>
                <a:cubicBezTo>
                  <a:pt x="308215" y="19671"/>
                  <a:pt x="308314" y="19255"/>
                  <a:pt x="308446" y="18950"/>
                </a:cubicBezTo>
                <a:cubicBezTo>
                  <a:pt x="308578" y="18646"/>
                  <a:pt x="308744" y="18428"/>
                  <a:pt x="308942" y="18295"/>
                </a:cubicBezTo>
                <a:cubicBezTo>
                  <a:pt x="309141" y="18163"/>
                  <a:pt x="309372" y="18097"/>
                  <a:pt x="309637" y="18097"/>
                </a:cubicBezTo>
                <a:lnTo>
                  <a:pt x="313843" y="18097"/>
                </a:lnTo>
                <a:lnTo>
                  <a:pt x="313843" y="10167"/>
                </a:lnTo>
                <a:cubicBezTo>
                  <a:pt x="313843" y="9901"/>
                  <a:pt x="313916" y="9662"/>
                  <a:pt x="314062" y="9449"/>
                </a:cubicBezTo>
                <a:cubicBezTo>
                  <a:pt x="314207" y="9237"/>
                  <a:pt x="314472" y="9058"/>
                  <a:pt x="314855" y="8912"/>
                </a:cubicBezTo>
                <a:cubicBezTo>
                  <a:pt x="315239" y="8766"/>
                  <a:pt x="315755" y="8659"/>
                  <a:pt x="316403" y="8593"/>
                </a:cubicBezTo>
                <a:cubicBezTo>
                  <a:pt x="317051" y="8526"/>
                  <a:pt x="317852" y="8493"/>
                  <a:pt x="318804" y="8493"/>
                </a:cubicBezTo>
                <a:cubicBezTo>
                  <a:pt x="319783" y="8493"/>
                  <a:pt x="320597" y="8526"/>
                  <a:pt x="321245" y="8593"/>
                </a:cubicBezTo>
                <a:cubicBezTo>
                  <a:pt x="321893" y="8659"/>
                  <a:pt x="322402" y="8766"/>
                  <a:pt x="322773" y="8912"/>
                </a:cubicBezTo>
                <a:cubicBezTo>
                  <a:pt x="323143" y="9058"/>
                  <a:pt x="323408" y="9237"/>
                  <a:pt x="323567" y="9449"/>
                </a:cubicBezTo>
                <a:cubicBezTo>
                  <a:pt x="323725" y="9662"/>
                  <a:pt x="323805" y="9901"/>
                  <a:pt x="323805" y="10167"/>
                </a:cubicBezTo>
                <a:lnTo>
                  <a:pt x="323805" y="18097"/>
                </a:lnTo>
                <a:lnTo>
                  <a:pt x="331504" y="18097"/>
                </a:lnTo>
                <a:cubicBezTo>
                  <a:pt x="331768" y="18097"/>
                  <a:pt x="332000" y="18163"/>
                  <a:pt x="332198" y="18295"/>
                </a:cubicBezTo>
                <a:cubicBezTo>
                  <a:pt x="332397" y="18428"/>
                  <a:pt x="332562" y="18646"/>
                  <a:pt x="332694" y="18950"/>
                </a:cubicBezTo>
                <a:cubicBezTo>
                  <a:pt x="332827" y="19255"/>
                  <a:pt x="332926" y="19671"/>
                  <a:pt x="332992" y="20200"/>
                </a:cubicBezTo>
                <a:cubicBezTo>
                  <a:pt x="333058" y="20730"/>
                  <a:pt x="333091" y="21378"/>
                  <a:pt x="333091" y="22145"/>
                </a:cubicBezTo>
                <a:cubicBezTo>
                  <a:pt x="333091" y="23600"/>
                  <a:pt x="332959" y="24639"/>
                  <a:pt x="332694" y="25260"/>
                </a:cubicBezTo>
                <a:cubicBezTo>
                  <a:pt x="332430" y="25882"/>
                  <a:pt x="332046" y="26193"/>
                  <a:pt x="331544" y="26193"/>
                </a:cubicBezTo>
                <a:lnTo>
                  <a:pt x="323805" y="26193"/>
                </a:lnTo>
                <a:lnTo>
                  <a:pt x="323805" y="42792"/>
                </a:lnTo>
                <a:cubicBezTo>
                  <a:pt x="323805" y="44720"/>
                  <a:pt x="324109" y="46166"/>
                  <a:pt x="324717" y="47130"/>
                </a:cubicBezTo>
                <a:cubicBezTo>
                  <a:pt x="325326" y="48094"/>
                  <a:pt x="326411" y="48576"/>
                  <a:pt x="327972" y="48576"/>
                </a:cubicBezTo>
                <a:cubicBezTo>
                  <a:pt x="328501" y="48576"/>
                  <a:pt x="328977" y="48530"/>
                  <a:pt x="329400" y="48437"/>
                </a:cubicBezTo>
                <a:cubicBezTo>
                  <a:pt x="329824" y="48345"/>
                  <a:pt x="330201" y="48239"/>
                  <a:pt x="330532" y="48120"/>
                </a:cubicBezTo>
                <a:cubicBezTo>
                  <a:pt x="330862" y="48001"/>
                  <a:pt x="331140" y="47895"/>
                  <a:pt x="331365" y="47802"/>
                </a:cubicBezTo>
                <a:cubicBezTo>
                  <a:pt x="331590" y="47710"/>
                  <a:pt x="331795" y="47663"/>
                  <a:pt x="331980" y="47663"/>
                </a:cubicBezTo>
                <a:cubicBezTo>
                  <a:pt x="332139" y="47663"/>
                  <a:pt x="332291" y="47710"/>
                  <a:pt x="332436" y="47802"/>
                </a:cubicBezTo>
                <a:cubicBezTo>
                  <a:pt x="332582" y="47895"/>
                  <a:pt x="332694" y="48080"/>
                  <a:pt x="332774" y="48359"/>
                </a:cubicBezTo>
                <a:cubicBezTo>
                  <a:pt x="332853" y="48637"/>
                  <a:pt x="332926" y="49015"/>
                  <a:pt x="332992" y="49494"/>
                </a:cubicBezTo>
                <a:cubicBezTo>
                  <a:pt x="333058" y="49972"/>
                  <a:pt x="333091" y="50583"/>
                  <a:pt x="333091" y="51327"/>
                </a:cubicBezTo>
                <a:close/>
                <a:moveTo>
                  <a:pt x="412182" y="19367"/>
                </a:moveTo>
                <a:cubicBezTo>
                  <a:pt x="412182" y="19658"/>
                  <a:pt x="412142" y="20015"/>
                  <a:pt x="412063" y="20438"/>
                </a:cubicBezTo>
                <a:cubicBezTo>
                  <a:pt x="411984" y="20862"/>
                  <a:pt x="411838" y="21470"/>
                  <a:pt x="411626" y="22264"/>
                </a:cubicBezTo>
                <a:lnTo>
                  <a:pt x="402181" y="54291"/>
                </a:lnTo>
                <a:cubicBezTo>
                  <a:pt x="402049" y="54741"/>
                  <a:pt x="401877" y="55105"/>
                  <a:pt x="401665" y="55382"/>
                </a:cubicBezTo>
                <a:cubicBezTo>
                  <a:pt x="401453" y="55660"/>
                  <a:pt x="401129" y="55878"/>
                  <a:pt x="400693" y="56037"/>
                </a:cubicBezTo>
                <a:cubicBezTo>
                  <a:pt x="400256" y="56196"/>
                  <a:pt x="399634" y="56302"/>
                  <a:pt x="398827" y="56355"/>
                </a:cubicBezTo>
                <a:cubicBezTo>
                  <a:pt x="398021" y="56408"/>
                  <a:pt x="396969" y="56434"/>
                  <a:pt x="395672" y="56434"/>
                </a:cubicBezTo>
                <a:cubicBezTo>
                  <a:pt x="394376" y="56434"/>
                  <a:pt x="393318" y="56401"/>
                  <a:pt x="392498" y="56335"/>
                </a:cubicBezTo>
                <a:cubicBezTo>
                  <a:pt x="391677" y="56269"/>
                  <a:pt x="391036" y="56156"/>
                  <a:pt x="390573" y="55997"/>
                </a:cubicBezTo>
                <a:cubicBezTo>
                  <a:pt x="390110" y="55839"/>
                  <a:pt x="389772" y="55620"/>
                  <a:pt x="389561" y="55343"/>
                </a:cubicBezTo>
                <a:cubicBezTo>
                  <a:pt x="389349" y="55065"/>
                  <a:pt x="389190" y="54714"/>
                  <a:pt x="389084" y="54291"/>
                </a:cubicBezTo>
                <a:lnTo>
                  <a:pt x="383132" y="32781"/>
                </a:lnTo>
                <a:lnTo>
                  <a:pt x="383052" y="32424"/>
                </a:lnTo>
                <a:lnTo>
                  <a:pt x="382973" y="32781"/>
                </a:lnTo>
                <a:lnTo>
                  <a:pt x="377496" y="54291"/>
                </a:lnTo>
                <a:cubicBezTo>
                  <a:pt x="377390" y="54741"/>
                  <a:pt x="377238" y="55105"/>
                  <a:pt x="377040" y="55382"/>
                </a:cubicBezTo>
                <a:cubicBezTo>
                  <a:pt x="376841" y="55660"/>
                  <a:pt x="376504" y="55878"/>
                  <a:pt x="376028" y="56037"/>
                </a:cubicBezTo>
                <a:cubicBezTo>
                  <a:pt x="375551" y="56196"/>
                  <a:pt x="374903" y="56302"/>
                  <a:pt x="374083" y="56355"/>
                </a:cubicBezTo>
                <a:cubicBezTo>
                  <a:pt x="373263" y="56408"/>
                  <a:pt x="372205" y="56434"/>
                  <a:pt x="370908" y="56434"/>
                </a:cubicBezTo>
                <a:cubicBezTo>
                  <a:pt x="369585" y="56434"/>
                  <a:pt x="368520" y="56401"/>
                  <a:pt x="367713" y="56335"/>
                </a:cubicBezTo>
                <a:cubicBezTo>
                  <a:pt x="366906" y="56269"/>
                  <a:pt x="366271" y="56156"/>
                  <a:pt x="365808" y="55997"/>
                </a:cubicBezTo>
                <a:cubicBezTo>
                  <a:pt x="365345" y="55839"/>
                  <a:pt x="365008" y="55620"/>
                  <a:pt x="364796" y="55343"/>
                </a:cubicBezTo>
                <a:cubicBezTo>
                  <a:pt x="364585" y="55065"/>
                  <a:pt x="364426" y="54714"/>
                  <a:pt x="364320" y="54291"/>
                </a:cubicBezTo>
                <a:lnTo>
                  <a:pt x="354954" y="22264"/>
                </a:lnTo>
                <a:cubicBezTo>
                  <a:pt x="354716" y="21497"/>
                  <a:pt x="354564" y="20895"/>
                  <a:pt x="354498" y="20458"/>
                </a:cubicBezTo>
                <a:cubicBezTo>
                  <a:pt x="354432" y="20022"/>
                  <a:pt x="354399" y="19658"/>
                  <a:pt x="354399" y="19367"/>
                </a:cubicBezTo>
                <a:cubicBezTo>
                  <a:pt x="354399" y="19102"/>
                  <a:pt x="354471" y="18871"/>
                  <a:pt x="354617" y="18672"/>
                </a:cubicBezTo>
                <a:cubicBezTo>
                  <a:pt x="354762" y="18474"/>
                  <a:pt x="355027" y="18315"/>
                  <a:pt x="355411" y="18196"/>
                </a:cubicBezTo>
                <a:cubicBezTo>
                  <a:pt x="355794" y="18077"/>
                  <a:pt x="356310" y="17991"/>
                  <a:pt x="356958" y="17938"/>
                </a:cubicBezTo>
                <a:cubicBezTo>
                  <a:pt x="357607" y="17885"/>
                  <a:pt x="358420" y="17859"/>
                  <a:pt x="359399" y="17859"/>
                </a:cubicBezTo>
                <a:cubicBezTo>
                  <a:pt x="360457" y="17859"/>
                  <a:pt x="361317" y="17885"/>
                  <a:pt x="361979" y="17938"/>
                </a:cubicBezTo>
                <a:cubicBezTo>
                  <a:pt x="362640" y="17991"/>
                  <a:pt x="363156" y="18084"/>
                  <a:pt x="363526" y="18216"/>
                </a:cubicBezTo>
                <a:cubicBezTo>
                  <a:pt x="363897" y="18348"/>
                  <a:pt x="364155" y="18527"/>
                  <a:pt x="364300" y="18752"/>
                </a:cubicBezTo>
                <a:cubicBezTo>
                  <a:pt x="364446" y="18977"/>
                  <a:pt x="364558" y="19248"/>
                  <a:pt x="364638" y="19565"/>
                </a:cubicBezTo>
                <a:lnTo>
                  <a:pt x="371662" y="45560"/>
                </a:lnTo>
                <a:lnTo>
                  <a:pt x="371742" y="46036"/>
                </a:lnTo>
                <a:lnTo>
                  <a:pt x="371821" y="45560"/>
                </a:lnTo>
                <a:lnTo>
                  <a:pt x="378409" y="19565"/>
                </a:lnTo>
                <a:cubicBezTo>
                  <a:pt x="378488" y="19248"/>
                  <a:pt x="378614" y="18977"/>
                  <a:pt x="378786" y="18752"/>
                </a:cubicBezTo>
                <a:cubicBezTo>
                  <a:pt x="378958" y="18527"/>
                  <a:pt x="379216" y="18348"/>
                  <a:pt x="379560" y="18216"/>
                </a:cubicBezTo>
                <a:cubicBezTo>
                  <a:pt x="379904" y="18084"/>
                  <a:pt x="380387" y="17991"/>
                  <a:pt x="381008" y="17938"/>
                </a:cubicBezTo>
                <a:cubicBezTo>
                  <a:pt x="381630" y="17885"/>
                  <a:pt x="382430" y="17859"/>
                  <a:pt x="383409" y="17859"/>
                </a:cubicBezTo>
                <a:cubicBezTo>
                  <a:pt x="384388" y="17859"/>
                  <a:pt x="385182" y="17892"/>
                  <a:pt x="385791" y="17958"/>
                </a:cubicBezTo>
                <a:cubicBezTo>
                  <a:pt x="386399" y="18024"/>
                  <a:pt x="386882" y="18117"/>
                  <a:pt x="387239" y="18236"/>
                </a:cubicBezTo>
                <a:cubicBezTo>
                  <a:pt x="387596" y="18355"/>
                  <a:pt x="387848" y="18514"/>
                  <a:pt x="387993" y="18712"/>
                </a:cubicBezTo>
                <a:cubicBezTo>
                  <a:pt x="388139" y="18911"/>
                  <a:pt x="388251" y="19142"/>
                  <a:pt x="388330" y="19407"/>
                </a:cubicBezTo>
                <a:lnTo>
                  <a:pt x="395395" y="45600"/>
                </a:lnTo>
                <a:lnTo>
                  <a:pt x="395514" y="46036"/>
                </a:lnTo>
                <a:lnTo>
                  <a:pt x="395593" y="45560"/>
                </a:lnTo>
                <a:lnTo>
                  <a:pt x="402340" y="19565"/>
                </a:lnTo>
                <a:cubicBezTo>
                  <a:pt x="402393" y="19248"/>
                  <a:pt x="402498" y="18977"/>
                  <a:pt x="402657" y="18752"/>
                </a:cubicBezTo>
                <a:cubicBezTo>
                  <a:pt x="402816" y="18527"/>
                  <a:pt x="403081" y="18348"/>
                  <a:pt x="403451" y="18216"/>
                </a:cubicBezTo>
                <a:cubicBezTo>
                  <a:pt x="403821" y="18084"/>
                  <a:pt x="404324" y="17991"/>
                  <a:pt x="404959" y="17938"/>
                </a:cubicBezTo>
                <a:cubicBezTo>
                  <a:pt x="405594" y="17885"/>
                  <a:pt x="406401" y="17859"/>
                  <a:pt x="407380" y="17859"/>
                </a:cubicBezTo>
                <a:cubicBezTo>
                  <a:pt x="408359" y="17859"/>
                  <a:pt x="409159" y="17885"/>
                  <a:pt x="409781" y="17938"/>
                </a:cubicBezTo>
                <a:cubicBezTo>
                  <a:pt x="410403" y="17991"/>
                  <a:pt x="410892" y="18077"/>
                  <a:pt x="411249" y="18196"/>
                </a:cubicBezTo>
                <a:cubicBezTo>
                  <a:pt x="411607" y="18315"/>
                  <a:pt x="411851" y="18474"/>
                  <a:pt x="411984" y="18672"/>
                </a:cubicBezTo>
                <a:cubicBezTo>
                  <a:pt x="412116" y="18871"/>
                  <a:pt x="412182" y="19102"/>
                  <a:pt x="412182" y="19367"/>
                </a:cubicBezTo>
                <a:close/>
                <a:moveTo>
                  <a:pt x="428449" y="54847"/>
                </a:moveTo>
                <a:cubicBezTo>
                  <a:pt x="428449" y="55111"/>
                  <a:pt x="428370" y="55343"/>
                  <a:pt x="428211" y="55541"/>
                </a:cubicBezTo>
                <a:cubicBezTo>
                  <a:pt x="428052" y="55740"/>
                  <a:pt x="427781" y="55905"/>
                  <a:pt x="427397" y="56037"/>
                </a:cubicBezTo>
                <a:cubicBezTo>
                  <a:pt x="427014" y="56169"/>
                  <a:pt x="426505" y="56269"/>
                  <a:pt x="425870" y="56335"/>
                </a:cubicBezTo>
                <a:cubicBezTo>
                  <a:pt x="425235" y="56401"/>
                  <a:pt x="424428" y="56434"/>
                  <a:pt x="423449" y="56434"/>
                </a:cubicBezTo>
                <a:cubicBezTo>
                  <a:pt x="422470" y="56434"/>
                  <a:pt x="421663" y="56401"/>
                  <a:pt x="421028" y="56335"/>
                </a:cubicBezTo>
                <a:cubicBezTo>
                  <a:pt x="420393" y="56269"/>
                  <a:pt x="419883" y="56169"/>
                  <a:pt x="419500" y="56037"/>
                </a:cubicBezTo>
                <a:cubicBezTo>
                  <a:pt x="419116" y="55905"/>
                  <a:pt x="418845" y="55740"/>
                  <a:pt x="418686" y="55541"/>
                </a:cubicBezTo>
                <a:cubicBezTo>
                  <a:pt x="418528" y="55343"/>
                  <a:pt x="418448" y="55111"/>
                  <a:pt x="418448" y="54847"/>
                </a:cubicBezTo>
                <a:lnTo>
                  <a:pt x="418448" y="19526"/>
                </a:lnTo>
                <a:cubicBezTo>
                  <a:pt x="418448" y="19261"/>
                  <a:pt x="418528" y="19030"/>
                  <a:pt x="418686" y="18831"/>
                </a:cubicBezTo>
                <a:cubicBezTo>
                  <a:pt x="418845" y="18633"/>
                  <a:pt x="419116" y="18461"/>
                  <a:pt x="419500" y="18315"/>
                </a:cubicBezTo>
                <a:cubicBezTo>
                  <a:pt x="419883" y="18170"/>
                  <a:pt x="420393" y="18057"/>
                  <a:pt x="421028" y="17978"/>
                </a:cubicBezTo>
                <a:cubicBezTo>
                  <a:pt x="421663" y="17899"/>
                  <a:pt x="422470" y="17859"/>
                  <a:pt x="423449" y="17859"/>
                </a:cubicBezTo>
                <a:cubicBezTo>
                  <a:pt x="424428" y="17859"/>
                  <a:pt x="425235" y="17899"/>
                  <a:pt x="425870" y="17978"/>
                </a:cubicBezTo>
                <a:cubicBezTo>
                  <a:pt x="426505" y="18057"/>
                  <a:pt x="427014" y="18170"/>
                  <a:pt x="427397" y="18315"/>
                </a:cubicBezTo>
                <a:cubicBezTo>
                  <a:pt x="427781" y="18461"/>
                  <a:pt x="428052" y="18633"/>
                  <a:pt x="428211" y="18831"/>
                </a:cubicBezTo>
                <a:cubicBezTo>
                  <a:pt x="428370" y="19030"/>
                  <a:pt x="428449" y="19261"/>
                  <a:pt x="428449" y="19526"/>
                </a:cubicBezTo>
                <a:lnTo>
                  <a:pt x="428449" y="54847"/>
                </a:lnTo>
                <a:moveTo>
                  <a:pt x="429203" y="7461"/>
                </a:moveTo>
                <a:cubicBezTo>
                  <a:pt x="429203" y="9472"/>
                  <a:pt x="428793" y="10861"/>
                  <a:pt x="427973" y="11628"/>
                </a:cubicBezTo>
                <a:cubicBezTo>
                  <a:pt x="427153" y="12395"/>
                  <a:pt x="425631" y="12779"/>
                  <a:pt x="423409" y="12779"/>
                </a:cubicBezTo>
                <a:cubicBezTo>
                  <a:pt x="421160" y="12779"/>
                  <a:pt x="419645" y="12409"/>
                  <a:pt x="418865" y="11668"/>
                </a:cubicBezTo>
                <a:cubicBezTo>
                  <a:pt x="418084" y="10927"/>
                  <a:pt x="417694" y="9591"/>
                  <a:pt x="417694" y="7659"/>
                </a:cubicBezTo>
                <a:cubicBezTo>
                  <a:pt x="417694" y="5649"/>
                  <a:pt x="418098" y="4253"/>
                  <a:pt x="418905" y="3473"/>
                </a:cubicBezTo>
                <a:cubicBezTo>
                  <a:pt x="419712" y="2692"/>
                  <a:pt x="421239" y="2302"/>
                  <a:pt x="423488" y="2302"/>
                </a:cubicBezTo>
                <a:cubicBezTo>
                  <a:pt x="425711" y="2302"/>
                  <a:pt x="427219" y="2679"/>
                  <a:pt x="428013" y="3433"/>
                </a:cubicBezTo>
                <a:cubicBezTo>
                  <a:pt x="428806" y="4187"/>
                  <a:pt x="429203" y="5530"/>
                  <a:pt x="429203" y="7461"/>
                </a:cubicBezTo>
                <a:close/>
                <a:moveTo>
                  <a:pt x="459559" y="51327"/>
                </a:moveTo>
                <a:cubicBezTo>
                  <a:pt x="459559" y="52497"/>
                  <a:pt x="459487" y="53394"/>
                  <a:pt x="459341" y="54019"/>
                </a:cubicBezTo>
                <a:cubicBezTo>
                  <a:pt x="459196" y="54644"/>
                  <a:pt x="459004" y="55082"/>
                  <a:pt x="458766" y="55335"/>
                </a:cubicBezTo>
                <a:cubicBezTo>
                  <a:pt x="458528" y="55587"/>
                  <a:pt x="458177" y="55813"/>
                  <a:pt x="457714" y="56012"/>
                </a:cubicBezTo>
                <a:cubicBezTo>
                  <a:pt x="457251" y="56212"/>
                  <a:pt x="456709" y="56384"/>
                  <a:pt x="456087" y="56531"/>
                </a:cubicBezTo>
                <a:cubicBezTo>
                  <a:pt x="455465" y="56677"/>
                  <a:pt x="454790" y="56790"/>
                  <a:pt x="454063" y="56869"/>
                </a:cubicBezTo>
                <a:cubicBezTo>
                  <a:pt x="453335" y="56950"/>
                  <a:pt x="452601" y="56990"/>
                  <a:pt x="451860" y="56990"/>
                </a:cubicBezTo>
                <a:cubicBezTo>
                  <a:pt x="449876" y="56990"/>
                  <a:pt x="448156" y="56738"/>
                  <a:pt x="446701" y="56236"/>
                </a:cubicBezTo>
                <a:cubicBezTo>
                  <a:pt x="445246" y="55733"/>
                  <a:pt x="444042" y="54959"/>
                  <a:pt x="443090" y="53914"/>
                </a:cubicBezTo>
                <a:cubicBezTo>
                  <a:pt x="442137" y="52869"/>
                  <a:pt x="441436" y="51553"/>
                  <a:pt x="440986" y="49965"/>
                </a:cubicBezTo>
                <a:cubicBezTo>
                  <a:pt x="440536" y="48378"/>
                  <a:pt x="440311" y="46499"/>
                  <a:pt x="440311" y="44330"/>
                </a:cubicBezTo>
                <a:lnTo>
                  <a:pt x="440311" y="26193"/>
                </a:lnTo>
                <a:lnTo>
                  <a:pt x="436065" y="26193"/>
                </a:lnTo>
                <a:cubicBezTo>
                  <a:pt x="435562" y="26193"/>
                  <a:pt x="435179" y="25882"/>
                  <a:pt x="434914" y="25260"/>
                </a:cubicBezTo>
                <a:cubicBezTo>
                  <a:pt x="434650" y="24639"/>
                  <a:pt x="434517" y="23600"/>
                  <a:pt x="434517" y="22145"/>
                </a:cubicBezTo>
                <a:cubicBezTo>
                  <a:pt x="434517" y="21378"/>
                  <a:pt x="434550" y="20730"/>
                  <a:pt x="434616" y="20200"/>
                </a:cubicBezTo>
                <a:cubicBezTo>
                  <a:pt x="434683" y="19671"/>
                  <a:pt x="434782" y="19255"/>
                  <a:pt x="434914" y="18950"/>
                </a:cubicBezTo>
                <a:cubicBezTo>
                  <a:pt x="435046" y="18646"/>
                  <a:pt x="435212" y="18428"/>
                  <a:pt x="435410" y="18295"/>
                </a:cubicBezTo>
                <a:cubicBezTo>
                  <a:pt x="435609" y="18163"/>
                  <a:pt x="435840" y="18097"/>
                  <a:pt x="436105" y="18097"/>
                </a:cubicBezTo>
                <a:lnTo>
                  <a:pt x="440311" y="18097"/>
                </a:lnTo>
                <a:lnTo>
                  <a:pt x="440311" y="10167"/>
                </a:lnTo>
                <a:cubicBezTo>
                  <a:pt x="440311" y="9901"/>
                  <a:pt x="440384" y="9662"/>
                  <a:pt x="440530" y="9449"/>
                </a:cubicBezTo>
                <a:cubicBezTo>
                  <a:pt x="440675" y="9237"/>
                  <a:pt x="440940" y="9058"/>
                  <a:pt x="441323" y="8912"/>
                </a:cubicBezTo>
                <a:cubicBezTo>
                  <a:pt x="441707" y="8766"/>
                  <a:pt x="442223" y="8659"/>
                  <a:pt x="442871" y="8593"/>
                </a:cubicBezTo>
                <a:cubicBezTo>
                  <a:pt x="443519" y="8526"/>
                  <a:pt x="444320" y="8493"/>
                  <a:pt x="445272" y="8493"/>
                </a:cubicBezTo>
                <a:cubicBezTo>
                  <a:pt x="446251" y="8493"/>
                  <a:pt x="447065" y="8526"/>
                  <a:pt x="447713" y="8593"/>
                </a:cubicBezTo>
                <a:cubicBezTo>
                  <a:pt x="448361" y="8659"/>
                  <a:pt x="448871" y="8766"/>
                  <a:pt x="449241" y="8912"/>
                </a:cubicBezTo>
                <a:cubicBezTo>
                  <a:pt x="449611" y="9058"/>
                  <a:pt x="449876" y="9237"/>
                  <a:pt x="450035" y="9449"/>
                </a:cubicBezTo>
                <a:cubicBezTo>
                  <a:pt x="450193" y="9662"/>
                  <a:pt x="450273" y="9901"/>
                  <a:pt x="450273" y="10167"/>
                </a:cubicBezTo>
                <a:lnTo>
                  <a:pt x="450273" y="18097"/>
                </a:lnTo>
                <a:lnTo>
                  <a:pt x="457972" y="18097"/>
                </a:lnTo>
                <a:cubicBezTo>
                  <a:pt x="458237" y="18097"/>
                  <a:pt x="458468" y="18163"/>
                  <a:pt x="458666" y="18295"/>
                </a:cubicBezTo>
                <a:cubicBezTo>
                  <a:pt x="458865" y="18428"/>
                  <a:pt x="459030" y="18646"/>
                  <a:pt x="459163" y="18950"/>
                </a:cubicBezTo>
                <a:cubicBezTo>
                  <a:pt x="459295" y="19255"/>
                  <a:pt x="459394" y="19671"/>
                  <a:pt x="459460" y="20200"/>
                </a:cubicBezTo>
                <a:cubicBezTo>
                  <a:pt x="459526" y="20730"/>
                  <a:pt x="459559" y="21378"/>
                  <a:pt x="459559" y="22145"/>
                </a:cubicBezTo>
                <a:cubicBezTo>
                  <a:pt x="459559" y="23600"/>
                  <a:pt x="459427" y="24639"/>
                  <a:pt x="459163" y="25260"/>
                </a:cubicBezTo>
                <a:cubicBezTo>
                  <a:pt x="458898" y="25882"/>
                  <a:pt x="458514" y="26193"/>
                  <a:pt x="458012" y="26193"/>
                </a:cubicBezTo>
                <a:lnTo>
                  <a:pt x="450273" y="26193"/>
                </a:lnTo>
                <a:lnTo>
                  <a:pt x="450273" y="42792"/>
                </a:lnTo>
                <a:cubicBezTo>
                  <a:pt x="450273" y="44720"/>
                  <a:pt x="450577" y="46166"/>
                  <a:pt x="451186" y="47130"/>
                </a:cubicBezTo>
                <a:cubicBezTo>
                  <a:pt x="451794" y="48094"/>
                  <a:pt x="452879" y="48576"/>
                  <a:pt x="454440" y="48576"/>
                </a:cubicBezTo>
                <a:cubicBezTo>
                  <a:pt x="454969" y="48576"/>
                  <a:pt x="455445" y="48530"/>
                  <a:pt x="455869" y="48437"/>
                </a:cubicBezTo>
                <a:cubicBezTo>
                  <a:pt x="456292" y="48345"/>
                  <a:pt x="456669" y="48239"/>
                  <a:pt x="457000" y="48120"/>
                </a:cubicBezTo>
                <a:cubicBezTo>
                  <a:pt x="457330" y="48001"/>
                  <a:pt x="457608" y="47895"/>
                  <a:pt x="457833" y="47802"/>
                </a:cubicBezTo>
                <a:cubicBezTo>
                  <a:pt x="458058" y="47710"/>
                  <a:pt x="458263" y="47663"/>
                  <a:pt x="458448" y="47663"/>
                </a:cubicBezTo>
                <a:cubicBezTo>
                  <a:pt x="458607" y="47663"/>
                  <a:pt x="458759" y="47710"/>
                  <a:pt x="458905" y="47802"/>
                </a:cubicBezTo>
                <a:cubicBezTo>
                  <a:pt x="459050" y="47895"/>
                  <a:pt x="459163" y="48080"/>
                  <a:pt x="459242" y="48359"/>
                </a:cubicBezTo>
                <a:cubicBezTo>
                  <a:pt x="459321" y="48637"/>
                  <a:pt x="459394" y="49015"/>
                  <a:pt x="459460" y="49494"/>
                </a:cubicBezTo>
                <a:cubicBezTo>
                  <a:pt x="459526" y="49972"/>
                  <a:pt x="459559" y="50583"/>
                  <a:pt x="459559" y="51327"/>
                </a:cubicBezTo>
                <a:close/>
                <a:moveTo>
                  <a:pt x="500898" y="54845"/>
                </a:moveTo>
                <a:cubicBezTo>
                  <a:pt x="500898" y="55110"/>
                  <a:pt x="500818" y="55342"/>
                  <a:pt x="500659" y="55541"/>
                </a:cubicBezTo>
                <a:cubicBezTo>
                  <a:pt x="500501" y="55740"/>
                  <a:pt x="500236" y="55905"/>
                  <a:pt x="499866" y="56037"/>
                </a:cubicBezTo>
                <a:cubicBezTo>
                  <a:pt x="499495" y="56169"/>
                  <a:pt x="498986" y="56269"/>
                  <a:pt x="498338" y="56335"/>
                </a:cubicBezTo>
                <a:cubicBezTo>
                  <a:pt x="497690" y="56401"/>
                  <a:pt x="496889" y="56434"/>
                  <a:pt x="495937" y="56434"/>
                </a:cubicBezTo>
                <a:cubicBezTo>
                  <a:pt x="494958" y="56434"/>
                  <a:pt x="494144" y="56401"/>
                  <a:pt x="493496" y="56335"/>
                </a:cubicBezTo>
                <a:cubicBezTo>
                  <a:pt x="492848" y="56269"/>
                  <a:pt x="492339" y="56169"/>
                  <a:pt x="491968" y="56037"/>
                </a:cubicBezTo>
                <a:cubicBezTo>
                  <a:pt x="491598" y="55905"/>
                  <a:pt x="491333" y="55740"/>
                  <a:pt x="491174" y="55541"/>
                </a:cubicBezTo>
                <a:cubicBezTo>
                  <a:pt x="491016" y="55343"/>
                  <a:pt x="490936" y="55111"/>
                  <a:pt x="490936" y="54847"/>
                </a:cubicBezTo>
                <a:lnTo>
                  <a:pt x="490936" y="34646"/>
                </a:lnTo>
                <a:cubicBezTo>
                  <a:pt x="490936" y="32926"/>
                  <a:pt x="490811" y="31577"/>
                  <a:pt x="490559" y="30598"/>
                </a:cubicBezTo>
                <a:cubicBezTo>
                  <a:pt x="490308" y="29619"/>
                  <a:pt x="489944" y="28779"/>
                  <a:pt x="489468" y="28078"/>
                </a:cubicBezTo>
                <a:cubicBezTo>
                  <a:pt x="488992" y="27377"/>
                  <a:pt x="488377" y="26835"/>
                  <a:pt x="487623" y="26451"/>
                </a:cubicBezTo>
                <a:cubicBezTo>
                  <a:pt x="486868" y="26067"/>
                  <a:pt x="485989" y="25876"/>
                  <a:pt x="484983" y="25876"/>
                </a:cubicBezTo>
                <a:cubicBezTo>
                  <a:pt x="483713" y="25876"/>
                  <a:pt x="482430" y="26339"/>
                  <a:pt x="481134" y="27265"/>
                </a:cubicBezTo>
                <a:cubicBezTo>
                  <a:pt x="479837" y="28191"/>
                  <a:pt x="478488" y="29540"/>
                  <a:pt x="477086" y="31313"/>
                </a:cubicBezTo>
                <a:lnTo>
                  <a:pt x="477086" y="54847"/>
                </a:lnTo>
                <a:cubicBezTo>
                  <a:pt x="477086" y="55111"/>
                  <a:pt x="477006" y="55343"/>
                  <a:pt x="476848" y="55541"/>
                </a:cubicBezTo>
                <a:cubicBezTo>
                  <a:pt x="476689" y="55740"/>
                  <a:pt x="476418" y="55905"/>
                  <a:pt x="476034" y="56037"/>
                </a:cubicBezTo>
                <a:cubicBezTo>
                  <a:pt x="475650" y="56169"/>
                  <a:pt x="475141" y="56269"/>
                  <a:pt x="474506" y="56335"/>
                </a:cubicBezTo>
                <a:cubicBezTo>
                  <a:pt x="473871" y="56401"/>
                  <a:pt x="473064" y="56434"/>
                  <a:pt x="472085" y="56434"/>
                </a:cubicBezTo>
                <a:cubicBezTo>
                  <a:pt x="471106" y="56434"/>
                  <a:pt x="470299" y="56401"/>
                  <a:pt x="469664" y="56335"/>
                </a:cubicBezTo>
                <a:cubicBezTo>
                  <a:pt x="469029" y="56269"/>
                  <a:pt x="468520" y="56169"/>
                  <a:pt x="468137" y="56037"/>
                </a:cubicBezTo>
                <a:cubicBezTo>
                  <a:pt x="467753" y="55905"/>
                  <a:pt x="467482" y="55740"/>
                  <a:pt x="467323" y="55541"/>
                </a:cubicBezTo>
                <a:cubicBezTo>
                  <a:pt x="467164" y="55343"/>
                  <a:pt x="467085" y="55111"/>
                  <a:pt x="467085" y="54847"/>
                </a:cubicBezTo>
                <a:lnTo>
                  <a:pt x="467085" y="2659"/>
                </a:lnTo>
                <a:cubicBezTo>
                  <a:pt x="467085" y="2394"/>
                  <a:pt x="467164" y="2156"/>
                  <a:pt x="467323" y="1945"/>
                </a:cubicBezTo>
                <a:cubicBezTo>
                  <a:pt x="467482" y="1733"/>
                  <a:pt x="467753" y="1554"/>
                  <a:pt x="468137" y="1409"/>
                </a:cubicBezTo>
                <a:cubicBezTo>
                  <a:pt x="468520" y="1263"/>
                  <a:pt x="469029" y="1151"/>
                  <a:pt x="469664" y="1072"/>
                </a:cubicBezTo>
                <a:cubicBezTo>
                  <a:pt x="470299" y="992"/>
                  <a:pt x="471106" y="952"/>
                  <a:pt x="472085" y="952"/>
                </a:cubicBezTo>
                <a:cubicBezTo>
                  <a:pt x="473064" y="952"/>
                  <a:pt x="473871" y="992"/>
                  <a:pt x="474506" y="1072"/>
                </a:cubicBezTo>
                <a:cubicBezTo>
                  <a:pt x="475141" y="1151"/>
                  <a:pt x="475650" y="1263"/>
                  <a:pt x="476034" y="1409"/>
                </a:cubicBezTo>
                <a:cubicBezTo>
                  <a:pt x="476418" y="1554"/>
                  <a:pt x="476689" y="1732"/>
                  <a:pt x="476848" y="1943"/>
                </a:cubicBezTo>
                <a:cubicBezTo>
                  <a:pt x="477006" y="2154"/>
                  <a:pt x="477086" y="2392"/>
                  <a:pt x="477086" y="2657"/>
                </a:cubicBezTo>
                <a:lnTo>
                  <a:pt x="477086" y="22190"/>
                </a:lnTo>
                <a:cubicBezTo>
                  <a:pt x="478806" y="20495"/>
                  <a:pt x="480558" y="19230"/>
                  <a:pt x="482344" y="18396"/>
                </a:cubicBezTo>
                <a:cubicBezTo>
                  <a:pt x="484130" y="17562"/>
                  <a:pt x="485989" y="17145"/>
                  <a:pt x="487920" y="17145"/>
                </a:cubicBezTo>
                <a:cubicBezTo>
                  <a:pt x="490328" y="17145"/>
                  <a:pt x="492358" y="17542"/>
                  <a:pt x="494012" y="18336"/>
                </a:cubicBezTo>
                <a:cubicBezTo>
                  <a:pt x="495666" y="19131"/>
                  <a:pt x="497002" y="20217"/>
                  <a:pt x="498020" y="21594"/>
                </a:cubicBezTo>
                <a:cubicBezTo>
                  <a:pt x="499039" y="22971"/>
                  <a:pt x="499773" y="24580"/>
                  <a:pt x="500223" y="26421"/>
                </a:cubicBezTo>
                <a:cubicBezTo>
                  <a:pt x="500673" y="28262"/>
                  <a:pt x="500898" y="30493"/>
                  <a:pt x="500898" y="33115"/>
                </a:cubicBezTo>
                <a:lnTo>
                  <a:pt x="500898" y="54845"/>
                </a:lnTo>
                <a:close/>
                <a:moveTo>
                  <a:pt x="550986" y="22701"/>
                </a:moveTo>
                <a:cubicBezTo>
                  <a:pt x="550986" y="23653"/>
                  <a:pt x="550960" y="24434"/>
                  <a:pt x="550907" y="25042"/>
                </a:cubicBezTo>
                <a:cubicBezTo>
                  <a:pt x="550854" y="25651"/>
                  <a:pt x="550775" y="26127"/>
                  <a:pt x="550669" y="26471"/>
                </a:cubicBezTo>
                <a:cubicBezTo>
                  <a:pt x="550563" y="26815"/>
                  <a:pt x="550424" y="27053"/>
                  <a:pt x="550252" y="27185"/>
                </a:cubicBezTo>
                <a:cubicBezTo>
                  <a:pt x="550080" y="27317"/>
                  <a:pt x="549862" y="27384"/>
                  <a:pt x="549597" y="27384"/>
                </a:cubicBezTo>
                <a:cubicBezTo>
                  <a:pt x="549386" y="27384"/>
                  <a:pt x="549148" y="27337"/>
                  <a:pt x="548883" y="27245"/>
                </a:cubicBezTo>
                <a:cubicBezTo>
                  <a:pt x="548619" y="27152"/>
                  <a:pt x="548321" y="27053"/>
                  <a:pt x="547990" y="26947"/>
                </a:cubicBezTo>
                <a:cubicBezTo>
                  <a:pt x="547659" y="26841"/>
                  <a:pt x="547296" y="26742"/>
                  <a:pt x="546899" y="26649"/>
                </a:cubicBezTo>
                <a:cubicBezTo>
                  <a:pt x="546502" y="26557"/>
                  <a:pt x="546065" y="26510"/>
                  <a:pt x="545589" y="26510"/>
                </a:cubicBezTo>
                <a:cubicBezTo>
                  <a:pt x="545034" y="26510"/>
                  <a:pt x="544478" y="26624"/>
                  <a:pt x="543922" y="26850"/>
                </a:cubicBezTo>
                <a:cubicBezTo>
                  <a:pt x="543367" y="27076"/>
                  <a:pt x="542791" y="27429"/>
                  <a:pt x="542196" y="27908"/>
                </a:cubicBezTo>
                <a:cubicBezTo>
                  <a:pt x="541601" y="28388"/>
                  <a:pt x="540979" y="29027"/>
                  <a:pt x="540331" y="29826"/>
                </a:cubicBezTo>
                <a:cubicBezTo>
                  <a:pt x="539682" y="30624"/>
                  <a:pt x="538988" y="31609"/>
                  <a:pt x="538247" y="32781"/>
                </a:cubicBezTo>
                <a:lnTo>
                  <a:pt x="538247" y="54847"/>
                </a:lnTo>
                <a:cubicBezTo>
                  <a:pt x="538247" y="55111"/>
                  <a:pt x="538168" y="55343"/>
                  <a:pt x="538009" y="55541"/>
                </a:cubicBezTo>
                <a:cubicBezTo>
                  <a:pt x="537850" y="55740"/>
                  <a:pt x="537579" y="55905"/>
                  <a:pt x="537195" y="56037"/>
                </a:cubicBezTo>
                <a:cubicBezTo>
                  <a:pt x="536812" y="56169"/>
                  <a:pt x="536303" y="56269"/>
                  <a:pt x="535668" y="56335"/>
                </a:cubicBezTo>
                <a:cubicBezTo>
                  <a:pt x="535033" y="56401"/>
                  <a:pt x="534226" y="56434"/>
                  <a:pt x="533247" y="56434"/>
                </a:cubicBezTo>
                <a:cubicBezTo>
                  <a:pt x="532268" y="56434"/>
                  <a:pt x="531461" y="56401"/>
                  <a:pt x="530826" y="56335"/>
                </a:cubicBezTo>
                <a:cubicBezTo>
                  <a:pt x="530191" y="56269"/>
                  <a:pt x="529682" y="56169"/>
                  <a:pt x="529298" y="56037"/>
                </a:cubicBezTo>
                <a:cubicBezTo>
                  <a:pt x="528914" y="55905"/>
                  <a:pt x="528643" y="55740"/>
                  <a:pt x="528484" y="55541"/>
                </a:cubicBezTo>
                <a:cubicBezTo>
                  <a:pt x="528326" y="55343"/>
                  <a:pt x="528246" y="55111"/>
                  <a:pt x="528246" y="54847"/>
                </a:cubicBezTo>
                <a:lnTo>
                  <a:pt x="528246" y="19446"/>
                </a:lnTo>
                <a:cubicBezTo>
                  <a:pt x="528246" y="19182"/>
                  <a:pt x="528312" y="18950"/>
                  <a:pt x="528445" y="18752"/>
                </a:cubicBezTo>
                <a:cubicBezTo>
                  <a:pt x="528577" y="18553"/>
                  <a:pt x="528815" y="18388"/>
                  <a:pt x="529159" y="18256"/>
                </a:cubicBezTo>
                <a:cubicBezTo>
                  <a:pt x="529503" y="18123"/>
                  <a:pt x="529946" y="18024"/>
                  <a:pt x="530488" y="17958"/>
                </a:cubicBezTo>
                <a:cubicBezTo>
                  <a:pt x="531031" y="17892"/>
                  <a:pt x="531712" y="17859"/>
                  <a:pt x="532532" y="17859"/>
                </a:cubicBezTo>
                <a:cubicBezTo>
                  <a:pt x="533379" y="17859"/>
                  <a:pt x="534080" y="17892"/>
                  <a:pt x="534636" y="17958"/>
                </a:cubicBezTo>
                <a:cubicBezTo>
                  <a:pt x="535191" y="18024"/>
                  <a:pt x="535621" y="18123"/>
                  <a:pt x="535925" y="18256"/>
                </a:cubicBezTo>
                <a:cubicBezTo>
                  <a:pt x="536230" y="18388"/>
                  <a:pt x="536448" y="18553"/>
                  <a:pt x="536580" y="18752"/>
                </a:cubicBezTo>
                <a:cubicBezTo>
                  <a:pt x="536713" y="18950"/>
                  <a:pt x="536779" y="19182"/>
                  <a:pt x="536779" y="19446"/>
                </a:cubicBezTo>
                <a:lnTo>
                  <a:pt x="536779" y="23852"/>
                </a:lnTo>
                <a:cubicBezTo>
                  <a:pt x="537705" y="22520"/>
                  <a:pt x="538578" y="21422"/>
                  <a:pt x="539398" y="20558"/>
                </a:cubicBezTo>
                <a:cubicBezTo>
                  <a:pt x="540218" y="19693"/>
                  <a:pt x="540999" y="19008"/>
                  <a:pt x="541740" y="18503"/>
                </a:cubicBezTo>
                <a:cubicBezTo>
                  <a:pt x="542480" y="17997"/>
                  <a:pt x="543221" y="17644"/>
                  <a:pt x="543962" y="17445"/>
                </a:cubicBezTo>
                <a:cubicBezTo>
                  <a:pt x="544703" y="17245"/>
                  <a:pt x="545444" y="17145"/>
                  <a:pt x="546184" y="17145"/>
                </a:cubicBezTo>
                <a:cubicBezTo>
                  <a:pt x="546528" y="17145"/>
                  <a:pt x="546899" y="17164"/>
                  <a:pt x="547296" y="17204"/>
                </a:cubicBezTo>
                <a:cubicBezTo>
                  <a:pt x="547693" y="17244"/>
                  <a:pt x="548103" y="17310"/>
                  <a:pt x="548526" y="17402"/>
                </a:cubicBezTo>
                <a:cubicBezTo>
                  <a:pt x="548949" y="17495"/>
                  <a:pt x="549320" y="17601"/>
                  <a:pt x="549637" y="17720"/>
                </a:cubicBezTo>
                <a:cubicBezTo>
                  <a:pt x="549955" y="17839"/>
                  <a:pt x="550186" y="17965"/>
                  <a:pt x="550332" y="18097"/>
                </a:cubicBezTo>
                <a:cubicBezTo>
                  <a:pt x="550477" y="18229"/>
                  <a:pt x="550583" y="18375"/>
                  <a:pt x="550649" y="18534"/>
                </a:cubicBezTo>
                <a:cubicBezTo>
                  <a:pt x="550715" y="18692"/>
                  <a:pt x="550775" y="18911"/>
                  <a:pt x="550828" y="19188"/>
                </a:cubicBezTo>
                <a:cubicBezTo>
                  <a:pt x="550881" y="19466"/>
                  <a:pt x="550920" y="19883"/>
                  <a:pt x="550947" y="20438"/>
                </a:cubicBezTo>
                <a:cubicBezTo>
                  <a:pt x="550973" y="20994"/>
                  <a:pt x="550986" y="21748"/>
                  <a:pt x="550986" y="22701"/>
                </a:cubicBezTo>
                <a:close/>
                <a:moveTo>
                  <a:pt x="589427" y="36108"/>
                </a:moveTo>
                <a:cubicBezTo>
                  <a:pt x="589427" y="37328"/>
                  <a:pt x="589156" y="38229"/>
                  <a:pt x="588614" y="38812"/>
                </a:cubicBezTo>
                <a:cubicBezTo>
                  <a:pt x="588071" y="39395"/>
                  <a:pt x="587324" y="39686"/>
                  <a:pt x="586371" y="39686"/>
                </a:cubicBezTo>
                <a:lnTo>
                  <a:pt x="564822" y="39686"/>
                </a:lnTo>
                <a:cubicBezTo>
                  <a:pt x="564822" y="41200"/>
                  <a:pt x="565000" y="42575"/>
                  <a:pt x="565358" y="43810"/>
                </a:cubicBezTo>
                <a:cubicBezTo>
                  <a:pt x="565715" y="45045"/>
                  <a:pt x="566284" y="46095"/>
                  <a:pt x="567064" y="46959"/>
                </a:cubicBezTo>
                <a:cubicBezTo>
                  <a:pt x="567845" y="47822"/>
                  <a:pt x="568850" y="48479"/>
                  <a:pt x="570080" y="48931"/>
                </a:cubicBezTo>
                <a:cubicBezTo>
                  <a:pt x="571310" y="49382"/>
                  <a:pt x="572785" y="49608"/>
                  <a:pt x="574505" y="49608"/>
                </a:cubicBezTo>
                <a:cubicBezTo>
                  <a:pt x="576251" y="49608"/>
                  <a:pt x="577786" y="49480"/>
                  <a:pt x="579109" y="49225"/>
                </a:cubicBezTo>
                <a:cubicBezTo>
                  <a:pt x="580432" y="48969"/>
                  <a:pt x="581576" y="48687"/>
                  <a:pt x="582542" y="48378"/>
                </a:cubicBezTo>
                <a:cubicBezTo>
                  <a:pt x="583507" y="48068"/>
                  <a:pt x="584308" y="47786"/>
                  <a:pt x="584943" y="47531"/>
                </a:cubicBezTo>
                <a:cubicBezTo>
                  <a:pt x="585578" y="47275"/>
                  <a:pt x="586094" y="47147"/>
                  <a:pt x="586491" y="47147"/>
                </a:cubicBezTo>
                <a:cubicBezTo>
                  <a:pt x="586729" y="47147"/>
                  <a:pt x="586927" y="47194"/>
                  <a:pt x="587086" y="47288"/>
                </a:cubicBezTo>
                <a:cubicBezTo>
                  <a:pt x="587245" y="47380"/>
                  <a:pt x="587377" y="47546"/>
                  <a:pt x="587483" y="47786"/>
                </a:cubicBezTo>
                <a:cubicBezTo>
                  <a:pt x="587589" y="48025"/>
                  <a:pt x="587661" y="48364"/>
                  <a:pt x="587701" y="48803"/>
                </a:cubicBezTo>
                <a:cubicBezTo>
                  <a:pt x="587741" y="49242"/>
                  <a:pt x="587760" y="49794"/>
                  <a:pt x="587760" y="50459"/>
                </a:cubicBezTo>
                <a:cubicBezTo>
                  <a:pt x="587760" y="51044"/>
                  <a:pt x="587747" y="51543"/>
                  <a:pt x="587721" y="51956"/>
                </a:cubicBezTo>
                <a:cubicBezTo>
                  <a:pt x="587694" y="52367"/>
                  <a:pt x="587655" y="52720"/>
                  <a:pt x="587602" y="53012"/>
                </a:cubicBezTo>
                <a:cubicBezTo>
                  <a:pt x="587549" y="53305"/>
                  <a:pt x="587469" y="53551"/>
                  <a:pt x="587364" y="53751"/>
                </a:cubicBezTo>
                <a:cubicBezTo>
                  <a:pt x="587258" y="53951"/>
                  <a:pt x="587119" y="54143"/>
                  <a:pt x="586947" y="54329"/>
                </a:cubicBezTo>
                <a:cubicBezTo>
                  <a:pt x="586775" y="54515"/>
                  <a:pt x="586305" y="54767"/>
                  <a:pt x="585538" y="55085"/>
                </a:cubicBezTo>
                <a:cubicBezTo>
                  <a:pt x="584771" y="55402"/>
                  <a:pt x="583792" y="55713"/>
                  <a:pt x="582601" y="56017"/>
                </a:cubicBezTo>
                <a:cubicBezTo>
                  <a:pt x="581411" y="56322"/>
                  <a:pt x="580048" y="56586"/>
                  <a:pt x="578514" y="56811"/>
                </a:cubicBezTo>
                <a:cubicBezTo>
                  <a:pt x="576979" y="57036"/>
                  <a:pt x="575339" y="57148"/>
                  <a:pt x="573592" y="57148"/>
                </a:cubicBezTo>
                <a:cubicBezTo>
                  <a:pt x="570444" y="57148"/>
                  <a:pt x="567686" y="56751"/>
                  <a:pt x="565318" y="55955"/>
                </a:cubicBezTo>
                <a:cubicBezTo>
                  <a:pt x="562950" y="55160"/>
                  <a:pt x="560972" y="53954"/>
                  <a:pt x="559385" y="52336"/>
                </a:cubicBezTo>
                <a:cubicBezTo>
                  <a:pt x="557797" y="50719"/>
                  <a:pt x="556613" y="48678"/>
                  <a:pt x="555833" y="46214"/>
                </a:cubicBezTo>
                <a:cubicBezTo>
                  <a:pt x="555052" y="43748"/>
                  <a:pt x="554662" y="40858"/>
                  <a:pt x="554662" y="37545"/>
                </a:cubicBezTo>
                <a:cubicBezTo>
                  <a:pt x="554662" y="34389"/>
                  <a:pt x="555072" y="31546"/>
                  <a:pt x="555892" y="29014"/>
                </a:cubicBezTo>
                <a:cubicBezTo>
                  <a:pt x="556713" y="26483"/>
                  <a:pt x="557903" y="24336"/>
                  <a:pt x="559464" y="22573"/>
                </a:cubicBezTo>
                <a:cubicBezTo>
                  <a:pt x="561025" y="20809"/>
                  <a:pt x="562923" y="19464"/>
                  <a:pt x="565159" y="18536"/>
                </a:cubicBezTo>
                <a:cubicBezTo>
                  <a:pt x="567395" y="17608"/>
                  <a:pt x="569915" y="17145"/>
                  <a:pt x="572719" y="17145"/>
                </a:cubicBezTo>
                <a:cubicBezTo>
                  <a:pt x="575683" y="17145"/>
                  <a:pt x="578216" y="17582"/>
                  <a:pt x="580319" y="18457"/>
                </a:cubicBezTo>
                <a:cubicBezTo>
                  <a:pt x="582423" y="19331"/>
                  <a:pt x="584149" y="20544"/>
                  <a:pt x="585498" y="22094"/>
                </a:cubicBezTo>
                <a:cubicBezTo>
                  <a:pt x="586848" y="23644"/>
                  <a:pt x="587840" y="25480"/>
                  <a:pt x="588475" y="27601"/>
                </a:cubicBezTo>
                <a:cubicBezTo>
                  <a:pt x="589110" y="29721"/>
                  <a:pt x="589427" y="32026"/>
                  <a:pt x="589427" y="34518"/>
                </a:cubicBezTo>
                <a:lnTo>
                  <a:pt x="589427" y="36108"/>
                </a:lnTo>
                <a:moveTo>
                  <a:pt x="579744" y="33257"/>
                </a:moveTo>
                <a:cubicBezTo>
                  <a:pt x="579823" y="30440"/>
                  <a:pt x="579261" y="28228"/>
                  <a:pt x="578057" y="26621"/>
                </a:cubicBezTo>
                <a:cubicBezTo>
                  <a:pt x="576853" y="25013"/>
                  <a:pt x="574995" y="24209"/>
                  <a:pt x="572481" y="24209"/>
                </a:cubicBezTo>
                <a:cubicBezTo>
                  <a:pt x="571211" y="24209"/>
                  <a:pt x="570107" y="24448"/>
                  <a:pt x="569167" y="24927"/>
                </a:cubicBezTo>
                <a:cubicBezTo>
                  <a:pt x="568228" y="25405"/>
                  <a:pt x="567448" y="26049"/>
                  <a:pt x="566826" y="26860"/>
                </a:cubicBezTo>
                <a:cubicBezTo>
                  <a:pt x="566204" y="27671"/>
                  <a:pt x="565728" y="28627"/>
                  <a:pt x="565397" y="29730"/>
                </a:cubicBezTo>
                <a:cubicBezTo>
                  <a:pt x="565066" y="30832"/>
                  <a:pt x="564875" y="32008"/>
                  <a:pt x="564822" y="33257"/>
                </a:cubicBezTo>
                <a:lnTo>
                  <a:pt x="579744" y="33257"/>
                </a:lnTo>
                <a:close/>
                <a:moveTo>
                  <a:pt x="618367" y="5953"/>
                </a:moveTo>
                <a:cubicBezTo>
                  <a:pt x="618367" y="6720"/>
                  <a:pt x="618340" y="7335"/>
                  <a:pt x="618287" y="7798"/>
                </a:cubicBezTo>
                <a:cubicBezTo>
                  <a:pt x="618234" y="8261"/>
                  <a:pt x="618155" y="8619"/>
                  <a:pt x="618049" y="8870"/>
                </a:cubicBezTo>
                <a:cubicBezTo>
                  <a:pt x="617943" y="9121"/>
                  <a:pt x="617824" y="9293"/>
                  <a:pt x="617692" y="9386"/>
                </a:cubicBezTo>
                <a:cubicBezTo>
                  <a:pt x="617560" y="9478"/>
                  <a:pt x="617414" y="9525"/>
                  <a:pt x="617255" y="9525"/>
                </a:cubicBezTo>
                <a:cubicBezTo>
                  <a:pt x="617070" y="9525"/>
                  <a:pt x="616865" y="9478"/>
                  <a:pt x="616640" y="9386"/>
                </a:cubicBezTo>
                <a:cubicBezTo>
                  <a:pt x="616415" y="9293"/>
                  <a:pt x="616138" y="9194"/>
                  <a:pt x="615807" y="9088"/>
                </a:cubicBezTo>
                <a:cubicBezTo>
                  <a:pt x="615476" y="8982"/>
                  <a:pt x="615086" y="8883"/>
                  <a:pt x="614636" y="8791"/>
                </a:cubicBezTo>
                <a:cubicBezTo>
                  <a:pt x="614186" y="8698"/>
                  <a:pt x="613657" y="8652"/>
                  <a:pt x="613049" y="8652"/>
                </a:cubicBezTo>
                <a:cubicBezTo>
                  <a:pt x="612334" y="8652"/>
                  <a:pt x="611719" y="8764"/>
                  <a:pt x="611203" y="8989"/>
                </a:cubicBezTo>
                <a:cubicBezTo>
                  <a:pt x="610687" y="9214"/>
                  <a:pt x="610257" y="9571"/>
                  <a:pt x="609913" y="10060"/>
                </a:cubicBezTo>
                <a:cubicBezTo>
                  <a:pt x="609569" y="10550"/>
                  <a:pt x="609318" y="11185"/>
                  <a:pt x="609159" y="11965"/>
                </a:cubicBezTo>
                <a:cubicBezTo>
                  <a:pt x="609001" y="12746"/>
                  <a:pt x="608921" y="13705"/>
                  <a:pt x="608921" y="14843"/>
                </a:cubicBezTo>
                <a:lnTo>
                  <a:pt x="608921" y="18097"/>
                </a:lnTo>
                <a:lnTo>
                  <a:pt x="615390" y="18097"/>
                </a:lnTo>
                <a:cubicBezTo>
                  <a:pt x="615628" y="18097"/>
                  <a:pt x="615847" y="18163"/>
                  <a:pt x="616045" y="18295"/>
                </a:cubicBezTo>
                <a:cubicBezTo>
                  <a:pt x="616243" y="18428"/>
                  <a:pt x="616409" y="18646"/>
                  <a:pt x="616541" y="18950"/>
                </a:cubicBezTo>
                <a:cubicBezTo>
                  <a:pt x="616673" y="19255"/>
                  <a:pt x="616773" y="19671"/>
                  <a:pt x="616839" y="20200"/>
                </a:cubicBezTo>
                <a:cubicBezTo>
                  <a:pt x="616905" y="20730"/>
                  <a:pt x="616938" y="21378"/>
                  <a:pt x="616938" y="22145"/>
                </a:cubicBezTo>
                <a:cubicBezTo>
                  <a:pt x="616938" y="23600"/>
                  <a:pt x="616806" y="24639"/>
                  <a:pt x="616541" y="25260"/>
                </a:cubicBezTo>
                <a:cubicBezTo>
                  <a:pt x="616276" y="25882"/>
                  <a:pt x="615893" y="26193"/>
                  <a:pt x="615390" y="26193"/>
                </a:cubicBezTo>
                <a:lnTo>
                  <a:pt x="608921" y="26193"/>
                </a:lnTo>
                <a:lnTo>
                  <a:pt x="608921" y="54847"/>
                </a:lnTo>
                <a:cubicBezTo>
                  <a:pt x="608921" y="55111"/>
                  <a:pt x="608842" y="55343"/>
                  <a:pt x="608683" y="55541"/>
                </a:cubicBezTo>
                <a:cubicBezTo>
                  <a:pt x="608524" y="55740"/>
                  <a:pt x="608260" y="55905"/>
                  <a:pt x="607889" y="56037"/>
                </a:cubicBezTo>
                <a:cubicBezTo>
                  <a:pt x="607519" y="56169"/>
                  <a:pt x="607003" y="56269"/>
                  <a:pt x="606342" y="56335"/>
                </a:cubicBezTo>
                <a:cubicBezTo>
                  <a:pt x="605680" y="56401"/>
                  <a:pt x="604873" y="56434"/>
                  <a:pt x="603921" y="56434"/>
                </a:cubicBezTo>
                <a:cubicBezTo>
                  <a:pt x="602968" y="56434"/>
                  <a:pt x="602168" y="56401"/>
                  <a:pt x="601520" y="56335"/>
                </a:cubicBezTo>
                <a:cubicBezTo>
                  <a:pt x="600872" y="56269"/>
                  <a:pt x="600356" y="56169"/>
                  <a:pt x="599972" y="56037"/>
                </a:cubicBezTo>
                <a:cubicBezTo>
                  <a:pt x="599588" y="55905"/>
                  <a:pt x="599324" y="55740"/>
                  <a:pt x="599178" y="55541"/>
                </a:cubicBezTo>
                <a:cubicBezTo>
                  <a:pt x="599033" y="55343"/>
                  <a:pt x="598960" y="55111"/>
                  <a:pt x="598960" y="54847"/>
                </a:cubicBezTo>
                <a:lnTo>
                  <a:pt x="598960" y="26193"/>
                </a:lnTo>
                <a:lnTo>
                  <a:pt x="594515" y="26193"/>
                </a:lnTo>
                <a:cubicBezTo>
                  <a:pt x="594012" y="26193"/>
                  <a:pt x="593635" y="25882"/>
                  <a:pt x="593384" y="25260"/>
                </a:cubicBezTo>
                <a:cubicBezTo>
                  <a:pt x="593133" y="24639"/>
                  <a:pt x="593007" y="23600"/>
                  <a:pt x="593007" y="22145"/>
                </a:cubicBezTo>
                <a:cubicBezTo>
                  <a:pt x="593007" y="21378"/>
                  <a:pt x="593040" y="20730"/>
                  <a:pt x="593106" y="20200"/>
                </a:cubicBezTo>
                <a:cubicBezTo>
                  <a:pt x="593172" y="19671"/>
                  <a:pt x="593265" y="19255"/>
                  <a:pt x="593384" y="18950"/>
                </a:cubicBezTo>
                <a:cubicBezTo>
                  <a:pt x="593503" y="18646"/>
                  <a:pt x="593662" y="18428"/>
                  <a:pt x="593860" y="18295"/>
                </a:cubicBezTo>
                <a:cubicBezTo>
                  <a:pt x="594059" y="18163"/>
                  <a:pt x="594290" y="18097"/>
                  <a:pt x="594555" y="18097"/>
                </a:cubicBezTo>
                <a:lnTo>
                  <a:pt x="598960" y="18097"/>
                </a:lnTo>
                <a:lnTo>
                  <a:pt x="598960" y="15121"/>
                </a:lnTo>
                <a:cubicBezTo>
                  <a:pt x="598960" y="12713"/>
                  <a:pt x="599198" y="10603"/>
                  <a:pt x="599674" y="8791"/>
                </a:cubicBezTo>
                <a:cubicBezTo>
                  <a:pt x="600151" y="6978"/>
                  <a:pt x="600898" y="5470"/>
                  <a:pt x="601917" y="4266"/>
                </a:cubicBezTo>
                <a:cubicBezTo>
                  <a:pt x="602935" y="3062"/>
                  <a:pt x="604232" y="2156"/>
                  <a:pt x="605806" y="1548"/>
                </a:cubicBezTo>
                <a:cubicBezTo>
                  <a:pt x="607380" y="939"/>
                  <a:pt x="609239" y="635"/>
                  <a:pt x="611382" y="635"/>
                </a:cubicBezTo>
                <a:cubicBezTo>
                  <a:pt x="612414" y="635"/>
                  <a:pt x="613393" y="721"/>
                  <a:pt x="614319" y="893"/>
                </a:cubicBezTo>
                <a:cubicBezTo>
                  <a:pt x="615245" y="1065"/>
                  <a:pt x="615972" y="1250"/>
                  <a:pt x="616501" y="1449"/>
                </a:cubicBezTo>
                <a:cubicBezTo>
                  <a:pt x="617031" y="1647"/>
                  <a:pt x="617388" y="1832"/>
                  <a:pt x="617573" y="2004"/>
                </a:cubicBezTo>
                <a:cubicBezTo>
                  <a:pt x="617758" y="2176"/>
                  <a:pt x="617910" y="2427"/>
                  <a:pt x="618029" y="2758"/>
                </a:cubicBezTo>
                <a:cubicBezTo>
                  <a:pt x="618148" y="3089"/>
                  <a:pt x="618234" y="3512"/>
                  <a:pt x="618287" y="4028"/>
                </a:cubicBezTo>
                <a:cubicBezTo>
                  <a:pt x="618340" y="4544"/>
                  <a:pt x="618367" y="5186"/>
                  <a:pt x="618367" y="5953"/>
                </a:cubicBezTo>
                <a:close/>
                <a:moveTo>
                  <a:pt x="632717" y="54847"/>
                </a:moveTo>
                <a:cubicBezTo>
                  <a:pt x="632717" y="55111"/>
                  <a:pt x="632637" y="55343"/>
                  <a:pt x="632479" y="55541"/>
                </a:cubicBezTo>
                <a:cubicBezTo>
                  <a:pt x="632320" y="55740"/>
                  <a:pt x="632049" y="55905"/>
                  <a:pt x="631665" y="56037"/>
                </a:cubicBezTo>
                <a:cubicBezTo>
                  <a:pt x="631281" y="56169"/>
                  <a:pt x="630772" y="56269"/>
                  <a:pt x="630137" y="56335"/>
                </a:cubicBezTo>
                <a:cubicBezTo>
                  <a:pt x="629502" y="56401"/>
                  <a:pt x="628695" y="56434"/>
                  <a:pt x="627716" y="56434"/>
                </a:cubicBezTo>
                <a:cubicBezTo>
                  <a:pt x="626737" y="56434"/>
                  <a:pt x="625930" y="56401"/>
                  <a:pt x="625295" y="56335"/>
                </a:cubicBezTo>
                <a:cubicBezTo>
                  <a:pt x="624660" y="56269"/>
                  <a:pt x="624151" y="56169"/>
                  <a:pt x="623767" y="56037"/>
                </a:cubicBezTo>
                <a:cubicBezTo>
                  <a:pt x="623384" y="55905"/>
                  <a:pt x="623113" y="55740"/>
                  <a:pt x="622954" y="55541"/>
                </a:cubicBezTo>
                <a:cubicBezTo>
                  <a:pt x="622795" y="55343"/>
                  <a:pt x="622716" y="55111"/>
                  <a:pt x="622716" y="54847"/>
                </a:cubicBezTo>
                <a:lnTo>
                  <a:pt x="622716" y="19526"/>
                </a:lnTo>
                <a:cubicBezTo>
                  <a:pt x="622716" y="19261"/>
                  <a:pt x="622795" y="19030"/>
                  <a:pt x="622954" y="18831"/>
                </a:cubicBezTo>
                <a:cubicBezTo>
                  <a:pt x="623113" y="18633"/>
                  <a:pt x="623384" y="18461"/>
                  <a:pt x="623767" y="18315"/>
                </a:cubicBezTo>
                <a:cubicBezTo>
                  <a:pt x="624151" y="18170"/>
                  <a:pt x="624660" y="18057"/>
                  <a:pt x="625295" y="17978"/>
                </a:cubicBezTo>
                <a:cubicBezTo>
                  <a:pt x="625930" y="17899"/>
                  <a:pt x="626737" y="17859"/>
                  <a:pt x="627716" y="17859"/>
                </a:cubicBezTo>
                <a:cubicBezTo>
                  <a:pt x="628695" y="17859"/>
                  <a:pt x="629502" y="17899"/>
                  <a:pt x="630137" y="17978"/>
                </a:cubicBezTo>
                <a:cubicBezTo>
                  <a:pt x="630772" y="18057"/>
                  <a:pt x="631281" y="18170"/>
                  <a:pt x="631665" y="18315"/>
                </a:cubicBezTo>
                <a:cubicBezTo>
                  <a:pt x="632049" y="18461"/>
                  <a:pt x="632320" y="18633"/>
                  <a:pt x="632479" y="18831"/>
                </a:cubicBezTo>
                <a:cubicBezTo>
                  <a:pt x="632637" y="19030"/>
                  <a:pt x="632717" y="19261"/>
                  <a:pt x="632717" y="19526"/>
                </a:cubicBezTo>
                <a:lnTo>
                  <a:pt x="632717" y="54847"/>
                </a:lnTo>
                <a:moveTo>
                  <a:pt x="633471" y="7461"/>
                </a:moveTo>
                <a:cubicBezTo>
                  <a:pt x="633471" y="9472"/>
                  <a:pt x="633061" y="10861"/>
                  <a:pt x="632240" y="11628"/>
                </a:cubicBezTo>
                <a:cubicBezTo>
                  <a:pt x="631420" y="12395"/>
                  <a:pt x="629899" y="12779"/>
                  <a:pt x="627677" y="12779"/>
                </a:cubicBezTo>
                <a:cubicBezTo>
                  <a:pt x="625428" y="12779"/>
                  <a:pt x="623913" y="12409"/>
                  <a:pt x="623132" y="11668"/>
                </a:cubicBezTo>
                <a:cubicBezTo>
                  <a:pt x="622352" y="10927"/>
                  <a:pt x="621962" y="9591"/>
                  <a:pt x="621962" y="7659"/>
                </a:cubicBezTo>
                <a:cubicBezTo>
                  <a:pt x="621962" y="5649"/>
                  <a:pt x="622365" y="4253"/>
                  <a:pt x="623172" y="3473"/>
                </a:cubicBezTo>
                <a:cubicBezTo>
                  <a:pt x="623979" y="2692"/>
                  <a:pt x="625507" y="2302"/>
                  <a:pt x="627756" y="2302"/>
                </a:cubicBezTo>
                <a:cubicBezTo>
                  <a:pt x="629978" y="2302"/>
                  <a:pt x="631486" y="2679"/>
                  <a:pt x="632280" y="3433"/>
                </a:cubicBezTo>
                <a:cubicBezTo>
                  <a:pt x="633074" y="4187"/>
                  <a:pt x="633471" y="5530"/>
                  <a:pt x="633471" y="7461"/>
                </a:cubicBezTo>
                <a:close/>
                <a:moveTo>
                  <a:pt x="676685" y="54845"/>
                </a:moveTo>
                <a:cubicBezTo>
                  <a:pt x="676685" y="55110"/>
                  <a:pt x="676606" y="55342"/>
                  <a:pt x="676447" y="55541"/>
                </a:cubicBezTo>
                <a:cubicBezTo>
                  <a:pt x="676288" y="55740"/>
                  <a:pt x="676024" y="55905"/>
                  <a:pt x="675653" y="56037"/>
                </a:cubicBezTo>
                <a:cubicBezTo>
                  <a:pt x="675283" y="56169"/>
                  <a:pt x="674774" y="56269"/>
                  <a:pt x="674126" y="56335"/>
                </a:cubicBezTo>
                <a:cubicBezTo>
                  <a:pt x="673477" y="56401"/>
                  <a:pt x="672677" y="56434"/>
                  <a:pt x="671725" y="56434"/>
                </a:cubicBezTo>
                <a:cubicBezTo>
                  <a:pt x="670746" y="56434"/>
                  <a:pt x="669932" y="56401"/>
                  <a:pt x="669284" y="56335"/>
                </a:cubicBezTo>
                <a:cubicBezTo>
                  <a:pt x="668636" y="56269"/>
                  <a:pt x="668126" y="56169"/>
                  <a:pt x="667756" y="56037"/>
                </a:cubicBezTo>
                <a:cubicBezTo>
                  <a:pt x="667385" y="55905"/>
                  <a:pt x="667121" y="55740"/>
                  <a:pt x="666962" y="55541"/>
                </a:cubicBezTo>
                <a:cubicBezTo>
                  <a:pt x="666803" y="55343"/>
                  <a:pt x="666724" y="55111"/>
                  <a:pt x="666724" y="54847"/>
                </a:cubicBezTo>
                <a:lnTo>
                  <a:pt x="666724" y="34646"/>
                </a:lnTo>
                <a:cubicBezTo>
                  <a:pt x="666724" y="32926"/>
                  <a:pt x="666598" y="31577"/>
                  <a:pt x="666347" y="30598"/>
                </a:cubicBezTo>
                <a:cubicBezTo>
                  <a:pt x="666096" y="29619"/>
                  <a:pt x="665732" y="28779"/>
                  <a:pt x="665256" y="28078"/>
                </a:cubicBezTo>
                <a:cubicBezTo>
                  <a:pt x="664779" y="27377"/>
                  <a:pt x="664164" y="26835"/>
                  <a:pt x="663410" y="26451"/>
                </a:cubicBezTo>
                <a:cubicBezTo>
                  <a:pt x="662656" y="26067"/>
                  <a:pt x="661776" y="25876"/>
                  <a:pt x="660771" y="25876"/>
                </a:cubicBezTo>
                <a:cubicBezTo>
                  <a:pt x="659501" y="25876"/>
                  <a:pt x="658218" y="26339"/>
                  <a:pt x="656921" y="27265"/>
                </a:cubicBezTo>
                <a:cubicBezTo>
                  <a:pt x="655625" y="28191"/>
                  <a:pt x="654276" y="29540"/>
                  <a:pt x="652873" y="31313"/>
                </a:cubicBezTo>
                <a:lnTo>
                  <a:pt x="652873" y="54847"/>
                </a:lnTo>
                <a:cubicBezTo>
                  <a:pt x="652873" y="55111"/>
                  <a:pt x="652794" y="55343"/>
                  <a:pt x="652635" y="55541"/>
                </a:cubicBezTo>
                <a:cubicBezTo>
                  <a:pt x="652477" y="55740"/>
                  <a:pt x="652205" y="55905"/>
                  <a:pt x="651822" y="56037"/>
                </a:cubicBezTo>
                <a:cubicBezTo>
                  <a:pt x="651438" y="56169"/>
                  <a:pt x="650929" y="56269"/>
                  <a:pt x="650294" y="56335"/>
                </a:cubicBezTo>
                <a:cubicBezTo>
                  <a:pt x="649659" y="56401"/>
                  <a:pt x="648852" y="56434"/>
                  <a:pt x="647873" y="56434"/>
                </a:cubicBezTo>
                <a:cubicBezTo>
                  <a:pt x="646894" y="56434"/>
                  <a:pt x="646087" y="56401"/>
                  <a:pt x="645452" y="56335"/>
                </a:cubicBezTo>
                <a:cubicBezTo>
                  <a:pt x="644817" y="56269"/>
                  <a:pt x="644308" y="56169"/>
                  <a:pt x="643924" y="56037"/>
                </a:cubicBezTo>
                <a:cubicBezTo>
                  <a:pt x="643541" y="55905"/>
                  <a:pt x="643269" y="55740"/>
                  <a:pt x="643111" y="55541"/>
                </a:cubicBezTo>
                <a:cubicBezTo>
                  <a:pt x="642952" y="55343"/>
                  <a:pt x="642873" y="55111"/>
                  <a:pt x="642873" y="54847"/>
                </a:cubicBezTo>
                <a:lnTo>
                  <a:pt x="642873" y="19446"/>
                </a:lnTo>
                <a:cubicBezTo>
                  <a:pt x="642873" y="19182"/>
                  <a:pt x="642939" y="18950"/>
                  <a:pt x="643071" y="18752"/>
                </a:cubicBezTo>
                <a:cubicBezTo>
                  <a:pt x="643203" y="18553"/>
                  <a:pt x="643441" y="18388"/>
                  <a:pt x="643785" y="18256"/>
                </a:cubicBezTo>
                <a:cubicBezTo>
                  <a:pt x="644129" y="18123"/>
                  <a:pt x="644572" y="18024"/>
                  <a:pt x="645115" y="17958"/>
                </a:cubicBezTo>
                <a:cubicBezTo>
                  <a:pt x="645657" y="17892"/>
                  <a:pt x="646338" y="17859"/>
                  <a:pt x="647159" y="17859"/>
                </a:cubicBezTo>
                <a:cubicBezTo>
                  <a:pt x="648005" y="17859"/>
                  <a:pt x="648706" y="17892"/>
                  <a:pt x="649262" y="17958"/>
                </a:cubicBezTo>
                <a:cubicBezTo>
                  <a:pt x="649818" y="18024"/>
                  <a:pt x="650248" y="18123"/>
                  <a:pt x="650552" y="18256"/>
                </a:cubicBezTo>
                <a:cubicBezTo>
                  <a:pt x="650856" y="18388"/>
                  <a:pt x="651074" y="18553"/>
                  <a:pt x="651207" y="18752"/>
                </a:cubicBezTo>
                <a:cubicBezTo>
                  <a:pt x="651339" y="18950"/>
                  <a:pt x="651405" y="19182"/>
                  <a:pt x="651405" y="19446"/>
                </a:cubicBezTo>
                <a:lnTo>
                  <a:pt x="651405" y="23534"/>
                </a:lnTo>
                <a:cubicBezTo>
                  <a:pt x="653363" y="21404"/>
                  <a:pt x="655354" y="19807"/>
                  <a:pt x="657378" y="18742"/>
                </a:cubicBezTo>
                <a:cubicBezTo>
                  <a:pt x="659402" y="17677"/>
                  <a:pt x="661512" y="17145"/>
                  <a:pt x="663708" y="17145"/>
                </a:cubicBezTo>
                <a:cubicBezTo>
                  <a:pt x="666115" y="17145"/>
                  <a:pt x="668146" y="17542"/>
                  <a:pt x="669800" y="18336"/>
                </a:cubicBezTo>
                <a:cubicBezTo>
                  <a:pt x="671453" y="19131"/>
                  <a:pt x="672789" y="20210"/>
                  <a:pt x="673808" y="21575"/>
                </a:cubicBezTo>
                <a:cubicBezTo>
                  <a:pt x="674827" y="22938"/>
                  <a:pt x="675561" y="24534"/>
                  <a:pt x="676011" y="26362"/>
                </a:cubicBezTo>
                <a:cubicBezTo>
                  <a:pt x="676460" y="28189"/>
                  <a:pt x="676685" y="30387"/>
                  <a:pt x="676685" y="32956"/>
                </a:cubicBezTo>
                <a:lnTo>
                  <a:pt x="676685" y="54845"/>
                </a:lnTo>
                <a:close/>
                <a:moveTo>
                  <a:pt x="719342" y="36108"/>
                </a:moveTo>
                <a:cubicBezTo>
                  <a:pt x="719342" y="37328"/>
                  <a:pt x="719071" y="38229"/>
                  <a:pt x="718529" y="38812"/>
                </a:cubicBezTo>
                <a:cubicBezTo>
                  <a:pt x="717986" y="39395"/>
                  <a:pt x="717239" y="39686"/>
                  <a:pt x="716286" y="39686"/>
                </a:cubicBezTo>
                <a:lnTo>
                  <a:pt x="694737" y="39686"/>
                </a:lnTo>
                <a:cubicBezTo>
                  <a:pt x="694737" y="41200"/>
                  <a:pt x="694915" y="42575"/>
                  <a:pt x="695272" y="43810"/>
                </a:cubicBezTo>
                <a:cubicBezTo>
                  <a:pt x="695630" y="45045"/>
                  <a:pt x="696198" y="46095"/>
                  <a:pt x="696979" y="46959"/>
                </a:cubicBezTo>
                <a:cubicBezTo>
                  <a:pt x="697759" y="47822"/>
                  <a:pt x="698765" y="48479"/>
                  <a:pt x="699995" y="48931"/>
                </a:cubicBezTo>
                <a:cubicBezTo>
                  <a:pt x="701225" y="49382"/>
                  <a:pt x="702700" y="49608"/>
                  <a:pt x="704420" y="49608"/>
                </a:cubicBezTo>
                <a:cubicBezTo>
                  <a:pt x="706166" y="49608"/>
                  <a:pt x="707701" y="49480"/>
                  <a:pt x="709024" y="49225"/>
                </a:cubicBezTo>
                <a:cubicBezTo>
                  <a:pt x="710347" y="48969"/>
                  <a:pt x="711491" y="48687"/>
                  <a:pt x="712457" y="48378"/>
                </a:cubicBezTo>
                <a:cubicBezTo>
                  <a:pt x="713422" y="48068"/>
                  <a:pt x="714223" y="47786"/>
                  <a:pt x="714858" y="47531"/>
                </a:cubicBezTo>
                <a:cubicBezTo>
                  <a:pt x="715493" y="47275"/>
                  <a:pt x="716008" y="47147"/>
                  <a:pt x="716405" y="47147"/>
                </a:cubicBezTo>
                <a:cubicBezTo>
                  <a:pt x="716643" y="47147"/>
                  <a:pt x="716842" y="47194"/>
                  <a:pt x="717001" y="47288"/>
                </a:cubicBezTo>
                <a:cubicBezTo>
                  <a:pt x="717159" y="47380"/>
                  <a:pt x="717292" y="47546"/>
                  <a:pt x="717397" y="47786"/>
                </a:cubicBezTo>
                <a:cubicBezTo>
                  <a:pt x="717503" y="48025"/>
                  <a:pt x="717576" y="48364"/>
                  <a:pt x="717616" y="48803"/>
                </a:cubicBezTo>
                <a:cubicBezTo>
                  <a:pt x="717655" y="49242"/>
                  <a:pt x="717675" y="49794"/>
                  <a:pt x="717675" y="50459"/>
                </a:cubicBezTo>
                <a:cubicBezTo>
                  <a:pt x="717675" y="51044"/>
                  <a:pt x="717662" y="51543"/>
                  <a:pt x="717636" y="51956"/>
                </a:cubicBezTo>
                <a:cubicBezTo>
                  <a:pt x="717609" y="52367"/>
                  <a:pt x="717569" y="52720"/>
                  <a:pt x="717517" y="53012"/>
                </a:cubicBezTo>
                <a:cubicBezTo>
                  <a:pt x="717464" y="53305"/>
                  <a:pt x="717384" y="53551"/>
                  <a:pt x="717278" y="53751"/>
                </a:cubicBezTo>
                <a:cubicBezTo>
                  <a:pt x="717173" y="53951"/>
                  <a:pt x="717034" y="54143"/>
                  <a:pt x="716862" y="54329"/>
                </a:cubicBezTo>
                <a:cubicBezTo>
                  <a:pt x="716690" y="54515"/>
                  <a:pt x="716220" y="54767"/>
                  <a:pt x="715453" y="55085"/>
                </a:cubicBezTo>
                <a:cubicBezTo>
                  <a:pt x="714686" y="55402"/>
                  <a:pt x="713707" y="55713"/>
                  <a:pt x="712516" y="56017"/>
                </a:cubicBezTo>
                <a:cubicBezTo>
                  <a:pt x="711325" y="56322"/>
                  <a:pt x="709963" y="56586"/>
                  <a:pt x="708428" y="56811"/>
                </a:cubicBezTo>
                <a:cubicBezTo>
                  <a:pt x="706894" y="57036"/>
                  <a:pt x="705253" y="57148"/>
                  <a:pt x="703507" y="57148"/>
                </a:cubicBezTo>
                <a:cubicBezTo>
                  <a:pt x="700359" y="57148"/>
                  <a:pt x="697601" y="56751"/>
                  <a:pt x="695233" y="55955"/>
                </a:cubicBezTo>
                <a:cubicBezTo>
                  <a:pt x="692865" y="55160"/>
                  <a:pt x="690887" y="53954"/>
                  <a:pt x="689300" y="52336"/>
                </a:cubicBezTo>
                <a:cubicBezTo>
                  <a:pt x="687712" y="50719"/>
                  <a:pt x="686528" y="48678"/>
                  <a:pt x="685748" y="46214"/>
                </a:cubicBezTo>
                <a:cubicBezTo>
                  <a:pt x="684967" y="43748"/>
                  <a:pt x="684577" y="40858"/>
                  <a:pt x="684577" y="37545"/>
                </a:cubicBezTo>
                <a:cubicBezTo>
                  <a:pt x="684577" y="34389"/>
                  <a:pt x="684987" y="31546"/>
                  <a:pt x="685807" y="29014"/>
                </a:cubicBezTo>
                <a:cubicBezTo>
                  <a:pt x="686627" y="26483"/>
                  <a:pt x="687818" y="24336"/>
                  <a:pt x="689379" y="22573"/>
                </a:cubicBezTo>
                <a:cubicBezTo>
                  <a:pt x="690940" y="20809"/>
                  <a:pt x="692838" y="19464"/>
                  <a:pt x="695074" y="18536"/>
                </a:cubicBezTo>
                <a:cubicBezTo>
                  <a:pt x="697310" y="17608"/>
                  <a:pt x="699830" y="17145"/>
                  <a:pt x="702634" y="17145"/>
                </a:cubicBezTo>
                <a:cubicBezTo>
                  <a:pt x="705597" y="17145"/>
                  <a:pt x="708131" y="17582"/>
                  <a:pt x="710234" y="18457"/>
                </a:cubicBezTo>
                <a:cubicBezTo>
                  <a:pt x="712337" y="19331"/>
                  <a:pt x="714064" y="20544"/>
                  <a:pt x="715413" y="22094"/>
                </a:cubicBezTo>
                <a:cubicBezTo>
                  <a:pt x="716763" y="23644"/>
                  <a:pt x="717755" y="25480"/>
                  <a:pt x="718390" y="27601"/>
                </a:cubicBezTo>
                <a:cubicBezTo>
                  <a:pt x="719025" y="29721"/>
                  <a:pt x="719342" y="32026"/>
                  <a:pt x="719342" y="34518"/>
                </a:cubicBezTo>
                <a:lnTo>
                  <a:pt x="719342" y="36108"/>
                </a:lnTo>
                <a:moveTo>
                  <a:pt x="709659" y="33257"/>
                </a:moveTo>
                <a:cubicBezTo>
                  <a:pt x="709738" y="30440"/>
                  <a:pt x="709176" y="28228"/>
                  <a:pt x="707972" y="26621"/>
                </a:cubicBezTo>
                <a:cubicBezTo>
                  <a:pt x="706768" y="25013"/>
                  <a:pt x="704910" y="24209"/>
                  <a:pt x="702396" y="24209"/>
                </a:cubicBezTo>
                <a:cubicBezTo>
                  <a:pt x="701126" y="24209"/>
                  <a:pt x="700021" y="24448"/>
                  <a:pt x="699082" y="24927"/>
                </a:cubicBezTo>
                <a:cubicBezTo>
                  <a:pt x="698143" y="25405"/>
                  <a:pt x="697362" y="26049"/>
                  <a:pt x="696741" y="26860"/>
                </a:cubicBezTo>
                <a:cubicBezTo>
                  <a:pt x="696119" y="27671"/>
                  <a:pt x="695643" y="28627"/>
                  <a:pt x="695312" y="29730"/>
                </a:cubicBezTo>
                <a:cubicBezTo>
                  <a:pt x="694981" y="30832"/>
                  <a:pt x="694789" y="32008"/>
                  <a:pt x="694737" y="33257"/>
                </a:cubicBezTo>
                <a:lnTo>
                  <a:pt x="709659" y="33257"/>
                </a:lnTo>
                <a:close/>
                <a:moveTo>
                  <a:pt x="761203" y="54845"/>
                </a:moveTo>
                <a:cubicBezTo>
                  <a:pt x="761203" y="55136"/>
                  <a:pt x="761137" y="55382"/>
                  <a:pt x="761005" y="55581"/>
                </a:cubicBezTo>
                <a:cubicBezTo>
                  <a:pt x="760873" y="55779"/>
                  <a:pt x="760648" y="55945"/>
                  <a:pt x="760330" y="56077"/>
                </a:cubicBezTo>
                <a:cubicBezTo>
                  <a:pt x="760013" y="56209"/>
                  <a:pt x="759583" y="56302"/>
                  <a:pt x="759041" y="56355"/>
                </a:cubicBezTo>
                <a:cubicBezTo>
                  <a:pt x="758498" y="56408"/>
                  <a:pt x="757830" y="56434"/>
                  <a:pt x="757036" y="56434"/>
                </a:cubicBezTo>
                <a:cubicBezTo>
                  <a:pt x="756190" y="56434"/>
                  <a:pt x="755502" y="56408"/>
                  <a:pt x="754973" y="56355"/>
                </a:cubicBezTo>
                <a:cubicBezTo>
                  <a:pt x="754444" y="56303"/>
                  <a:pt x="754014" y="56211"/>
                  <a:pt x="753683" y="56079"/>
                </a:cubicBezTo>
                <a:cubicBezTo>
                  <a:pt x="753352" y="55947"/>
                  <a:pt x="753114" y="55783"/>
                  <a:pt x="752969" y="55586"/>
                </a:cubicBezTo>
                <a:cubicBezTo>
                  <a:pt x="752823" y="55388"/>
                  <a:pt x="752750" y="55144"/>
                  <a:pt x="752750" y="54854"/>
                </a:cubicBezTo>
                <a:lnTo>
                  <a:pt x="752750" y="50945"/>
                </a:lnTo>
                <a:cubicBezTo>
                  <a:pt x="750925" y="52907"/>
                  <a:pt x="749013" y="54432"/>
                  <a:pt x="747016" y="55519"/>
                </a:cubicBezTo>
                <a:cubicBezTo>
                  <a:pt x="745018" y="56605"/>
                  <a:pt x="742802" y="57148"/>
                  <a:pt x="740368" y="57148"/>
                </a:cubicBezTo>
                <a:cubicBezTo>
                  <a:pt x="737669" y="57148"/>
                  <a:pt x="735388" y="56625"/>
                  <a:pt x="733522" y="55578"/>
                </a:cubicBezTo>
                <a:cubicBezTo>
                  <a:pt x="731657" y="54531"/>
                  <a:pt x="730136" y="53119"/>
                  <a:pt x="728958" y="51343"/>
                </a:cubicBezTo>
                <a:cubicBezTo>
                  <a:pt x="727781" y="49566"/>
                  <a:pt x="726928" y="47492"/>
                  <a:pt x="726399" y="45120"/>
                </a:cubicBezTo>
                <a:cubicBezTo>
                  <a:pt x="725869" y="42747"/>
                  <a:pt x="725605" y="40248"/>
                  <a:pt x="725605" y="37624"/>
                </a:cubicBezTo>
                <a:cubicBezTo>
                  <a:pt x="725605" y="34469"/>
                  <a:pt x="725942" y="31632"/>
                  <a:pt x="726617" y="29114"/>
                </a:cubicBezTo>
                <a:cubicBezTo>
                  <a:pt x="727291" y="26595"/>
                  <a:pt x="728277" y="24448"/>
                  <a:pt x="729573" y="22672"/>
                </a:cubicBezTo>
                <a:cubicBezTo>
                  <a:pt x="730870" y="20896"/>
                  <a:pt x="732484" y="19531"/>
                  <a:pt x="734415" y="18577"/>
                </a:cubicBezTo>
                <a:cubicBezTo>
                  <a:pt x="736347" y="17622"/>
                  <a:pt x="738569" y="17145"/>
                  <a:pt x="741082" y="17145"/>
                </a:cubicBezTo>
                <a:cubicBezTo>
                  <a:pt x="743067" y="17145"/>
                  <a:pt x="744866" y="17549"/>
                  <a:pt x="746480" y="18357"/>
                </a:cubicBezTo>
                <a:cubicBezTo>
                  <a:pt x="748094" y="19166"/>
                  <a:pt x="749694" y="20352"/>
                  <a:pt x="751282" y="21917"/>
                </a:cubicBezTo>
                <a:lnTo>
                  <a:pt x="751282" y="2740"/>
                </a:lnTo>
                <a:cubicBezTo>
                  <a:pt x="751282" y="2474"/>
                  <a:pt x="751355" y="2236"/>
                  <a:pt x="751500" y="2024"/>
                </a:cubicBezTo>
                <a:cubicBezTo>
                  <a:pt x="751646" y="1812"/>
                  <a:pt x="751910" y="1634"/>
                  <a:pt x="752294" y="1488"/>
                </a:cubicBezTo>
                <a:cubicBezTo>
                  <a:pt x="752678" y="1343"/>
                  <a:pt x="753187" y="1230"/>
                  <a:pt x="753822" y="1151"/>
                </a:cubicBezTo>
                <a:cubicBezTo>
                  <a:pt x="754457" y="1072"/>
                  <a:pt x="755264" y="1032"/>
                  <a:pt x="756243" y="1032"/>
                </a:cubicBezTo>
                <a:cubicBezTo>
                  <a:pt x="757222" y="1032"/>
                  <a:pt x="758029" y="1072"/>
                  <a:pt x="758664" y="1151"/>
                </a:cubicBezTo>
                <a:cubicBezTo>
                  <a:pt x="759299" y="1230"/>
                  <a:pt x="759801" y="1343"/>
                  <a:pt x="760172" y="1488"/>
                </a:cubicBezTo>
                <a:cubicBezTo>
                  <a:pt x="760542" y="1634"/>
                  <a:pt x="760807" y="1813"/>
                  <a:pt x="760965" y="2025"/>
                </a:cubicBezTo>
                <a:cubicBezTo>
                  <a:pt x="761124" y="2237"/>
                  <a:pt x="761203" y="2475"/>
                  <a:pt x="761203" y="2740"/>
                </a:cubicBezTo>
                <a:lnTo>
                  <a:pt x="761203" y="54845"/>
                </a:lnTo>
                <a:moveTo>
                  <a:pt x="751282" y="31181"/>
                </a:moveTo>
                <a:cubicBezTo>
                  <a:pt x="749853" y="29386"/>
                  <a:pt x="748484" y="28014"/>
                  <a:pt x="747174" y="27064"/>
                </a:cubicBezTo>
                <a:cubicBezTo>
                  <a:pt x="745865" y="26113"/>
                  <a:pt x="744496" y="25637"/>
                  <a:pt x="743067" y="25637"/>
                </a:cubicBezTo>
                <a:cubicBezTo>
                  <a:pt x="741770" y="25637"/>
                  <a:pt x="740653" y="25962"/>
                  <a:pt x="739713" y="26610"/>
                </a:cubicBezTo>
                <a:cubicBezTo>
                  <a:pt x="738774" y="27258"/>
                  <a:pt x="738020" y="28124"/>
                  <a:pt x="737451" y="29209"/>
                </a:cubicBezTo>
                <a:cubicBezTo>
                  <a:pt x="736882" y="30294"/>
                  <a:pt x="736459" y="31504"/>
                  <a:pt x="736181" y="32840"/>
                </a:cubicBezTo>
                <a:cubicBezTo>
                  <a:pt x="735903" y="34177"/>
                  <a:pt x="735765" y="35546"/>
                  <a:pt x="735765" y="36948"/>
                </a:cubicBezTo>
                <a:cubicBezTo>
                  <a:pt x="735765" y="38430"/>
                  <a:pt x="735884" y="39872"/>
                  <a:pt x="736122" y="41274"/>
                </a:cubicBezTo>
                <a:cubicBezTo>
                  <a:pt x="736360" y="42676"/>
                  <a:pt x="736750" y="43926"/>
                  <a:pt x="737292" y="45024"/>
                </a:cubicBezTo>
                <a:cubicBezTo>
                  <a:pt x="737835" y="46122"/>
                  <a:pt x="738556" y="47002"/>
                  <a:pt x="739455" y="47663"/>
                </a:cubicBezTo>
                <a:cubicBezTo>
                  <a:pt x="740355" y="48325"/>
                  <a:pt x="741493" y="48655"/>
                  <a:pt x="742868" y="48655"/>
                </a:cubicBezTo>
                <a:cubicBezTo>
                  <a:pt x="743556" y="48655"/>
                  <a:pt x="744224" y="48557"/>
                  <a:pt x="744873" y="48359"/>
                </a:cubicBezTo>
                <a:cubicBezTo>
                  <a:pt x="745521" y="48161"/>
                  <a:pt x="746182" y="47837"/>
                  <a:pt x="746857" y="47388"/>
                </a:cubicBezTo>
                <a:cubicBezTo>
                  <a:pt x="747532" y="46939"/>
                  <a:pt x="748226" y="46352"/>
                  <a:pt x="748940" y="45626"/>
                </a:cubicBezTo>
                <a:cubicBezTo>
                  <a:pt x="749655" y="44899"/>
                  <a:pt x="750435" y="44008"/>
                  <a:pt x="751282" y="42952"/>
                </a:cubicBezTo>
                <a:lnTo>
                  <a:pt x="751282" y="31181"/>
                </a:lnTo>
                <a:close/>
                <a:moveTo>
                  <a:pt x="814156" y="49211"/>
                </a:moveTo>
                <a:cubicBezTo>
                  <a:pt x="814156" y="49899"/>
                  <a:pt x="814136" y="50474"/>
                  <a:pt x="814097" y="50937"/>
                </a:cubicBezTo>
                <a:cubicBezTo>
                  <a:pt x="814057" y="51400"/>
                  <a:pt x="814004" y="51791"/>
                  <a:pt x="813938" y="52108"/>
                </a:cubicBezTo>
                <a:cubicBezTo>
                  <a:pt x="813872" y="52426"/>
                  <a:pt x="813793" y="52684"/>
                  <a:pt x="813700" y="52882"/>
                </a:cubicBezTo>
                <a:cubicBezTo>
                  <a:pt x="813607" y="53081"/>
                  <a:pt x="813402" y="53332"/>
                  <a:pt x="813085" y="53636"/>
                </a:cubicBezTo>
                <a:cubicBezTo>
                  <a:pt x="812767" y="53940"/>
                  <a:pt x="812225" y="54311"/>
                  <a:pt x="811458" y="54747"/>
                </a:cubicBezTo>
                <a:cubicBezTo>
                  <a:pt x="810690" y="55184"/>
                  <a:pt x="809817" y="55574"/>
                  <a:pt x="808838" y="55918"/>
                </a:cubicBezTo>
                <a:cubicBezTo>
                  <a:pt x="807859" y="56262"/>
                  <a:pt x="806794" y="56540"/>
                  <a:pt x="805644" y="56752"/>
                </a:cubicBezTo>
                <a:cubicBezTo>
                  <a:pt x="804493" y="56963"/>
                  <a:pt x="803309" y="57069"/>
                  <a:pt x="802092" y="57069"/>
                </a:cubicBezTo>
                <a:cubicBezTo>
                  <a:pt x="799367" y="57069"/>
                  <a:pt x="796952" y="56646"/>
                  <a:pt x="794849" y="55799"/>
                </a:cubicBezTo>
                <a:cubicBezTo>
                  <a:pt x="792746" y="54952"/>
                  <a:pt x="790979" y="53702"/>
                  <a:pt x="789551" y="52049"/>
                </a:cubicBezTo>
                <a:cubicBezTo>
                  <a:pt x="788122" y="50395"/>
                  <a:pt x="787044" y="48378"/>
                  <a:pt x="786316" y="45997"/>
                </a:cubicBezTo>
                <a:cubicBezTo>
                  <a:pt x="785589" y="43615"/>
                  <a:pt x="785225" y="40890"/>
                  <a:pt x="785225" y="37821"/>
                </a:cubicBezTo>
                <a:cubicBezTo>
                  <a:pt x="785225" y="34276"/>
                  <a:pt x="785668" y="31213"/>
                  <a:pt x="786554" y="28634"/>
                </a:cubicBezTo>
                <a:cubicBezTo>
                  <a:pt x="787441" y="26054"/>
                  <a:pt x="788678" y="23918"/>
                  <a:pt x="790265" y="22224"/>
                </a:cubicBezTo>
                <a:cubicBezTo>
                  <a:pt x="791853" y="20531"/>
                  <a:pt x="793731" y="19274"/>
                  <a:pt x="795901" y="18454"/>
                </a:cubicBezTo>
                <a:cubicBezTo>
                  <a:pt x="798070" y="17634"/>
                  <a:pt x="800451" y="17224"/>
                  <a:pt x="803044" y="17224"/>
                </a:cubicBezTo>
                <a:cubicBezTo>
                  <a:pt x="804102" y="17224"/>
                  <a:pt x="805141" y="17316"/>
                  <a:pt x="806159" y="17502"/>
                </a:cubicBezTo>
                <a:cubicBezTo>
                  <a:pt x="807178" y="17687"/>
                  <a:pt x="808131" y="17938"/>
                  <a:pt x="809017" y="18256"/>
                </a:cubicBezTo>
                <a:cubicBezTo>
                  <a:pt x="809903" y="18573"/>
                  <a:pt x="810697" y="18930"/>
                  <a:pt x="811398" y="19327"/>
                </a:cubicBezTo>
                <a:cubicBezTo>
                  <a:pt x="812099" y="19724"/>
                  <a:pt x="812595" y="20068"/>
                  <a:pt x="812886" y="20359"/>
                </a:cubicBezTo>
                <a:cubicBezTo>
                  <a:pt x="813177" y="20650"/>
                  <a:pt x="813382" y="20895"/>
                  <a:pt x="813501" y="21093"/>
                </a:cubicBezTo>
                <a:cubicBezTo>
                  <a:pt x="813621" y="21292"/>
                  <a:pt x="813713" y="21550"/>
                  <a:pt x="813779" y="21867"/>
                </a:cubicBezTo>
                <a:cubicBezTo>
                  <a:pt x="813845" y="22185"/>
                  <a:pt x="813898" y="22575"/>
                  <a:pt x="813938" y="23038"/>
                </a:cubicBezTo>
                <a:cubicBezTo>
                  <a:pt x="813978" y="23501"/>
                  <a:pt x="813998" y="24063"/>
                  <a:pt x="813998" y="24725"/>
                </a:cubicBezTo>
                <a:cubicBezTo>
                  <a:pt x="813998" y="26259"/>
                  <a:pt x="813865" y="27337"/>
                  <a:pt x="813601" y="27959"/>
                </a:cubicBezTo>
                <a:cubicBezTo>
                  <a:pt x="813336" y="28581"/>
                  <a:pt x="812992" y="28892"/>
                  <a:pt x="812569" y="28892"/>
                </a:cubicBezTo>
                <a:cubicBezTo>
                  <a:pt x="812119" y="28892"/>
                  <a:pt x="811643" y="28706"/>
                  <a:pt x="811140" y="28336"/>
                </a:cubicBezTo>
                <a:cubicBezTo>
                  <a:pt x="810637" y="27966"/>
                  <a:pt x="810042" y="27556"/>
                  <a:pt x="809354" y="27106"/>
                </a:cubicBezTo>
                <a:cubicBezTo>
                  <a:pt x="808666" y="26656"/>
                  <a:pt x="807846" y="26246"/>
                  <a:pt x="806894" y="25876"/>
                </a:cubicBezTo>
                <a:cubicBezTo>
                  <a:pt x="805941" y="25505"/>
                  <a:pt x="804804" y="25320"/>
                  <a:pt x="803481" y="25320"/>
                </a:cubicBezTo>
                <a:cubicBezTo>
                  <a:pt x="800888" y="25320"/>
                  <a:pt x="798904" y="26319"/>
                  <a:pt x="797528" y="28316"/>
                </a:cubicBezTo>
                <a:cubicBezTo>
                  <a:pt x="796152" y="30314"/>
                  <a:pt x="795464" y="33244"/>
                  <a:pt x="795464" y="37107"/>
                </a:cubicBezTo>
                <a:cubicBezTo>
                  <a:pt x="795464" y="39012"/>
                  <a:pt x="795636" y="40692"/>
                  <a:pt x="795980" y="42147"/>
                </a:cubicBezTo>
                <a:cubicBezTo>
                  <a:pt x="796324" y="43602"/>
                  <a:pt x="796833" y="44819"/>
                  <a:pt x="797508" y="45798"/>
                </a:cubicBezTo>
                <a:cubicBezTo>
                  <a:pt x="798183" y="46777"/>
                  <a:pt x="799029" y="47511"/>
                  <a:pt x="800048" y="48001"/>
                </a:cubicBezTo>
                <a:cubicBezTo>
                  <a:pt x="801066" y="48490"/>
                  <a:pt x="802250" y="48735"/>
                  <a:pt x="803600" y="48735"/>
                </a:cubicBezTo>
                <a:cubicBezTo>
                  <a:pt x="804976" y="48735"/>
                  <a:pt x="806159" y="48530"/>
                  <a:pt x="807152" y="48120"/>
                </a:cubicBezTo>
                <a:cubicBezTo>
                  <a:pt x="808144" y="47710"/>
                  <a:pt x="809010" y="47253"/>
                  <a:pt x="809751" y="46751"/>
                </a:cubicBezTo>
                <a:cubicBezTo>
                  <a:pt x="810492" y="46248"/>
                  <a:pt x="811114" y="45791"/>
                  <a:pt x="811616" y="45381"/>
                </a:cubicBezTo>
                <a:cubicBezTo>
                  <a:pt x="812119" y="44971"/>
                  <a:pt x="812542" y="44766"/>
                  <a:pt x="812886" y="44766"/>
                </a:cubicBezTo>
                <a:cubicBezTo>
                  <a:pt x="813124" y="44766"/>
                  <a:pt x="813323" y="44832"/>
                  <a:pt x="813482" y="44965"/>
                </a:cubicBezTo>
                <a:cubicBezTo>
                  <a:pt x="813640" y="45097"/>
                  <a:pt x="813766" y="45342"/>
                  <a:pt x="813859" y="45699"/>
                </a:cubicBezTo>
                <a:cubicBezTo>
                  <a:pt x="813951" y="46056"/>
                  <a:pt x="814024" y="46512"/>
                  <a:pt x="814077" y="47068"/>
                </a:cubicBezTo>
                <a:cubicBezTo>
                  <a:pt x="814130" y="47624"/>
                  <a:pt x="814156" y="48338"/>
                  <a:pt x="814156" y="49211"/>
                </a:cubicBezTo>
                <a:close/>
                <a:moveTo>
                  <a:pt x="856513" y="36788"/>
                </a:moveTo>
                <a:cubicBezTo>
                  <a:pt x="856513" y="39811"/>
                  <a:pt x="856116" y="42568"/>
                  <a:pt x="855323" y="45060"/>
                </a:cubicBezTo>
                <a:cubicBezTo>
                  <a:pt x="854529" y="47552"/>
                  <a:pt x="853325" y="49699"/>
                  <a:pt x="851711" y="51502"/>
                </a:cubicBezTo>
                <a:cubicBezTo>
                  <a:pt x="850097" y="53304"/>
                  <a:pt x="848073" y="54696"/>
                  <a:pt x="845639" y="55678"/>
                </a:cubicBezTo>
                <a:cubicBezTo>
                  <a:pt x="843205" y="56658"/>
                  <a:pt x="840361" y="57148"/>
                  <a:pt x="837107" y="57148"/>
                </a:cubicBezTo>
                <a:cubicBezTo>
                  <a:pt x="833958" y="57148"/>
                  <a:pt x="831220" y="56711"/>
                  <a:pt x="828892" y="55836"/>
                </a:cubicBezTo>
                <a:cubicBezTo>
                  <a:pt x="826563" y="54961"/>
                  <a:pt x="824632" y="53689"/>
                  <a:pt x="823097" y="52019"/>
                </a:cubicBezTo>
                <a:cubicBezTo>
                  <a:pt x="821563" y="50349"/>
                  <a:pt x="820425" y="48294"/>
                  <a:pt x="819684" y="45855"/>
                </a:cubicBezTo>
                <a:cubicBezTo>
                  <a:pt x="818944" y="43416"/>
                  <a:pt x="818573" y="40633"/>
                  <a:pt x="818573" y="37505"/>
                </a:cubicBezTo>
                <a:cubicBezTo>
                  <a:pt x="818573" y="34482"/>
                  <a:pt x="818977" y="31718"/>
                  <a:pt x="819784" y="29213"/>
                </a:cubicBezTo>
                <a:cubicBezTo>
                  <a:pt x="820590" y="26708"/>
                  <a:pt x="821801" y="24560"/>
                  <a:pt x="823415" y="22771"/>
                </a:cubicBezTo>
                <a:cubicBezTo>
                  <a:pt x="825029" y="20982"/>
                  <a:pt x="827046" y="19597"/>
                  <a:pt x="829467" y="18617"/>
                </a:cubicBezTo>
                <a:cubicBezTo>
                  <a:pt x="831888" y="17635"/>
                  <a:pt x="834725" y="17145"/>
                  <a:pt x="837980" y="17145"/>
                </a:cubicBezTo>
                <a:cubicBezTo>
                  <a:pt x="841155" y="17145"/>
                  <a:pt x="843906" y="17575"/>
                  <a:pt x="846235" y="18437"/>
                </a:cubicBezTo>
                <a:cubicBezTo>
                  <a:pt x="848563" y="19298"/>
                  <a:pt x="850488" y="20564"/>
                  <a:pt x="852009" y="22234"/>
                </a:cubicBezTo>
                <a:cubicBezTo>
                  <a:pt x="853530" y="23904"/>
                  <a:pt x="854661" y="25959"/>
                  <a:pt x="855402" y="28398"/>
                </a:cubicBezTo>
                <a:cubicBezTo>
                  <a:pt x="856143" y="30837"/>
                  <a:pt x="856513" y="33634"/>
                  <a:pt x="856513" y="36788"/>
                </a:cubicBezTo>
                <a:moveTo>
                  <a:pt x="846235" y="37186"/>
                </a:moveTo>
                <a:cubicBezTo>
                  <a:pt x="846235" y="35440"/>
                  <a:pt x="846096" y="33833"/>
                  <a:pt x="845818" y="32364"/>
                </a:cubicBezTo>
                <a:cubicBezTo>
                  <a:pt x="845540" y="30896"/>
                  <a:pt x="845070" y="29619"/>
                  <a:pt x="844409" y="28535"/>
                </a:cubicBezTo>
                <a:cubicBezTo>
                  <a:pt x="843747" y="27450"/>
                  <a:pt x="842868" y="26603"/>
                  <a:pt x="841770" y="25995"/>
                </a:cubicBezTo>
                <a:cubicBezTo>
                  <a:pt x="840672" y="25386"/>
                  <a:pt x="839289" y="25082"/>
                  <a:pt x="837623" y="25082"/>
                </a:cubicBezTo>
                <a:cubicBezTo>
                  <a:pt x="836141" y="25082"/>
                  <a:pt x="834845" y="25353"/>
                  <a:pt x="833733" y="25895"/>
                </a:cubicBezTo>
                <a:cubicBezTo>
                  <a:pt x="832622" y="26438"/>
                  <a:pt x="831709" y="27231"/>
                  <a:pt x="830995" y="28277"/>
                </a:cubicBezTo>
                <a:cubicBezTo>
                  <a:pt x="830281" y="29322"/>
                  <a:pt x="829745" y="30578"/>
                  <a:pt x="829388" y="32047"/>
                </a:cubicBezTo>
                <a:cubicBezTo>
                  <a:pt x="829030" y="33515"/>
                  <a:pt x="828852" y="35189"/>
                  <a:pt x="828852" y="37067"/>
                </a:cubicBezTo>
                <a:cubicBezTo>
                  <a:pt x="828852" y="38813"/>
                  <a:pt x="828997" y="40421"/>
                  <a:pt x="829288" y="41889"/>
                </a:cubicBezTo>
                <a:cubicBezTo>
                  <a:pt x="829579" y="43357"/>
                  <a:pt x="830049" y="44634"/>
                  <a:pt x="830697" y="45719"/>
                </a:cubicBezTo>
                <a:cubicBezTo>
                  <a:pt x="831346" y="46803"/>
                  <a:pt x="832225" y="47643"/>
                  <a:pt x="833336" y="48239"/>
                </a:cubicBezTo>
                <a:cubicBezTo>
                  <a:pt x="834448" y="48834"/>
                  <a:pt x="835823" y="49132"/>
                  <a:pt x="837464" y="49132"/>
                </a:cubicBezTo>
                <a:cubicBezTo>
                  <a:pt x="838972" y="49132"/>
                  <a:pt x="840282" y="48861"/>
                  <a:pt x="841393" y="48318"/>
                </a:cubicBezTo>
                <a:cubicBezTo>
                  <a:pt x="842504" y="47776"/>
                  <a:pt x="843417" y="46989"/>
                  <a:pt x="844131" y="45957"/>
                </a:cubicBezTo>
                <a:cubicBezTo>
                  <a:pt x="844845" y="44925"/>
                  <a:pt x="845375" y="43675"/>
                  <a:pt x="845719" y="42206"/>
                </a:cubicBezTo>
                <a:cubicBezTo>
                  <a:pt x="846063" y="40738"/>
                  <a:pt x="846235" y="39065"/>
                  <a:pt x="846235" y="37186"/>
                </a:cubicBezTo>
                <a:close/>
                <a:moveTo>
                  <a:pt x="898289" y="54845"/>
                </a:moveTo>
                <a:cubicBezTo>
                  <a:pt x="898289" y="55110"/>
                  <a:pt x="898210" y="55342"/>
                  <a:pt x="898051" y="55541"/>
                </a:cubicBezTo>
                <a:cubicBezTo>
                  <a:pt x="897892" y="55740"/>
                  <a:pt x="897628" y="55905"/>
                  <a:pt x="897257" y="56037"/>
                </a:cubicBezTo>
                <a:cubicBezTo>
                  <a:pt x="896887" y="56169"/>
                  <a:pt x="896378" y="56269"/>
                  <a:pt x="895730" y="56335"/>
                </a:cubicBezTo>
                <a:cubicBezTo>
                  <a:pt x="895081" y="56401"/>
                  <a:pt x="894281" y="56434"/>
                  <a:pt x="893328" y="56434"/>
                </a:cubicBezTo>
                <a:cubicBezTo>
                  <a:pt x="892350" y="56434"/>
                  <a:pt x="891536" y="56401"/>
                  <a:pt x="890888" y="56335"/>
                </a:cubicBezTo>
                <a:cubicBezTo>
                  <a:pt x="890240" y="56269"/>
                  <a:pt x="889730" y="56169"/>
                  <a:pt x="889360" y="56037"/>
                </a:cubicBezTo>
                <a:cubicBezTo>
                  <a:pt x="888989" y="55905"/>
                  <a:pt x="888725" y="55740"/>
                  <a:pt x="888566" y="55541"/>
                </a:cubicBezTo>
                <a:cubicBezTo>
                  <a:pt x="888407" y="55343"/>
                  <a:pt x="888328" y="55111"/>
                  <a:pt x="888328" y="54847"/>
                </a:cubicBezTo>
                <a:lnTo>
                  <a:pt x="888328" y="34646"/>
                </a:lnTo>
                <a:cubicBezTo>
                  <a:pt x="888328" y="32926"/>
                  <a:pt x="888202" y="31577"/>
                  <a:pt x="887951" y="30598"/>
                </a:cubicBezTo>
                <a:cubicBezTo>
                  <a:pt x="887700" y="29619"/>
                  <a:pt x="887336" y="28779"/>
                  <a:pt x="886860" y="28078"/>
                </a:cubicBezTo>
                <a:cubicBezTo>
                  <a:pt x="886383" y="27377"/>
                  <a:pt x="885768" y="26835"/>
                  <a:pt x="885014" y="26451"/>
                </a:cubicBezTo>
                <a:cubicBezTo>
                  <a:pt x="884260" y="26067"/>
                  <a:pt x="883380" y="25876"/>
                  <a:pt x="882375" y="25876"/>
                </a:cubicBezTo>
                <a:cubicBezTo>
                  <a:pt x="881105" y="25876"/>
                  <a:pt x="879822" y="26339"/>
                  <a:pt x="878525" y="27265"/>
                </a:cubicBezTo>
                <a:cubicBezTo>
                  <a:pt x="877229" y="28191"/>
                  <a:pt x="875880" y="29540"/>
                  <a:pt x="874477" y="31313"/>
                </a:cubicBezTo>
                <a:lnTo>
                  <a:pt x="874477" y="54847"/>
                </a:lnTo>
                <a:cubicBezTo>
                  <a:pt x="874477" y="55111"/>
                  <a:pt x="874398" y="55343"/>
                  <a:pt x="874239" y="55541"/>
                </a:cubicBezTo>
                <a:cubicBezTo>
                  <a:pt x="874081" y="55740"/>
                  <a:pt x="873809" y="55905"/>
                  <a:pt x="873426" y="56037"/>
                </a:cubicBezTo>
                <a:cubicBezTo>
                  <a:pt x="873042" y="56169"/>
                  <a:pt x="872533" y="56269"/>
                  <a:pt x="871898" y="56335"/>
                </a:cubicBezTo>
                <a:cubicBezTo>
                  <a:pt x="871263" y="56401"/>
                  <a:pt x="870456" y="56434"/>
                  <a:pt x="869477" y="56434"/>
                </a:cubicBezTo>
                <a:cubicBezTo>
                  <a:pt x="868498" y="56434"/>
                  <a:pt x="867691" y="56401"/>
                  <a:pt x="867056" y="56335"/>
                </a:cubicBezTo>
                <a:cubicBezTo>
                  <a:pt x="866421" y="56269"/>
                  <a:pt x="865912" y="56169"/>
                  <a:pt x="865528" y="56037"/>
                </a:cubicBezTo>
                <a:cubicBezTo>
                  <a:pt x="865145" y="55905"/>
                  <a:pt x="864873" y="55740"/>
                  <a:pt x="864715" y="55541"/>
                </a:cubicBezTo>
                <a:cubicBezTo>
                  <a:pt x="864556" y="55343"/>
                  <a:pt x="864476" y="55111"/>
                  <a:pt x="864476" y="54847"/>
                </a:cubicBezTo>
                <a:lnTo>
                  <a:pt x="864476" y="19446"/>
                </a:lnTo>
                <a:cubicBezTo>
                  <a:pt x="864476" y="19182"/>
                  <a:pt x="864543" y="18950"/>
                  <a:pt x="864675" y="18752"/>
                </a:cubicBezTo>
                <a:cubicBezTo>
                  <a:pt x="864807" y="18553"/>
                  <a:pt x="865045" y="18388"/>
                  <a:pt x="865389" y="18256"/>
                </a:cubicBezTo>
                <a:cubicBezTo>
                  <a:pt x="865733" y="18123"/>
                  <a:pt x="866176" y="18024"/>
                  <a:pt x="866719" y="17958"/>
                </a:cubicBezTo>
                <a:cubicBezTo>
                  <a:pt x="867261" y="17892"/>
                  <a:pt x="867942" y="17859"/>
                  <a:pt x="868763" y="17859"/>
                </a:cubicBezTo>
                <a:cubicBezTo>
                  <a:pt x="869609" y="17859"/>
                  <a:pt x="870310" y="17892"/>
                  <a:pt x="870866" y="17958"/>
                </a:cubicBezTo>
                <a:cubicBezTo>
                  <a:pt x="871422" y="18024"/>
                  <a:pt x="871852" y="18123"/>
                  <a:pt x="872156" y="18256"/>
                </a:cubicBezTo>
                <a:cubicBezTo>
                  <a:pt x="872460" y="18388"/>
                  <a:pt x="872678" y="18553"/>
                  <a:pt x="872811" y="18752"/>
                </a:cubicBezTo>
                <a:cubicBezTo>
                  <a:pt x="872943" y="18950"/>
                  <a:pt x="873009" y="19182"/>
                  <a:pt x="873009" y="19446"/>
                </a:cubicBezTo>
                <a:lnTo>
                  <a:pt x="873009" y="23534"/>
                </a:lnTo>
                <a:cubicBezTo>
                  <a:pt x="874967" y="21404"/>
                  <a:pt x="876958" y="19807"/>
                  <a:pt x="878982" y="18742"/>
                </a:cubicBezTo>
                <a:cubicBezTo>
                  <a:pt x="881006" y="17677"/>
                  <a:pt x="883116" y="17145"/>
                  <a:pt x="885312" y="17145"/>
                </a:cubicBezTo>
                <a:cubicBezTo>
                  <a:pt x="887719" y="17145"/>
                  <a:pt x="889750" y="17542"/>
                  <a:pt x="891404" y="18336"/>
                </a:cubicBezTo>
                <a:cubicBezTo>
                  <a:pt x="893057" y="19131"/>
                  <a:pt x="894393" y="20210"/>
                  <a:pt x="895412" y="21575"/>
                </a:cubicBezTo>
                <a:cubicBezTo>
                  <a:pt x="896431" y="22938"/>
                  <a:pt x="897165" y="24534"/>
                  <a:pt x="897615" y="26362"/>
                </a:cubicBezTo>
                <a:cubicBezTo>
                  <a:pt x="898064" y="28189"/>
                  <a:pt x="898289" y="30387"/>
                  <a:pt x="898289" y="32956"/>
                </a:cubicBezTo>
                <a:lnTo>
                  <a:pt x="898289" y="54845"/>
                </a:lnTo>
                <a:close/>
                <a:moveTo>
                  <a:pt x="928500" y="51327"/>
                </a:moveTo>
                <a:cubicBezTo>
                  <a:pt x="928500" y="52497"/>
                  <a:pt x="928427" y="53394"/>
                  <a:pt x="928282" y="54019"/>
                </a:cubicBezTo>
                <a:cubicBezTo>
                  <a:pt x="928136" y="54644"/>
                  <a:pt x="927944" y="55082"/>
                  <a:pt x="927706" y="55335"/>
                </a:cubicBezTo>
                <a:cubicBezTo>
                  <a:pt x="927468" y="55587"/>
                  <a:pt x="927118" y="55813"/>
                  <a:pt x="926655" y="56012"/>
                </a:cubicBezTo>
                <a:cubicBezTo>
                  <a:pt x="926192" y="56212"/>
                  <a:pt x="925649" y="56384"/>
                  <a:pt x="925027" y="56531"/>
                </a:cubicBezTo>
                <a:cubicBezTo>
                  <a:pt x="924406" y="56677"/>
                  <a:pt x="923731" y="56790"/>
                  <a:pt x="923003" y="56869"/>
                </a:cubicBezTo>
                <a:cubicBezTo>
                  <a:pt x="922276" y="56950"/>
                  <a:pt x="921542" y="56990"/>
                  <a:pt x="920801" y="56990"/>
                </a:cubicBezTo>
                <a:cubicBezTo>
                  <a:pt x="918817" y="56990"/>
                  <a:pt x="917097" y="56738"/>
                  <a:pt x="915642" y="56236"/>
                </a:cubicBezTo>
                <a:cubicBezTo>
                  <a:pt x="914186" y="55733"/>
                  <a:pt x="912983" y="54959"/>
                  <a:pt x="912030" y="53914"/>
                </a:cubicBezTo>
                <a:cubicBezTo>
                  <a:pt x="911078" y="52869"/>
                  <a:pt x="910377" y="51553"/>
                  <a:pt x="909927" y="49965"/>
                </a:cubicBezTo>
                <a:cubicBezTo>
                  <a:pt x="909477" y="48378"/>
                  <a:pt x="909252" y="46499"/>
                  <a:pt x="909252" y="44330"/>
                </a:cubicBezTo>
                <a:lnTo>
                  <a:pt x="909252" y="26193"/>
                </a:lnTo>
                <a:lnTo>
                  <a:pt x="905006" y="26193"/>
                </a:lnTo>
                <a:cubicBezTo>
                  <a:pt x="904503" y="26193"/>
                  <a:pt x="904119" y="25882"/>
                  <a:pt x="903855" y="25260"/>
                </a:cubicBezTo>
                <a:cubicBezTo>
                  <a:pt x="903590" y="24639"/>
                  <a:pt x="903458" y="23600"/>
                  <a:pt x="903458" y="22145"/>
                </a:cubicBezTo>
                <a:cubicBezTo>
                  <a:pt x="903458" y="21378"/>
                  <a:pt x="903491" y="20730"/>
                  <a:pt x="903557" y="20200"/>
                </a:cubicBezTo>
                <a:cubicBezTo>
                  <a:pt x="903623" y="19671"/>
                  <a:pt x="903722" y="19255"/>
                  <a:pt x="903855" y="18950"/>
                </a:cubicBezTo>
                <a:cubicBezTo>
                  <a:pt x="903987" y="18646"/>
                  <a:pt x="904152" y="18428"/>
                  <a:pt x="904351" y="18295"/>
                </a:cubicBezTo>
                <a:cubicBezTo>
                  <a:pt x="904549" y="18163"/>
                  <a:pt x="904781" y="18097"/>
                  <a:pt x="905045" y="18097"/>
                </a:cubicBezTo>
                <a:lnTo>
                  <a:pt x="909252" y="18097"/>
                </a:lnTo>
                <a:lnTo>
                  <a:pt x="909252" y="10167"/>
                </a:lnTo>
                <a:cubicBezTo>
                  <a:pt x="909252" y="9901"/>
                  <a:pt x="909325" y="9662"/>
                  <a:pt x="909470" y="9449"/>
                </a:cubicBezTo>
                <a:cubicBezTo>
                  <a:pt x="909616" y="9237"/>
                  <a:pt x="909880" y="9058"/>
                  <a:pt x="910264" y="8912"/>
                </a:cubicBezTo>
                <a:cubicBezTo>
                  <a:pt x="910648" y="8766"/>
                  <a:pt x="911164" y="8659"/>
                  <a:pt x="911812" y="8593"/>
                </a:cubicBezTo>
                <a:cubicBezTo>
                  <a:pt x="912460" y="8526"/>
                  <a:pt x="913260" y="8493"/>
                  <a:pt x="914213" y="8493"/>
                </a:cubicBezTo>
                <a:cubicBezTo>
                  <a:pt x="915192" y="8493"/>
                  <a:pt x="916005" y="8526"/>
                  <a:pt x="916654" y="8593"/>
                </a:cubicBezTo>
                <a:cubicBezTo>
                  <a:pt x="917302" y="8659"/>
                  <a:pt x="917811" y="8766"/>
                  <a:pt x="918182" y="8912"/>
                </a:cubicBezTo>
                <a:cubicBezTo>
                  <a:pt x="918552" y="9058"/>
                  <a:pt x="918817" y="9237"/>
                  <a:pt x="918975" y="9449"/>
                </a:cubicBezTo>
                <a:cubicBezTo>
                  <a:pt x="919134" y="9662"/>
                  <a:pt x="919213" y="9901"/>
                  <a:pt x="919213" y="10167"/>
                </a:cubicBezTo>
                <a:lnTo>
                  <a:pt x="919213" y="18097"/>
                </a:lnTo>
                <a:lnTo>
                  <a:pt x="926913" y="18097"/>
                </a:lnTo>
                <a:cubicBezTo>
                  <a:pt x="927177" y="18097"/>
                  <a:pt x="927409" y="18163"/>
                  <a:pt x="927607" y="18295"/>
                </a:cubicBezTo>
                <a:cubicBezTo>
                  <a:pt x="927805" y="18428"/>
                  <a:pt x="927971" y="18646"/>
                  <a:pt x="928103" y="18950"/>
                </a:cubicBezTo>
                <a:cubicBezTo>
                  <a:pt x="928235" y="19255"/>
                  <a:pt x="928335" y="19671"/>
                  <a:pt x="928401" y="20200"/>
                </a:cubicBezTo>
                <a:cubicBezTo>
                  <a:pt x="928467" y="20730"/>
                  <a:pt x="928500" y="21378"/>
                  <a:pt x="928500" y="22145"/>
                </a:cubicBezTo>
                <a:cubicBezTo>
                  <a:pt x="928500" y="23600"/>
                  <a:pt x="928368" y="24639"/>
                  <a:pt x="928103" y="25260"/>
                </a:cubicBezTo>
                <a:cubicBezTo>
                  <a:pt x="927839" y="25882"/>
                  <a:pt x="927455" y="26193"/>
                  <a:pt x="926952" y="26193"/>
                </a:cubicBezTo>
                <a:lnTo>
                  <a:pt x="919213" y="26193"/>
                </a:lnTo>
                <a:lnTo>
                  <a:pt x="919213" y="42792"/>
                </a:lnTo>
                <a:cubicBezTo>
                  <a:pt x="919213" y="44720"/>
                  <a:pt x="919518" y="46166"/>
                  <a:pt x="920126" y="47130"/>
                </a:cubicBezTo>
                <a:cubicBezTo>
                  <a:pt x="920735" y="48094"/>
                  <a:pt x="921819" y="48576"/>
                  <a:pt x="923380" y="48576"/>
                </a:cubicBezTo>
                <a:cubicBezTo>
                  <a:pt x="923910" y="48576"/>
                  <a:pt x="924386" y="48530"/>
                  <a:pt x="924809" y="48437"/>
                </a:cubicBezTo>
                <a:cubicBezTo>
                  <a:pt x="925232" y="48345"/>
                  <a:pt x="925610" y="48239"/>
                  <a:pt x="925940" y="48120"/>
                </a:cubicBezTo>
                <a:cubicBezTo>
                  <a:pt x="926271" y="48001"/>
                  <a:pt x="926549" y="47895"/>
                  <a:pt x="926774" y="47802"/>
                </a:cubicBezTo>
                <a:cubicBezTo>
                  <a:pt x="926999" y="47710"/>
                  <a:pt x="927204" y="47663"/>
                  <a:pt x="927389" y="47663"/>
                </a:cubicBezTo>
                <a:cubicBezTo>
                  <a:pt x="927548" y="47663"/>
                  <a:pt x="927700" y="47710"/>
                  <a:pt x="927845" y="47802"/>
                </a:cubicBezTo>
                <a:cubicBezTo>
                  <a:pt x="927991" y="47895"/>
                  <a:pt x="928103" y="48080"/>
                  <a:pt x="928183" y="48359"/>
                </a:cubicBezTo>
                <a:cubicBezTo>
                  <a:pt x="928262" y="48637"/>
                  <a:pt x="928335" y="49015"/>
                  <a:pt x="928401" y="49494"/>
                </a:cubicBezTo>
                <a:cubicBezTo>
                  <a:pt x="928467" y="49972"/>
                  <a:pt x="928500" y="50583"/>
                  <a:pt x="928500" y="51327"/>
                </a:cubicBezTo>
                <a:close/>
                <a:moveTo>
                  <a:pt x="968036" y="36108"/>
                </a:moveTo>
                <a:cubicBezTo>
                  <a:pt x="968036" y="37328"/>
                  <a:pt x="967765" y="38229"/>
                  <a:pt x="967222" y="38812"/>
                </a:cubicBezTo>
                <a:cubicBezTo>
                  <a:pt x="966680" y="39395"/>
                  <a:pt x="965933" y="39686"/>
                  <a:pt x="964980" y="39686"/>
                </a:cubicBezTo>
                <a:lnTo>
                  <a:pt x="943431" y="39686"/>
                </a:lnTo>
                <a:cubicBezTo>
                  <a:pt x="943431" y="41200"/>
                  <a:pt x="943609" y="42575"/>
                  <a:pt x="943966" y="43810"/>
                </a:cubicBezTo>
                <a:cubicBezTo>
                  <a:pt x="944323" y="45045"/>
                  <a:pt x="944892" y="46095"/>
                  <a:pt x="945673" y="46959"/>
                </a:cubicBezTo>
                <a:cubicBezTo>
                  <a:pt x="946453" y="47822"/>
                  <a:pt x="947459" y="48479"/>
                  <a:pt x="948689" y="48931"/>
                </a:cubicBezTo>
                <a:cubicBezTo>
                  <a:pt x="949919" y="49382"/>
                  <a:pt x="951394" y="49608"/>
                  <a:pt x="953114" y="49608"/>
                </a:cubicBezTo>
                <a:cubicBezTo>
                  <a:pt x="954860" y="49608"/>
                  <a:pt x="956395" y="49480"/>
                  <a:pt x="957718" y="49225"/>
                </a:cubicBezTo>
                <a:cubicBezTo>
                  <a:pt x="959040" y="48969"/>
                  <a:pt x="960185" y="48687"/>
                  <a:pt x="961150" y="48378"/>
                </a:cubicBezTo>
                <a:cubicBezTo>
                  <a:pt x="962116" y="48068"/>
                  <a:pt x="962917" y="47786"/>
                  <a:pt x="963552" y="47531"/>
                </a:cubicBezTo>
                <a:cubicBezTo>
                  <a:pt x="964186" y="47275"/>
                  <a:pt x="964702" y="47147"/>
                  <a:pt x="965099" y="47147"/>
                </a:cubicBezTo>
                <a:cubicBezTo>
                  <a:pt x="965337" y="47147"/>
                  <a:pt x="965536" y="47194"/>
                  <a:pt x="965695" y="47288"/>
                </a:cubicBezTo>
                <a:cubicBezTo>
                  <a:pt x="965853" y="47380"/>
                  <a:pt x="965986" y="47546"/>
                  <a:pt x="966091" y="47786"/>
                </a:cubicBezTo>
                <a:cubicBezTo>
                  <a:pt x="966197" y="48025"/>
                  <a:pt x="966270" y="48364"/>
                  <a:pt x="966310" y="48803"/>
                </a:cubicBezTo>
                <a:cubicBezTo>
                  <a:pt x="966349" y="49242"/>
                  <a:pt x="966369" y="49794"/>
                  <a:pt x="966369" y="50459"/>
                </a:cubicBezTo>
                <a:cubicBezTo>
                  <a:pt x="966369" y="51044"/>
                  <a:pt x="966356" y="51543"/>
                  <a:pt x="966330" y="51956"/>
                </a:cubicBezTo>
                <a:cubicBezTo>
                  <a:pt x="966303" y="52367"/>
                  <a:pt x="966263" y="52720"/>
                  <a:pt x="966210" y="53012"/>
                </a:cubicBezTo>
                <a:cubicBezTo>
                  <a:pt x="966158" y="53305"/>
                  <a:pt x="966078" y="53551"/>
                  <a:pt x="965972" y="53751"/>
                </a:cubicBezTo>
                <a:cubicBezTo>
                  <a:pt x="965867" y="53951"/>
                  <a:pt x="965728" y="54143"/>
                  <a:pt x="965556" y="54329"/>
                </a:cubicBezTo>
                <a:cubicBezTo>
                  <a:pt x="965384" y="54515"/>
                  <a:pt x="964914" y="54767"/>
                  <a:pt x="964147" y="55085"/>
                </a:cubicBezTo>
                <a:cubicBezTo>
                  <a:pt x="963380" y="55402"/>
                  <a:pt x="962401" y="55713"/>
                  <a:pt x="961210" y="56017"/>
                </a:cubicBezTo>
                <a:cubicBezTo>
                  <a:pt x="960019" y="56322"/>
                  <a:pt x="958657" y="56586"/>
                  <a:pt x="957122" y="56811"/>
                </a:cubicBezTo>
                <a:cubicBezTo>
                  <a:pt x="955588" y="57036"/>
                  <a:pt x="953947" y="57148"/>
                  <a:pt x="952201" y="57148"/>
                </a:cubicBezTo>
                <a:cubicBezTo>
                  <a:pt x="949053" y="57148"/>
                  <a:pt x="946295" y="56751"/>
                  <a:pt x="943927" y="55955"/>
                </a:cubicBezTo>
                <a:cubicBezTo>
                  <a:pt x="941559" y="55160"/>
                  <a:pt x="939581" y="53954"/>
                  <a:pt x="937993" y="52336"/>
                </a:cubicBezTo>
                <a:cubicBezTo>
                  <a:pt x="936406" y="50719"/>
                  <a:pt x="935222" y="48678"/>
                  <a:pt x="934442" y="46214"/>
                </a:cubicBezTo>
                <a:cubicBezTo>
                  <a:pt x="933661" y="43748"/>
                  <a:pt x="933271" y="40858"/>
                  <a:pt x="933271" y="37545"/>
                </a:cubicBezTo>
                <a:cubicBezTo>
                  <a:pt x="933271" y="34389"/>
                  <a:pt x="933681" y="31546"/>
                  <a:pt x="934501" y="29014"/>
                </a:cubicBezTo>
                <a:cubicBezTo>
                  <a:pt x="935321" y="26483"/>
                  <a:pt x="936512" y="24336"/>
                  <a:pt x="938073" y="22573"/>
                </a:cubicBezTo>
                <a:cubicBezTo>
                  <a:pt x="939634" y="20809"/>
                  <a:pt x="941532" y="19464"/>
                  <a:pt x="943768" y="18536"/>
                </a:cubicBezTo>
                <a:cubicBezTo>
                  <a:pt x="946004" y="17608"/>
                  <a:pt x="948524" y="17145"/>
                  <a:pt x="951328" y="17145"/>
                </a:cubicBezTo>
                <a:cubicBezTo>
                  <a:pt x="954291" y="17145"/>
                  <a:pt x="956825" y="17582"/>
                  <a:pt x="958928" y="18457"/>
                </a:cubicBezTo>
                <a:cubicBezTo>
                  <a:pt x="961031" y="19331"/>
                  <a:pt x="962758" y="20544"/>
                  <a:pt x="964107" y="22094"/>
                </a:cubicBezTo>
                <a:cubicBezTo>
                  <a:pt x="965456" y="23644"/>
                  <a:pt x="966449" y="25480"/>
                  <a:pt x="967084" y="27601"/>
                </a:cubicBezTo>
                <a:cubicBezTo>
                  <a:pt x="967719" y="29721"/>
                  <a:pt x="968036" y="32026"/>
                  <a:pt x="968036" y="34518"/>
                </a:cubicBezTo>
                <a:lnTo>
                  <a:pt x="968036" y="36108"/>
                </a:lnTo>
                <a:moveTo>
                  <a:pt x="958353" y="33257"/>
                </a:moveTo>
                <a:cubicBezTo>
                  <a:pt x="958432" y="30440"/>
                  <a:pt x="957870" y="28228"/>
                  <a:pt x="956666" y="26621"/>
                </a:cubicBezTo>
                <a:cubicBezTo>
                  <a:pt x="955462" y="25013"/>
                  <a:pt x="953603" y="24209"/>
                  <a:pt x="951090" y="24209"/>
                </a:cubicBezTo>
                <a:cubicBezTo>
                  <a:pt x="949820" y="24209"/>
                  <a:pt x="948715" y="24448"/>
                  <a:pt x="947776" y="24927"/>
                </a:cubicBezTo>
                <a:cubicBezTo>
                  <a:pt x="946837" y="25405"/>
                  <a:pt x="946056" y="26049"/>
                  <a:pt x="945435" y="26860"/>
                </a:cubicBezTo>
                <a:cubicBezTo>
                  <a:pt x="944813" y="27671"/>
                  <a:pt x="944337" y="28627"/>
                  <a:pt x="944006" y="29730"/>
                </a:cubicBezTo>
                <a:cubicBezTo>
                  <a:pt x="943675" y="30832"/>
                  <a:pt x="943483" y="32008"/>
                  <a:pt x="943431" y="33257"/>
                </a:cubicBezTo>
                <a:lnTo>
                  <a:pt x="958353" y="33257"/>
                </a:lnTo>
                <a:close/>
                <a:moveTo>
                  <a:pt x="1005690" y="54132"/>
                </a:moveTo>
                <a:cubicBezTo>
                  <a:pt x="1005901" y="54582"/>
                  <a:pt x="1006001" y="54952"/>
                  <a:pt x="1005987" y="55243"/>
                </a:cubicBezTo>
                <a:cubicBezTo>
                  <a:pt x="1005974" y="55534"/>
                  <a:pt x="1005782" y="55773"/>
                  <a:pt x="1005412" y="55958"/>
                </a:cubicBezTo>
                <a:cubicBezTo>
                  <a:pt x="1005042" y="56143"/>
                  <a:pt x="1004473" y="56269"/>
                  <a:pt x="1003705" y="56335"/>
                </a:cubicBezTo>
                <a:cubicBezTo>
                  <a:pt x="1002938" y="56401"/>
                  <a:pt x="1001920" y="56434"/>
                  <a:pt x="1000650" y="56434"/>
                </a:cubicBezTo>
                <a:cubicBezTo>
                  <a:pt x="999459" y="56434"/>
                  <a:pt x="998500" y="56414"/>
                  <a:pt x="997772" y="56374"/>
                </a:cubicBezTo>
                <a:cubicBezTo>
                  <a:pt x="997045" y="56335"/>
                  <a:pt x="996476" y="56255"/>
                  <a:pt x="996066" y="56136"/>
                </a:cubicBezTo>
                <a:cubicBezTo>
                  <a:pt x="995656" y="56017"/>
                  <a:pt x="995352" y="55872"/>
                  <a:pt x="995153" y="55700"/>
                </a:cubicBezTo>
                <a:cubicBezTo>
                  <a:pt x="994955" y="55528"/>
                  <a:pt x="994803" y="55310"/>
                  <a:pt x="994697" y="55045"/>
                </a:cubicBezTo>
                <a:lnTo>
                  <a:pt x="988148" y="42464"/>
                </a:lnTo>
                <a:lnTo>
                  <a:pt x="981600" y="55045"/>
                </a:lnTo>
                <a:cubicBezTo>
                  <a:pt x="981494" y="55310"/>
                  <a:pt x="981349" y="55528"/>
                  <a:pt x="981164" y="55700"/>
                </a:cubicBezTo>
                <a:cubicBezTo>
                  <a:pt x="980978" y="55872"/>
                  <a:pt x="980694" y="56017"/>
                  <a:pt x="980310" y="56136"/>
                </a:cubicBezTo>
                <a:cubicBezTo>
                  <a:pt x="979927" y="56255"/>
                  <a:pt x="979391" y="56335"/>
                  <a:pt x="978703" y="56374"/>
                </a:cubicBezTo>
                <a:cubicBezTo>
                  <a:pt x="978015" y="56414"/>
                  <a:pt x="977116" y="56434"/>
                  <a:pt x="976004" y="56434"/>
                </a:cubicBezTo>
                <a:cubicBezTo>
                  <a:pt x="974840" y="56434"/>
                  <a:pt x="973914" y="56401"/>
                  <a:pt x="973226" y="56335"/>
                </a:cubicBezTo>
                <a:cubicBezTo>
                  <a:pt x="972538" y="56269"/>
                  <a:pt x="972036" y="56143"/>
                  <a:pt x="971718" y="55958"/>
                </a:cubicBezTo>
                <a:cubicBezTo>
                  <a:pt x="971401" y="55773"/>
                  <a:pt x="971235" y="55534"/>
                  <a:pt x="971222" y="55243"/>
                </a:cubicBezTo>
                <a:cubicBezTo>
                  <a:pt x="971209" y="54952"/>
                  <a:pt x="971321" y="54582"/>
                  <a:pt x="971560" y="54132"/>
                </a:cubicBezTo>
                <a:lnTo>
                  <a:pt x="981362" y="36710"/>
                </a:lnTo>
                <a:lnTo>
                  <a:pt x="972314" y="20359"/>
                </a:lnTo>
                <a:cubicBezTo>
                  <a:pt x="972075" y="19883"/>
                  <a:pt x="971950" y="19479"/>
                  <a:pt x="971937" y="19149"/>
                </a:cubicBezTo>
                <a:cubicBezTo>
                  <a:pt x="971923" y="18818"/>
                  <a:pt x="972089" y="18560"/>
                  <a:pt x="972433" y="18375"/>
                </a:cubicBezTo>
                <a:cubicBezTo>
                  <a:pt x="972777" y="18190"/>
                  <a:pt x="973326" y="18057"/>
                  <a:pt x="974080" y="17978"/>
                </a:cubicBezTo>
                <a:cubicBezTo>
                  <a:pt x="974834" y="17899"/>
                  <a:pt x="975859" y="17859"/>
                  <a:pt x="977155" y="17859"/>
                </a:cubicBezTo>
                <a:cubicBezTo>
                  <a:pt x="978319" y="17859"/>
                  <a:pt x="979252" y="17879"/>
                  <a:pt x="979953" y="17918"/>
                </a:cubicBezTo>
                <a:cubicBezTo>
                  <a:pt x="980654" y="17958"/>
                  <a:pt x="981203" y="18018"/>
                  <a:pt x="981600" y="18097"/>
                </a:cubicBezTo>
                <a:cubicBezTo>
                  <a:pt x="981997" y="18176"/>
                  <a:pt x="982288" y="18302"/>
                  <a:pt x="982473" y="18474"/>
                </a:cubicBezTo>
                <a:cubicBezTo>
                  <a:pt x="982658" y="18646"/>
                  <a:pt x="982817" y="18864"/>
                  <a:pt x="982950" y="19129"/>
                </a:cubicBezTo>
                <a:lnTo>
                  <a:pt x="989260" y="30955"/>
                </a:lnTo>
                <a:lnTo>
                  <a:pt x="995530" y="19129"/>
                </a:lnTo>
                <a:cubicBezTo>
                  <a:pt x="995609" y="18917"/>
                  <a:pt x="995729" y="18732"/>
                  <a:pt x="995887" y="18573"/>
                </a:cubicBezTo>
                <a:cubicBezTo>
                  <a:pt x="996046" y="18414"/>
                  <a:pt x="996297" y="18282"/>
                  <a:pt x="996641" y="18176"/>
                </a:cubicBezTo>
                <a:cubicBezTo>
                  <a:pt x="996985" y="18071"/>
                  <a:pt x="997455" y="17991"/>
                  <a:pt x="998050" y="17938"/>
                </a:cubicBezTo>
                <a:cubicBezTo>
                  <a:pt x="998645" y="17885"/>
                  <a:pt x="999459" y="17859"/>
                  <a:pt x="1000491" y="17859"/>
                </a:cubicBezTo>
                <a:cubicBezTo>
                  <a:pt x="1001655" y="17859"/>
                  <a:pt x="1002588" y="17885"/>
                  <a:pt x="1003289" y="17938"/>
                </a:cubicBezTo>
                <a:cubicBezTo>
                  <a:pt x="1003990" y="17991"/>
                  <a:pt x="1004493" y="18110"/>
                  <a:pt x="1004797" y="18295"/>
                </a:cubicBezTo>
                <a:cubicBezTo>
                  <a:pt x="1005101" y="18481"/>
                  <a:pt x="1005247" y="18739"/>
                  <a:pt x="1005233" y="19069"/>
                </a:cubicBezTo>
                <a:cubicBezTo>
                  <a:pt x="1005220" y="19400"/>
                  <a:pt x="1005068" y="19830"/>
                  <a:pt x="1004777" y="20359"/>
                </a:cubicBezTo>
                <a:lnTo>
                  <a:pt x="995967" y="36432"/>
                </a:lnTo>
                <a:lnTo>
                  <a:pt x="1005690" y="54132"/>
                </a:lnTo>
                <a:close/>
                <a:moveTo>
                  <a:pt x="1033405" y="51327"/>
                </a:moveTo>
                <a:cubicBezTo>
                  <a:pt x="1033405" y="52497"/>
                  <a:pt x="1033332" y="53394"/>
                  <a:pt x="1033186" y="54019"/>
                </a:cubicBezTo>
                <a:cubicBezTo>
                  <a:pt x="1033041" y="54644"/>
                  <a:pt x="1032849" y="55082"/>
                  <a:pt x="1032611" y="55335"/>
                </a:cubicBezTo>
                <a:cubicBezTo>
                  <a:pt x="1032373" y="55587"/>
                  <a:pt x="1032022" y="55813"/>
                  <a:pt x="1031559" y="56012"/>
                </a:cubicBezTo>
                <a:cubicBezTo>
                  <a:pt x="1031096" y="56212"/>
                  <a:pt x="1030554" y="56384"/>
                  <a:pt x="1029932" y="56531"/>
                </a:cubicBezTo>
                <a:cubicBezTo>
                  <a:pt x="1029310" y="56677"/>
                  <a:pt x="1028636" y="56790"/>
                  <a:pt x="1027908" y="56869"/>
                </a:cubicBezTo>
                <a:cubicBezTo>
                  <a:pt x="1027180" y="56950"/>
                  <a:pt x="1026446" y="56990"/>
                  <a:pt x="1025705" y="56990"/>
                </a:cubicBezTo>
                <a:cubicBezTo>
                  <a:pt x="1023721" y="56990"/>
                  <a:pt x="1022001" y="56738"/>
                  <a:pt x="1020546" y="56236"/>
                </a:cubicBezTo>
                <a:cubicBezTo>
                  <a:pt x="1019091" y="55733"/>
                  <a:pt x="1017887" y="54959"/>
                  <a:pt x="1016935" y="53914"/>
                </a:cubicBezTo>
                <a:cubicBezTo>
                  <a:pt x="1015982" y="52869"/>
                  <a:pt x="1015281" y="51553"/>
                  <a:pt x="1014831" y="49965"/>
                </a:cubicBezTo>
                <a:cubicBezTo>
                  <a:pt x="1014382" y="48378"/>
                  <a:pt x="1014157" y="46499"/>
                  <a:pt x="1014157" y="44330"/>
                </a:cubicBezTo>
                <a:lnTo>
                  <a:pt x="1014157" y="26193"/>
                </a:lnTo>
                <a:lnTo>
                  <a:pt x="1009910" y="26193"/>
                </a:lnTo>
                <a:cubicBezTo>
                  <a:pt x="1009408" y="26193"/>
                  <a:pt x="1009024" y="25882"/>
                  <a:pt x="1008759" y="25260"/>
                </a:cubicBezTo>
                <a:cubicBezTo>
                  <a:pt x="1008495" y="24639"/>
                  <a:pt x="1008362" y="23600"/>
                  <a:pt x="1008362" y="22145"/>
                </a:cubicBezTo>
                <a:cubicBezTo>
                  <a:pt x="1008362" y="21378"/>
                  <a:pt x="1008396" y="20730"/>
                  <a:pt x="1008462" y="20200"/>
                </a:cubicBezTo>
                <a:cubicBezTo>
                  <a:pt x="1008528" y="19671"/>
                  <a:pt x="1008627" y="19255"/>
                  <a:pt x="1008759" y="18950"/>
                </a:cubicBezTo>
                <a:cubicBezTo>
                  <a:pt x="1008892" y="18646"/>
                  <a:pt x="1009057" y="18428"/>
                  <a:pt x="1009255" y="18295"/>
                </a:cubicBezTo>
                <a:cubicBezTo>
                  <a:pt x="1009454" y="18163"/>
                  <a:pt x="1009685" y="18097"/>
                  <a:pt x="1009950" y="18097"/>
                </a:cubicBezTo>
                <a:lnTo>
                  <a:pt x="1014157" y="18097"/>
                </a:lnTo>
                <a:lnTo>
                  <a:pt x="1014157" y="10167"/>
                </a:lnTo>
                <a:cubicBezTo>
                  <a:pt x="1014157" y="9901"/>
                  <a:pt x="1014229" y="9662"/>
                  <a:pt x="1014375" y="9449"/>
                </a:cubicBezTo>
                <a:cubicBezTo>
                  <a:pt x="1014520" y="9237"/>
                  <a:pt x="1014785" y="9058"/>
                  <a:pt x="1015169" y="8912"/>
                </a:cubicBezTo>
                <a:cubicBezTo>
                  <a:pt x="1015552" y="8766"/>
                  <a:pt x="1016068" y="8659"/>
                  <a:pt x="1016716" y="8593"/>
                </a:cubicBezTo>
                <a:cubicBezTo>
                  <a:pt x="1017365" y="8526"/>
                  <a:pt x="1018165" y="8493"/>
                  <a:pt x="1019117" y="8493"/>
                </a:cubicBezTo>
                <a:cubicBezTo>
                  <a:pt x="1020096" y="8493"/>
                  <a:pt x="1020910" y="8526"/>
                  <a:pt x="1021558" y="8593"/>
                </a:cubicBezTo>
                <a:cubicBezTo>
                  <a:pt x="1022206" y="8659"/>
                  <a:pt x="1022716" y="8766"/>
                  <a:pt x="1023086" y="8912"/>
                </a:cubicBezTo>
                <a:cubicBezTo>
                  <a:pt x="1023456" y="9058"/>
                  <a:pt x="1023721" y="9237"/>
                  <a:pt x="1023880" y="9449"/>
                </a:cubicBezTo>
                <a:cubicBezTo>
                  <a:pt x="1024039" y="9662"/>
                  <a:pt x="1024118" y="9901"/>
                  <a:pt x="1024118" y="10167"/>
                </a:cubicBezTo>
                <a:lnTo>
                  <a:pt x="1024118" y="18097"/>
                </a:lnTo>
                <a:lnTo>
                  <a:pt x="1031817" y="18097"/>
                </a:lnTo>
                <a:cubicBezTo>
                  <a:pt x="1032082" y="18097"/>
                  <a:pt x="1032313" y="18163"/>
                  <a:pt x="1032512" y="18295"/>
                </a:cubicBezTo>
                <a:cubicBezTo>
                  <a:pt x="1032710" y="18428"/>
                  <a:pt x="1032875" y="18646"/>
                  <a:pt x="1033008" y="18950"/>
                </a:cubicBezTo>
                <a:cubicBezTo>
                  <a:pt x="1033140" y="19255"/>
                  <a:pt x="1033239" y="19671"/>
                  <a:pt x="1033305" y="20200"/>
                </a:cubicBezTo>
                <a:cubicBezTo>
                  <a:pt x="1033371" y="20730"/>
                  <a:pt x="1033405" y="21378"/>
                  <a:pt x="1033405" y="22145"/>
                </a:cubicBezTo>
                <a:cubicBezTo>
                  <a:pt x="1033405" y="23600"/>
                  <a:pt x="1033272" y="24639"/>
                  <a:pt x="1033008" y="25260"/>
                </a:cubicBezTo>
                <a:cubicBezTo>
                  <a:pt x="1032743" y="25882"/>
                  <a:pt x="1032359" y="26193"/>
                  <a:pt x="1031857" y="26193"/>
                </a:cubicBezTo>
                <a:lnTo>
                  <a:pt x="1024118" y="26193"/>
                </a:lnTo>
                <a:lnTo>
                  <a:pt x="1024118" y="42792"/>
                </a:lnTo>
                <a:cubicBezTo>
                  <a:pt x="1024118" y="44720"/>
                  <a:pt x="1024422" y="46166"/>
                  <a:pt x="1025031" y="47130"/>
                </a:cubicBezTo>
                <a:cubicBezTo>
                  <a:pt x="1025639" y="48094"/>
                  <a:pt x="1026724" y="48576"/>
                  <a:pt x="1028285" y="48576"/>
                </a:cubicBezTo>
                <a:cubicBezTo>
                  <a:pt x="1028814" y="48576"/>
                  <a:pt x="1029290" y="48530"/>
                  <a:pt x="1029714" y="48437"/>
                </a:cubicBezTo>
                <a:cubicBezTo>
                  <a:pt x="1030137" y="48345"/>
                  <a:pt x="1030514" y="48239"/>
                  <a:pt x="1030845" y="48120"/>
                </a:cubicBezTo>
                <a:cubicBezTo>
                  <a:pt x="1031175" y="48001"/>
                  <a:pt x="1031453" y="47895"/>
                  <a:pt x="1031678" y="47802"/>
                </a:cubicBezTo>
                <a:cubicBezTo>
                  <a:pt x="1031903" y="47710"/>
                  <a:pt x="1032108" y="47663"/>
                  <a:pt x="1032293" y="47663"/>
                </a:cubicBezTo>
                <a:cubicBezTo>
                  <a:pt x="1032452" y="47663"/>
                  <a:pt x="1032604" y="47710"/>
                  <a:pt x="1032750" y="47802"/>
                </a:cubicBezTo>
                <a:cubicBezTo>
                  <a:pt x="1032895" y="47895"/>
                  <a:pt x="1033008" y="48080"/>
                  <a:pt x="1033087" y="48359"/>
                </a:cubicBezTo>
                <a:cubicBezTo>
                  <a:pt x="1033166" y="48637"/>
                  <a:pt x="1033239" y="49015"/>
                  <a:pt x="1033305" y="49494"/>
                </a:cubicBezTo>
                <a:cubicBezTo>
                  <a:pt x="1033371" y="49972"/>
                  <a:pt x="1033405" y="50583"/>
                  <a:pt x="1033405" y="51327"/>
                </a:cubicBezTo>
                <a:close/>
                <a:moveTo>
                  <a:pt x="1056170" y="66274"/>
                </a:moveTo>
                <a:cubicBezTo>
                  <a:pt x="1056170" y="66857"/>
                  <a:pt x="1056084" y="67360"/>
                  <a:pt x="1055912" y="67783"/>
                </a:cubicBezTo>
                <a:cubicBezTo>
                  <a:pt x="1055740" y="68206"/>
                  <a:pt x="1055522" y="68550"/>
                  <a:pt x="1055257" y="68815"/>
                </a:cubicBezTo>
                <a:cubicBezTo>
                  <a:pt x="1054992" y="69080"/>
                  <a:pt x="1054675" y="69279"/>
                  <a:pt x="1054305" y="69411"/>
                </a:cubicBezTo>
                <a:cubicBezTo>
                  <a:pt x="1053934" y="69544"/>
                  <a:pt x="1053524" y="69610"/>
                  <a:pt x="1053074" y="69610"/>
                </a:cubicBezTo>
                <a:lnTo>
                  <a:pt x="1040772" y="69610"/>
                </a:lnTo>
                <a:cubicBezTo>
                  <a:pt x="1040322" y="69610"/>
                  <a:pt x="1039978" y="69345"/>
                  <a:pt x="1039740" y="68816"/>
                </a:cubicBezTo>
                <a:cubicBezTo>
                  <a:pt x="1039502" y="68287"/>
                  <a:pt x="1039382" y="67361"/>
                  <a:pt x="1039382" y="66038"/>
                </a:cubicBezTo>
                <a:cubicBezTo>
                  <a:pt x="1039382" y="65350"/>
                  <a:pt x="1039416" y="64781"/>
                  <a:pt x="1039482" y="64332"/>
                </a:cubicBezTo>
                <a:cubicBezTo>
                  <a:pt x="1039548" y="63882"/>
                  <a:pt x="1039640" y="63511"/>
                  <a:pt x="1039760" y="63220"/>
                </a:cubicBezTo>
                <a:cubicBezTo>
                  <a:pt x="1039879" y="62929"/>
                  <a:pt x="1040024" y="62731"/>
                  <a:pt x="1040196" y="62625"/>
                </a:cubicBezTo>
                <a:cubicBezTo>
                  <a:pt x="1040368" y="62519"/>
                  <a:pt x="1040560" y="62466"/>
                  <a:pt x="1040772" y="62466"/>
                </a:cubicBezTo>
                <a:lnTo>
                  <a:pt x="1046804" y="62466"/>
                </a:lnTo>
                <a:lnTo>
                  <a:pt x="1046804" y="7144"/>
                </a:lnTo>
                <a:lnTo>
                  <a:pt x="1040772" y="7144"/>
                </a:lnTo>
                <a:cubicBezTo>
                  <a:pt x="1040322" y="7144"/>
                  <a:pt x="1039978" y="6886"/>
                  <a:pt x="1039740" y="6370"/>
                </a:cubicBezTo>
                <a:cubicBezTo>
                  <a:pt x="1039502" y="5854"/>
                  <a:pt x="1039382" y="4921"/>
                  <a:pt x="1039382" y="3572"/>
                </a:cubicBezTo>
                <a:cubicBezTo>
                  <a:pt x="1039382" y="2884"/>
                  <a:pt x="1039416" y="2315"/>
                  <a:pt x="1039482" y="1865"/>
                </a:cubicBezTo>
                <a:cubicBezTo>
                  <a:pt x="1039548" y="1415"/>
                  <a:pt x="1039640" y="1052"/>
                  <a:pt x="1039760" y="774"/>
                </a:cubicBezTo>
                <a:cubicBezTo>
                  <a:pt x="1039879" y="496"/>
                  <a:pt x="1040024" y="298"/>
                  <a:pt x="1040196" y="179"/>
                </a:cubicBezTo>
                <a:cubicBezTo>
                  <a:pt x="1040368" y="60"/>
                  <a:pt x="1040560" y="0"/>
                  <a:pt x="1040772" y="0"/>
                </a:cubicBezTo>
                <a:lnTo>
                  <a:pt x="1053074" y="0"/>
                </a:lnTo>
                <a:cubicBezTo>
                  <a:pt x="1053524" y="0"/>
                  <a:pt x="1053934" y="60"/>
                  <a:pt x="1054305" y="179"/>
                </a:cubicBezTo>
                <a:cubicBezTo>
                  <a:pt x="1054675" y="298"/>
                  <a:pt x="1054992" y="496"/>
                  <a:pt x="1055257" y="775"/>
                </a:cubicBezTo>
                <a:cubicBezTo>
                  <a:pt x="1055522" y="1053"/>
                  <a:pt x="1055740" y="1403"/>
                  <a:pt x="1055912" y="1827"/>
                </a:cubicBezTo>
                <a:cubicBezTo>
                  <a:pt x="1056084" y="2250"/>
                  <a:pt x="1056170" y="2740"/>
                  <a:pt x="1056170" y="3296"/>
                </a:cubicBezTo>
                <a:lnTo>
                  <a:pt x="1056170" y="662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[rootcause]">
            <a:extLst xmlns:a="http://schemas.openxmlformats.org/drawingml/2006/main">
              <a:ext uri="{FF2B5EF4-FFF2-40B4-BE49-F238E27FC236}">
                <a16:creationId xmlns:a16="http://schemas.microsoft.com/office/drawing/2014/main" id="{449C17E2-2CE5-45D6-9EF9-2AADC151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629" y="551492"/>
            <a:ext cx="391886" cy="69610"/>
          </a:xfrm>
          <a:custGeom xmlns:a="http://schemas.openxmlformats.org/drawingml/2006/main">
            <a:pathLst>
              <a:path w="391886" h="69610">
                <a:moveTo>
                  <a:pt x="16708" y="66038"/>
                </a:moveTo>
                <a:cubicBezTo>
                  <a:pt x="16708" y="67361"/>
                  <a:pt x="16589" y="68287"/>
                  <a:pt x="16351" y="68816"/>
                </a:cubicBezTo>
                <a:cubicBezTo>
                  <a:pt x="16113" y="69345"/>
                  <a:pt x="15769" y="69610"/>
                  <a:pt x="15319" y="69610"/>
                </a:cubicBezTo>
                <a:lnTo>
                  <a:pt x="3056" y="69610"/>
                </a:lnTo>
                <a:cubicBezTo>
                  <a:pt x="2606" y="69610"/>
                  <a:pt x="2196" y="69544"/>
                  <a:pt x="1826" y="69411"/>
                </a:cubicBezTo>
                <a:cubicBezTo>
                  <a:pt x="1455" y="69279"/>
                  <a:pt x="1138" y="69080"/>
                  <a:pt x="873" y="68815"/>
                </a:cubicBezTo>
                <a:cubicBezTo>
                  <a:pt x="609" y="68550"/>
                  <a:pt x="397" y="68206"/>
                  <a:pt x="238" y="67783"/>
                </a:cubicBezTo>
                <a:cubicBezTo>
                  <a:pt x="79" y="67360"/>
                  <a:pt x="0" y="66857"/>
                  <a:pt x="0" y="66274"/>
                </a:cubicBezTo>
                <a:lnTo>
                  <a:pt x="0" y="3296"/>
                </a:lnTo>
                <a:cubicBezTo>
                  <a:pt x="0" y="2740"/>
                  <a:pt x="79" y="2250"/>
                  <a:pt x="238" y="1827"/>
                </a:cubicBezTo>
                <a:cubicBezTo>
                  <a:pt x="397" y="1403"/>
                  <a:pt x="609" y="1053"/>
                  <a:pt x="873" y="775"/>
                </a:cubicBezTo>
                <a:cubicBezTo>
                  <a:pt x="1138" y="496"/>
                  <a:pt x="1455" y="298"/>
                  <a:pt x="1826" y="179"/>
                </a:cubicBezTo>
                <a:cubicBezTo>
                  <a:pt x="2196" y="60"/>
                  <a:pt x="2606" y="0"/>
                  <a:pt x="3056" y="0"/>
                </a:cubicBezTo>
                <a:lnTo>
                  <a:pt x="15319" y="0"/>
                </a:lnTo>
                <a:cubicBezTo>
                  <a:pt x="15531" y="0"/>
                  <a:pt x="15729" y="60"/>
                  <a:pt x="15914" y="179"/>
                </a:cubicBezTo>
                <a:cubicBezTo>
                  <a:pt x="16099" y="298"/>
                  <a:pt x="16252" y="496"/>
                  <a:pt x="16371" y="774"/>
                </a:cubicBezTo>
                <a:cubicBezTo>
                  <a:pt x="16490" y="1052"/>
                  <a:pt x="16576" y="1415"/>
                  <a:pt x="16629" y="1865"/>
                </a:cubicBezTo>
                <a:cubicBezTo>
                  <a:pt x="16682" y="2315"/>
                  <a:pt x="16708" y="2884"/>
                  <a:pt x="16708" y="3572"/>
                </a:cubicBezTo>
                <a:cubicBezTo>
                  <a:pt x="16708" y="4921"/>
                  <a:pt x="16589" y="5854"/>
                  <a:pt x="16351" y="6370"/>
                </a:cubicBezTo>
                <a:cubicBezTo>
                  <a:pt x="16113" y="6886"/>
                  <a:pt x="15769" y="7144"/>
                  <a:pt x="15319" y="7144"/>
                </a:cubicBezTo>
                <a:lnTo>
                  <a:pt x="9326" y="7144"/>
                </a:lnTo>
                <a:lnTo>
                  <a:pt x="9326" y="62466"/>
                </a:lnTo>
                <a:lnTo>
                  <a:pt x="15319" y="62466"/>
                </a:lnTo>
                <a:cubicBezTo>
                  <a:pt x="15531" y="62466"/>
                  <a:pt x="15729" y="62519"/>
                  <a:pt x="15914" y="62625"/>
                </a:cubicBezTo>
                <a:cubicBezTo>
                  <a:pt x="16099" y="62731"/>
                  <a:pt x="16252" y="62929"/>
                  <a:pt x="16371" y="63220"/>
                </a:cubicBezTo>
                <a:cubicBezTo>
                  <a:pt x="16490" y="63511"/>
                  <a:pt x="16576" y="63882"/>
                  <a:pt x="16629" y="64332"/>
                </a:cubicBezTo>
                <a:cubicBezTo>
                  <a:pt x="16682" y="64781"/>
                  <a:pt x="16708" y="65350"/>
                  <a:pt x="16708" y="66038"/>
                </a:cubicBezTo>
                <a:close/>
                <a:moveTo>
                  <a:pt x="47909" y="22701"/>
                </a:moveTo>
                <a:cubicBezTo>
                  <a:pt x="47909" y="23653"/>
                  <a:pt x="47883" y="24434"/>
                  <a:pt x="47830" y="25042"/>
                </a:cubicBezTo>
                <a:cubicBezTo>
                  <a:pt x="47777" y="25651"/>
                  <a:pt x="47697" y="26127"/>
                  <a:pt x="47592" y="26471"/>
                </a:cubicBezTo>
                <a:cubicBezTo>
                  <a:pt x="47486" y="26815"/>
                  <a:pt x="47347" y="27053"/>
                  <a:pt x="47175" y="27185"/>
                </a:cubicBezTo>
                <a:cubicBezTo>
                  <a:pt x="47003" y="27317"/>
                  <a:pt x="46785" y="27384"/>
                  <a:pt x="46520" y="27384"/>
                </a:cubicBezTo>
                <a:cubicBezTo>
                  <a:pt x="46308" y="27384"/>
                  <a:pt x="46070" y="27337"/>
                  <a:pt x="45806" y="27245"/>
                </a:cubicBezTo>
                <a:cubicBezTo>
                  <a:pt x="45541" y="27152"/>
                  <a:pt x="45243" y="27053"/>
                  <a:pt x="44913" y="26947"/>
                </a:cubicBezTo>
                <a:cubicBezTo>
                  <a:pt x="44582" y="26841"/>
                  <a:pt x="44218" y="26742"/>
                  <a:pt x="43821" y="26649"/>
                </a:cubicBezTo>
                <a:cubicBezTo>
                  <a:pt x="43424" y="26557"/>
                  <a:pt x="42988" y="26510"/>
                  <a:pt x="42512" y="26510"/>
                </a:cubicBezTo>
                <a:cubicBezTo>
                  <a:pt x="41956" y="26510"/>
                  <a:pt x="41400" y="26624"/>
                  <a:pt x="40845" y="26850"/>
                </a:cubicBezTo>
                <a:cubicBezTo>
                  <a:pt x="40289" y="27076"/>
                  <a:pt x="39714" y="27429"/>
                  <a:pt x="39118" y="27908"/>
                </a:cubicBezTo>
                <a:cubicBezTo>
                  <a:pt x="38523" y="28388"/>
                  <a:pt x="37901" y="29027"/>
                  <a:pt x="37253" y="29826"/>
                </a:cubicBezTo>
                <a:cubicBezTo>
                  <a:pt x="36605" y="30624"/>
                  <a:pt x="35911" y="31609"/>
                  <a:pt x="35170" y="32781"/>
                </a:cubicBezTo>
                <a:lnTo>
                  <a:pt x="35170" y="54847"/>
                </a:lnTo>
                <a:cubicBezTo>
                  <a:pt x="35170" y="55111"/>
                  <a:pt x="35090" y="55343"/>
                  <a:pt x="34932" y="55541"/>
                </a:cubicBezTo>
                <a:cubicBezTo>
                  <a:pt x="34773" y="55740"/>
                  <a:pt x="34502" y="55905"/>
                  <a:pt x="34118" y="56037"/>
                </a:cubicBezTo>
                <a:cubicBezTo>
                  <a:pt x="33734" y="56169"/>
                  <a:pt x="33225" y="56269"/>
                  <a:pt x="32590" y="56335"/>
                </a:cubicBezTo>
                <a:cubicBezTo>
                  <a:pt x="31955" y="56401"/>
                  <a:pt x="31148" y="56434"/>
                  <a:pt x="30169" y="56434"/>
                </a:cubicBezTo>
                <a:cubicBezTo>
                  <a:pt x="29190" y="56434"/>
                  <a:pt x="28383" y="56401"/>
                  <a:pt x="27748" y="56335"/>
                </a:cubicBezTo>
                <a:cubicBezTo>
                  <a:pt x="27113" y="56269"/>
                  <a:pt x="26604" y="56169"/>
                  <a:pt x="26220" y="56037"/>
                </a:cubicBezTo>
                <a:cubicBezTo>
                  <a:pt x="25837" y="55905"/>
                  <a:pt x="25566" y="55740"/>
                  <a:pt x="25407" y="55541"/>
                </a:cubicBezTo>
                <a:cubicBezTo>
                  <a:pt x="25248" y="55343"/>
                  <a:pt x="25169" y="55111"/>
                  <a:pt x="25169" y="54847"/>
                </a:cubicBezTo>
                <a:lnTo>
                  <a:pt x="25169" y="19446"/>
                </a:lnTo>
                <a:cubicBezTo>
                  <a:pt x="25169" y="19182"/>
                  <a:pt x="25235" y="18950"/>
                  <a:pt x="25367" y="18752"/>
                </a:cubicBezTo>
                <a:cubicBezTo>
                  <a:pt x="25499" y="18553"/>
                  <a:pt x="25738" y="18388"/>
                  <a:pt x="26082" y="18256"/>
                </a:cubicBezTo>
                <a:cubicBezTo>
                  <a:pt x="26425" y="18123"/>
                  <a:pt x="26869" y="18024"/>
                  <a:pt x="27411" y="17958"/>
                </a:cubicBezTo>
                <a:cubicBezTo>
                  <a:pt x="27953" y="17892"/>
                  <a:pt x="28635" y="17859"/>
                  <a:pt x="29455" y="17859"/>
                </a:cubicBezTo>
                <a:cubicBezTo>
                  <a:pt x="30302" y="17859"/>
                  <a:pt x="31003" y="17892"/>
                  <a:pt x="31558" y="17958"/>
                </a:cubicBezTo>
                <a:cubicBezTo>
                  <a:pt x="32114" y="18024"/>
                  <a:pt x="32544" y="18123"/>
                  <a:pt x="32848" y="18256"/>
                </a:cubicBezTo>
                <a:cubicBezTo>
                  <a:pt x="33152" y="18388"/>
                  <a:pt x="33371" y="18553"/>
                  <a:pt x="33503" y="18752"/>
                </a:cubicBezTo>
                <a:cubicBezTo>
                  <a:pt x="33635" y="18950"/>
                  <a:pt x="33701" y="19182"/>
                  <a:pt x="33701" y="19446"/>
                </a:cubicBezTo>
                <a:lnTo>
                  <a:pt x="33701" y="23852"/>
                </a:lnTo>
                <a:cubicBezTo>
                  <a:pt x="34627" y="22520"/>
                  <a:pt x="35500" y="21422"/>
                  <a:pt x="36321" y="20558"/>
                </a:cubicBezTo>
                <a:cubicBezTo>
                  <a:pt x="37141" y="19693"/>
                  <a:pt x="37921" y="19008"/>
                  <a:pt x="38662" y="18503"/>
                </a:cubicBezTo>
                <a:cubicBezTo>
                  <a:pt x="39403" y="17997"/>
                  <a:pt x="40144" y="17644"/>
                  <a:pt x="40885" y="17445"/>
                </a:cubicBezTo>
                <a:cubicBezTo>
                  <a:pt x="41625" y="17245"/>
                  <a:pt x="42366" y="17145"/>
                  <a:pt x="43107" y="17145"/>
                </a:cubicBezTo>
                <a:cubicBezTo>
                  <a:pt x="43451" y="17145"/>
                  <a:pt x="43821" y="17164"/>
                  <a:pt x="44218" y="17204"/>
                </a:cubicBezTo>
                <a:cubicBezTo>
                  <a:pt x="44615" y="17244"/>
                  <a:pt x="45025" y="17310"/>
                  <a:pt x="45448" y="17402"/>
                </a:cubicBezTo>
                <a:cubicBezTo>
                  <a:pt x="45872" y="17495"/>
                  <a:pt x="46242" y="17601"/>
                  <a:pt x="46560" y="17720"/>
                </a:cubicBezTo>
                <a:cubicBezTo>
                  <a:pt x="46877" y="17839"/>
                  <a:pt x="47109" y="17965"/>
                  <a:pt x="47254" y="18097"/>
                </a:cubicBezTo>
                <a:cubicBezTo>
                  <a:pt x="47400" y="18229"/>
                  <a:pt x="47506" y="18375"/>
                  <a:pt x="47572" y="18534"/>
                </a:cubicBezTo>
                <a:cubicBezTo>
                  <a:pt x="47638" y="18692"/>
                  <a:pt x="47697" y="18911"/>
                  <a:pt x="47750" y="19188"/>
                </a:cubicBezTo>
                <a:cubicBezTo>
                  <a:pt x="47803" y="19466"/>
                  <a:pt x="47843" y="19883"/>
                  <a:pt x="47869" y="20438"/>
                </a:cubicBezTo>
                <a:cubicBezTo>
                  <a:pt x="47896" y="20994"/>
                  <a:pt x="47909" y="21748"/>
                  <a:pt x="47909" y="22701"/>
                </a:cubicBezTo>
                <a:close/>
                <a:moveTo>
                  <a:pt x="89446" y="36788"/>
                </a:moveTo>
                <a:cubicBezTo>
                  <a:pt x="89446" y="39811"/>
                  <a:pt x="89049" y="42568"/>
                  <a:pt x="88255" y="45060"/>
                </a:cubicBezTo>
                <a:cubicBezTo>
                  <a:pt x="87461" y="47552"/>
                  <a:pt x="86258" y="49699"/>
                  <a:pt x="84644" y="51502"/>
                </a:cubicBezTo>
                <a:cubicBezTo>
                  <a:pt x="83030" y="53304"/>
                  <a:pt x="81006" y="54696"/>
                  <a:pt x="78572" y="55678"/>
                </a:cubicBezTo>
                <a:cubicBezTo>
                  <a:pt x="76138" y="56658"/>
                  <a:pt x="73293" y="57148"/>
                  <a:pt x="70039" y="57148"/>
                </a:cubicBezTo>
                <a:cubicBezTo>
                  <a:pt x="66891" y="57148"/>
                  <a:pt x="64152" y="56711"/>
                  <a:pt x="61824" y="55836"/>
                </a:cubicBezTo>
                <a:cubicBezTo>
                  <a:pt x="59496" y="54961"/>
                  <a:pt x="57564" y="53689"/>
                  <a:pt x="56030" y="52019"/>
                </a:cubicBezTo>
                <a:cubicBezTo>
                  <a:pt x="54495" y="50349"/>
                  <a:pt x="53358" y="48294"/>
                  <a:pt x="52617" y="45855"/>
                </a:cubicBezTo>
                <a:cubicBezTo>
                  <a:pt x="51876" y="43416"/>
                  <a:pt x="51506" y="40633"/>
                  <a:pt x="51506" y="37505"/>
                </a:cubicBezTo>
                <a:cubicBezTo>
                  <a:pt x="51506" y="34482"/>
                  <a:pt x="51909" y="31718"/>
                  <a:pt x="52716" y="29213"/>
                </a:cubicBezTo>
                <a:cubicBezTo>
                  <a:pt x="53523" y="26708"/>
                  <a:pt x="54733" y="24560"/>
                  <a:pt x="56347" y="22771"/>
                </a:cubicBezTo>
                <a:cubicBezTo>
                  <a:pt x="57961" y="20982"/>
                  <a:pt x="59979" y="19597"/>
                  <a:pt x="62399" y="18617"/>
                </a:cubicBezTo>
                <a:cubicBezTo>
                  <a:pt x="64820" y="17635"/>
                  <a:pt x="67658" y="17145"/>
                  <a:pt x="70912" y="17145"/>
                </a:cubicBezTo>
                <a:cubicBezTo>
                  <a:pt x="74087" y="17145"/>
                  <a:pt x="76839" y="17575"/>
                  <a:pt x="79167" y="18437"/>
                </a:cubicBezTo>
                <a:cubicBezTo>
                  <a:pt x="81495" y="19298"/>
                  <a:pt x="83420" y="20564"/>
                  <a:pt x="84941" y="22234"/>
                </a:cubicBezTo>
                <a:cubicBezTo>
                  <a:pt x="86463" y="23904"/>
                  <a:pt x="87594" y="25959"/>
                  <a:pt x="88334" y="28398"/>
                </a:cubicBezTo>
                <a:cubicBezTo>
                  <a:pt x="89075" y="30837"/>
                  <a:pt x="89446" y="33634"/>
                  <a:pt x="89446" y="36788"/>
                </a:cubicBezTo>
                <a:moveTo>
                  <a:pt x="79167" y="37186"/>
                </a:moveTo>
                <a:cubicBezTo>
                  <a:pt x="79167" y="35440"/>
                  <a:pt x="79028" y="33833"/>
                  <a:pt x="78750" y="32364"/>
                </a:cubicBezTo>
                <a:cubicBezTo>
                  <a:pt x="78472" y="30896"/>
                  <a:pt x="78003" y="29619"/>
                  <a:pt x="77341" y="28535"/>
                </a:cubicBezTo>
                <a:cubicBezTo>
                  <a:pt x="76680" y="27450"/>
                  <a:pt x="75800" y="26603"/>
                  <a:pt x="74702" y="25995"/>
                </a:cubicBezTo>
                <a:cubicBezTo>
                  <a:pt x="73604" y="25386"/>
                  <a:pt x="72222" y="25082"/>
                  <a:pt x="70555" y="25082"/>
                </a:cubicBezTo>
                <a:cubicBezTo>
                  <a:pt x="69073" y="25082"/>
                  <a:pt x="67777" y="25353"/>
                  <a:pt x="66666" y="25895"/>
                </a:cubicBezTo>
                <a:cubicBezTo>
                  <a:pt x="65554" y="26438"/>
                  <a:pt x="64642" y="27231"/>
                  <a:pt x="63927" y="28277"/>
                </a:cubicBezTo>
                <a:cubicBezTo>
                  <a:pt x="63213" y="29322"/>
                  <a:pt x="62677" y="30578"/>
                  <a:pt x="62320" y="32047"/>
                </a:cubicBezTo>
                <a:cubicBezTo>
                  <a:pt x="61963" y="33515"/>
                  <a:pt x="61784" y="35189"/>
                  <a:pt x="61784" y="37067"/>
                </a:cubicBezTo>
                <a:cubicBezTo>
                  <a:pt x="61784" y="38813"/>
                  <a:pt x="61930" y="40421"/>
                  <a:pt x="62221" y="41889"/>
                </a:cubicBezTo>
                <a:cubicBezTo>
                  <a:pt x="62512" y="43357"/>
                  <a:pt x="62981" y="44634"/>
                  <a:pt x="63630" y="45719"/>
                </a:cubicBezTo>
                <a:cubicBezTo>
                  <a:pt x="64278" y="46803"/>
                  <a:pt x="65158" y="47643"/>
                  <a:pt x="66269" y="48239"/>
                </a:cubicBezTo>
                <a:cubicBezTo>
                  <a:pt x="67380" y="48834"/>
                  <a:pt x="68756" y="49132"/>
                  <a:pt x="70396" y="49132"/>
                </a:cubicBezTo>
                <a:cubicBezTo>
                  <a:pt x="71904" y="49132"/>
                  <a:pt x="73214" y="48861"/>
                  <a:pt x="74325" y="48318"/>
                </a:cubicBezTo>
                <a:cubicBezTo>
                  <a:pt x="75436" y="47776"/>
                  <a:pt x="76349" y="46989"/>
                  <a:pt x="77064" y="45957"/>
                </a:cubicBezTo>
                <a:cubicBezTo>
                  <a:pt x="77778" y="44925"/>
                  <a:pt x="78307" y="43675"/>
                  <a:pt x="78651" y="42206"/>
                </a:cubicBezTo>
                <a:cubicBezTo>
                  <a:pt x="78995" y="40738"/>
                  <a:pt x="79167" y="39065"/>
                  <a:pt x="79167" y="37186"/>
                </a:cubicBezTo>
                <a:close/>
                <a:moveTo>
                  <a:pt x="133205" y="36788"/>
                </a:moveTo>
                <a:cubicBezTo>
                  <a:pt x="133205" y="39811"/>
                  <a:pt x="132809" y="42568"/>
                  <a:pt x="132015" y="45060"/>
                </a:cubicBezTo>
                <a:cubicBezTo>
                  <a:pt x="131221" y="47552"/>
                  <a:pt x="130017" y="49699"/>
                  <a:pt x="128403" y="51502"/>
                </a:cubicBezTo>
                <a:cubicBezTo>
                  <a:pt x="126789" y="53304"/>
                  <a:pt x="124765" y="54696"/>
                  <a:pt x="122331" y="55678"/>
                </a:cubicBezTo>
                <a:cubicBezTo>
                  <a:pt x="119897" y="56658"/>
                  <a:pt x="117053" y="57148"/>
                  <a:pt x="113799" y="57148"/>
                </a:cubicBezTo>
                <a:cubicBezTo>
                  <a:pt x="110650" y="57148"/>
                  <a:pt x="107912" y="56711"/>
                  <a:pt x="105584" y="55836"/>
                </a:cubicBezTo>
                <a:cubicBezTo>
                  <a:pt x="103255" y="54961"/>
                  <a:pt x="101324" y="53689"/>
                  <a:pt x="99790" y="52019"/>
                </a:cubicBezTo>
                <a:cubicBezTo>
                  <a:pt x="98255" y="50349"/>
                  <a:pt x="97117" y="48294"/>
                  <a:pt x="96376" y="45855"/>
                </a:cubicBezTo>
                <a:cubicBezTo>
                  <a:pt x="95636" y="43416"/>
                  <a:pt x="95265" y="40633"/>
                  <a:pt x="95265" y="37505"/>
                </a:cubicBezTo>
                <a:cubicBezTo>
                  <a:pt x="95265" y="34482"/>
                  <a:pt x="95669" y="31718"/>
                  <a:pt x="96476" y="29213"/>
                </a:cubicBezTo>
                <a:cubicBezTo>
                  <a:pt x="97283" y="26708"/>
                  <a:pt x="98493" y="24560"/>
                  <a:pt x="100107" y="22771"/>
                </a:cubicBezTo>
                <a:cubicBezTo>
                  <a:pt x="101721" y="20982"/>
                  <a:pt x="103738" y="19597"/>
                  <a:pt x="106159" y="18617"/>
                </a:cubicBezTo>
                <a:cubicBezTo>
                  <a:pt x="108580" y="17635"/>
                  <a:pt x="111418" y="17145"/>
                  <a:pt x="114672" y="17145"/>
                </a:cubicBezTo>
                <a:cubicBezTo>
                  <a:pt x="117847" y="17145"/>
                  <a:pt x="120598" y="17575"/>
                  <a:pt x="122927" y="18437"/>
                </a:cubicBezTo>
                <a:cubicBezTo>
                  <a:pt x="125255" y="19298"/>
                  <a:pt x="127180" y="20564"/>
                  <a:pt x="128701" y="22234"/>
                </a:cubicBezTo>
                <a:cubicBezTo>
                  <a:pt x="130222" y="23904"/>
                  <a:pt x="131353" y="25959"/>
                  <a:pt x="132094" y="28398"/>
                </a:cubicBezTo>
                <a:cubicBezTo>
                  <a:pt x="132835" y="30837"/>
                  <a:pt x="133205" y="33634"/>
                  <a:pt x="133205" y="36788"/>
                </a:cubicBezTo>
                <a:moveTo>
                  <a:pt x="122927" y="37186"/>
                </a:moveTo>
                <a:cubicBezTo>
                  <a:pt x="122927" y="35440"/>
                  <a:pt x="122788" y="33833"/>
                  <a:pt x="122510" y="32364"/>
                </a:cubicBezTo>
                <a:cubicBezTo>
                  <a:pt x="122232" y="30896"/>
                  <a:pt x="121763" y="29619"/>
                  <a:pt x="121101" y="28535"/>
                </a:cubicBezTo>
                <a:cubicBezTo>
                  <a:pt x="120440" y="27450"/>
                  <a:pt x="119560" y="26603"/>
                  <a:pt x="118462" y="25995"/>
                </a:cubicBezTo>
                <a:cubicBezTo>
                  <a:pt x="117364" y="25386"/>
                  <a:pt x="115982" y="25082"/>
                  <a:pt x="114315" y="25082"/>
                </a:cubicBezTo>
                <a:cubicBezTo>
                  <a:pt x="112833" y="25082"/>
                  <a:pt x="111537" y="25353"/>
                  <a:pt x="110425" y="25895"/>
                </a:cubicBezTo>
                <a:cubicBezTo>
                  <a:pt x="109314" y="26438"/>
                  <a:pt x="108401" y="27231"/>
                  <a:pt x="107687" y="28277"/>
                </a:cubicBezTo>
                <a:cubicBezTo>
                  <a:pt x="106973" y="29322"/>
                  <a:pt x="106437" y="30578"/>
                  <a:pt x="106080" y="32047"/>
                </a:cubicBezTo>
                <a:cubicBezTo>
                  <a:pt x="105723" y="33515"/>
                  <a:pt x="105544" y="35189"/>
                  <a:pt x="105544" y="37067"/>
                </a:cubicBezTo>
                <a:cubicBezTo>
                  <a:pt x="105544" y="38813"/>
                  <a:pt x="105690" y="40421"/>
                  <a:pt x="105981" y="41889"/>
                </a:cubicBezTo>
                <a:cubicBezTo>
                  <a:pt x="106272" y="43357"/>
                  <a:pt x="106741" y="44634"/>
                  <a:pt x="107389" y="45719"/>
                </a:cubicBezTo>
                <a:cubicBezTo>
                  <a:pt x="108038" y="46803"/>
                  <a:pt x="108917" y="47643"/>
                  <a:pt x="110029" y="48239"/>
                </a:cubicBezTo>
                <a:cubicBezTo>
                  <a:pt x="111140" y="48834"/>
                  <a:pt x="112516" y="49132"/>
                  <a:pt x="114156" y="49132"/>
                </a:cubicBezTo>
                <a:cubicBezTo>
                  <a:pt x="115664" y="49132"/>
                  <a:pt x="116974" y="48861"/>
                  <a:pt x="118085" y="48318"/>
                </a:cubicBezTo>
                <a:cubicBezTo>
                  <a:pt x="119196" y="47776"/>
                  <a:pt x="120109" y="46989"/>
                  <a:pt x="120823" y="45957"/>
                </a:cubicBezTo>
                <a:cubicBezTo>
                  <a:pt x="121538" y="44925"/>
                  <a:pt x="122067" y="43675"/>
                  <a:pt x="122411" y="42206"/>
                </a:cubicBezTo>
                <a:cubicBezTo>
                  <a:pt x="122755" y="40738"/>
                  <a:pt x="122927" y="39065"/>
                  <a:pt x="122927" y="37186"/>
                </a:cubicBezTo>
                <a:close/>
                <a:moveTo>
                  <a:pt x="162131" y="51327"/>
                </a:moveTo>
                <a:cubicBezTo>
                  <a:pt x="162131" y="52497"/>
                  <a:pt x="162058" y="53394"/>
                  <a:pt x="161913" y="54019"/>
                </a:cubicBezTo>
                <a:cubicBezTo>
                  <a:pt x="161767" y="54644"/>
                  <a:pt x="161575" y="55082"/>
                  <a:pt x="161337" y="55335"/>
                </a:cubicBezTo>
                <a:cubicBezTo>
                  <a:pt x="161099" y="55587"/>
                  <a:pt x="160749" y="55813"/>
                  <a:pt x="160286" y="56012"/>
                </a:cubicBezTo>
                <a:cubicBezTo>
                  <a:pt x="159823" y="56212"/>
                  <a:pt x="159280" y="56384"/>
                  <a:pt x="158659" y="56531"/>
                </a:cubicBezTo>
                <a:cubicBezTo>
                  <a:pt x="158037" y="56677"/>
                  <a:pt x="157362" y="56790"/>
                  <a:pt x="156635" y="56869"/>
                </a:cubicBezTo>
                <a:cubicBezTo>
                  <a:pt x="155907" y="56950"/>
                  <a:pt x="155173" y="56990"/>
                  <a:pt x="154432" y="56990"/>
                </a:cubicBezTo>
                <a:cubicBezTo>
                  <a:pt x="152448" y="56990"/>
                  <a:pt x="150728" y="56738"/>
                  <a:pt x="149273" y="56236"/>
                </a:cubicBezTo>
                <a:cubicBezTo>
                  <a:pt x="147818" y="55733"/>
                  <a:pt x="146614" y="54959"/>
                  <a:pt x="145661" y="53914"/>
                </a:cubicBezTo>
                <a:cubicBezTo>
                  <a:pt x="144709" y="52869"/>
                  <a:pt x="144008" y="51553"/>
                  <a:pt x="143558" y="49965"/>
                </a:cubicBezTo>
                <a:cubicBezTo>
                  <a:pt x="143108" y="48378"/>
                  <a:pt x="142883" y="46499"/>
                  <a:pt x="142883" y="44330"/>
                </a:cubicBezTo>
                <a:lnTo>
                  <a:pt x="142883" y="26193"/>
                </a:lnTo>
                <a:lnTo>
                  <a:pt x="138637" y="26193"/>
                </a:lnTo>
                <a:cubicBezTo>
                  <a:pt x="138134" y="26193"/>
                  <a:pt x="137750" y="25882"/>
                  <a:pt x="137486" y="25260"/>
                </a:cubicBezTo>
                <a:cubicBezTo>
                  <a:pt x="137221" y="24639"/>
                  <a:pt x="137089" y="23600"/>
                  <a:pt x="137089" y="22145"/>
                </a:cubicBezTo>
                <a:cubicBezTo>
                  <a:pt x="137089" y="21378"/>
                  <a:pt x="137122" y="20730"/>
                  <a:pt x="137188" y="20200"/>
                </a:cubicBezTo>
                <a:cubicBezTo>
                  <a:pt x="137254" y="19671"/>
                  <a:pt x="137354" y="19255"/>
                  <a:pt x="137486" y="18950"/>
                </a:cubicBezTo>
                <a:cubicBezTo>
                  <a:pt x="137618" y="18646"/>
                  <a:pt x="137783" y="18428"/>
                  <a:pt x="137982" y="18295"/>
                </a:cubicBezTo>
                <a:cubicBezTo>
                  <a:pt x="138180" y="18163"/>
                  <a:pt x="138412" y="18097"/>
                  <a:pt x="138676" y="18097"/>
                </a:cubicBezTo>
                <a:lnTo>
                  <a:pt x="142883" y="18097"/>
                </a:lnTo>
                <a:lnTo>
                  <a:pt x="142883" y="10167"/>
                </a:lnTo>
                <a:cubicBezTo>
                  <a:pt x="142883" y="9901"/>
                  <a:pt x="142956" y="9662"/>
                  <a:pt x="143101" y="9449"/>
                </a:cubicBezTo>
                <a:cubicBezTo>
                  <a:pt x="143247" y="9237"/>
                  <a:pt x="143512" y="9058"/>
                  <a:pt x="143895" y="8912"/>
                </a:cubicBezTo>
                <a:cubicBezTo>
                  <a:pt x="144279" y="8766"/>
                  <a:pt x="144795" y="8659"/>
                  <a:pt x="145443" y="8593"/>
                </a:cubicBezTo>
                <a:cubicBezTo>
                  <a:pt x="146091" y="8526"/>
                  <a:pt x="146892" y="8493"/>
                  <a:pt x="147844" y="8493"/>
                </a:cubicBezTo>
                <a:cubicBezTo>
                  <a:pt x="148823" y="8493"/>
                  <a:pt x="149636" y="8526"/>
                  <a:pt x="150285" y="8593"/>
                </a:cubicBezTo>
                <a:cubicBezTo>
                  <a:pt x="150933" y="8659"/>
                  <a:pt x="151442" y="8766"/>
                  <a:pt x="151813" y="8912"/>
                </a:cubicBezTo>
                <a:cubicBezTo>
                  <a:pt x="152183" y="9058"/>
                  <a:pt x="152448" y="9237"/>
                  <a:pt x="152606" y="9449"/>
                </a:cubicBezTo>
                <a:cubicBezTo>
                  <a:pt x="152765" y="9662"/>
                  <a:pt x="152844" y="9901"/>
                  <a:pt x="152844" y="10167"/>
                </a:cubicBezTo>
                <a:lnTo>
                  <a:pt x="152844" y="18097"/>
                </a:lnTo>
                <a:lnTo>
                  <a:pt x="160544" y="18097"/>
                </a:lnTo>
                <a:cubicBezTo>
                  <a:pt x="160808" y="18097"/>
                  <a:pt x="161040" y="18163"/>
                  <a:pt x="161238" y="18295"/>
                </a:cubicBezTo>
                <a:cubicBezTo>
                  <a:pt x="161437" y="18428"/>
                  <a:pt x="161602" y="18646"/>
                  <a:pt x="161734" y="18950"/>
                </a:cubicBezTo>
                <a:cubicBezTo>
                  <a:pt x="161866" y="19255"/>
                  <a:pt x="161966" y="19671"/>
                  <a:pt x="162032" y="20200"/>
                </a:cubicBezTo>
                <a:cubicBezTo>
                  <a:pt x="162098" y="20730"/>
                  <a:pt x="162131" y="21378"/>
                  <a:pt x="162131" y="22145"/>
                </a:cubicBezTo>
                <a:cubicBezTo>
                  <a:pt x="162131" y="23600"/>
                  <a:pt x="161999" y="24639"/>
                  <a:pt x="161734" y="25260"/>
                </a:cubicBezTo>
                <a:cubicBezTo>
                  <a:pt x="161470" y="25882"/>
                  <a:pt x="161086" y="26193"/>
                  <a:pt x="160583" y="26193"/>
                </a:cubicBezTo>
                <a:lnTo>
                  <a:pt x="152844" y="26193"/>
                </a:lnTo>
                <a:lnTo>
                  <a:pt x="152844" y="42792"/>
                </a:lnTo>
                <a:cubicBezTo>
                  <a:pt x="152844" y="44720"/>
                  <a:pt x="153149" y="46166"/>
                  <a:pt x="153757" y="47130"/>
                </a:cubicBezTo>
                <a:cubicBezTo>
                  <a:pt x="154366" y="48094"/>
                  <a:pt x="155451" y="48576"/>
                  <a:pt x="157012" y="48576"/>
                </a:cubicBezTo>
                <a:cubicBezTo>
                  <a:pt x="157541" y="48576"/>
                  <a:pt x="158017" y="48530"/>
                  <a:pt x="158440" y="48437"/>
                </a:cubicBezTo>
                <a:cubicBezTo>
                  <a:pt x="158864" y="48345"/>
                  <a:pt x="159241" y="48239"/>
                  <a:pt x="159571" y="48120"/>
                </a:cubicBezTo>
                <a:cubicBezTo>
                  <a:pt x="159902" y="48001"/>
                  <a:pt x="160180" y="47895"/>
                  <a:pt x="160405" y="47802"/>
                </a:cubicBezTo>
                <a:cubicBezTo>
                  <a:pt x="160630" y="47710"/>
                  <a:pt x="160835" y="47663"/>
                  <a:pt x="161020" y="47663"/>
                </a:cubicBezTo>
                <a:cubicBezTo>
                  <a:pt x="161179" y="47663"/>
                  <a:pt x="161331" y="47710"/>
                  <a:pt x="161476" y="47802"/>
                </a:cubicBezTo>
                <a:cubicBezTo>
                  <a:pt x="161622" y="47895"/>
                  <a:pt x="161734" y="48080"/>
                  <a:pt x="161814" y="48359"/>
                </a:cubicBezTo>
                <a:cubicBezTo>
                  <a:pt x="161893" y="48637"/>
                  <a:pt x="161966" y="49015"/>
                  <a:pt x="162032" y="49494"/>
                </a:cubicBezTo>
                <a:cubicBezTo>
                  <a:pt x="162098" y="49972"/>
                  <a:pt x="162131" y="50583"/>
                  <a:pt x="162131" y="51327"/>
                </a:cubicBezTo>
                <a:close/>
                <a:moveTo>
                  <a:pt x="212456" y="49211"/>
                </a:moveTo>
                <a:cubicBezTo>
                  <a:pt x="212456" y="49899"/>
                  <a:pt x="212436" y="50474"/>
                  <a:pt x="212397" y="50937"/>
                </a:cubicBezTo>
                <a:cubicBezTo>
                  <a:pt x="212357" y="51400"/>
                  <a:pt x="212304" y="51791"/>
                  <a:pt x="212238" y="52108"/>
                </a:cubicBezTo>
                <a:cubicBezTo>
                  <a:pt x="212172" y="52426"/>
                  <a:pt x="212092" y="52684"/>
                  <a:pt x="212000" y="52882"/>
                </a:cubicBezTo>
                <a:cubicBezTo>
                  <a:pt x="211907" y="53081"/>
                  <a:pt x="211702" y="53332"/>
                  <a:pt x="211385" y="53636"/>
                </a:cubicBezTo>
                <a:cubicBezTo>
                  <a:pt x="211067" y="53940"/>
                  <a:pt x="210525" y="54311"/>
                  <a:pt x="209758" y="54747"/>
                </a:cubicBezTo>
                <a:cubicBezTo>
                  <a:pt x="208990" y="55184"/>
                  <a:pt x="208117" y="55574"/>
                  <a:pt x="207138" y="55918"/>
                </a:cubicBezTo>
                <a:cubicBezTo>
                  <a:pt x="206159" y="56262"/>
                  <a:pt x="205094" y="56540"/>
                  <a:pt x="203944" y="56752"/>
                </a:cubicBezTo>
                <a:cubicBezTo>
                  <a:pt x="202793" y="56963"/>
                  <a:pt x="201609" y="57069"/>
                  <a:pt x="200392" y="57069"/>
                </a:cubicBezTo>
                <a:cubicBezTo>
                  <a:pt x="197666" y="57069"/>
                  <a:pt x="195252" y="56646"/>
                  <a:pt x="193149" y="55799"/>
                </a:cubicBezTo>
                <a:cubicBezTo>
                  <a:pt x="191045" y="54952"/>
                  <a:pt x="189279" y="53702"/>
                  <a:pt x="187851" y="52049"/>
                </a:cubicBezTo>
                <a:cubicBezTo>
                  <a:pt x="186422" y="50395"/>
                  <a:pt x="185344" y="48378"/>
                  <a:pt x="184616" y="45997"/>
                </a:cubicBezTo>
                <a:cubicBezTo>
                  <a:pt x="183889" y="43615"/>
                  <a:pt x="183525" y="40890"/>
                  <a:pt x="183525" y="37821"/>
                </a:cubicBezTo>
                <a:cubicBezTo>
                  <a:pt x="183525" y="34276"/>
                  <a:pt x="183968" y="31213"/>
                  <a:pt x="184854" y="28634"/>
                </a:cubicBezTo>
                <a:cubicBezTo>
                  <a:pt x="185741" y="26054"/>
                  <a:pt x="186978" y="23918"/>
                  <a:pt x="188565" y="22224"/>
                </a:cubicBezTo>
                <a:cubicBezTo>
                  <a:pt x="190152" y="20531"/>
                  <a:pt x="192031" y="19274"/>
                  <a:pt x="194201" y="18454"/>
                </a:cubicBezTo>
                <a:cubicBezTo>
                  <a:pt x="196370" y="17634"/>
                  <a:pt x="198751" y="17224"/>
                  <a:pt x="201344" y="17224"/>
                </a:cubicBezTo>
                <a:cubicBezTo>
                  <a:pt x="202402" y="17224"/>
                  <a:pt x="203441" y="17316"/>
                  <a:pt x="204459" y="17502"/>
                </a:cubicBezTo>
                <a:cubicBezTo>
                  <a:pt x="205478" y="17687"/>
                  <a:pt x="206431" y="17938"/>
                  <a:pt x="207317" y="18256"/>
                </a:cubicBezTo>
                <a:cubicBezTo>
                  <a:pt x="208203" y="18573"/>
                  <a:pt x="208997" y="18930"/>
                  <a:pt x="209698" y="19327"/>
                </a:cubicBezTo>
                <a:cubicBezTo>
                  <a:pt x="210399" y="19724"/>
                  <a:pt x="210895" y="20068"/>
                  <a:pt x="211186" y="20359"/>
                </a:cubicBezTo>
                <a:cubicBezTo>
                  <a:pt x="211477" y="20650"/>
                  <a:pt x="211682" y="20895"/>
                  <a:pt x="211801" y="21093"/>
                </a:cubicBezTo>
                <a:cubicBezTo>
                  <a:pt x="211920" y="21292"/>
                  <a:pt x="212013" y="21550"/>
                  <a:pt x="212079" y="21867"/>
                </a:cubicBezTo>
                <a:cubicBezTo>
                  <a:pt x="212145" y="22185"/>
                  <a:pt x="212198" y="22575"/>
                  <a:pt x="212238" y="23038"/>
                </a:cubicBezTo>
                <a:cubicBezTo>
                  <a:pt x="212278" y="23501"/>
                  <a:pt x="212297" y="24063"/>
                  <a:pt x="212297" y="24725"/>
                </a:cubicBezTo>
                <a:cubicBezTo>
                  <a:pt x="212297" y="26259"/>
                  <a:pt x="212165" y="27337"/>
                  <a:pt x="211901" y="27959"/>
                </a:cubicBezTo>
                <a:cubicBezTo>
                  <a:pt x="211636" y="28581"/>
                  <a:pt x="211292" y="28892"/>
                  <a:pt x="210869" y="28892"/>
                </a:cubicBezTo>
                <a:cubicBezTo>
                  <a:pt x="210419" y="28892"/>
                  <a:pt x="209943" y="28706"/>
                  <a:pt x="209440" y="28336"/>
                </a:cubicBezTo>
                <a:cubicBezTo>
                  <a:pt x="208937" y="27966"/>
                  <a:pt x="208342" y="27556"/>
                  <a:pt x="207654" y="27106"/>
                </a:cubicBezTo>
                <a:cubicBezTo>
                  <a:pt x="206966" y="26656"/>
                  <a:pt x="206146" y="26246"/>
                  <a:pt x="205194" y="25876"/>
                </a:cubicBezTo>
                <a:cubicBezTo>
                  <a:pt x="204241" y="25505"/>
                  <a:pt x="203103" y="25320"/>
                  <a:pt x="201781" y="25320"/>
                </a:cubicBezTo>
                <a:cubicBezTo>
                  <a:pt x="199188" y="25320"/>
                  <a:pt x="197203" y="26319"/>
                  <a:pt x="195828" y="28316"/>
                </a:cubicBezTo>
                <a:cubicBezTo>
                  <a:pt x="194452" y="30314"/>
                  <a:pt x="193764" y="33244"/>
                  <a:pt x="193764" y="37107"/>
                </a:cubicBezTo>
                <a:cubicBezTo>
                  <a:pt x="193764" y="39012"/>
                  <a:pt x="193936" y="40692"/>
                  <a:pt x="194280" y="42147"/>
                </a:cubicBezTo>
                <a:cubicBezTo>
                  <a:pt x="194624" y="43602"/>
                  <a:pt x="195133" y="44819"/>
                  <a:pt x="195808" y="45798"/>
                </a:cubicBezTo>
                <a:cubicBezTo>
                  <a:pt x="196482" y="46777"/>
                  <a:pt x="197329" y="47511"/>
                  <a:pt x="198348" y="48001"/>
                </a:cubicBezTo>
                <a:cubicBezTo>
                  <a:pt x="199366" y="48490"/>
                  <a:pt x="200550" y="48735"/>
                  <a:pt x="201900" y="48735"/>
                </a:cubicBezTo>
                <a:cubicBezTo>
                  <a:pt x="203275" y="48735"/>
                  <a:pt x="204459" y="48530"/>
                  <a:pt x="205452" y="48120"/>
                </a:cubicBezTo>
                <a:cubicBezTo>
                  <a:pt x="206444" y="47710"/>
                  <a:pt x="207310" y="47253"/>
                  <a:pt x="208051" y="46751"/>
                </a:cubicBezTo>
                <a:cubicBezTo>
                  <a:pt x="208792" y="46248"/>
                  <a:pt x="209414" y="45791"/>
                  <a:pt x="209916" y="45381"/>
                </a:cubicBezTo>
                <a:cubicBezTo>
                  <a:pt x="210419" y="44971"/>
                  <a:pt x="210842" y="44766"/>
                  <a:pt x="211186" y="44766"/>
                </a:cubicBezTo>
                <a:cubicBezTo>
                  <a:pt x="211424" y="44766"/>
                  <a:pt x="211623" y="44832"/>
                  <a:pt x="211782" y="44965"/>
                </a:cubicBezTo>
                <a:cubicBezTo>
                  <a:pt x="211940" y="45097"/>
                  <a:pt x="212066" y="45342"/>
                  <a:pt x="212159" y="45699"/>
                </a:cubicBezTo>
                <a:cubicBezTo>
                  <a:pt x="212251" y="46056"/>
                  <a:pt x="212324" y="46512"/>
                  <a:pt x="212377" y="47068"/>
                </a:cubicBezTo>
                <a:cubicBezTo>
                  <a:pt x="212430" y="47624"/>
                  <a:pt x="212456" y="48338"/>
                  <a:pt x="212456" y="49211"/>
                </a:cubicBezTo>
                <a:close/>
                <a:moveTo>
                  <a:pt x="249170" y="54964"/>
                </a:moveTo>
                <a:cubicBezTo>
                  <a:pt x="249170" y="55335"/>
                  <a:pt x="249037" y="55626"/>
                  <a:pt x="248773" y="55839"/>
                </a:cubicBezTo>
                <a:cubicBezTo>
                  <a:pt x="248508" y="56050"/>
                  <a:pt x="248092" y="56203"/>
                  <a:pt x="247523" y="56295"/>
                </a:cubicBezTo>
                <a:cubicBezTo>
                  <a:pt x="246954" y="56388"/>
                  <a:pt x="246114" y="56434"/>
                  <a:pt x="245003" y="56434"/>
                </a:cubicBezTo>
                <a:cubicBezTo>
                  <a:pt x="243812" y="56434"/>
                  <a:pt x="242946" y="56388"/>
                  <a:pt x="242403" y="56295"/>
                </a:cubicBezTo>
                <a:cubicBezTo>
                  <a:pt x="241861" y="56203"/>
                  <a:pt x="241477" y="56050"/>
                  <a:pt x="241252" y="55839"/>
                </a:cubicBezTo>
                <a:cubicBezTo>
                  <a:pt x="241027" y="55627"/>
                  <a:pt x="240915" y="55336"/>
                  <a:pt x="240915" y="54966"/>
                </a:cubicBezTo>
                <a:lnTo>
                  <a:pt x="240915" y="52148"/>
                </a:lnTo>
                <a:cubicBezTo>
                  <a:pt x="239460" y="53709"/>
                  <a:pt x="237800" y="54933"/>
                  <a:pt x="235934" y="55819"/>
                </a:cubicBezTo>
                <a:cubicBezTo>
                  <a:pt x="234069" y="56705"/>
                  <a:pt x="231999" y="57148"/>
                  <a:pt x="229723" y="57148"/>
                </a:cubicBezTo>
                <a:cubicBezTo>
                  <a:pt x="227845" y="57148"/>
                  <a:pt x="226119" y="56903"/>
                  <a:pt x="224544" y="56412"/>
                </a:cubicBezTo>
                <a:cubicBezTo>
                  <a:pt x="222970" y="55921"/>
                  <a:pt x="221608" y="55191"/>
                  <a:pt x="220457" y="54222"/>
                </a:cubicBezTo>
                <a:cubicBezTo>
                  <a:pt x="219306" y="53253"/>
                  <a:pt x="218413" y="52052"/>
                  <a:pt x="217778" y="50619"/>
                </a:cubicBezTo>
                <a:cubicBezTo>
                  <a:pt x="217143" y="49185"/>
                  <a:pt x="216825" y="47512"/>
                  <a:pt x="216825" y="45601"/>
                </a:cubicBezTo>
                <a:cubicBezTo>
                  <a:pt x="216825" y="43530"/>
                  <a:pt x="217229" y="41731"/>
                  <a:pt x="218036" y="40205"/>
                </a:cubicBezTo>
                <a:cubicBezTo>
                  <a:pt x="218843" y="38679"/>
                  <a:pt x="220047" y="37418"/>
                  <a:pt x="221647" y="36422"/>
                </a:cubicBezTo>
                <a:cubicBezTo>
                  <a:pt x="223248" y="35427"/>
                  <a:pt x="225239" y="34690"/>
                  <a:pt x="227620" y="34212"/>
                </a:cubicBezTo>
                <a:cubicBezTo>
                  <a:pt x="230001" y="33734"/>
                  <a:pt x="232766" y="33495"/>
                  <a:pt x="235915" y="33495"/>
                </a:cubicBezTo>
                <a:lnTo>
                  <a:pt x="239367" y="33495"/>
                </a:lnTo>
                <a:lnTo>
                  <a:pt x="239367" y="31362"/>
                </a:lnTo>
                <a:cubicBezTo>
                  <a:pt x="239367" y="30256"/>
                  <a:pt x="239255" y="29288"/>
                  <a:pt x="239030" y="28459"/>
                </a:cubicBezTo>
                <a:cubicBezTo>
                  <a:pt x="238805" y="27629"/>
                  <a:pt x="238435" y="26937"/>
                  <a:pt x="237919" y="26384"/>
                </a:cubicBezTo>
                <a:cubicBezTo>
                  <a:pt x="237403" y="25831"/>
                  <a:pt x="236715" y="25423"/>
                  <a:pt x="235855" y="25160"/>
                </a:cubicBezTo>
                <a:cubicBezTo>
                  <a:pt x="234995" y="24896"/>
                  <a:pt x="233930" y="24764"/>
                  <a:pt x="232660" y="24764"/>
                </a:cubicBezTo>
                <a:cubicBezTo>
                  <a:pt x="230993" y="24764"/>
                  <a:pt x="229505" y="24950"/>
                  <a:pt x="228196" y="25320"/>
                </a:cubicBezTo>
                <a:cubicBezTo>
                  <a:pt x="226886" y="25690"/>
                  <a:pt x="225728" y="26100"/>
                  <a:pt x="224723" y="26550"/>
                </a:cubicBezTo>
                <a:cubicBezTo>
                  <a:pt x="223718" y="27000"/>
                  <a:pt x="222878" y="27410"/>
                  <a:pt x="222203" y="27780"/>
                </a:cubicBezTo>
                <a:cubicBezTo>
                  <a:pt x="221528" y="28151"/>
                  <a:pt x="220979" y="28336"/>
                  <a:pt x="220556" y="28336"/>
                </a:cubicBezTo>
                <a:cubicBezTo>
                  <a:pt x="220265" y="28336"/>
                  <a:pt x="220007" y="28243"/>
                  <a:pt x="219782" y="28057"/>
                </a:cubicBezTo>
                <a:cubicBezTo>
                  <a:pt x="219557" y="27871"/>
                  <a:pt x="219372" y="27605"/>
                  <a:pt x="219226" y="27260"/>
                </a:cubicBezTo>
                <a:cubicBezTo>
                  <a:pt x="219081" y="26914"/>
                  <a:pt x="218968" y="26489"/>
                  <a:pt x="218889" y="25983"/>
                </a:cubicBezTo>
                <a:cubicBezTo>
                  <a:pt x="218810" y="25477"/>
                  <a:pt x="218770" y="24919"/>
                  <a:pt x="218770" y="24308"/>
                </a:cubicBezTo>
                <a:cubicBezTo>
                  <a:pt x="218770" y="23484"/>
                  <a:pt x="218836" y="22832"/>
                  <a:pt x="218968" y="22353"/>
                </a:cubicBezTo>
                <a:cubicBezTo>
                  <a:pt x="219101" y="21875"/>
                  <a:pt x="219352" y="21443"/>
                  <a:pt x="219722" y="21057"/>
                </a:cubicBezTo>
                <a:cubicBezTo>
                  <a:pt x="220093" y="20671"/>
                  <a:pt x="220741" y="20247"/>
                  <a:pt x="221667" y="19784"/>
                </a:cubicBezTo>
                <a:cubicBezTo>
                  <a:pt x="222593" y="19321"/>
                  <a:pt x="223678" y="18891"/>
                  <a:pt x="224921" y="18494"/>
                </a:cubicBezTo>
                <a:cubicBezTo>
                  <a:pt x="226165" y="18097"/>
                  <a:pt x="227521" y="17773"/>
                  <a:pt x="228989" y="17522"/>
                </a:cubicBezTo>
                <a:cubicBezTo>
                  <a:pt x="230458" y="17270"/>
                  <a:pt x="231972" y="17145"/>
                  <a:pt x="233533" y="17145"/>
                </a:cubicBezTo>
                <a:cubicBezTo>
                  <a:pt x="236311" y="17145"/>
                  <a:pt x="238686" y="17416"/>
                  <a:pt x="240657" y="17959"/>
                </a:cubicBezTo>
                <a:cubicBezTo>
                  <a:pt x="242628" y="18502"/>
                  <a:pt x="244249" y="19336"/>
                  <a:pt x="245519" y="20462"/>
                </a:cubicBezTo>
                <a:cubicBezTo>
                  <a:pt x="246789" y="21587"/>
                  <a:pt x="247715" y="23037"/>
                  <a:pt x="248297" y="24811"/>
                </a:cubicBezTo>
                <a:cubicBezTo>
                  <a:pt x="248879" y="26586"/>
                  <a:pt x="249170" y="28691"/>
                  <a:pt x="249170" y="31128"/>
                </a:cubicBezTo>
                <a:lnTo>
                  <a:pt x="249170" y="54964"/>
                </a:lnTo>
                <a:moveTo>
                  <a:pt x="239367" y="39766"/>
                </a:moveTo>
                <a:lnTo>
                  <a:pt x="235557" y="39766"/>
                </a:lnTo>
                <a:cubicBezTo>
                  <a:pt x="233943" y="39766"/>
                  <a:pt x="232568" y="39886"/>
                  <a:pt x="231430" y="40125"/>
                </a:cubicBezTo>
                <a:cubicBezTo>
                  <a:pt x="230292" y="40365"/>
                  <a:pt x="229366" y="40725"/>
                  <a:pt x="228652" y="41206"/>
                </a:cubicBezTo>
                <a:cubicBezTo>
                  <a:pt x="227938" y="41685"/>
                  <a:pt x="227415" y="42265"/>
                  <a:pt x="227084" y="42946"/>
                </a:cubicBezTo>
                <a:cubicBezTo>
                  <a:pt x="226754" y="43625"/>
                  <a:pt x="226588" y="44405"/>
                  <a:pt x="226588" y="45285"/>
                </a:cubicBezTo>
                <a:cubicBezTo>
                  <a:pt x="226588" y="46778"/>
                  <a:pt x="227058" y="47951"/>
                  <a:pt x="227997" y="48804"/>
                </a:cubicBezTo>
                <a:cubicBezTo>
                  <a:pt x="228936" y="49658"/>
                  <a:pt x="230239" y="50084"/>
                  <a:pt x="231906" y="50084"/>
                </a:cubicBezTo>
                <a:cubicBezTo>
                  <a:pt x="233308" y="50084"/>
                  <a:pt x="234598" y="49725"/>
                  <a:pt x="235776" y="49005"/>
                </a:cubicBezTo>
                <a:cubicBezTo>
                  <a:pt x="236953" y="48285"/>
                  <a:pt x="238150" y="47232"/>
                  <a:pt x="239367" y="45845"/>
                </a:cubicBezTo>
                <a:lnTo>
                  <a:pt x="239367" y="39766"/>
                </a:lnTo>
                <a:close/>
                <a:moveTo>
                  <a:pt x="292880" y="54847"/>
                </a:moveTo>
                <a:cubicBezTo>
                  <a:pt x="292880" y="55111"/>
                  <a:pt x="292814" y="55343"/>
                  <a:pt x="292682" y="55541"/>
                </a:cubicBezTo>
                <a:cubicBezTo>
                  <a:pt x="292550" y="55740"/>
                  <a:pt x="292318" y="55905"/>
                  <a:pt x="291987" y="56037"/>
                </a:cubicBezTo>
                <a:cubicBezTo>
                  <a:pt x="291657" y="56169"/>
                  <a:pt x="291220" y="56269"/>
                  <a:pt x="290678" y="56335"/>
                </a:cubicBezTo>
                <a:cubicBezTo>
                  <a:pt x="290135" y="56401"/>
                  <a:pt x="289454" y="56434"/>
                  <a:pt x="288634" y="56434"/>
                </a:cubicBezTo>
                <a:cubicBezTo>
                  <a:pt x="287761" y="56434"/>
                  <a:pt x="287053" y="56401"/>
                  <a:pt x="286511" y="56335"/>
                </a:cubicBezTo>
                <a:cubicBezTo>
                  <a:pt x="285968" y="56269"/>
                  <a:pt x="285538" y="56169"/>
                  <a:pt x="285221" y="56037"/>
                </a:cubicBezTo>
                <a:cubicBezTo>
                  <a:pt x="284903" y="55905"/>
                  <a:pt x="284679" y="55740"/>
                  <a:pt x="284546" y="55541"/>
                </a:cubicBezTo>
                <a:cubicBezTo>
                  <a:pt x="284414" y="55343"/>
                  <a:pt x="284348" y="55111"/>
                  <a:pt x="284348" y="54847"/>
                </a:cubicBezTo>
                <a:lnTo>
                  <a:pt x="284348" y="50759"/>
                </a:lnTo>
                <a:cubicBezTo>
                  <a:pt x="282390" y="52889"/>
                  <a:pt x="280399" y="54486"/>
                  <a:pt x="278375" y="55551"/>
                </a:cubicBezTo>
                <a:cubicBezTo>
                  <a:pt x="276351" y="56616"/>
                  <a:pt x="274254" y="57148"/>
                  <a:pt x="272085" y="57148"/>
                </a:cubicBezTo>
                <a:cubicBezTo>
                  <a:pt x="269651" y="57148"/>
                  <a:pt x="267607" y="56751"/>
                  <a:pt x="265953" y="55957"/>
                </a:cubicBezTo>
                <a:cubicBezTo>
                  <a:pt x="264300" y="55162"/>
                  <a:pt x="262963" y="54076"/>
                  <a:pt x="261945" y="52700"/>
                </a:cubicBezTo>
                <a:cubicBezTo>
                  <a:pt x="260926" y="51322"/>
                  <a:pt x="260199" y="49727"/>
                  <a:pt x="259762" y="47913"/>
                </a:cubicBezTo>
                <a:cubicBezTo>
                  <a:pt x="259326" y="46098"/>
                  <a:pt x="259107" y="43840"/>
                  <a:pt x="259107" y="41139"/>
                </a:cubicBezTo>
                <a:lnTo>
                  <a:pt x="259107" y="19448"/>
                </a:lnTo>
                <a:cubicBezTo>
                  <a:pt x="259107" y="19183"/>
                  <a:pt x="259180" y="18951"/>
                  <a:pt x="259326" y="18753"/>
                </a:cubicBezTo>
                <a:cubicBezTo>
                  <a:pt x="259471" y="18554"/>
                  <a:pt x="259736" y="18388"/>
                  <a:pt x="260119" y="18256"/>
                </a:cubicBezTo>
                <a:cubicBezTo>
                  <a:pt x="260503" y="18123"/>
                  <a:pt x="261019" y="18024"/>
                  <a:pt x="261667" y="17958"/>
                </a:cubicBezTo>
                <a:cubicBezTo>
                  <a:pt x="262315" y="17892"/>
                  <a:pt x="263116" y="17859"/>
                  <a:pt x="264068" y="17859"/>
                </a:cubicBezTo>
                <a:cubicBezTo>
                  <a:pt x="265047" y="17859"/>
                  <a:pt x="265854" y="17892"/>
                  <a:pt x="266489" y="17958"/>
                </a:cubicBezTo>
                <a:cubicBezTo>
                  <a:pt x="267124" y="18024"/>
                  <a:pt x="267633" y="18123"/>
                  <a:pt x="268017" y="18256"/>
                </a:cubicBezTo>
                <a:cubicBezTo>
                  <a:pt x="268401" y="18388"/>
                  <a:pt x="268672" y="18553"/>
                  <a:pt x="268830" y="18752"/>
                </a:cubicBezTo>
                <a:cubicBezTo>
                  <a:pt x="268989" y="18950"/>
                  <a:pt x="269069" y="19182"/>
                  <a:pt x="269069" y="19446"/>
                </a:cubicBezTo>
                <a:lnTo>
                  <a:pt x="269069" y="39448"/>
                </a:lnTo>
                <a:cubicBezTo>
                  <a:pt x="269069" y="41300"/>
                  <a:pt x="269188" y="42716"/>
                  <a:pt x="269426" y="43695"/>
                </a:cubicBezTo>
                <a:cubicBezTo>
                  <a:pt x="269664" y="44674"/>
                  <a:pt x="270028" y="45514"/>
                  <a:pt x="270517" y="46215"/>
                </a:cubicBezTo>
                <a:cubicBezTo>
                  <a:pt x="271007" y="46916"/>
                  <a:pt x="271628" y="47458"/>
                  <a:pt x="272382" y="47842"/>
                </a:cubicBezTo>
                <a:cubicBezTo>
                  <a:pt x="273136" y="48226"/>
                  <a:pt x="274016" y="48417"/>
                  <a:pt x="275022" y="48417"/>
                </a:cubicBezTo>
                <a:cubicBezTo>
                  <a:pt x="276291" y="48417"/>
                  <a:pt x="277568" y="47954"/>
                  <a:pt x="278851" y="47028"/>
                </a:cubicBezTo>
                <a:cubicBezTo>
                  <a:pt x="280134" y="46102"/>
                  <a:pt x="281504" y="44753"/>
                  <a:pt x="282959" y="42980"/>
                </a:cubicBezTo>
                <a:lnTo>
                  <a:pt x="282959" y="19446"/>
                </a:lnTo>
                <a:cubicBezTo>
                  <a:pt x="282959" y="19182"/>
                  <a:pt x="283032" y="18950"/>
                  <a:pt x="283177" y="18752"/>
                </a:cubicBezTo>
                <a:cubicBezTo>
                  <a:pt x="283323" y="18553"/>
                  <a:pt x="283587" y="18388"/>
                  <a:pt x="283971" y="18256"/>
                </a:cubicBezTo>
                <a:cubicBezTo>
                  <a:pt x="284354" y="18123"/>
                  <a:pt x="284864" y="18024"/>
                  <a:pt x="285499" y="17958"/>
                </a:cubicBezTo>
                <a:cubicBezTo>
                  <a:pt x="286134" y="17892"/>
                  <a:pt x="286941" y="17859"/>
                  <a:pt x="287920" y="17859"/>
                </a:cubicBezTo>
                <a:cubicBezTo>
                  <a:pt x="288899" y="17859"/>
                  <a:pt x="289705" y="17892"/>
                  <a:pt x="290340" y="17958"/>
                </a:cubicBezTo>
                <a:cubicBezTo>
                  <a:pt x="290975" y="18024"/>
                  <a:pt x="291478" y="18123"/>
                  <a:pt x="291849" y="18256"/>
                </a:cubicBezTo>
                <a:cubicBezTo>
                  <a:pt x="292219" y="18388"/>
                  <a:pt x="292484" y="18553"/>
                  <a:pt x="292642" y="18752"/>
                </a:cubicBezTo>
                <a:cubicBezTo>
                  <a:pt x="292801" y="18950"/>
                  <a:pt x="292880" y="19182"/>
                  <a:pt x="292880" y="19446"/>
                </a:cubicBezTo>
                <a:lnTo>
                  <a:pt x="292880" y="54847"/>
                </a:lnTo>
                <a:close/>
                <a:moveTo>
                  <a:pt x="327956" y="44860"/>
                </a:moveTo>
                <a:cubicBezTo>
                  <a:pt x="327956" y="46875"/>
                  <a:pt x="327579" y="48652"/>
                  <a:pt x="326825" y="50190"/>
                </a:cubicBezTo>
                <a:cubicBezTo>
                  <a:pt x="326071" y="51727"/>
                  <a:pt x="325006" y="53012"/>
                  <a:pt x="323630" y="54047"/>
                </a:cubicBezTo>
                <a:cubicBezTo>
                  <a:pt x="322255" y="55080"/>
                  <a:pt x="320627" y="55855"/>
                  <a:pt x="318749" y="56372"/>
                </a:cubicBezTo>
                <a:cubicBezTo>
                  <a:pt x="316870" y="56890"/>
                  <a:pt x="314833" y="57148"/>
                  <a:pt x="312637" y="57148"/>
                </a:cubicBezTo>
                <a:cubicBezTo>
                  <a:pt x="311314" y="57148"/>
                  <a:pt x="310051" y="57048"/>
                  <a:pt x="308847" y="56847"/>
                </a:cubicBezTo>
                <a:cubicBezTo>
                  <a:pt x="307643" y="56646"/>
                  <a:pt x="306565" y="56392"/>
                  <a:pt x="305613" y="56084"/>
                </a:cubicBezTo>
                <a:cubicBezTo>
                  <a:pt x="304660" y="55776"/>
                  <a:pt x="303867" y="55461"/>
                  <a:pt x="303232" y="55140"/>
                </a:cubicBezTo>
                <a:cubicBezTo>
                  <a:pt x="302597" y="54819"/>
                  <a:pt x="302134" y="54518"/>
                  <a:pt x="301843" y="54236"/>
                </a:cubicBezTo>
                <a:cubicBezTo>
                  <a:pt x="301552" y="53955"/>
                  <a:pt x="301327" y="53515"/>
                  <a:pt x="301168" y="52917"/>
                </a:cubicBezTo>
                <a:cubicBezTo>
                  <a:pt x="301009" y="52318"/>
                  <a:pt x="300930" y="51434"/>
                  <a:pt x="300930" y="50263"/>
                </a:cubicBezTo>
                <a:cubicBezTo>
                  <a:pt x="300930" y="49491"/>
                  <a:pt x="300956" y="48873"/>
                  <a:pt x="301009" y="48407"/>
                </a:cubicBezTo>
                <a:cubicBezTo>
                  <a:pt x="301062" y="47942"/>
                  <a:pt x="301141" y="47569"/>
                  <a:pt x="301247" y="47290"/>
                </a:cubicBezTo>
                <a:cubicBezTo>
                  <a:pt x="301353" y="47011"/>
                  <a:pt x="301485" y="46825"/>
                  <a:pt x="301644" y="46732"/>
                </a:cubicBezTo>
                <a:cubicBezTo>
                  <a:pt x="301803" y="46639"/>
                  <a:pt x="302001" y="46592"/>
                  <a:pt x="302239" y="46592"/>
                </a:cubicBezTo>
                <a:cubicBezTo>
                  <a:pt x="302530" y="46592"/>
                  <a:pt x="302960" y="46759"/>
                  <a:pt x="303529" y="47094"/>
                </a:cubicBezTo>
                <a:cubicBezTo>
                  <a:pt x="304098" y="47429"/>
                  <a:pt x="304806" y="47797"/>
                  <a:pt x="305652" y="48199"/>
                </a:cubicBezTo>
                <a:cubicBezTo>
                  <a:pt x="306499" y="48601"/>
                  <a:pt x="307485" y="48976"/>
                  <a:pt x="308609" y="49324"/>
                </a:cubicBezTo>
                <a:cubicBezTo>
                  <a:pt x="309734" y="49672"/>
                  <a:pt x="311010" y="49846"/>
                  <a:pt x="312439" y="49846"/>
                </a:cubicBezTo>
                <a:cubicBezTo>
                  <a:pt x="313338" y="49846"/>
                  <a:pt x="314139" y="49754"/>
                  <a:pt x="314840" y="49570"/>
                </a:cubicBezTo>
                <a:cubicBezTo>
                  <a:pt x="315541" y="49385"/>
                  <a:pt x="316150" y="49122"/>
                  <a:pt x="316665" y="48780"/>
                </a:cubicBezTo>
                <a:cubicBezTo>
                  <a:pt x="317181" y="48436"/>
                  <a:pt x="317572" y="48001"/>
                  <a:pt x="317836" y="47475"/>
                </a:cubicBezTo>
                <a:cubicBezTo>
                  <a:pt x="318101" y="46948"/>
                  <a:pt x="318233" y="46342"/>
                  <a:pt x="318233" y="45657"/>
                </a:cubicBezTo>
                <a:cubicBezTo>
                  <a:pt x="318233" y="44861"/>
                  <a:pt x="317988" y="44179"/>
                  <a:pt x="317499" y="43609"/>
                </a:cubicBezTo>
                <a:cubicBezTo>
                  <a:pt x="317009" y="43039"/>
                  <a:pt x="316361" y="42541"/>
                  <a:pt x="315554" y="42117"/>
                </a:cubicBezTo>
                <a:cubicBezTo>
                  <a:pt x="314747" y="41693"/>
                  <a:pt x="313834" y="41295"/>
                  <a:pt x="312816" y="40924"/>
                </a:cubicBezTo>
                <a:cubicBezTo>
                  <a:pt x="311797" y="40553"/>
                  <a:pt x="310752" y="40142"/>
                  <a:pt x="309681" y="39691"/>
                </a:cubicBezTo>
                <a:cubicBezTo>
                  <a:pt x="308609" y="39241"/>
                  <a:pt x="307564" y="38724"/>
                  <a:pt x="306545" y="38141"/>
                </a:cubicBezTo>
                <a:cubicBezTo>
                  <a:pt x="305527" y="37557"/>
                  <a:pt x="304614" y="36841"/>
                  <a:pt x="303807" y="35993"/>
                </a:cubicBezTo>
                <a:cubicBezTo>
                  <a:pt x="303000" y="35145"/>
                  <a:pt x="302352" y="34124"/>
                  <a:pt x="301862" y="32932"/>
                </a:cubicBezTo>
                <a:cubicBezTo>
                  <a:pt x="301373" y="31739"/>
                  <a:pt x="301128" y="30308"/>
                  <a:pt x="301128" y="28637"/>
                </a:cubicBezTo>
                <a:cubicBezTo>
                  <a:pt x="301128" y="26940"/>
                  <a:pt x="301459" y="25382"/>
                  <a:pt x="302120" y="23964"/>
                </a:cubicBezTo>
                <a:cubicBezTo>
                  <a:pt x="302782" y="22546"/>
                  <a:pt x="303734" y="21334"/>
                  <a:pt x="304978" y="20327"/>
                </a:cubicBezTo>
                <a:cubicBezTo>
                  <a:pt x="306221" y="19319"/>
                  <a:pt x="307736" y="18537"/>
                  <a:pt x="309522" y="17980"/>
                </a:cubicBezTo>
                <a:cubicBezTo>
                  <a:pt x="311308" y="17423"/>
                  <a:pt x="313312" y="17145"/>
                  <a:pt x="315534" y="17145"/>
                </a:cubicBezTo>
                <a:cubicBezTo>
                  <a:pt x="316646" y="17145"/>
                  <a:pt x="317724" y="17224"/>
                  <a:pt x="318769" y="17383"/>
                </a:cubicBezTo>
                <a:cubicBezTo>
                  <a:pt x="319814" y="17541"/>
                  <a:pt x="320760" y="17740"/>
                  <a:pt x="321606" y="17978"/>
                </a:cubicBezTo>
                <a:cubicBezTo>
                  <a:pt x="322453" y="18216"/>
                  <a:pt x="323167" y="18474"/>
                  <a:pt x="323749" y="18752"/>
                </a:cubicBezTo>
                <a:cubicBezTo>
                  <a:pt x="324332" y="19030"/>
                  <a:pt x="324748" y="19268"/>
                  <a:pt x="325000" y="19466"/>
                </a:cubicBezTo>
                <a:cubicBezTo>
                  <a:pt x="325251" y="19665"/>
                  <a:pt x="325430" y="19863"/>
                  <a:pt x="325535" y="20061"/>
                </a:cubicBezTo>
                <a:cubicBezTo>
                  <a:pt x="325641" y="20260"/>
                  <a:pt x="325721" y="20498"/>
                  <a:pt x="325773" y="20776"/>
                </a:cubicBezTo>
                <a:cubicBezTo>
                  <a:pt x="325826" y="21054"/>
                  <a:pt x="325873" y="21398"/>
                  <a:pt x="325912" y="21808"/>
                </a:cubicBezTo>
                <a:cubicBezTo>
                  <a:pt x="325952" y="22218"/>
                  <a:pt x="325972" y="22727"/>
                  <a:pt x="325972" y="23336"/>
                </a:cubicBezTo>
                <a:cubicBezTo>
                  <a:pt x="325972" y="24050"/>
                  <a:pt x="325952" y="24632"/>
                  <a:pt x="325912" y="25082"/>
                </a:cubicBezTo>
                <a:cubicBezTo>
                  <a:pt x="325873" y="25532"/>
                  <a:pt x="325807" y="25889"/>
                  <a:pt x="325714" y="26153"/>
                </a:cubicBezTo>
                <a:cubicBezTo>
                  <a:pt x="325621" y="26418"/>
                  <a:pt x="325496" y="26596"/>
                  <a:pt x="325337" y="26689"/>
                </a:cubicBezTo>
                <a:cubicBezTo>
                  <a:pt x="325178" y="26782"/>
                  <a:pt x="324993" y="26828"/>
                  <a:pt x="324781" y="26828"/>
                </a:cubicBezTo>
                <a:cubicBezTo>
                  <a:pt x="324543" y="26828"/>
                  <a:pt x="324173" y="26689"/>
                  <a:pt x="323670" y="26411"/>
                </a:cubicBezTo>
                <a:cubicBezTo>
                  <a:pt x="323167" y="26133"/>
                  <a:pt x="322539" y="25836"/>
                  <a:pt x="321785" y="25518"/>
                </a:cubicBezTo>
                <a:cubicBezTo>
                  <a:pt x="321031" y="25201"/>
                  <a:pt x="320158" y="24903"/>
                  <a:pt x="319166" y="24625"/>
                </a:cubicBezTo>
                <a:cubicBezTo>
                  <a:pt x="318174" y="24348"/>
                  <a:pt x="317042" y="24209"/>
                  <a:pt x="315773" y="24209"/>
                </a:cubicBezTo>
                <a:cubicBezTo>
                  <a:pt x="314873" y="24209"/>
                  <a:pt x="314092" y="24302"/>
                  <a:pt x="313431" y="24489"/>
                </a:cubicBezTo>
                <a:cubicBezTo>
                  <a:pt x="312770" y="24675"/>
                  <a:pt x="312227" y="24941"/>
                  <a:pt x="311804" y="25286"/>
                </a:cubicBezTo>
                <a:cubicBezTo>
                  <a:pt x="311381" y="25632"/>
                  <a:pt x="311063" y="26038"/>
                  <a:pt x="310851" y="26503"/>
                </a:cubicBezTo>
                <a:cubicBezTo>
                  <a:pt x="310640" y="26969"/>
                  <a:pt x="310534" y="27468"/>
                  <a:pt x="310534" y="28000"/>
                </a:cubicBezTo>
                <a:cubicBezTo>
                  <a:pt x="310534" y="28822"/>
                  <a:pt x="310785" y="29511"/>
                  <a:pt x="311288" y="30069"/>
                </a:cubicBezTo>
                <a:cubicBezTo>
                  <a:pt x="311791" y="30625"/>
                  <a:pt x="312452" y="31115"/>
                  <a:pt x="313272" y="31540"/>
                </a:cubicBezTo>
                <a:cubicBezTo>
                  <a:pt x="314092" y="31964"/>
                  <a:pt x="315025" y="32361"/>
                  <a:pt x="316070" y="32733"/>
                </a:cubicBezTo>
                <a:cubicBezTo>
                  <a:pt x="317115" y="33104"/>
                  <a:pt x="318174" y="33508"/>
                  <a:pt x="319245" y="33945"/>
                </a:cubicBezTo>
                <a:cubicBezTo>
                  <a:pt x="320317" y="34383"/>
                  <a:pt x="321375" y="34893"/>
                  <a:pt x="322420" y="35476"/>
                </a:cubicBezTo>
                <a:cubicBezTo>
                  <a:pt x="323465" y="36059"/>
                  <a:pt x="324398" y="36775"/>
                  <a:pt x="325218" y="37624"/>
                </a:cubicBezTo>
                <a:cubicBezTo>
                  <a:pt x="326038" y="38472"/>
                  <a:pt x="326699" y="39486"/>
                  <a:pt x="327202" y="40666"/>
                </a:cubicBezTo>
                <a:cubicBezTo>
                  <a:pt x="327705" y="41845"/>
                  <a:pt x="327956" y="43243"/>
                  <a:pt x="327956" y="44860"/>
                </a:cubicBezTo>
                <a:close/>
                <a:moveTo>
                  <a:pt x="368384" y="36108"/>
                </a:moveTo>
                <a:cubicBezTo>
                  <a:pt x="368384" y="37328"/>
                  <a:pt x="368113" y="38229"/>
                  <a:pt x="367570" y="38812"/>
                </a:cubicBezTo>
                <a:cubicBezTo>
                  <a:pt x="367028" y="39395"/>
                  <a:pt x="366281" y="39686"/>
                  <a:pt x="365328" y="39686"/>
                </a:cubicBezTo>
                <a:lnTo>
                  <a:pt x="343778" y="39686"/>
                </a:lnTo>
                <a:cubicBezTo>
                  <a:pt x="343778" y="41200"/>
                  <a:pt x="343957" y="42575"/>
                  <a:pt x="344314" y="43810"/>
                </a:cubicBezTo>
                <a:cubicBezTo>
                  <a:pt x="344671" y="45045"/>
                  <a:pt x="345240" y="46095"/>
                  <a:pt x="346021" y="46959"/>
                </a:cubicBezTo>
                <a:cubicBezTo>
                  <a:pt x="346801" y="47822"/>
                  <a:pt x="347807" y="48479"/>
                  <a:pt x="349037" y="48931"/>
                </a:cubicBezTo>
                <a:cubicBezTo>
                  <a:pt x="350267" y="49382"/>
                  <a:pt x="351742" y="49608"/>
                  <a:pt x="353462" y="49608"/>
                </a:cubicBezTo>
                <a:cubicBezTo>
                  <a:pt x="355208" y="49608"/>
                  <a:pt x="356743" y="49480"/>
                  <a:pt x="358066" y="49225"/>
                </a:cubicBezTo>
                <a:cubicBezTo>
                  <a:pt x="359388" y="48969"/>
                  <a:pt x="360533" y="48687"/>
                  <a:pt x="361498" y="48378"/>
                </a:cubicBezTo>
                <a:cubicBezTo>
                  <a:pt x="362464" y="48068"/>
                  <a:pt x="363264" y="47786"/>
                  <a:pt x="363899" y="47531"/>
                </a:cubicBezTo>
                <a:cubicBezTo>
                  <a:pt x="364534" y="47275"/>
                  <a:pt x="365050" y="47147"/>
                  <a:pt x="365447" y="47147"/>
                </a:cubicBezTo>
                <a:cubicBezTo>
                  <a:pt x="365685" y="47147"/>
                  <a:pt x="365884" y="47194"/>
                  <a:pt x="366042" y="47288"/>
                </a:cubicBezTo>
                <a:cubicBezTo>
                  <a:pt x="366201" y="47380"/>
                  <a:pt x="366334" y="47546"/>
                  <a:pt x="366439" y="47786"/>
                </a:cubicBezTo>
                <a:cubicBezTo>
                  <a:pt x="366545" y="48025"/>
                  <a:pt x="366618" y="48364"/>
                  <a:pt x="366658" y="48803"/>
                </a:cubicBezTo>
                <a:cubicBezTo>
                  <a:pt x="366697" y="49242"/>
                  <a:pt x="366717" y="49794"/>
                  <a:pt x="366717" y="50459"/>
                </a:cubicBezTo>
                <a:cubicBezTo>
                  <a:pt x="366717" y="51044"/>
                  <a:pt x="366704" y="51543"/>
                  <a:pt x="366677" y="51956"/>
                </a:cubicBezTo>
                <a:cubicBezTo>
                  <a:pt x="366651" y="52367"/>
                  <a:pt x="366611" y="52720"/>
                  <a:pt x="366558" y="53012"/>
                </a:cubicBezTo>
                <a:cubicBezTo>
                  <a:pt x="366505" y="53305"/>
                  <a:pt x="366426" y="53551"/>
                  <a:pt x="366320" y="53751"/>
                </a:cubicBezTo>
                <a:cubicBezTo>
                  <a:pt x="366214" y="53951"/>
                  <a:pt x="366076" y="54143"/>
                  <a:pt x="365904" y="54329"/>
                </a:cubicBezTo>
                <a:cubicBezTo>
                  <a:pt x="365732" y="54515"/>
                  <a:pt x="365262" y="54767"/>
                  <a:pt x="364495" y="55085"/>
                </a:cubicBezTo>
                <a:cubicBezTo>
                  <a:pt x="363727" y="55402"/>
                  <a:pt x="362749" y="55713"/>
                  <a:pt x="361558" y="56017"/>
                </a:cubicBezTo>
                <a:cubicBezTo>
                  <a:pt x="360367" y="56322"/>
                  <a:pt x="359005" y="56586"/>
                  <a:pt x="357470" y="56811"/>
                </a:cubicBezTo>
                <a:cubicBezTo>
                  <a:pt x="355936" y="57036"/>
                  <a:pt x="354295" y="57148"/>
                  <a:pt x="352549" y="57148"/>
                </a:cubicBezTo>
                <a:cubicBezTo>
                  <a:pt x="349401" y="57148"/>
                  <a:pt x="346642" y="56751"/>
                  <a:pt x="344275" y="55955"/>
                </a:cubicBezTo>
                <a:cubicBezTo>
                  <a:pt x="341907" y="55160"/>
                  <a:pt x="339929" y="53954"/>
                  <a:pt x="338341" y="52336"/>
                </a:cubicBezTo>
                <a:cubicBezTo>
                  <a:pt x="336754" y="50719"/>
                  <a:pt x="335570" y="48678"/>
                  <a:pt x="334789" y="46214"/>
                </a:cubicBezTo>
                <a:cubicBezTo>
                  <a:pt x="334009" y="43748"/>
                  <a:pt x="333619" y="40858"/>
                  <a:pt x="333619" y="37545"/>
                </a:cubicBezTo>
                <a:cubicBezTo>
                  <a:pt x="333619" y="34389"/>
                  <a:pt x="334029" y="31546"/>
                  <a:pt x="334849" y="29014"/>
                </a:cubicBezTo>
                <a:cubicBezTo>
                  <a:pt x="335669" y="26483"/>
                  <a:pt x="336860" y="24336"/>
                  <a:pt x="338421" y="22573"/>
                </a:cubicBezTo>
                <a:cubicBezTo>
                  <a:pt x="339982" y="20809"/>
                  <a:pt x="341880" y="19464"/>
                  <a:pt x="344116" y="18536"/>
                </a:cubicBezTo>
                <a:cubicBezTo>
                  <a:pt x="346351" y="17608"/>
                  <a:pt x="348872" y="17145"/>
                  <a:pt x="351676" y="17145"/>
                </a:cubicBezTo>
                <a:cubicBezTo>
                  <a:pt x="354639" y="17145"/>
                  <a:pt x="357173" y="17582"/>
                  <a:pt x="359276" y="18457"/>
                </a:cubicBezTo>
                <a:cubicBezTo>
                  <a:pt x="361379" y="19331"/>
                  <a:pt x="363106" y="20544"/>
                  <a:pt x="364455" y="22094"/>
                </a:cubicBezTo>
                <a:cubicBezTo>
                  <a:pt x="365804" y="23644"/>
                  <a:pt x="366797" y="25480"/>
                  <a:pt x="367432" y="27601"/>
                </a:cubicBezTo>
                <a:cubicBezTo>
                  <a:pt x="368066" y="29721"/>
                  <a:pt x="368384" y="32026"/>
                  <a:pt x="368384" y="34518"/>
                </a:cubicBezTo>
                <a:lnTo>
                  <a:pt x="368384" y="36108"/>
                </a:lnTo>
                <a:moveTo>
                  <a:pt x="358701" y="33257"/>
                </a:moveTo>
                <a:cubicBezTo>
                  <a:pt x="358780" y="30440"/>
                  <a:pt x="358218" y="28228"/>
                  <a:pt x="357014" y="26621"/>
                </a:cubicBezTo>
                <a:cubicBezTo>
                  <a:pt x="355810" y="25013"/>
                  <a:pt x="353951" y="24209"/>
                  <a:pt x="351438" y="24209"/>
                </a:cubicBezTo>
                <a:cubicBezTo>
                  <a:pt x="350168" y="24209"/>
                  <a:pt x="349063" y="24448"/>
                  <a:pt x="348124" y="24927"/>
                </a:cubicBezTo>
                <a:cubicBezTo>
                  <a:pt x="347185" y="25405"/>
                  <a:pt x="346404" y="26049"/>
                  <a:pt x="345783" y="26860"/>
                </a:cubicBezTo>
                <a:cubicBezTo>
                  <a:pt x="345161" y="27671"/>
                  <a:pt x="344685" y="28627"/>
                  <a:pt x="344354" y="29730"/>
                </a:cubicBezTo>
                <a:cubicBezTo>
                  <a:pt x="344023" y="30832"/>
                  <a:pt x="343831" y="32008"/>
                  <a:pt x="343778" y="33257"/>
                </a:cubicBezTo>
                <a:lnTo>
                  <a:pt x="358701" y="33257"/>
                </a:lnTo>
                <a:close/>
                <a:moveTo>
                  <a:pt x="391886" y="66274"/>
                </a:moveTo>
                <a:cubicBezTo>
                  <a:pt x="391886" y="66857"/>
                  <a:pt x="391800" y="67360"/>
                  <a:pt x="391628" y="67783"/>
                </a:cubicBezTo>
                <a:cubicBezTo>
                  <a:pt x="391456" y="68206"/>
                  <a:pt x="391238" y="68550"/>
                  <a:pt x="390973" y="68815"/>
                </a:cubicBezTo>
                <a:cubicBezTo>
                  <a:pt x="390709" y="69080"/>
                  <a:pt x="390391" y="69279"/>
                  <a:pt x="390021" y="69411"/>
                </a:cubicBezTo>
                <a:cubicBezTo>
                  <a:pt x="389650" y="69544"/>
                  <a:pt x="389240" y="69610"/>
                  <a:pt x="388790" y="69610"/>
                </a:cubicBezTo>
                <a:lnTo>
                  <a:pt x="376488" y="69610"/>
                </a:lnTo>
                <a:cubicBezTo>
                  <a:pt x="376038" y="69610"/>
                  <a:pt x="375694" y="69345"/>
                  <a:pt x="375456" y="68816"/>
                </a:cubicBezTo>
                <a:cubicBezTo>
                  <a:pt x="375218" y="68287"/>
                  <a:pt x="375099" y="67361"/>
                  <a:pt x="375099" y="66038"/>
                </a:cubicBezTo>
                <a:cubicBezTo>
                  <a:pt x="375099" y="65350"/>
                  <a:pt x="375132" y="64781"/>
                  <a:pt x="375198" y="64332"/>
                </a:cubicBezTo>
                <a:cubicBezTo>
                  <a:pt x="375264" y="63882"/>
                  <a:pt x="375357" y="63511"/>
                  <a:pt x="375476" y="63220"/>
                </a:cubicBezTo>
                <a:cubicBezTo>
                  <a:pt x="375595" y="62929"/>
                  <a:pt x="375740" y="62731"/>
                  <a:pt x="375912" y="62625"/>
                </a:cubicBezTo>
                <a:cubicBezTo>
                  <a:pt x="376084" y="62519"/>
                  <a:pt x="376276" y="62466"/>
                  <a:pt x="376488" y="62466"/>
                </a:cubicBezTo>
                <a:lnTo>
                  <a:pt x="382520" y="62466"/>
                </a:lnTo>
                <a:lnTo>
                  <a:pt x="382520" y="7144"/>
                </a:lnTo>
                <a:lnTo>
                  <a:pt x="376488" y="7144"/>
                </a:lnTo>
                <a:cubicBezTo>
                  <a:pt x="376038" y="7144"/>
                  <a:pt x="375694" y="6886"/>
                  <a:pt x="375456" y="6370"/>
                </a:cubicBezTo>
                <a:cubicBezTo>
                  <a:pt x="375218" y="5854"/>
                  <a:pt x="375099" y="4921"/>
                  <a:pt x="375099" y="3572"/>
                </a:cubicBezTo>
                <a:cubicBezTo>
                  <a:pt x="375099" y="2884"/>
                  <a:pt x="375132" y="2315"/>
                  <a:pt x="375198" y="1865"/>
                </a:cubicBezTo>
                <a:cubicBezTo>
                  <a:pt x="375264" y="1415"/>
                  <a:pt x="375357" y="1052"/>
                  <a:pt x="375476" y="774"/>
                </a:cubicBezTo>
                <a:cubicBezTo>
                  <a:pt x="375595" y="496"/>
                  <a:pt x="375740" y="298"/>
                  <a:pt x="375912" y="179"/>
                </a:cubicBezTo>
                <a:cubicBezTo>
                  <a:pt x="376084" y="60"/>
                  <a:pt x="376276" y="0"/>
                  <a:pt x="376488" y="0"/>
                </a:cubicBezTo>
                <a:lnTo>
                  <a:pt x="388790" y="0"/>
                </a:lnTo>
                <a:cubicBezTo>
                  <a:pt x="389240" y="0"/>
                  <a:pt x="389650" y="60"/>
                  <a:pt x="390021" y="179"/>
                </a:cubicBezTo>
                <a:cubicBezTo>
                  <a:pt x="390391" y="298"/>
                  <a:pt x="390709" y="496"/>
                  <a:pt x="390973" y="775"/>
                </a:cubicBezTo>
                <a:cubicBezTo>
                  <a:pt x="391238" y="1053"/>
                  <a:pt x="391456" y="1403"/>
                  <a:pt x="391628" y="1827"/>
                </a:cubicBezTo>
                <a:cubicBezTo>
                  <a:pt x="391800" y="2250"/>
                  <a:pt x="391886" y="2740"/>
                  <a:pt x="391886" y="3296"/>
                </a:cubicBezTo>
                <a:lnTo>
                  <a:pt x="391886" y="662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[LLMhints]">
            <a:extLst xmlns:a="http://schemas.openxmlformats.org/drawingml/2006/main">
              <a:ext uri="{FF2B5EF4-FFF2-40B4-BE49-F238E27FC236}">
                <a16:creationId xmlns:a16="http://schemas.microsoft.com/office/drawing/2014/main" id="{703BF280-98C6-4A52-9659-82BE3CBD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629" y="648782"/>
            <a:ext cx="365535" cy="69610"/>
          </a:xfrm>
          <a:custGeom xmlns:a="http://schemas.openxmlformats.org/drawingml/2006/main">
            <a:pathLst>
              <a:path w="365535" h="69610">
                <a:moveTo>
                  <a:pt x="16708" y="66038"/>
                </a:moveTo>
                <a:cubicBezTo>
                  <a:pt x="16708" y="67361"/>
                  <a:pt x="16589" y="68287"/>
                  <a:pt x="16351" y="68816"/>
                </a:cubicBezTo>
                <a:cubicBezTo>
                  <a:pt x="16113" y="69345"/>
                  <a:pt x="15769" y="69610"/>
                  <a:pt x="15319" y="69610"/>
                </a:cubicBezTo>
                <a:lnTo>
                  <a:pt x="3056" y="69610"/>
                </a:lnTo>
                <a:cubicBezTo>
                  <a:pt x="2606" y="69610"/>
                  <a:pt x="2196" y="69544"/>
                  <a:pt x="1826" y="69411"/>
                </a:cubicBezTo>
                <a:cubicBezTo>
                  <a:pt x="1455" y="69279"/>
                  <a:pt x="1138" y="69080"/>
                  <a:pt x="873" y="68815"/>
                </a:cubicBezTo>
                <a:cubicBezTo>
                  <a:pt x="609" y="68550"/>
                  <a:pt x="397" y="68206"/>
                  <a:pt x="238" y="67783"/>
                </a:cubicBezTo>
                <a:cubicBezTo>
                  <a:pt x="79" y="67360"/>
                  <a:pt x="0" y="66857"/>
                  <a:pt x="0" y="66274"/>
                </a:cubicBezTo>
                <a:lnTo>
                  <a:pt x="0" y="3296"/>
                </a:lnTo>
                <a:cubicBezTo>
                  <a:pt x="0" y="2740"/>
                  <a:pt x="79" y="2250"/>
                  <a:pt x="238" y="1827"/>
                </a:cubicBezTo>
                <a:cubicBezTo>
                  <a:pt x="397" y="1403"/>
                  <a:pt x="609" y="1053"/>
                  <a:pt x="873" y="775"/>
                </a:cubicBezTo>
                <a:cubicBezTo>
                  <a:pt x="1138" y="496"/>
                  <a:pt x="1455" y="298"/>
                  <a:pt x="1826" y="179"/>
                </a:cubicBezTo>
                <a:cubicBezTo>
                  <a:pt x="2196" y="60"/>
                  <a:pt x="2606" y="0"/>
                  <a:pt x="3056" y="0"/>
                </a:cubicBezTo>
                <a:lnTo>
                  <a:pt x="15319" y="0"/>
                </a:lnTo>
                <a:cubicBezTo>
                  <a:pt x="15531" y="0"/>
                  <a:pt x="15729" y="60"/>
                  <a:pt x="15914" y="179"/>
                </a:cubicBezTo>
                <a:cubicBezTo>
                  <a:pt x="16099" y="298"/>
                  <a:pt x="16252" y="496"/>
                  <a:pt x="16371" y="774"/>
                </a:cubicBezTo>
                <a:cubicBezTo>
                  <a:pt x="16490" y="1052"/>
                  <a:pt x="16576" y="1415"/>
                  <a:pt x="16629" y="1865"/>
                </a:cubicBezTo>
                <a:cubicBezTo>
                  <a:pt x="16682" y="2315"/>
                  <a:pt x="16708" y="2884"/>
                  <a:pt x="16708" y="3572"/>
                </a:cubicBezTo>
                <a:cubicBezTo>
                  <a:pt x="16708" y="4921"/>
                  <a:pt x="16589" y="5854"/>
                  <a:pt x="16351" y="6370"/>
                </a:cubicBezTo>
                <a:cubicBezTo>
                  <a:pt x="16113" y="6886"/>
                  <a:pt x="15769" y="7144"/>
                  <a:pt x="15319" y="7144"/>
                </a:cubicBezTo>
                <a:lnTo>
                  <a:pt x="9326" y="7144"/>
                </a:lnTo>
                <a:lnTo>
                  <a:pt x="9326" y="62466"/>
                </a:lnTo>
                <a:lnTo>
                  <a:pt x="15319" y="62466"/>
                </a:lnTo>
                <a:cubicBezTo>
                  <a:pt x="15531" y="62466"/>
                  <a:pt x="15729" y="62519"/>
                  <a:pt x="15914" y="62625"/>
                </a:cubicBezTo>
                <a:cubicBezTo>
                  <a:pt x="16099" y="62731"/>
                  <a:pt x="16252" y="62929"/>
                  <a:pt x="16371" y="63220"/>
                </a:cubicBezTo>
                <a:cubicBezTo>
                  <a:pt x="16490" y="63511"/>
                  <a:pt x="16576" y="63882"/>
                  <a:pt x="16629" y="64332"/>
                </a:cubicBezTo>
                <a:cubicBezTo>
                  <a:pt x="16682" y="64781"/>
                  <a:pt x="16708" y="65350"/>
                  <a:pt x="16708" y="66038"/>
                </a:cubicBezTo>
                <a:close/>
                <a:moveTo>
                  <a:pt x="53981" y="51811"/>
                </a:moveTo>
                <a:cubicBezTo>
                  <a:pt x="53981" y="52608"/>
                  <a:pt x="53948" y="53279"/>
                  <a:pt x="53882" y="53823"/>
                </a:cubicBezTo>
                <a:cubicBezTo>
                  <a:pt x="53816" y="54368"/>
                  <a:pt x="53716" y="54820"/>
                  <a:pt x="53584" y="55179"/>
                </a:cubicBezTo>
                <a:cubicBezTo>
                  <a:pt x="53452" y="55538"/>
                  <a:pt x="53287" y="55797"/>
                  <a:pt x="53088" y="55957"/>
                </a:cubicBezTo>
                <a:cubicBezTo>
                  <a:pt x="52890" y="56116"/>
                  <a:pt x="52658" y="56196"/>
                  <a:pt x="52394" y="56196"/>
                </a:cubicBezTo>
                <a:lnTo>
                  <a:pt x="28860" y="56196"/>
                </a:lnTo>
                <a:cubicBezTo>
                  <a:pt x="27986" y="56196"/>
                  <a:pt x="27252" y="55938"/>
                  <a:pt x="26657" y="55422"/>
                </a:cubicBezTo>
                <a:cubicBezTo>
                  <a:pt x="26062" y="54906"/>
                  <a:pt x="25764" y="54066"/>
                  <a:pt x="25764" y="52902"/>
                </a:cubicBezTo>
                <a:lnTo>
                  <a:pt x="25764" y="6270"/>
                </a:lnTo>
                <a:cubicBezTo>
                  <a:pt x="25764" y="6006"/>
                  <a:pt x="25850" y="5768"/>
                  <a:pt x="26022" y="5556"/>
                </a:cubicBezTo>
                <a:cubicBezTo>
                  <a:pt x="26194" y="5344"/>
                  <a:pt x="26478" y="5172"/>
                  <a:pt x="26875" y="5040"/>
                </a:cubicBezTo>
                <a:cubicBezTo>
                  <a:pt x="27272" y="4908"/>
                  <a:pt x="27808" y="4802"/>
                  <a:pt x="28483" y="4723"/>
                </a:cubicBezTo>
                <a:cubicBezTo>
                  <a:pt x="29157" y="4643"/>
                  <a:pt x="29997" y="4604"/>
                  <a:pt x="31003" y="4604"/>
                </a:cubicBezTo>
                <a:cubicBezTo>
                  <a:pt x="32034" y="4604"/>
                  <a:pt x="32881" y="4643"/>
                  <a:pt x="33543" y="4723"/>
                </a:cubicBezTo>
                <a:cubicBezTo>
                  <a:pt x="34204" y="4802"/>
                  <a:pt x="34733" y="4908"/>
                  <a:pt x="35130" y="5040"/>
                </a:cubicBezTo>
                <a:cubicBezTo>
                  <a:pt x="35527" y="5172"/>
                  <a:pt x="35811" y="5344"/>
                  <a:pt x="35983" y="5556"/>
                </a:cubicBezTo>
                <a:cubicBezTo>
                  <a:pt x="36155" y="5767"/>
                  <a:pt x="36241" y="6005"/>
                  <a:pt x="36241" y="6269"/>
                </a:cubicBezTo>
                <a:lnTo>
                  <a:pt x="36241" y="47544"/>
                </a:lnTo>
                <a:lnTo>
                  <a:pt x="52394" y="47544"/>
                </a:lnTo>
                <a:cubicBezTo>
                  <a:pt x="52658" y="47544"/>
                  <a:pt x="52890" y="47617"/>
                  <a:pt x="53088" y="47764"/>
                </a:cubicBezTo>
                <a:cubicBezTo>
                  <a:pt x="53287" y="47910"/>
                  <a:pt x="53452" y="48149"/>
                  <a:pt x="53584" y="48482"/>
                </a:cubicBezTo>
                <a:cubicBezTo>
                  <a:pt x="53716" y="48813"/>
                  <a:pt x="53816" y="49252"/>
                  <a:pt x="53882" y="49796"/>
                </a:cubicBezTo>
                <a:cubicBezTo>
                  <a:pt x="53948" y="50341"/>
                  <a:pt x="53981" y="51013"/>
                  <a:pt x="53981" y="51811"/>
                </a:cubicBezTo>
                <a:close/>
                <a:moveTo>
                  <a:pt x="88036" y="51811"/>
                </a:moveTo>
                <a:cubicBezTo>
                  <a:pt x="88036" y="52608"/>
                  <a:pt x="88003" y="53279"/>
                  <a:pt x="87937" y="53823"/>
                </a:cubicBezTo>
                <a:cubicBezTo>
                  <a:pt x="87871" y="54368"/>
                  <a:pt x="87772" y="54820"/>
                  <a:pt x="87639" y="55179"/>
                </a:cubicBezTo>
                <a:cubicBezTo>
                  <a:pt x="87507" y="55538"/>
                  <a:pt x="87342" y="55797"/>
                  <a:pt x="87143" y="55957"/>
                </a:cubicBezTo>
                <a:cubicBezTo>
                  <a:pt x="86945" y="56116"/>
                  <a:pt x="86713" y="56196"/>
                  <a:pt x="86449" y="56196"/>
                </a:cubicBezTo>
                <a:lnTo>
                  <a:pt x="62915" y="56196"/>
                </a:lnTo>
                <a:cubicBezTo>
                  <a:pt x="62042" y="56196"/>
                  <a:pt x="61307" y="55938"/>
                  <a:pt x="60712" y="55422"/>
                </a:cubicBezTo>
                <a:cubicBezTo>
                  <a:pt x="60117" y="54906"/>
                  <a:pt x="59819" y="54066"/>
                  <a:pt x="59819" y="52902"/>
                </a:cubicBezTo>
                <a:lnTo>
                  <a:pt x="59819" y="6270"/>
                </a:lnTo>
                <a:cubicBezTo>
                  <a:pt x="59819" y="6006"/>
                  <a:pt x="59905" y="5768"/>
                  <a:pt x="60077" y="5556"/>
                </a:cubicBezTo>
                <a:cubicBezTo>
                  <a:pt x="60249" y="5344"/>
                  <a:pt x="60533" y="5172"/>
                  <a:pt x="60930" y="5040"/>
                </a:cubicBezTo>
                <a:cubicBezTo>
                  <a:pt x="61327" y="4908"/>
                  <a:pt x="61863" y="4802"/>
                  <a:pt x="62538" y="4723"/>
                </a:cubicBezTo>
                <a:cubicBezTo>
                  <a:pt x="63212" y="4643"/>
                  <a:pt x="64052" y="4604"/>
                  <a:pt x="65058" y="4604"/>
                </a:cubicBezTo>
                <a:cubicBezTo>
                  <a:pt x="66090" y="4604"/>
                  <a:pt x="66936" y="4643"/>
                  <a:pt x="67598" y="4723"/>
                </a:cubicBezTo>
                <a:cubicBezTo>
                  <a:pt x="68259" y="4802"/>
                  <a:pt x="68788" y="4908"/>
                  <a:pt x="69185" y="5040"/>
                </a:cubicBezTo>
                <a:cubicBezTo>
                  <a:pt x="69582" y="5172"/>
                  <a:pt x="69866" y="5344"/>
                  <a:pt x="70038" y="5556"/>
                </a:cubicBezTo>
                <a:cubicBezTo>
                  <a:pt x="70210" y="5767"/>
                  <a:pt x="70296" y="6005"/>
                  <a:pt x="70296" y="6269"/>
                </a:cubicBezTo>
                <a:lnTo>
                  <a:pt x="70296" y="47544"/>
                </a:lnTo>
                <a:lnTo>
                  <a:pt x="86449" y="47544"/>
                </a:lnTo>
                <a:cubicBezTo>
                  <a:pt x="86713" y="47544"/>
                  <a:pt x="86945" y="47617"/>
                  <a:pt x="87143" y="47764"/>
                </a:cubicBezTo>
                <a:cubicBezTo>
                  <a:pt x="87342" y="47910"/>
                  <a:pt x="87507" y="48149"/>
                  <a:pt x="87639" y="48482"/>
                </a:cubicBezTo>
                <a:cubicBezTo>
                  <a:pt x="87772" y="48813"/>
                  <a:pt x="87871" y="49252"/>
                  <a:pt x="87937" y="49796"/>
                </a:cubicBezTo>
                <a:cubicBezTo>
                  <a:pt x="88003" y="50341"/>
                  <a:pt x="88036" y="51013"/>
                  <a:pt x="88036" y="51811"/>
                </a:cubicBezTo>
                <a:close/>
                <a:moveTo>
                  <a:pt x="153722" y="54767"/>
                </a:moveTo>
                <a:cubicBezTo>
                  <a:pt x="153722" y="55032"/>
                  <a:pt x="153649" y="55270"/>
                  <a:pt x="153503" y="55482"/>
                </a:cubicBezTo>
                <a:cubicBezTo>
                  <a:pt x="153358" y="55693"/>
                  <a:pt x="153093" y="55865"/>
                  <a:pt x="152710" y="55997"/>
                </a:cubicBezTo>
                <a:cubicBezTo>
                  <a:pt x="152326" y="56130"/>
                  <a:pt x="151817" y="56236"/>
                  <a:pt x="151182" y="56315"/>
                </a:cubicBezTo>
                <a:cubicBezTo>
                  <a:pt x="150547" y="56394"/>
                  <a:pt x="149740" y="56434"/>
                  <a:pt x="148761" y="56434"/>
                </a:cubicBezTo>
                <a:cubicBezTo>
                  <a:pt x="147808" y="56434"/>
                  <a:pt x="147015" y="56394"/>
                  <a:pt x="146380" y="56315"/>
                </a:cubicBezTo>
                <a:cubicBezTo>
                  <a:pt x="145745" y="56236"/>
                  <a:pt x="145242" y="56130"/>
                  <a:pt x="144872" y="55997"/>
                </a:cubicBezTo>
                <a:cubicBezTo>
                  <a:pt x="144501" y="55865"/>
                  <a:pt x="144237" y="55694"/>
                  <a:pt x="144078" y="55483"/>
                </a:cubicBezTo>
                <a:cubicBezTo>
                  <a:pt x="143919" y="55271"/>
                  <a:pt x="143840" y="55033"/>
                  <a:pt x="143840" y="54768"/>
                </a:cubicBezTo>
                <a:lnTo>
                  <a:pt x="143840" y="13017"/>
                </a:lnTo>
                <a:lnTo>
                  <a:pt x="143760" y="13017"/>
                </a:lnTo>
                <a:lnTo>
                  <a:pt x="128878" y="54728"/>
                </a:lnTo>
                <a:cubicBezTo>
                  <a:pt x="128772" y="55071"/>
                  <a:pt x="128600" y="55356"/>
                  <a:pt x="128362" y="55581"/>
                </a:cubicBezTo>
                <a:cubicBezTo>
                  <a:pt x="128124" y="55806"/>
                  <a:pt x="127800" y="55984"/>
                  <a:pt x="127390" y="56117"/>
                </a:cubicBezTo>
                <a:cubicBezTo>
                  <a:pt x="126980" y="56249"/>
                  <a:pt x="126457" y="56335"/>
                  <a:pt x="125822" y="56374"/>
                </a:cubicBezTo>
                <a:cubicBezTo>
                  <a:pt x="125187" y="56414"/>
                  <a:pt x="124420" y="56434"/>
                  <a:pt x="123520" y="56434"/>
                </a:cubicBezTo>
                <a:cubicBezTo>
                  <a:pt x="122621" y="56434"/>
                  <a:pt x="121853" y="56401"/>
                  <a:pt x="121218" y="56335"/>
                </a:cubicBezTo>
                <a:cubicBezTo>
                  <a:pt x="120583" y="56269"/>
                  <a:pt x="120061" y="56163"/>
                  <a:pt x="119651" y="56017"/>
                </a:cubicBezTo>
                <a:cubicBezTo>
                  <a:pt x="119241" y="55872"/>
                  <a:pt x="118917" y="55693"/>
                  <a:pt x="118679" y="55482"/>
                </a:cubicBezTo>
                <a:cubicBezTo>
                  <a:pt x="118440" y="55270"/>
                  <a:pt x="118282" y="55019"/>
                  <a:pt x="118202" y="54728"/>
                </a:cubicBezTo>
                <a:lnTo>
                  <a:pt x="103836" y="13017"/>
                </a:lnTo>
                <a:lnTo>
                  <a:pt x="103756" y="13017"/>
                </a:lnTo>
                <a:lnTo>
                  <a:pt x="103756" y="54768"/>
                </a:lnTo>
                <a:cubicBezTo>
                  <a:pt x="103756" y="55033"/>
                  <a:pt x="103684" y="55271"/>
                  <a:pt x="103538" y="55483"/>
                </a:cubicBezTo>
                <a:cubicBezTo>
                  <a:pt x="103393" y="55694"/>
                  <a:pt x="103121" y="55865"/>
                  <a:pt x="102725" y="55997"/>
                </a:cubicBezTo>
                <a:cubicBezTo>
                  <a:pt x="102328" y="56130"/>
                  <a:pt x="101818" y="56236"/>
                  <a:pt x="101197" y="56315"/>
                </a:cubicBezTo>
                <a:cubicBezTo>
                  <a:pt x="100575" y="56394"/>
                  <a:pt x="99775" y="56434"/>
                  <a:pt x="98796" y="56434"/>
                </a:cubicBezTo>
                <a:cubicBezTo>
                  <a:pt x="97843" y="56434"/>
                  <a:pt x="97049" y="56394"/>
                  <a:pt x="96414" y="56315"/>
                </a:cubicBezTo>
                <a:cubicBezTo>
                  <a:pt x="95779" y="56236"/>
                  <a:pt x="95270" y="56130"/>
                  <a:pt x="94887" y="55997"/>
                </a:cubicBezTo>
                <a:cubicBezTo>
                  <a:pt x="94503" y="55865"/>
                  <a:pt x="94238" y="55693"/>
                  <a:pt x="94093" y="55482"/>
                </a:cubicBezTo>
                <a:cubicBezTo>
                  <a:pt x="93947" y="55270"/>
                  <a:pt x="93875" y="55032"/>
                  <a:pt x="93875" y="54767"/>
                </a:cubicBezTo>
                <a:lnTo>
                  <a:pt x="93875" y="9009"/>
                </a:lnTo>
                <a:cubicBezTo>
                  <a:pt x="93875" y="7659"/>
                  <a:pt x="94232" y="6628"/>
                  <a:pt x="94946" y="5913"/>
                </a:cubicBezTo>
                <a:cubicBezTo>
                  <a:pt x="95660" y="5199"/>
                  <a:pt x="96613" y="4842"/>
                  <a:pt x="97803" y="4842"/>
                </a:cubicBezTo>
                <a:lnTo>
                  <a:pt x="104630" y="4842"/>
                </a:lnTo>
                <a:cubicBezTo>
                  <a:pt x="105847" y="4842"/>
                  <a:pt x="106892" y="4941"/>
                  <a:pt x="107765" y="5139"/>
                </a:cubicBezTo>
                <a:cubicBezTo>
                  <a:pt x="108638" y="5338"/>
                  <a:pt x="109392" y="5669"/>
                  <a:pt x="110027" y="6132"/>
                </a:cubicBezTo>
                <a:cubicBezTo>
                  <a:pt x="110662" y="6595"/>
                  <a:pt x="111191" y="7203"/>
                  <a:pt x="111614" y="7957"/>
                </a:cubicBezTo>
                <a:cubicBezTo>
                  <a:pt x="112038" y="8711"/>
                  <a:pt x="112408" y="9644"/>
                  <a:pt x="112726" y="10755"/>
                </a:cubicBezTo>
                <a:lnTo>
                  <a:pt x="123838" y="41353"/>
                </a:lnTo>
                <a:lnTo>
                  <a:pt x="123997" y="41353"/>
                </a:lnTo>
                <a:lnTo>
                  <a:pt x="135506" y="10834"/>
                </a:lnTo>
                <a:cubicBezTo>
                  <a:pt x="135850" y="9723"/>
                  <a:pt x="136227" y="8784"/>
                  <a:pt x="136637" y="8017"/>
                </a:cubicBezTo>
                <a:cubicBezTo>
                  <a:pt x="137047" y="7249"/>
                  <a:pt x="137523" y="6628"/>
                  <a:pt x="138065" y="6151"/>
                </a:cubicBezTo>
                <a:cubicBezTo>
                  <a:pt x="138608" y="5675"/>
                  <a:pt x="139249" y="5338"/>
                  <a:pt x="139990" y="5139"/>
                </a:cubicBezTo>
                <a:cubicBezTo>
                  <a:pt x="140731" y="4941"/>
                  <a:pt x="141591" y="4842"/>
                  <a:pt x="142570" y="4842"/>
                </a:cubicBezTo>
                <a:lnTo>
                  <a:pt x="149594" y="4842"/>
                </a:lnTo>
                <a:cubicBezTo>
                  <a:pt x="150309" y="4842"/>
                  <a:pt x="150924" y="4934"/>
                  <a:pt x="151440" y="5120"/>
                </a:cubicBezTo>
                <a:cubicBezTo>
                  <a:pt x="151956" y="5305"/>
                  <a:pt x="152379" y="5576"/>
                  <a:pt x="152710" y="5933"/>
                </a:cubicBezTo>
                <a:cubicBezTo>
                  <a:pt x="153040" y="6290"/>
                  <a:pt x="153292" y="6727"/>
                  <a:pt x="153464" y="7243"/>
                </a:cubicBezTo>
                <a:cubicBezTo>
                  <a:pt x="153636" y="7759"/>
                  <a:pt x="153722" y="8347"/>
                  <a:pt x="153722" y="9009"/>
                </a:cubicBezTo>
                <a:lnTo>
                  <a:pt x="153722" y="54767"/>
                </a:lnTo>
                <a:close/>
                <a:moveTo>
                  <a:pt x="215993" y="54845"/>
                </a:moveTo>
                <a:cubicBezTo>
                  <a:pt x="215993" y="55110"/>
                  <a:pt x="215914" y="55342"/>
                  <a:pt x="215755" y="55541"/>
                </a:cubicBezTo>
                <a:cubicBezTo>
                  <a:pt x="215597" y="55740"/>
                  <a:pt x="215332" y="55905"/>
                  <a:pt x="214962" y="56037"/>
                </a:cubicBezTo>
                <a:cubicBezTo>
                  <a:pt x="214591" y="56169"/>
                  <a:pt x="214082" y="56269"/>
                  <a:pt x="213434" y="56335"/>
                </a:cubicBezTo>
                <a:cubicBezTo>
                  <a:pt x="212785" y="56401"/>
                  <a:pt x="211985" y="56434"/>
                  <a:pt x="211033" y="56434"/>
                </a:cubicBezTo>
                <a:cubicBezTo>
                  <a:pt x="210054" y="56434"/>
                  <a:pt x="209240" y="56401"/>
                  <a:pt x="208592" y="56335"/>
                </a:cubicBezTo>
                <a:cubicBezTo>
                  <a:pt x="207944" y="56269"/>
                  <a:pt x="207434" y="56169"/>
                  <a:pt x="207064" y="56037"/>
                </a:cubicBezTo>
                <a:cubicBezTo>
                  <a:pt x="206694" y="55905"/>
                  <a:pt x="206429" y="55740"/>
                  <a:pt x="206270" y="55541"/>
                </a:cubicBezTo>
                <a:cubicBezTo>
                  <a:pt x="206112" y="55343"/>
                  <a:pt x="206032" y="55111"/>
                  <a:pt x="206032" y="54847"/>
                </a:cubicBezTo>
                <a:lnTo>
                  <a:pt x="206032" y="34646"/>
                </a:lnTo>
                <a:cubicBezTo>
                  <a:pt x="206032" y="32926"/>
                  <a:pt x="205906" y="31577"/>
                  <a:pt x="205655" y="30598"/>
                </a:cubicBezTo>
                <a:cubicBezTo>
                  <a:pt x="205404" y="29619"/>
                  <a:pt x="205040" y="28779"/>
                  <a:pt x="204564" y="28078"/>
                </a:cubicBezTo>
                <a:cubicBezTo>
                  <a:pt x="204088" y="27377"/>
                  <a:pt x="203472" y="26835"/>
                  <a:pt x="202718" y="26451"/>
                </a:cubicBezTo>
                <a:cubicBezTo>
                  <a:pt x="201964" y="26067"/>
                  <a:pt x="201085" y="25876"/>
                  <a:pt x="200079" y="25876"/>
                </a:cubicBezTo>
                <a:cubicBezTo>
                  <a:pt x="198809" y="25876"/>
                  <a:pt x="197526" y="26339"/>
                  <a:pt x="196230" y="27265"/>
                </a:cubicBezTo>
                <a:cubicBezTo>
                  <a:pt x="194933" y="28191"/>
                  <a:pt x="193584" y="29540"/>
                  <a:pt x="192182" y="31313"/>
                </a:cubicBezTo>
                <a:lnTo>
                  <a:pt x="192182" y="54847"/>
                </a:lnTo>
                <a:cubicBezTo>
                  <a:pt x="192182" y="55111"/>
                  <a:pt x="192102" y="55343"/>
                  <a:pt x="191943" y="55541"/>
                </a:cubicBezTo>
                <a:cubicBezTo>
                  <a:pt x="191785" y="55740"/>
                  <a:pt x="191514" y="55905"/>
                  <a:pt x="191130" y="56037"/>
                </a:cubicBezTo>
                <a:cubicBezTo>
                  <a:pt x="190746" y="56169"/>
                  <a:pt x="190237" y="56269"/>
                  <a:pt x="189602" y="56335"/>
                </a:cubicBezTo>
                <a:cubicBezTo>
                  <a:pt x="188967" y="56401"/>
                  <a:pt x="188160" y="56434"/>
                  <a:pt x="187181" y="56434"/>
                </a:cubicBezTo>
                <a:cubicBezTo>
                  <a:pt x="186202" y="56434"/>
                  <a:pt x="185395" y="56401"/>
                  <a:pt x="184760" y="56335"/>
                </a:cubicBezTo>
                <a:cubicBezTo>
                  <a:pt x="184125" y="56269"/>
                  <a:pt x="183616" y="56169"/>
                  <a:pt x="183232" y="56037"/>
                </a:cubicBezTo>
                <a:cubicBezTo>
                  <a:pt x="182849" y="55905"/>
                  <a:pt x="182578" y="55740"/>
                  <a:pt x="182419" y="55541"/>
                </a:cubicBezTo>
                <a:cubicBezTo>
                  <a:pt x="182260" y="55343"/>
                  <a:pt x="182181" y="55111"/>
                  <a:pt x="182181" y="54847"/>
                </a:cubicBezTo>
                <a:lnTo>
                  <a:pt x="182181" y="2659"/>
                </a:lnTo>
                <a:cubicBezTo>
                  <a:pt x="182181" y="2394"/>
                  <a:pt x="182260" y="2156"/>
                  <a:pt x="182419" y="1945"/>
                </a:cubicBezTo>
                <a:cubicBezTo>
                  <a:pt x="182578" y="1733"/>
                  <a:pt x="182849" y="1554"/>
                  <a:pt x="183232" y="1409"/>
                </a:cubicBezTo>
                <a:cubicBezTo>
                  <a:pt x="183616" y="1263"/>
                  <a:pt x="184125" y="1151"/>
                  <a:pt x="184760" y="1072"/>
                </a:cubicBezTo>
                <a:cubicBezTo>
                  <a:pt x="185395" y="992"/>
                  <a:pt x="186202" y="952"/>
                  <a:pt x="187181" y="952"/>
                </a:cubicBezTo>
                <a:cubicBezTo>
                  <a:pt x="188160" y="952"/>
                  <a:pt x="188967" y="992"/>
                  <a:pt x="189602" y="1072"/>
                </a:cubicBezTo>
                <a:cubicBezTo>
                  <a:pt x="190237" y="1151"/>
                  <a:pt x="190746" y="1263"/>
                  <a:pt x="191130" y="1409"/>
                </a:cubicBezTo>
                <a:cubicBezTo>
                  <a:pt x="191514" y="1554"/>
                  <a:pt x="191785" y="1732"/>
                  <a:pt x="191943" y="1943"/>
                </a:cubicBezTo>
                <a:cubicBezTo>
                  <a:pt x="192102" y="2154"/>
                  <a:pt x="192182" y="2392"/>
                  <a:pt x="192182" y="2657"/>
                </a:cubicBezTo>
                <a:lnTo>
                  <a:pt x="192182" y="22190"/>
                </a:lnTo>
                <a:cubicBezTo>
                  <a:pt x="193901" y="20495"/>
                  <a:pt x="195654" y="19230"/>
                  <a:pt x="197440" y="18396"/>
                </a:cubicBezTo>
                <a:cubicBezTo>
                  <a:pt x="199226" y="17562"/>
                  <a:pt x="201085" y="17145"/>
                  <a:pt x="203016" y="17145"/>
                </a:cubicBezTo>
                <a:cubicBezTo>
                  <a:pt x="205424" y="17145"/>
                  <a:pt x="207454" y="17542"/>
                  <a:pt x="209108" y="18336"/>
                </a:cubicBezTo>
                <a:cubicBezTo>
                  <a:pt x="210761" y="19131"/>
                  <a:pt x="212098" y="20217"/>
                  <a:pt x="213116" y="21594"/>
                </a:cubicBezTo>
                <a:cubicBezTo>
                  <a:pt x="214135" y="22971"/>
                  <a:pt x="214869" y="24580"/>
                  <a:pt x="215319" y="26421"/>
                </a:cubicBezTo>
                <a:cubicBezTo>
                  <a:pt x="215769" y="28262"/>
                  <a:pt x="215993" y="30493"/>
                  <a:pt x="215993" y="33115"/>
                </a:cubicBezTo>
                <a:lnTo>
                  <a:pt x="215993" y="54845"/>
                </a:lnTo>
                <a:close/>
                <a:moveTo>
                  <a:pt x="235950" y="54847"/>
                </a:moveTo>
                <a:cubicBezTo>
                  <a:pt x="235950" y="55111"/>
                  <a:pt x="235871" y="55343"/>
                  <a:pt x="235712" y="55541"/>
                </a:cubicBezTo>
                <a:cubicBezTo>
                  <a:pt x="235553" y="55740"/>
                  <a:pt x="235282" y="55905"/>
                  <a:pt x="234898" y="56037"/>
                </a:cubicBezTo>
                <a:cubicBezTo>
                  <a:pt x="234515" y="56169"/>
                  <a:pt x="234005" y="56269"/>
                  <a:pt x="233370" y="56335"/>
                </a:cubicBezTo>
                <a:cubicBezTo>
                  <a:pt x="232735" y="56401"/>
                  <a:pt x="231928" y="56434"/>
                  <a:pt x="230949" y="56434"/>
                </a:cubicBezTo>
                <a:cubicBezTo>
                  <a:pt x="229971" y="56434"/>
                  <a:pt x="229164" y="56401"/>
                  <a:pt x="228529" y="56335"/>
                </a:cubicBezTo>
                <a:cubicBezTo>
                  <a:pt x="227894" y="56269"/>
                  <a:pt x="227384" y="56169"/>
                  <a:pt x="227001" y="56037"/>
                </a:cubicBezTo>
                <a:cubicBezTo>
                  <a:pt x="226617" y="55905"/>
                  <a:pt x="226346" y="55740"/>
                  <a:pt x="226187" y="55541"/>
                </a:cubicBezTo>
                <a:cubicBezTo>
                  <a:pt x="226028" y="55343"/>
                  <a:pt x="225949" y="55111"/>
                  <a:pt x="225949" y="54847"/>
                </a:cubicBezTo>
                <a:lnTo>
                  <a:pt x="225949" y="19526"/>
                </a:lnTo>
                <a:cubicBezTo>
                  <a:pt x="225949" y="19261"/>
                  <a:pt x="226028" y="19030"/>
                  <a:pt x="226187" y="18831"/>
                </a:cubicBezTo>
                <a:cubicBezTo>
                  <a:pt x="226346" y="18633"/>
                  <a:pt x="226617" y="18461"/>
                  <a:pt x="227001" y="18315"/>
                </a:cubicBezTo>
                <a:cubicBezTo>
                  <a:pt x="227384" y="18170"/>
                  <a:pt x="227894" y="18057"/>
                  <a:pt x="228529" y="17978"/>
                </a:cubicBezTo>
                <a:cubicBezTo>
                  <a:pt x="229164" y="17899"/>
                  <a:pt x="229971" y="17859"/>
                  <a:pt x="230949" y="17859"/>
                </a:cubicBezTo>
                <a:cubicBezTo>
                  <a:pt x="231928" y="17859"/>
                  <a:pt x="232735" y="17899"/>
                  <a:pt x="233370" y="17978"/>
                </a:cubicBezTo>
                <a:cubicBezTo>
                  <a:pt x="234005" y="18057"/>
                  <a:pt x="234515" y="18170"/>
                  <a:pt x="234898" y="18315"/>
                </a:cubicBezTo>
                <a:cubicBezTo>
                  <a:pt x="235282" y="18461"/>
                  <a:pt x="235553" y="18633"/>
                  <a:pt x="235712" y="18831"/>
                </a:cubicBezTo>
                <a:cubicBezTo>
                  <a:pt x="235871" y="19030"/>
                  <a:pt x="235950" y="19261"/>
                  <a:pt x="235950" y="19526"/>
                </a:cubicBezTo>
                <a:lnTo>
                  <a:pt x="235950" y="54847"/>
                </a:lnTo>
                <a:moveTo>
                  <a:pt x="236704" y="7461"/>
                </a:moveTo>
                <a:cubicBezTo>
                  <a:pt x="236704" y="9472"/>
                  <a:pt x="236294" y="10861"/>
                  <a:pt x="235474" y="11628"/>
                </a:cubicBezTo>
                <a:cubicBezTo>
                  <a:pt x="234654" y="12395"/>
                  <a:pt x="233132" y="12779"/>
                  <a:pt x="230910" y="12779"/>
                </a:cubicBezTo>
                <a:cubicBezTo>
                  <a:pt x="228661" y="12779"/>
                  <a:pt x="227146" y="12409"/>
                  <a:pt x="226366" y="11668"/>
                </a:cubicBezTo>
                <a:cubicBezTo>
                  <a:pt x="225585" y="10927"/>
                  <a:pt x="225195" y="9591"/>
                  <a:pt x="225195" y="7659"/>
                </a:cubicBezTo>
                <a:cubicBezTo>
                  <a:pt x="225195" y="5649"/>
                  <a:pt x="225598" y="4253"/>
                  <a:pt x="226405" y="3473"/>
                </a:cubicBezTo>
                <a:cubicBezTo>
                  <a:pt x="227212" y="2692"/>
                  <a:pt x="228740" y="2302"/>
                  <a:pt x="230989" y="2302"/>
                </a:cubicBezTo>
                <a:cubicBezTo>
                  <a:pt x="233212" y="2302"/>
                  <a:pt x="234720" y="2679"/>
                  <a:pt x="235513" y="3433"/>
                </a:cubicBezTo>
                <a:cubicBezTo>
                  <a:pt x="236307" y="4187"/>
                  <a:pt x="236704" y="5530"/>
                  <a:pt x="236704" y="7461"/>
                </a:cubicBezTo>
                <a:close/>
                <a:moveTo>
                  <a:pt x="279902" y="54845"/>
                </a:moveTo>
                <a:cubicBezTo>
                  <a:pt x="279902" y="55110"/>
                  <a:pt x="279823" y="55342"/>
                  <a:pt x="279664" y="55541"/>
                </a:cubicBezTo>
                <a:cubicBezTo>
                  <a:pt x="279505" y="55740"/>
                  <a:pt x="279241" y="55905"/>
                  <a:pt x="278870" y="56037"/>
                </a:cubicBezTo>
                <a:cubicBezTo>
                  <a:pt x="278500" y="56169"/>
                  <a:pt x="277991" y="56269"/>
                  <a:pt x="277343" y="56335"/>
                </a:cubicBezTo>
                <a:cubicBezTo>
                  <a:pt x="276694" y="56401"/>
                  <a:pt x="275894" y="56434"/>
                  <a:pt x="274941" y="56434"/>
                </a:cubicBezTo>
                <a:cubicBezTo>
                  <a:pt x="273963" y="56434"/>
                  <a:pt x="273149" y="56401"/>
                  <a:pt x="272501" y="56335"/>
                </a:cubicBezTo>
                <a:cubicBezTo>
                  <a:pt x="271853" y="56269"/>
                  <a:pt x="271343" y="56169"/>
                  <a:pt x="270973" y="56037"/>
                </a:cubicBezTo>
                <a:cubicBezTo>
                  <a:pt x="270602" y="55905"/>
                  <a:pt x="270338" y="55740"/>
                  <a:pt x="270179" y="55541"/>
                </a:cubicBezTo>
                <a:cubicBezTo>
                  <a:pt x="270020" y="55343"/>
                  <a:pt x="269941" y="55111"/>
                  <a:pt x="269941" y="54847"/>
                </a:cubicBezTo>
                <a:lnTo>
                  <a:pt x="269941" y="34646"/>
                </a:lnTo>
                <a:cubicBezTo>
                  <a:pt x="269941" y="32926"/>
                  <a:pt x="269815" y="31577"/>
                  <a:pt x="269564" y="30598"/>
                </a:cubicBezTo>
                <a:cubicBezTo>
                  <a:pt x="269313" y="29619"/>
                  <a:pt x="268949" y="28779"/>
                  <a:pt x="268473" y="28078"/>
                </a:cubicBezTo>
                <a:cubicBezTo>
                  <a:pt x="267996" y="27377"/>
                  <a:pt x="267381" y="26835"/>
                  <a:pt x="266627" y="26451"/>
                </a:cubicBezTo>
                <a:cubicBezTo>
                  <a:pt x="265873" y="26067"/>
                  <a:pt x="264993" y="25876"/>
                  <a:pt x="263988" y="25876"/>
                </a:cubicBezTo>
                <a:cubicBezTo>
                  <a:pt x="262718" y="25876"/>
                  <a:pt x="261435" y="26339"/>
                  <a:pt x="260138" y="27265"/>
                </a:cubicBezTo>
                <a:cubicBezTo>
                  <a:pt x="258842" y="28191"/>
                  <a:pt x="257493" y="29540"/>
                  <a:pt x="256090" y="31313"/>
                </a:cubicBezTo>
                <a:lnTo>
                  <a:pt x="256090" y="54847"/>
                </a:lnTo>
                <a:cubicBezTo>
                  <a:pt x="256090" y="55111"/>
                  <a:pt x="256011" y="55343"/>
                  <a:pt x="255852" y="55541"/>
                </a:cubicBezTo>
                <a:cubicBezTo>
                  <a:pt x="255694" y="55740"/>
                  <a:pt x="255422" y="55905"/>
                  <a:pt x="255039" y="56037"/>
                </a:cubicBezTo>
                <a:cubicBezTo>
                  <a:pt x="254655" y="56169"/>
                  <a:pt x="254146" y="56269"/>
                  <a:pt x="253511" y="56335"/>
                </a:cubicBezTo>
                <a:cubicBezTo>
                  <a:pt x="252876" y="56401"/>
                  <a:pt x="252069" y="56434"/>
                  <a:pt x="251090" y="56434"/>
                </a:cubicBezTo>
                <a:cubicBezTo>
                  <a:pt x="250111" y="56434"/>
                  <a:pt x="249304" y="56401"/>
                  <a:pt x="248669" y="56335"/>
                </a:cubicBezTo>
                <a:cubicBezTo>
                  <a:pt x="248034" y="56269"/>
                  <a:pt x="247525" y="56169"/>
                  <a:pt x="247141" y="56037"/>
                </a:cubicBezTo>
                <a:cubicBezTo>
                  <a:pt x="246758" y="55905"/>
                  <a:pt x="246486" y="55740"/>
                  <a:pt x="246328" y="55541"/>
                </a:cubicBezTo>
                <a:cubicBezTo>
                  <a:pt x="246169" y="55343"/>
                  <a:pt x="246089" y="55111"/>
                  <a:pt x="246089" y="54847"/>
                </a:cubicBezTo>
                <a:lnTo>
                  <a:pt x="246089" y="19446"/>
                </a:lnTo>
                <a:cubicBezTo>
                  <a:pt x="246089" y="19182"/>
                  <a:pt x="246156" y="18950"/>
                  <a:pt x="246288" y="18752"/>
                </a:cubicBezTo>
                <a:cubicBezTo>
                  <a:pt x="246420" y="18553"/>
                  <a:pt x="246658" y="18388"/>
                  <a:pt x="247002" y="18256"/>
                </a:cubicBezTo>
                <a:cubicBezTo>
                  <a:pt x="247346" y="18123"/>
                  <a:pt x="247789" y="18024"/>
                  <a:pt x="248332" y="17958"/>
                </a:cubicBezTo>
                <a:cubicBezTo>
                  <a:pt x="248874" y="17892"/>
                  <a:pt x="249555" y="17859"/>
                  <a:pt x="250376" y="17859"/>
                </a:cubicBezTo>
                <a:cubicBezTo>
                  <a:pt x="251222" y="17859"/>
                  <a:pt x="251923" y="17892"/>
                  <a:pt x="252479" y="17958"/>
                </a:cubicBezTo>
                <a:cubicBezTo>
                  <a:pt x="253035" y="18024"/>
                  <a:pt x="253465" y="18123"/>
                  <a:pt x="253769" y="18256"/>
                </a:cubicBezTo>
                <a:cubicBezTo>
                  <a:pt x="254073" y="18388"/>
                  <a:pt x="254291" y="18553"/>
                  <a:pt x="254424" y="18752"/>
                </a:cubicBezTo>
                <a:cubicBezTo>
                  <a:pt x="254556" y="18950"/>
                  <a:pt x="254622" y="19182"/>
                  <a:pt x="254622" y="19446"/>
                </a:cubicBezTo>
                <a:lnTo>
                  <a:pt x="254622" y="23534"/>
                </a:lnTo>
                <a:cubicBezTo>
                  <a:pt x="256580" y="21404"/>
                  <a:pt x="258571" y="19807"/>
                  <a:pt x="260595" y="18742"/>
                </a:cubicBezTo>
                <a:cubicBezTo>
                  <a:pt x="262619" y="17677"/>
                  <a:pt x="264729" y="17145"/>
                  <a:pt x="266925" y="17145"/>
                </a:cubicBezTo>
                <a:cubicBezTo>
                  <a:pt x="269332" y="17145"/>
                  <a:pt x="271363" y="17542"/>
                  <a:pt x="273017" y="18336"/>
                </a:cubicBezTo>
                <a:cubicBezTo>
                  <a:pt x="274670" y="19131"/>
                  <a:pt x="276006" y="20210"/>
                  <a:pt x="277025" y="21575"/>
                </a:cubicBezTo>
                <a:cubicBezTo>
                  <a:pt x="278044" y="22938"/>
                  <a:pt x="278778" y="24534"/>
                  <a:pt x="279228" y="26362"/>
                </a:cubicBezTo>
                <a:cubicBezTo>
                  <a:pt x="279677" y="28189"/>
                  <a:pt x="279902" y="30387"/>
                  <a:pt x="279902" y="32956"/>
                </a:cubicBezTo>
                <a:lnTo>
                  <a:pt x="279902" y="54845"/>
                </a:lnTo>
                <a:close/>
                <a:moveTo>
                  <a:pt x="310113" y="51327"/>
                </a:moveTo>
                <a:cubicBezTo>
                  <a:pt x="310113" y="52497"/>
                  <a:pt x="310040" y="53394"/>
                  <a:pt x="309895" y="54019"/>
                </a:cubicBezTo>
                <a:cubicBezTo>
                  <a:pt x="309749" y="54644"/>
                  <a:pt x="309557" y="55082"/>
                  <a:pt x="309319" y="55335"/>
                </a:cubicBezTo>
                <a:cubicBezTo>
                  <a:pt x="309081" y="55587"/>
                  <a:pt x="308731" y="55813"/>
                  <a:pt x="308268" y="56012"/>
                </a:cubicBezTo>
                <a:cubicBezTo>
                  <a:pt x="307805" y="56212"/>
                  <a:pt x="307262" y="56384"/>
                  <a:pt x="306640" y="56531"/>
                </a:cubicBezTo>
                <a:cubicBezTo>
                  <a:pt x="306019" y="56677"/>
                  <a:pt x="305344" y="56790"/>
                  <a:pt x="304616" y="56869"/>
                </a:cubicBezTo>
                <a:cubicBezTo>
                  <a:pt x="303889" y="56950"/>
                  <a:pt x="303155" y="56990"/>
                  <a:pt x="302414" y="56990"/>
                </a:cubicBezTo>
                <a:cubicBezTo>
                  <a:pt x="300430" y="56990"/>
                  <a:pt x="298710" y="56738"/>
                  <a:pt x="297255" y="56236"/>
                </a:cubicBezTo>
                <a:cubicBezTo>
                  <a:pt x="295799" y="55733"/>
                  <a:pt x="294596" y="54959"/>
                  <a:pt x="293643" y="53914"/>
                </a:cubicBezTo>
                <a:cubicBezTo>
                  <a:pt x="292691" y="52869"/>
                  <a:pt x="291990" y="51553"/>
                  <a:pt x="291540" y="49965"/>
                </a:cubicBezTo>
                <a:cubicBezTo>
                  <a:pt x="291090" y="48378"/>
                  <a:pt x="290865" y="46499"/>
                  <a:pt x="290865" y="44330"/>
                </a:cubicBezTo>
                <a:lnTo>
                  <a:pt x="290865" y="26193"/>
                </a:lnTo>
                <a:lnTo>
                  <a:pt x="286619" y="26193"/>
                </a:lnTo>
                <a:cubicBezTo>
                  <a:pt x="286116" y="26193"/>
                  <a:pt x="285732" y="25882"/>
                  <a:pt x="285468" y="25260"/>
                </a:cubicBezTo>
                <a:cubicBezTo>
                  <a:pt x="285203" y="24639"/>
                  <a:pt x="285071" y="23600"/>
                  <a:pt x="285071" y="22145"/>
                </a:cubicBezTo>
                <a:cubicBezTo>
                  <a:pt x="285071" y="21378"/>
                  <a:pt x="285104" y="20730"/>
                  <a:pt x="285170" y="20200"/>
                </a:cubicBezTo>
                <a:cubicBezTo>
                  <a:pt x="285236" y="19671"/>
                  <a:pt x="285335" y="19255"/>
                  <a:pt x="285468" y="18950"/>
                </a:cubicBezTo>
                <a:cubicBezTo>
                  <a:pt x="285600" y="18646"/>
                  <a:pt x="285765" y="18428"/>
                  <a:pt x="285964" y="18295"/>
                </a:cubicBezTo>
                <a:cubicBezTo>
                  <a:pt x="286162" y="18163"/>
                  <a:pt x="286394" y="18097"/>
                  <a:pt x="286658" y="18097"/>
                </a:cubicBezTo>
                <a:lnTo>
                  <a:pt x="290865" y="18097"/>
                </a:lnTo>
                <a:lnTo>
                  <a:pt x="290865" y="10167"/>
                </a:lnTo>
                <a:cubicBezTo>
                  <a:pt x="290865" y="9901"/>
                  <a:pt x="290938" y="9662"/>
                  <a:pt x="291083" y="9449"/>
                </a:cubicBezTo>
                <a:cubicBezTo>
                  <a:pt x="291229" y="9237"/>
                  <a:pt x="291493" y="9058"/>
                  <a:pt x="291877" y="8912"/>
                </a:cubicBezTo>
                <a:cubicBezTo>
                  <a:pt x="292261" y="8766"/>
                  <a:pt x="292777" y="8659"/>
                  <a:pt x="293425" y="8593"/>
                </a:cubicBezTo>
                <a:cubicBezTo>
                  <a:pt x="294073" y="8526"/>
                  <a:pt x="294873" y="8493"/>
                  <a:pt x="295826" y="8493"/>
                </a:cubicBezTo>
                <a:cubicBezTo>
                  <a:pt x="296805" y="8493"/>
                  <a:pt x="297618" y="8526"/>
                  <a:pt x="298267" y="8593"/>
                </a:cubicBezTo>
                <a:cubicBezTo>
                  <a:pt x="298915" y="8659"/>
                  <a:pt x="299424" y="8766"/>
                  <a:pt x="299795" y="8912"/>
                </a:cubicBezTo>
                <a:cubicBezTo>
                  <a:pt x="300165" y="9058"/>
                  <a:pt x="300430" y="9237"/>
                  <a:pt x="300588" y="9449"/>
                </a:cubicBezTo>
                <a:cubicBezTo>
                  <a:pt x="300747" y="9662"/>
                  <a:pt x="300826" y="9901"/>
                  <a:pt x="300826" y="10167"/>
                </a:cubicBezTo>
                <a:lnTo>
                  <a:pt x="300826" y="18097"/>
                </a:lnTo>
                <a:lnTo>
                  <a:pt x="308526" y="18097"/>
                </a:lnTo>
                <a:cubicBezTo>
                  <a:pt x="308790" y="18097"/>
                  <a:pt x="309022" y="18163"/>
                  <a:pt x="309220" y="18295"/>
                </a:cubicBezTo>
                <a:cubicBezTo>
                  <a:pt x="309418" y="18428"/>
                  <a:pt x="309584" y="18646"/>
                  <a:pt x="309716" y="18950"/>
                </a:cubicBezTo>
                <a:cubicBezTo>
                  <a:pt x="309848" y="19255"/>
                  <a:pt x="309948" y="19671"/>
                  <a:pt x="310014" y="20200"/>
                </a:cubicBezTo>
                <a:cubicBezTo>
                  <a:pt x="310080" y="20730"/>
                  <a:pt x="310113" y="21378"/>
                  <a:pt x="310113" y="22145"/>
                </a:cubicBezTo>
                <a:cubicBezTo>
                  <a:pt x="310113" y="23600"/>
                  <a:pt x="309981" y="24639"/>
                  <a:pt x="309716" y="25260"/>
                </a:cubicBezTo>
                <a:cubicBezTo>
                  <a:pt x="309452" y="25882"/>
                  <a:pt x="309068" y="26193"/>
                  <a:pt x="308565" y="26193"/>
                </a:cubicBezTo>
                <a:lnTo>
                  <a:pt x="300826" y="26193"/>
                </a:lnTo>
                <a:lnTo>
                  <a:pt x="300826" y="42792"/>
                </a:lnTo>
                <a:cubicBezTo>
                  <a:pt x="300826" y="44720"/>
                  <a:pt x="301131" y="46166"/>
                  <a:pt x="301739" y="47130"/>
                </a:cubicBezTo>
                <a:cubicBezTo>
                  <a:pt x="302348" y="48094"/>
                  <a:pt x="303432" y="48576"/>
                  <a:pt x="304993" y="48576"/>
                </a:cubicBezTo>
                <a:cubicBezTo>
                  <a:pt x="305523" y="48576"/>
                  <a:pt x="305999" y="48530"/>
                  <a:pt x="306422" y="48437"/>
                </a:cubicBezTo>
                <a:cubicBezTo>
                  <a:pt x="306845" y="48345"/>
                  <a:pt x="307223" y="48239"/>
                  <a:pt x="307553" y="48120"/>
                </a:cubicBezTo>
                <a:cubicBezTo>
                  <a:pt x="307884" y="48001"/>
                  <a:pt x="308162" y="47895"/>
                  <a:pt x="308387" y="47802"/>
                </a:cubicBezTo>
                <a:cubicBezTo>
                  <a:pt x="308612" y="47710"/>
                  <a:pt x="308817" y="47663"/>
                  <a:pt x="309002" y="47663"/>
                </a:cubicBezTo>
                <a:cubicBezTo>
                  <a:pt x="309161" y="47663"/>
                  <a:pt x="309313" y="47710"/>
                  <a:pt x="309458" y="47802"/>
                </a:cubicBezTo>
                <a:cubicBezTo>
                  <a:pt x="309604" y="47895"/>
                  <a:pt x="309716" y="48080"/>
                  <a:pt x="309796" y="48359"/>
                </a:cubicBezTo>
                <a:cubicBezTo>
                  <a:pt x="309875" y="48637"/>
                  <a:pt x="309948" y="49015"/>
                  <a:pt x="310014" y="49494"/>
                </a:cubicBezTo>
                <a:cubicBezTo>
                  <a:pt x="310080" y="49972"/>
                  <a:pt x="310113" y="50583"/>
                  <a:pt x="310113" y="51327"/>
                </a:cubicBezTo>
                <a:close/>
                <a:moveTo>
                  <a:pt x="342569" y="44860"/>
                </a:moveTo>
                <a:cubicBezTo>
                  <a:pt x="342569" y="46875"/>
                  <a:pt x="342192" y="48652"/>
                  <a:pt x="341438" y="50190"/>
                </a:cubicBezTo>
                <a:cubicBezTo>
                  <a:pt x="340684" y="51727"/>
                  <a:pt x="339619" y="53012"/>
                  <a:pt x="338244" y="54047"/>
                </a:cubicBezTo>
                <a:cubicBezTo>
                  <a:pt x="336868" y="55080"/>
                  <a:pt x="335241" y="55855"/>
                  <a:pt x="333362" y="56372"/>
                </a:cubicBezTo>
                <a:cubicBezTo>
                  <a:pt x="331484" y="56890"/>
                  <a:pt x="329447" y="57148"/>
                  <a:pt x="327251" y="57148"/>
                </a:cubicBezTo>
                <a:cubicBezTo>
                  <a:pt x="325928" y="57148"/>
                  <a:pt x="324664" y="57048"/>
                  <a:pt x="323460" y="56847"/>
                </a:cubicBezTo>
                <a:cubicBezTo>
                  <a:pt x="322257" y="56646"/>
                  <a:pt x="321179" y="56392"/>
                  <a:pt x="320226" y="56084"/>
                </a:cubicBezTo>
                <a:cubicBezTo>
                  <a:pt x="319274" y="55776"/>
                  <a:pt x="318480" y="55461"/>
                  <a:pt x="317845" y="55140"/>
                </a:cubicBezTo>
                <a:cubicBezTo>
                  <a:pt x="317210" y="54819"/>
                  <a:pt x="316747" y="54518"/>
                  <a:pt x="316456" y="54236"/>
                </a:cubicBezTo>
                <a:cubicBezTo>
                  <a:pt x="316165" y="53955"/>
                  <a:pt x="315940" y="53515"/>
                  <a:pt x="315781" y="52917"/>
                </a:cubicBezTo>
                <a:cubicBezTo>
                  <a:pt x="315622" y="52318"/>
                  <a:pt x="315543" y="51434"/>
                  <a:pt x="315543" y="50263"/>
                </a:cubicBezTo>
                <a:cubicBezTo>
                  <a:pt x="315543" y="49491"/>
                  <a:pt x="315570" y="48873"/>
                  <a:pt x="315622" y="48407"/>
                </a:cubicBezTo>
                <a:cubicBezTo>
                  <a:pt x="315675" y="47942"/>
                  <a:pt x="315755" y="47569"/>
                  <a:pt x="315861" y="47290"/>
                </a:cubicBezTo>
                <a:cubicBezTo>
                  <a:pt x="315966" y="47011"/>
                  <a:pt x="316099" y="46825"/>
                  <a:pt x="316257" y="46732"/>
                </a:cubicBezTo>
                <a:cubicBezTo>
                  <a:pt x="316416" y="46639"/>
                  <a:pt x="316615" y="46592"/>
                  <a:pt x="316853" y="46592"/>
                </a:cubicBezTo>
                <a:cubicBezTo>
                  <a:pt x="317144" y="46592"/>
                  <a:pt x="317574" y="46759"/>
                  <a:pt x="318143" y="47094"/>
                </a:cubicBezTo>
                <a:cubicBezTo>
                  <a:pt x="318711" y="47429"/>
                  <a:pt x="319419" y="47797"/>
                  <a:pt x="320266" y="48199"/>
                </a:cubicBezTo>
                <a:cubicBezTo>
                  <a:pt x="321112" y="48601"/>
                  <a:pt x="322098" y="48976"/>
                  <a:pt x="323222" y="49324"/>
                </a:cubicBezTo>
                <a:cubicBezTo>
                  <a:pt x="324347" y="49672"/>
                  <a:pt x="325623" y="49846"/>
                  <a:pt x="327052" y="49846"/>
                </a:cubicBezTo>
                <a:cubicBezTo>
                  <a:pt x="327952" y="49846"/>
                  <a:pt x="328752" y="49754"/>
                  <a:pt x="329453" y="49570"/>
                </a:cubicBezTo>
                <a:cubicBezTo>
                  <a:pt x="330154" y="49385"/>
                  <a:pt x="330763" y="49122"/>
                  <a:pt x="331279" y="48780"/>
                </a:cubicBezTo>
                <a:cubicBezTo>
                  <a:pt x="331795" y="48436"/>
                  <a:pt x="332185" y="48001"/>
                  <a:pt x="332449" y="47475"/>
                </a:cubicBezTo>
                <a:cubicBezTo>
                  <a:pt x="332714" y="46948"/>
                  <a:pt x="332846" y="46342"/>
                  <a:pt x="332846" y="45657"/>
                </a:cubicBezTo>
                <a:cubicBezTo>
                  <a:pt x="332846" y="44861"/>
                  <a:pt x="332602" y="44179"/>
                  <a:pt x="332112" y="43609"/>
                </a:cubicBezTo>
                <a:cubicBezTo>
                  <a:pt x="331623" y="43039"/>
                  <a:pt x="330974" y="42541"/>
                  <a:pt x="330167" y="42117"/>
                </a:cubicBezTo>
                <a:cubicBezTo>
                  <a:pt x="329361" y="41693"/>
                  <a:pt x="328448" y="41295"/>
                  <a:pt x="327429" y="40924"/>
                </a:cubicBezTo>
                <a:cubicBezTo>
                  <a:pt x="326411" y="40553"/>
                  <a:pt x="325365" y="40142"/>
                  <a:pt x="324294" y="39691"/>
                </a:cubicBezTo>
                <a:cubicBezTo>
                  <a:pt x="323222" y="39241"/>
                  <a:pt x="322177" y="38724"/>
                  <a:pt x="321159" y="38141"/>
                </a:cubicBezTo>
                <a:cubicBezTo>
                  <a:pt x="320140" y="37557"/>
                  <a:pt x="319227" y="36841"/>
                  <a:pt x="318420" y="35993"/>
                </a:cubicBezTo>
                <a:cubicBezTo>
                  <a:pt x="317613" y="35145"/>
                  <a:pt x="316965" y="34124"/>
                  <a:pt x="316476" y="32932"/>
                </a:cubicBezTo>
                <a:cubicBezTo>
                  <a:pt x="315986" y="31739"/>
                  <a:pt x="315741" y="30308"/>
                  <a:pt x="315741" y="28637"/>
                </a:cubicBezTo>
                <a:cubicBezTo>
                  <a:pt x="315741" y="26940"/>
                  <a:pt x="316072" y="25382"/>
                  <a:pt x="316734" y="23964"/>
                </a:cubicBezTo>
                <a:cubicBezTo>
                  <a:pt x="317395" y="22546"/>
                  <a:pt x="318348" y="21334"/>
                  <a:pt x="319591" y="20327"/>
                </a:cubicBezTo>
                <a:cubicBezTo>
                  <a:pt x="320835" y="19319"/>
                  <a:pt x="322349" y="18537"/>
                  <a:pt x="324135" y="17980"/>
                </a:cubicBezTo>
                <a:cubicBezTo>
                  <a:pt x="325921" y="17423"/>
                  <a:pt x="327925" y="17145"/>
                  <a:pt x="330148" y="17145"/>
                </a:cubicBezTo>
                <a:cubicBezTo>
                  <a:pt x="331259" y="17145"/>
                  <a:pt x="332337" y="17224"/>
                  <a:pt x="333382" y="17383"/>
                </a:cubicBezTo>
                <a:cubicBezTo>
                  <a:pt x="334427" y="17541"/>
                  <a:pt x="335373" y="17740"/>
                  <a:pt x="336220" y="17978"/>
                </a:cubicBezTo>
                <a:cubicBezTo>
                  <a:pt x="337066" y="18216"/>
                  <a:pt x="337781" y="18474"/>
                  <a:pt x="338363" y="18752"/>
                </a:cubicBezTo>
                <a:cubicBezTo>
                  <a:pt x="338945" y="19030"/>
                  <a:pt x="339361" y="19268"/>
                  <a:pt x="339613" y="19466"/>
                </a:cubicBezTo>
                <a:cubicBezTo>
                  <a:pt x="339864" y="19665"/>
                  <a:pt x="340043" y="19863"/>
                  <a:pt x="340149" y="20061"/>
                </a:cubicBezTo>
                <a:cubicBezTo>
                  <a:pt x="340254" y="20260"/>
                  <a:pt x="340334" y="20498"/>
                  <a:pt x="340387" y="20776"/>
                </a:cubicBezTo>
                <a:cubicBezTo>
                  <a:pt x="340440" y="21054"/>
                  <a:pt x="340486" y="21398"/>
                  <a:pt x="340526" y="21808"/>
                </a:cubicBezTo>
                <a:cubicBezTo>
                  <a:pt x="340565" y="22218"/>
                  <a:pt x="340585" y="22727"/>
                  <a:pt x="340585" y="23336"/>
                </a:cubicBezTo>
                <a:cubicBezTo>
                  <a:pt x="340585" y="24050"/>
                  <a:pt x="340565" y="24632"/>
                  <a:pt x="340526" y="25082"/>
                </a:cubicBezTo>
                <a:cubicBezTo>
                  <a:pt x="340486" y="25532"/>
                  <a:pt x="340420" y="25889"/>
                  <a:pt x="340327" y="26153"/>
                </a:cubicBezTo>
                <a:cubicBezTo>
                  <a:pt x="340235" y="26418"/>
                  <a:pt x="340109" y="26596"/>
                  <a:pt x="339950" y="26689"/>
                </a:cubicBezTo>
                <a:cubicBezTo>
                  <a:pt x="339791" y="26782"/>
                  <a:pt x="339606" y="26828"/>
                  <a:pt x="339395" y="26828"/>
                </a:cubicBezTo>
                <a:cubicBezTo>
                  <a:pt x="339156" y="26828"/>
                  <a:pt x="338786" y="26689"/>
                  <a:pt x="338283" y="26411"/>
                </a:cubicBezTo>
                <a:cubicBezTo>
                  <a:pt x="337781" y="26133"/>
                  <a:pt x="337152" y="25836"/>
                  <a:pt x="336398" y="25518"/>
                </a:cubicBezTo>
                <a:cubicBezTo>
                  <a:pt x="335644" y="25201"/>
                  <a:pt x="334771" y="24903"/>
                  <a:pt x="333779" y="24625"/>
                </a:cubicBezTo>
                <a:cubicBezTo>
                  <a:pt x="332787" y="24348"/>
                  <a:pt x="331656" y="24209"/>
                  <a:pt x="330386" y="24209"/>
                </a:cubicBezTo>
                <a:cubicBezTo>
                  <a:pt x="329486" y="24209"/>
                  <a:pt x="328706" y="24302"/>
                  <a:pt x="328044" y="24489"/>
                </a:cubicBezTo>
                <a:cubicBezTo>
                  <a:pt x="327383" y="24675"/>
                  <a:pt x="326840" y="24941"/>
                  <a:pt x="326417" y="25286"/>
                </a:cubicBezTo>
                <a:cubicBezTo>
                  <a:pt x="325994" y="25632"/>
                  <a:pt x="325676" y="26038"/>
                  <a:pt x="325465" y="26503"/>
                </a:cubicBezTo>
                <a:cubicBezTo>
                  <a:pt x="325253" y="26969"/>
                  <a:pt x="325147" y="27468"/>
                  <a:pt x="325147" y="28000"/>
                </a:cubicBezTo>
                <a:cubicBezTo>
                  <a:pt x="325147" y="28822"/>
                  <a:pt x="325399" y="29511"/>
                  <a:pt x="325901" y="30069"/>
                </a:cubicBezTo>
                <a:cubicBezTo>
                  <a:pt x="326404" y="30625"/>
                  <a:pt x="327065" y="31115"/>
                  <a:pt x="327886" y="31540"/>
                </a:cubicBezTo>
                <a:cubicBezTo>
                  <a:pt x="328706" y="31964"/>
                  <a:pt x="329638" y="32361"/>
                  <a:pt x="330683" y="32733"/>
                </a:cubicBezTo>
                <a:cubicBezTo>
                  <a:pt x="331728" y="33104"/>
                  <a:pt x="332787" y="33508"/>
                  <a:pt x="333858" y="33945"/>
                </a:cubicBezTo>
                <a:cubicBezTo>
                  <a:pt x="334930" y="34383"/>
                  <a:pt x="335988" y="34893"/>
                  <a:pt x="337033" y="35476"/>
                </a:cubicBezTo>
                <a:cubicBezTo>
                  <a:pt x="338078" y="36059"/>
                  <a:pt x="339011" y="36775"/>
                  <a:pt x="339831" y="37624"/>
                </a:cubicBezTo>
                <a:cubicBezTo>
                  <a:pt x="340651" y="38472"/>
                  <a:pt x="341313" y="39486"/>
                  <a:pt x="341815" y="40666"/>
                </a:cubicBezTo>
                <a:cubicBezTo>
                  <a:pt x="342318" y="41845"/>
                  <a:pt x="342569" y="43243"/>
                  <a:pt x="342569" y="44860"/>
                </a:cubicBezTo>
                <a:close/>
                <a:moveTo>
                  <a:pt x="365535" y="66274"/>
                </a:moveTo>
                <a:cubicBezTo>
                  <a:pt x="365535" y="66857"/>
                  <a:pt x="365449" y="67360"/>
                  <a:pt x="365277" y="67783"/>
                </a:cubicBezTo>
                <a:cubicBezTo>
                  <a:pt x="365105" y="68206"/>
                  <a:pt x="364887" y="68550"/>
                  <a:pt x="364622" y="68815"/>
                </a:cubicBezTo>
                <a:cubicBezTo>
                  <a:pt x="364358" y="69080"/>
                  <a:pt x="364040" y="69279"/>
                  <a:pt x="363670" y="69411"/>
                </a:cubicBezTo>
                <a:cubicBezTo>
                  <a:pt x="363300" y="69544"/>
                  <a:pt x="362889" y="69610"/>
                  <a:pt x="362440" y="69610"/>
                </a:cubicBezTo>
                <a:lnTo>
                  <a:pt x="350137" y="69610"/>
                </a:lnTo>
                <a:cubicBezTo>
                  <a:pt x="349687" y="69610"/>
                  <a:pt x="349343" y="69345"/>
                  <a:pt x="349105" y="68816"/>
                </a:cubicBezTo>
                <a:cubicBezTo>
                  <a:pt x="348867" y="68287"/>
                  <a:pt x="348748" y="67361"/>
                  <a:pt x="348748" y="66038"/>
                </a:cubicBezTo>
                <a:cubicBezTo>
                  <a:pt x="348748" y="65350"/>
                  <a:pt x="348781" y="64781"/>
                  <a:pt x="348847" y="64332"/>
                </a:cubicBezTo>
                <a:cubicBezTo>
                  <a:pt x="348913" y="63882"/>
                  <a:pt x="349006" y="63511"/>
                  <a:pt x="349125" y="63220"/>
                </a:cubicBezTo>
                <a:cubicBezTo>
                  <a:pt x="349244" y="62929"/>
                  <a:pt x="349389" y="62731"/>
                  <a:pt x="349561" y="62625"/>
                </a:cubicBezTo>
                <a:cubicBezTo>
                  <a:pt x="349733" y="62519"/>
                  <a:pt x="349925" y="62466"/>
                  <a:pt x="350137" y="62466"/>
                </a:cubicBezTo>
                <a:lnTo>
                  <a:pt x="356169" y="62466"/>
                </a:lnTo>
                <a:lnTo>
                  <a:pt x="356169" y="7144"/>
                </a:lnTo>
                <a:lnTo>
                  <a:pt x="350137" y="7144"/>
                </a:lnTo>
                <a:cubicBezTo>
                  <a:pt x="349687" y="7144"/>
                  <a:pt x="349343" y="6886"/>
                  <a:pt x="349105" y="6370"/>
                </a:cubicBezTo>
                <a:cubicBezTo>
                  <a:pt x="348867" y="5854"/>
                  <a:pt x="348748" y="4921"/>
                  <a:pt x="348748" y="3572"/>
                </a:cubicBezTo>
                <a:cubicBezTo>
                  <a:pt x="348748" y="2884"/>
                  <a:pt x="348781" y="2315"/>
                  <a:pt x="348847" y="1865"/>
                </a:cubicBezTo>
                <a:cubicBezTo>
                  <a:pt x="348913" y="1415"/>
                  <a:pt x="349006" y="1052"/>
                  <a:pt x="349125" y="774"/>
                </a:cubicBezTo>
                <a:cubicBezTo>
                  <a:pt x="349244" y="496"/>
                  <a:pt x="349389" y="298"/>
                  <a:pt x="349561" y="179"/>
                </a:cubicBezTo>
                <a:cubicBezTo>
                  <a:pt x="349733" y="60"/>
                  <a:pt x="349925" y="0"/>
                  <a:pt x="350137" y="0"/>
                </a:cubicBezTo>
                <a:lnTo>
                  <a:pt x="362440" y="0"/>
                </a:lnTo>
                <a:cubicBezTo>
                  <a:pt x="362889" y="0"/>
                  <a:pt x="363300" y="60"/>
                  <a:pt x="363670" y="179"/>
                </a:cubicBezTo>
                <a:cubicBezTo>
                  <a:pt x="364040" y="298"/>
                  <a:pt x="364358" y="496"/>
                  <a:pt x="364622" y="775"/>
                </a:cubicBezTo>
                <a:cubicBezTo>
                  <a:pt x="364887" y="1053"/>
                  <a:pt x="365105" y="1403"/>
                  <a:pt x="365277" y="1827"/>
                </a:cubicBezTo>
                <a:cubicBezTo>
                  <a:pt x="365449" y="2250"/>
                  <a:pt x="365535" y="2740"/>
                  <a:pt x="365535" y="3296"/>
                </a:cubicBezTo>
                <a:lnTo>
                  <a:pt x="365535" y="662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Basedonthesedetails,yourtaskisto">
            <a:extLst xmlns:a="http://schemas.openxmlformats.org/drawingml/2006/main">
              <a:ext uri="{FF2B5EF4-FFF2-40B4-BE49-F238E27FC236}">
                <a16:creationId xmlns:a16="http://schemas.microsoft.com/office/drawing/2014/main" id="{7D223DC7-0532-4BDA-9B16-23AA587A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224" y="746945"/>
            <a:ext cx="1225229" cy="69769"/>
          </a:xfrm>
          <a:custGeom xmlns:a="http://schemas.openxmlformats.org/drawingml/2006/main">
            <a:pathLst>
              <a:path w="1225229" h="69769">
                <a:moveTo>
                  <a:pt x="33852" y="40599"/>
                </a:moveTo>
                <a:cubicBezTo>
                  <a:pt x="33852" y="42213"/>
                  <a:pt x="33647" y="43701"/>
                  <a:pt x="33237" y="45064"/>
                </a:cubicBezTo>
                <a:cubicBezTo>
                  <a:pt x="32827" y="46426"/>
                  <a:pt x="32252" y="47650"/>
                  <a:pt x="31511" y="48735"/>
                </a:cubicBezTo>
                <a:cubicBezTo>
                  <a:pt x="30770" y="49820"/>
                  <a:pt x="29877" y="50772"/>
                  <a:pt x="28832" y="51592"/>
                </a:cubicBezTo>
                <a:cubicBezTo>
                  <a:pt x="27787" y="52412"/>
                  <a:pt x="26610" y="53100"/>
                  <a:pt x="25300" y="53656"/>
                </a:cubicBezTo>
                <a:cubicBezTo>
                  <a:pt x="23990" y="54212"/>
                  <a:pt x="22588" y="54628"/>
                  <a:pt x="21093" y="54906"/>
                </a:cubicBezTo>
                <a:cubicBezTo>
                  <a:pt x="19598" y="55184"/>
                  <a:pt x="17885" y="55323"/>
                  <a:pt x="15954" y="55323"/>
                </a:cubicBezTo>
                <a:lnTo>
                  <a:pt x="2540" y="55323"/>
                </a:lnTo>
                <a:cubicBezTo>
                  <a:pt x="1931" y="55323"/>
                  <a:pt x="1356" y="55118"/>
                  <a:pt x="814" y="54708"/>
                </a:cubicBezTo>
                <a:cubicBezTo>
                  <a:pt x="271" y="54298"/>
                  <a:pt x="0" y="53577"/>
                  <a:pt x="0" y="52545"/>
                </a:cubicBezTo>
                <a:lnTo>
                  <a:pt x="0" y="6747"/>
                </a:lnTo>
                <a:cubicBezTo>
                  <a:pt x="0" y="5715"/>
                  <a:pt x="271" y="4994"/>
                  <a:pt x="814" y="4584"/>
                </a:cubicBezTo>
                <a:cubicBezTo>
                  <a:pt x="1356" y="4174"/>
                  <a:pt x="1931" y="3969"/>
                  <a:pt x="2540" y="3969"/>
                </a:cubicBezTo>
                <a:lnTo>
                  <a:pt x="14208" y="3969"/>
                </a:lnTo>
                <a:cubicBezTo>
                  <a:pt x="17277" y="3969"/>
                  <a:pt x="19790" y="4260"/>
                  <a:pt x="21748" y="4842"/>
                </a:cubicBezTo>
                <a:cubicBezTo>
                  <a:pt x="23706" y="5424"/>
                  <a:pt x="25340" y="6270"/>
                  <a:pt x="26649" y="7382"/>
                </a:cubicBezTo>
                <a:cubicBezTo>
                  <a:pt x="27959" y="8493"/>
                  <a:pt x="28945" y="9855"/>
                  <a:pt x="29606" y="11469"/>
                </a:cubicBezTo>
                <a:cubicBezTo>
                  <a:pt x="30267" y="13083"/>
                  <a:pt x="30598" y="14909"/>
                  <a:pt x="30598" y="16946"/>
                </a:cubicBezTo>
                <a:cubicBezTo>
                  <a:pt x="30598" y="18163"/>
                  <a:pt x="30453" y="19327"/>
                  <a:pt x="30162" y="20438"/>
                </a:cubicBezTo>
                <a:cubicBezTo>
                  <a:pt x="29871" y="21550"/>
                  <a:pt x="29441" y="22575"/>
                  <a:pt x="28872" y="23514"/>
                </a:cubicBezTo>
                <a:cubicBezTo>
                  <a:pt x="28303" y="24453"/>
                  <a:pt x="27589" y="25293"/>
                  <a:pt x="26729" y="26034"/>
                </a:cubicBezTo>
                <a:cubicBezTo>
                  <a:pt x="25869" y="26775"/>
                  <a:pt x="24883" y="27384"/>
                  <a:pt x="23772" y="27860"/>
                </a:cubicBezTo>
                <a:cubicBezTo>
                  <a:pt x="25174" y="28124"/>
                  <a:pt x="26484" y="28607"/>
                  <a:pt x="27701" y="29308"/>
                </a:cubicBezTo>
                <a:cubicBezTo>
                  <a:pt x="28918" y="30010"/>
                  <a:pt x="29983" y="30902"/>
                  <a:pt x="30896" y="31987"/>
                </a:cubicBezTo>
                <a:cubicBezTo>
                  <a:pt x="31809" y="33072"/>
                  <a:pt x="32530" y="34342"/>
                  <a:pt x="33059" y="35797"/>
                </a:cubicBezTo>
                <a:cubicBezTo>
                  <a:pt x="33588" y="37252"/>
                  <a:pt x="33852" y="38853"/>
                  <a:pt x="33852" y="40599"/>
                </a:cubicBezTo>
                <a:moveTo>
                  <a:pt x="23574" y="17621"/>
                </a:moveTo>
                <a:cubicBezTo>
                  <a:pt x="23574" y="16377"/>
                  <a:pt x="23402" y="15253"/>
                  <a:pt x="23058" y="14247"/>
                </a:cubicBezTo>
                <a:cubicBezTo>
                  <a:pt x="22714" y="13242"/>
                  <a:pt x="22171" y="12389"/>
                  <a:pt x="21431" y="11688"/>
                </a:cubicBezTo>
                <a:cubicBezTo>
                  <a:pt x="20690" y="10987"/>
                  <a:pt x="19724" y="10451"/>
                  <a:pt x="18534" y="10080"/>
                </a:cubicBezTo>
                <a:cubicBezTo>
                  <a:pt x="17343" y="9710"/>
                  <a:pt x="15769" y="9525"/>
                  <a:pt x="13811" y="9525"/>
                </a:cubicBezTo>
                <a:lnTo>
                  <a:pt x="6747" y="9525"/>
                </a:lnTo>
                <a:lnTo>
                  <a:pt x="6747" y="26153"/>
                </a:lnTo>
                <a:lnTo>
                  <a:pt x="14525" y="26153"/>
                </a:lnTo>
                <a:cubicBezTo>
                  <a:pt x="16298" y="26153"/>
                  <a:pt x="17727" y="25922"/>
                  <a:pt x="18811" y="25459"/>
                </a:cubicBezTo>
                <a:cubicBezTo>
                  <a:pt x="19896" y="24996"/>
                  <a:pt x="20796" y="24374"/>
                  <a:pt x="21510" y="23594"/>
                </a:cubicBezTo>
                <a:cubicBezTo>
                  <a:pt x="22224" y="22813"/>
                  <a:pt x="22747" y="21900"/>
                  <a:pt x="23078" y="20855"/>
                </a:cubicBezTo>
                <a:cubicBezTo>
                  <a:pt x="23408" y="19810"/>
                  <a:pt x="23574" y="18732"/>
                  <a:pt x="23574" y="17621"/>
                </a:cubicBezTo>
                <a:moveTo>
                  <a:pt x="26669" y="40996"/>
                </a:moveTo>
                <a:cubicBezTo>
                  <a:pt x="26669" y="39461"/>
                  <a:pt x="26425" y="38112"/>
                  <a:pt x="25935" y="36948"/>
                </a:cubicBezTo>
                <a:cubicBezTo>
                  <a:pt x="25446" y="35784"/>
                  <a:pt x="24731" y="34805"/>
                  <a:pt x="23792" y="34011"/>
                </a:cubicBezTo>
                <a:cubicBezTo>
                  <a:pt x="22853" y="33217"/>
                  <a:pt x="21675" y="32616"/>
                  <a:pt x="20260" y="32205"/>
                </a:cubicBezTo>
                <a:cubicBezTo>
                  <a:pt x="18844" y="31795"/>
                  <a:pt x="17065" y="31590"/>
                  <a:pt x="14922" y="31590"/>
                </a:cubicBezTo>
                <a:lnTo>
                  <a:pt x="6747" y="31590"/>
                </a:lnTo>
                <a:lnTo>
                  <a:pt x="6747" y="49687"/>
                </a:lnTo>
                <a:lnTo>
                  <a:pt x="16668" y="49687"/>
                </a:lnTo>
                <a:cubicBezTo>
                  <a:pt x="18229" y="49687"/>
                  <a:pt x="19592" y="49502"/>
                  <a:pt x="20756" y="49132"/>
                </a:cubicBezTo>
                <a:cubicBezTo>
                  <a:pt x="21920" y="48761"/>
                  <a:pt x="22945" y="48212"/>
                  <a:pt x="23832" y="47485"/>
                </a:cubicBezTo>
                <a:cubicBezTo>
                  <a:pt x="24718" y="46757"/>
                  <a:pt x="25413" y="45851"/>
                  <a:pt x="25915" y="44766"/>
                </a:cubicBezTo>
                <a:cubicBezTo>
                  <a:pt x="26418" y="43681"/>
                  <a:pt x="26669" y="42425"/>
                  <a:pt x="26669" y="40996"/>
                </a:cubicBezTo>
                <a:close/>
                <a:moveTo>
                  <a:pt x="70612" y="54370"/>
                </a:moveTo>
                <a:cubicBezTo>
                  <a:pt x="70612" y="54688"/>
                  <a:pt x="70506" y="54926"/>
                  <a:pt x="70295" y="55085"/>
                </a:cubicBezTo>
                <a:cubicBezTo>
                  <a:pt x="70083" y="55243"/>
                  <a:pt x="69792" y="55362"/>
                  <a:pt x="69422" y="55442"/>
                </a:cubicBezTo>
                <a:cubicBezTo>
                  <a:pt x="69051" y="55521"/>
                  <a:pt x="68509" y="55561"/>
                  <a:pt x="67795" y="55561"/>
                </a:cubicBezTo>
                <a:cubicBezTo>
                  <a:pt x="67107" y="55561"/>
                  <a:pt x="66558" y="55521"/>
                  <a:pt x="66148" y="55442"/>
                </a:cubicBezTo>
                <a:cubicBezTo>
                  <a:pt x="65737" y="55362"/>
                  <a:pt x="65440" y="55243"/>
                  <a:pt x="65255" y="55085"/>
                </a:cubicBezTo>
                <a:cubicBezTo>
                  <a:pt x="65069" y="54926"/>
                  <a:pt x="64977" y="54688"/>
                  <a:pt x="64977" y="54370"/>
                </a:cubicBezTo>
                <a:lnTo>
                  <a:pt x="64977" y="50799"/>
                </a:lnTo>
                <a:cubicBezTo>
                  <a:pt x="63416" y="52465"/>
                  <a:pt x="61676" y="53768"/>
                  <a:pt x="59758" y="54708"/>
                </a:cubicBezTo>
                <a:cubicBezTo>
                  <a:pt x="57840" y="55647"/>
                  <a:pt x="55809" y="56117"/>
                  <a:pt x="53666" y="56117"/>
                </a:cubicBezTo>
                <a:cubicBezTo>
                  <a:pt x="51788" y="56117"/>
                  <a:pt x="50088" y="55871"/>
                  <a:pt x="48567" y="55380"/>
                </a:cubicBezTo>
                <a:cubicBezTo>
                  <a:pt x="47045" y="54889"/>
                  <a:pt x="45749" y="54179"/>
                  <a:pt x="44677" y="53249"/>
                </a:cubicBezTo>
                <a:cubicBezTo>
                  <a:pt x="43606" y="52320"/>
                  <a:pt x="42772" y="51178"/>
                  <a:pt x="42177" y="49825"/>
                </a:cubicBezTo>
                <a:cubicBezTo>
                  <a:pt x="41582" y="48471"/>
                  <a:pt x="41284" y="46930"/>
                  <a:pt x="41284" y="45204"/>
                </a:cubicBezTo>
                <a:cubicBezTo>
                  <a:pt x="41284" y="43187"/>
                  <a:pt x="41694" y="41435"/>
                  <a:pt x="42514" y="39948"/>
                </a:cubicBezTo>
                <a:cubicBezTo>
                  <a:pt x="43335" y="38461"/>
                  <a:pt x="44512" y="37226"/>
                  <a:pt x="46046" y="36244"/>
                </a:cubicBezTo>
                <a:cubicBezTo>
                  <a:pt x="47581" y="35261"/>
                  <a:pt x="49459" y="34525"/>
                  <a:pt x="51682" y="34034"/>
                </a:cubicBezTo>
                <a:cubicBezTo>
                  <a:pt x="53904" y="33542"/>
                  <a:pt x="56405" y="33297"/>
                  <a:pt x="59183" y="33297"/>
                </a:cubicBezTo>
                <a:lnTo>
                  <a:pt x="64104" y="33297"/>
                </a:lnTo>
                <a:lnTo>
                  <a:pt x="64104" y="30529"/>
                </a:lnTo>
                <a:cubicBezTo>
                  <a:pt x="64104" y="29158"/>
                  <a:pt x="63958" y="27945"/>
                  <a:pt x="63667" y="26891"/>
                </a:cubicBezTo>
                <a:cubicBezTo>
                  <a:pt x="63376" y="25836"/>
                  <a:pt x="62907" y="24959"/>
                  <a:pt x="62258" y="24261"/>
                </a:cubicBezTo>
                <a:cubicBezTo>
                  <a:pt x="61610" y="23562"/>
                  <a:pt x="60770" y="23035"/>
                  <a:pt x="59738" y="22680"/>
                </a:cubicBezTo>
                <a:cubicBezTo>
                  <a:pt x="58706" y="22323"/>
                  <a:pt x="57436" y="22145"/>
                  <a:pt x="55928" y="22145"/>
                </a:cubicBezTo>
                <a:cubicBezTo>
                  <a:pt x="54314" y="22145"/>
                  <a:pt x="52866" y="22335"/>
                  <a:pt x="51583" y="22714"/>
                </a:cubicBezTo>
                <a:cubicBezTo>
                  <a:pt x="50299" y="23094"/>
                  <a:pt x="49175" y="23513"/>
                  <a:pt x="48209" y="23971"/>
                </a:cubicBezTo>
                <a:cubicBezTo>
                  <a:pt x="47244" y="24429"/>
                  <a:pt x="46437" y="24847"/>
                  <a:pt x="45788" y="25227"/>
                </a:cubicBezTo>
                <a:cubicBezTo>
                  <a:pt x="45140" y="25606"/>
                  <a:pt x="44657" y="25796"/>
                  <a:pt x="44340" y="25796"/>
                </a:cubicBezTo>
                <a:cubicBezTo>
                  <a:pt x="44128" y="25796"/>
                  <a:pt x="43943" y="25743"/>
                  <a:pt x="43784" y="25637"/>
                </a:cubicBezTo>
                <a:cubicBezTo>
                  <a:pt x="43626" y="25532"/>
                  <a:pt x="43487" y="25373"/>
                  <a:pt x="43368" y="25161"/>
                </a:cubicBezTo>
                <a:cubicBezTo>
                  <a:pt x="43249" y="24950"/>
                  <a:pt x="43163" y="24678"/>
                  <a:pt x="43110" y="24348"/>
                </a:cubicBezTo>
                <a:cubicBezTo>
                  <a:pt x="43057" y="24017"/>
                  <a:pt x="43030" y="23653"/>
                  <a:pt x="43030" y="23256"/>
                </a:cubicBezTo>
                <a:cubicBezTo>
                  <a:pt x="43030" y="22595"/>
                  <a:pt x="43077" y="22072"/>
                  <a:pt x="43169" y="21689"/>
                </a:cubicBezTo>
                <a:cubicBezTo>
                  <a:pt x="43262" y="21305"/>
                  <a:pt x="43487" y="20941"/>
                  <a:pt x="43844" y="20597"/>
                </a:cubicBezTo>
                <a:cubicBezTo>
                  <a:pt x="44201" y="20253"/>
                  <a:pt x="44816" y="19853"/>
                  <a:pt x="45689" y="19395"/>
                </a:cubicBezTo>
                <a:cubicBezTo>
                  <a:pt x="46562" y="18937"/>
                  <a:pt x="47568" y="18519"/>
                  <a:pt x="48705" y="18140"/>
                </a:cubicBezTo>
                <a:cubicBezTo>
                  <a:pt x="49843" y="17762"/>
                  <a:pt x="51087" y="17448"/>
                  <a:pt x="52436" y="17200"/>
                </a:cubicBezTo>
                <a:cubicBezTo>
                  <a:pt x="53785" y="16951"/>
                  <a:pt x="55148" y="16827"/>
                  <a:pt x="56524" y="16827"/>
                </a:cubicBezTo>
                <a:cubicBezTo>
                  <a:pt x="59090" y="16827"/>
                  <a:pt x="61273" y="17118"/>
                  <a:pt x="63072" y="17700"/>
                </a:cubicBezTo>
                <a:cubicBezTo>
                  <a:pt x="64871" y="18282"/>
                  <a:pt x="66326" y="19135"/>
                  <a:pt x="67437" y="20260"/>
                </a:cubicBezTo>
                <a:cubicBezTo>
                  <a:pt x="68549" y="21384"/>
                  <a:pt x="69356" y="22780"/>
                  <a:pt x="69858" y="24447"/>
                </a:cubicBezTo>
                <a:cubicBezTo>
                  <a:pt x="70361" y="26114"/>
                  <a:pt x="70612" y="28058"/>
                  <a:pt x="70612" y="30281"/>
                </a:cubicBezTo>
                <a:lnTo>
                  <a:pt x="70612" y="54370"/>
                </a:lnTo>
                <a:moveTo>
                  <a:pt x="64104" y="38020"/>
                </a:moveTo>
                <a:lnTo>
                  <a:pt x="58508" y="38020"/>
                </a:lnTo>
                <a:cubicBezTo>
                  <a:pt x="56709" y="38020"/>
                  <a:pt x="55148" y="38173"/>
                  <a:pt x="53825" y="38480"/>
                </a:cubicBezTo>
                <a:cubicBezTo>
                  <a:pt x="52502" y="38786"/>
                  <a:pt x="51404" y="39238"/>
                  <a:pt x="50531" y="39836"/>
                </a:cubicBezTo>
                <a:cubicBezTo>
                  <a:pt x="49658" y="40435"/>
                  <a:pt x="49016" y="41154"/>
                  <a:pt x="48606" y="41993"/>
                </a:cubicBezTo>
                <a:cubicBezTo>
                  <a:pt x="48196" y="42832"/>
                  <a:pt x="47991" y="43796"/>
                  <a:pt x="47991" y="44888"/>
                </a:cubicBezTo>
                <a:cubicBezTo>
                  <a:pt x="47991" y="46751"/>
                  <a:pt x="48580" y="48235"/>
                  <a:pt x="49757" y="49340"/>
                </a:cubicBezTo>
                <a:cubicBezTo>
                  <a:pt x="50934" y="50445"/>
                  <a:pt x="52581" y="50997"/>
                  <a:pt x="54698" y="50997"/>
                </a:cubicBezTo>
                <a:cubicBezTo>
                  <a:pt x="56418" y="50997"/>
                  <a:pt x="58012" y="50558"/>
                  <a:pt x="59480" y="49680"/>
                </a:cubicBezTo>
                <a:cubicBezTo>
                  <a:pt x="60949" y="48801"/>
                  <a:pt x="62490" y="47457"/>
                  <a:pt x="64104" y="45647"/>
                </a:cubicBezTo>
                <a:lnTo>
                  <a:pt x="64104" y="38020"/>
                </a:lnTo>
                <a:close/>
                <a:moveTo>
                  <a:pt x="105027" y="44636"/>
                </a:moveTo>
                <a:cubicBezTo>
                  <a:pt x="105027" y="46463"/>
                  <a:pt x="104690" y="48092"/>
                  <a:pt x="104015" y="49522"/>
                </a:cubicBezTo>
                <a:cubicBezTo>
                  <a:pt x="103341" y="50952"/>
                  <a:pt x="102381" y="52157"/>
                  <a:pt x="101138" y="53138"/>
                </a:cubicBezTo>
                <a:cubicBezTo>
                  <a:pt x="99894" y="54117"/>
                  <a:pt x="98413" y="54859"/>
                  <a:pt x="96693" y="55361"/>
                </a:cubicBezTo>
                <a:cubicBezTo>
                  <a:pt x="94973" y="55865"/>
                  <a:pt x="93082" y="56117"/>
                  <a:pt x="91018" y="56117"/>
                </a:cubicBezTo>
                <a:cubicBezTo>
                  <a:pt x="89748" y="56117"/>
                  <a:pt x="88537" y="56017"/>
                  <a:pt x="87387" y="55819"/>
                </a:cubicBezTo>
                <a:cubicBezTo>
                  <a:pt x="86236" y="55620"/>
                  <a:pt x="85204" y="55369"/>
                  <a:pt x="84291" y="55065"/>
                </a:cubicBezTo>
                <a:cubicBezTo>
                  <a:pt x="83378" y="54761"/>
                  <a:pt x="82604" y="54443"/>
                  <a:pt x="81969" y="54112"/>
                </a:cubicBezTo>
                <a:cubicBezTo>
                  <a:pt x="81334" y="53782"/>
                  <a:pt x="80871" y="53484"/>
                  <a:pt x="80580" y="53219"/>
                </a:cubicBezTo>
                <a:cubicBezTo>
                  <a:pt x="80289" y="52955"/>
                  <a:pt x="80078" y="52584"/>
                  <a:pt x="79945" y="52108"/>
                </a:cubicBezTo>
                <a:cubicBezTo>
                  <a:pt x="79813" y="51632"/>
                  <a:pt x="79747" y="50984"/>
                  <a:pt x="79747" y="50164"/>
                </a:cubicBezTo>
                <a:cubicBezTo>
                  <a:pt x="79747" y="49661"/>
                  <a:pt x="79773" y="49238"/>
                  <a:pt x="79826" y="48894"/>
                </a:cubicBezTo>
                <a:cubicBezTo>
                  <a:pt x="79879" y="48550"/>
                  <a:pt x="79945" y="48272"/>
                  <a:pt x="80025" y="48060"/>
                </a:cubicBezTo>
                <a:cubicBezTo>
                  <a:pt x="80104" y="47849"/>
                  <a:pt x="80217" y="47696"/>
                  <a:pt x="80362" y="47604"/>
                </a:cubicBezTo>
                <a:cubicBezTo>
                  <a:pt x="80508" y="47511"/>
                  <a:pt x="80673" y="47465"/>
                  <a:pt x="80858" y="47465"/>
                </a:cubicBezTo>
                <a:cubicBezTo>
                  <a:pt x="81149" y="47465"/>
                  <a:pt x="81579" y="47643"/>
                  <a:pt x="82148" y="48001"/>
                </a:cubicBezTo>
                <a:cubicBezTo>
                  <a:pt x="82717" y="48358"/>
                  <a:pt x="83418" y="48748"/>
                  <a:pt x="84251" y="49171"/>
                </a:cubicBezTo>
                <a:cubicBezTo>
                  <a:pt x="85085" y="49595"/>
                  <a:pt x="86070" y="49985"/>
                  <a:pt x="87208" y="50342"/>
                </a:cubicBezTo>
                <a:cubicBezTo>
                  <a:pt x="88346" y="50699"/>
                  <a:pt x="89655" y="50878"/>
                  <a:pt x="91137" y="50878"/>
                </a:cubicBezTo>
                <a:cubicBezTo>
                  <a:pt x="92248" y="50878"/>
                  <a:pt x="93254" y="50759"/>
                  <a:pt x="94153" y="50521"/>
                </a:cubicBezTo>
                <a:cubicBezTo>
                  <a:pt x="95053" y="50282"/>
                  <a:pt x="95833" y="49930"/>
                  <a:pt x="96495" y="49467"/>
                </a:cubicBezTo>
                <a:cubicBezTo>
                  <a:pt x="97156" y="49003"/>
                  <a:pt x="97665" y="48413"/>
                  <a:pt x="98023" y="47697"/>
                </a:cubicBezTo>
                <a:cubicBezTo>
                  <a:pt x="98380" y="46981"/>
                  <a:pt x="98558" y="46133"/>
                  <a:pt x="98558" y="45152"/>
                </a:cubicBezTo>
                <a:cubicBezTo>
                  <a:pt x="98558" y="44146"/>
                  <a:pt x="98300" y="43298"/>
                  <a:pt x="97784" y="42610"/>
                </a:cubicBezTo>
                <a:cubicBezTo>
                  <a:pt x="97268" y="41921"/>
                  <a:pt x="96587" y="41312"/>
                  <a:pt x="95741" y="40783"/>
                </a:cubicBezTo>
                <a:cubicBezTo>
                  <a:pt x="94894" y="40253"/>
                  <a:pt x="93941" y="39783"/>
                  <a:pt x="92883" y="39373"/>
                </a:cubicBezTo>
                <a:cubicBezTo>
                  <a:pt x="91825" y="38962"/>
                  <a:pt x="90733" y="38531"/>
                  <a:pt x="89609" y="38082"/>
                </a:cubicBezTo>
                <a:cubicBezTo>
                  <a:pt x="88485" y="37631"/>
                  <a:pt x="87387" y="37121"/>
                  <a:pt x="86315" y="36551"/>
                </a:cubicBezTo>
                <a:cubicBezTo>
                  <a:pt x="85244" y="35981"/>
                  <a:pt x="84284" y="35286"/>
                  <a:pt x="83438" y="34465"/>
                </a:cubicBezTo>
                <a:cubicBezTo>
                  <a:pt x="82591" y="33644"/>
                  <a:pt x="81910" y="32664"/>
                  <a:pt x="81394" y="31526"/>
                </a:cubicBezTo>
                <a:cubicBezTo>
                  <a:pt x="80878" y="30387"/>
                  <a:pt x="80620" y="29024"/>
                  <a:pt x="80620" y="27434"/>
                </a:cubicBezTo>
                <a:cubicBezTo>
                  <a:pt x="80620" y="26031"/>
                  <a:pt x="80891" y="24687"/>
                  <a:pt x="81434" y="23403"/>
                </a:cubicBezTo>
                <a:cubicBezTo>
                  <a:pt x="81976" y="22118"/>
                  <a:pt x="82790" y="20992"/>
                  <a:pt x="83874" y="20025"/>
                </a:cubicBezTo>
                <a:cubicBezTo>
                  <a:pt x="84959" y="19058"/>
                  <a:pt x="86315" y="18283"/>
                  <a:pt x="87942" y="17701"/>
                </a:cubicBezTo>
                <a:cubicBezTo>
                  <a:pt x="89569" y="17118"/>
                  <a:pt x="91468" y="16827"/>
                  <a:pt x="93637" y="16827"/>
                </a:cubicBezTo>
                <a:cubicBezTo>
                  <a:pt x="94590" y="16827"/>
                  <a:pt x="95542" y="16908"/>
                  <a:pt x="96495" y="17069"/>
                </a:cubicBezTo>
                <a:cubicBezTo>
                  <a:pt x="97447" y="17230"/>
                  <a:pt x="98307" y="17431"/>
                  <a:pt x="99074" y="17673"/>
                </a:cubicBezTo>
                <a:cubicBezTo>
                  <a:pt x="99841" y="17914"/>
                  <a:pt x="100496" y="18176"/>
                  <a:pt x="101039" y="18458"/>
                </a:cubicBezTo>
                <a:cubicBezTo>
                  <a:pt x="101581" y="18740"/>
                  <a:pt x="101991" y="18988"/>
                  <a:pt x="102269" y="19203"/>
                </a:cubicBezTo>
                <a:cubicBezTo>
                  <a:pt x="102547" y="19418"/>
                  <a:pt x="102732" y="19605"/>
                  <a:pt x="102825" y="19764"/>
                </a:cubicBezTo>
                <a:cubicBezTo>
                  <a:pt x="102917" y="19923"/>
                  <a:pt x="102983" y="20101"/>
                  <a:pt x="103023" y="20300"/>
                </a:cubicBezTo>
                <a:cubicBezTo>
                  <a:pt x="103063" y="20498"/>
                  <a:pt x="103102" y="20743"/>
                  <a:pt x="103142" y="21034"/>
                </a:cubicBezTo>
                <a:cubicBezTo>
                  <a:pt x="103182" y="21325"/>
                  <a:pt x="103202" y="21682"/>
                  <a:pt x="103202" y="22105"/>
                </a:cubicBezTo>
                <a:cubicBezTo>
                  <a:pt x="103202" y="22555"/>
                  <a:pt x="103182" y="22945"/>
                  <a:pt x="103142" y="23276"/>
                </a:cubicBezTo>
                <a:cubicBezTo>
                  <a:pt x="103102" y="23607"/>
                  <a:pt x="103036" y="23878"/>
                  <a:pt x="102944" y="24090"/>
                </a:cubicBezTo>
                <a:cubicBezTo>
                  <a:pt x="102851" y="24301"/>
                  <a:pt x="102739" y="24453"/>
                  <a:pt x="102606" y="24546"/>
                </a:cubicBezTo>
                <a:cubicBezTo>
                  <a:pt x="102474" y="24639"/>
                  <a:pt x="102329" y="24685"/>
                  <a:pt x="102170" y="24685"/>
                </a:cubicBezTo>
                <a:cubicBezTo>
                  <a:pt x="101932" y="24685"/>
                  <a:pt x="101588" y="24537"/>
                  <a:pt x="101138" y="24242"/>
                </a:cubicBezTo>
                <a:cubicBezTo>
                  <a:pt x="100688" y="23947"/>
                  <a:pt x="100106" y="23632"/>
                  <a:pt x="99392" y="23296"/>
                </a:cubicBezTo>
                <a:cubicBezTo>
                  <a:pt x="98677" y="22960"/>
                  <a:pt x="97837" y="22645"/>
                  <a:pt x="96872" y="22350"/>
                </a:cubicBezTo>
                <a:cubicBezTo>
                  <a:pt x="95906" y="22054"/>
                  <a:pt x="94801" y="21907"/>
                  <a:pt x="93558" y="21907"/>
                </a:cubicBezTo>
                <a:cubicBezTo>
                  <a:pt x="92447" y="21907"/>
                  <a:pt x="91468" y="22033"/>
                  <a:pt x="90621" y="22285"/>
                </a:cubicBezTo>
                <a:cubicBezTo>
                  <a:pt x="89774" y="22536"/>
                  <a:pt x="89080" y="22894"/>
                  <a:pt x="88537" y="23358"/>
                </a:cubicBezTo>
                <a:cubicBezTo>
                  <a:pt x="87995" y="23822"/>
                  <a:pt x="87585" y="24372"/>
                  <a:pt x="87307" y="25009"/>
                </a:cubicBezTo>
                <a:cubicBezTo>
                  <a:pt x="87029" y="25644"/>
                  <a:pt x="86891" y="26334"/>
                  <a:pt x="86891" y="27076"/>
                </a:cubicBezTo>
                <a:cubicBezTo>
                  <a:pt x="86891" y="28109"/>
                  <a:pt x="87155" y="28976"/>
                  <a:pt x="87684" y="29678"/>
                </a:cubicBezTo>
                <a:cubicBezTo>
                  <a:pt x="88213" y="30380"/>
                  <a:pt x="88901" y="30996"/>
                  <a:pt x="89748" y="31526"/>
                </a:cubicBezTo>
                <a:cubicBezTo>
                  <a:pt x="90595" y="32055"/>
                  <a:pt x="91560" y="32532"/>
                  <a:pt x="92645" y="32956"/>
                </a:cubicBezTo>
                <a:cubicBezTo>
                  <a:pt x="93730" y="33379"/>
                  <a:pt x="94834" y="33816"/>
                  <a:pt x="95959" y="34267"/>
                </a:cubicBezTo>
                <a:cubicBezTo>
                  <a:pt x="97083" y="34716"/>
                  <a:pt x="98195" y="35220"/>
                  <a:pt x="99292" y="35776"/>
                </a:cubicBezTo>
                <a:cubicBezTo>
                  <a:pt x="100390" y="36332"/>
                  <a:pt x="101363" y="37008"/>
                  <a:pt x="102209" y="37803"/>
                </a:cubicBezTo>
                <a:cubicBezTo>
                  <a:pt x="103056" y="38597"/>
                  <a:pt x="103737" y="39551"/>
                  <a:pt x="104253" y="40664"/>
                </a:cubicBezTo>
                <a:cubicBezTo>
                  <a:pt x="104769" y="41776"/>
                  <a:pt x="105027" y="43100"/>
                  <a:pt x="105027" y="44636"/>
                </a:cubicBezTo>
                <a:close/>
                <a:moveTo>
                  <a:pt x="145042" y="34924"/>
                </a:moveTo>
                <a:cubicBezTo>
                  <a:pt x="145042" y="35956"/>
                  <a:pt x="144784" y="36690"/>
                  <a:pt x="144268" y="37127"/>
                </a:cubicBezTo>
                <a:cubicBezTo>
                  <a:pt x="143752" y="37563"/>
                  <a:pt x="143163" y="37781"/>
                  <a:pt x="142502" y="37781"/>
                </a:cubicBezTo>
                <a:lnTo>
                  <a:pt x="119087" y="37781"/>
                </a:lnTo>
                <a:cubicBezTo>
                  <a:pt x="119087" y="39772"/>
                  <a:pt x="119285" y="41563"/>
                  <a:pt x="119682" y="43155"/>
                </a:cubicBezTo>
                <a:cubicBezTo>
                  <a:pt x="120079" y="44748"/>
                  <a:pt x="120741" y="46114"/>
                  <a:pt x="121667" y="47255"/>
                </a:cubicBezTo>
                <a:cubicBezTo>
                  <a:pt x="122593" y="48396"/>
                  <a:pt x="123796" y="49272"/>
                  <a:pt x="125278" y="49883"/>
                </a:cubicBezTo>
                <a:cubicBezTo>
                  <a:pt x="126760" y="50493"/>
                  <a:pt x="128572" y="50799"/>
                  <a:pt x="130715" y="50799"/>
                </a:cubicBezTo>
                <a:cubicBezTo>
                  <a:pt x="132408" y="50799"/>
                  <a:pt x="133916" y="50660"/>
                  <a:pt x="135239" y="50382"/>
                </a:cubicBezTo>
                <a:cubicBezTo>
                  <a:pt x="136562" y="50104"/>
                  <a:pt x="137706" y="49793"/>
                  <a:pt x="138672" y="49449"/>
                </a:cubicBezTo>
                <a:cubicBezTo>
                  <a:pt x="139638" y="49105"/>
                  <a:pt x="140432" y="48794"/>
                  <a:pt x="141053" y="48517"/>
                </a:cubicBezTo>
                <a:cubicBezTo>
                  <a:pt x="141675" y="48239"/>
                  <a:pt x="142145" y="48100"/>
                  <a:pt x="142462" y="48100"/>
                </a:cubicBezTo>
                <a:cubicBezTo>
                  <a:pt x="142647" y="48100"/>
                  <a:pt x="142813" y="48146"/>
                  <a:pt x="142958" y="48239"/>
                </a:cubicBezTo>
                <a:cubicBezTo>
                  <a:pt x="143104" y="48331"/>
                  <a:pt x="143216" y="48470"/>
                  <a:pt x="143296" y="48655"/>
                </a:cubicBezTo>
                <a:cubicBezTo>
                  <a:pt x="143375" y="48841"/>
                  <a:pt x="143434" y="49099"/>
                  <a:pt x="143474" y="49429"/>
                </a:cubicBezTo>
                <a:cubicBezTo>
                  <a:pt x="143514" y="49760"/>
                  <a:pt x="143534" y="50164"/>
                  <a:pt x="143534" y="50640"/>
                </a:cubicBezTo>
                <a:cubicBezTo>
                  <a:pt x="143534" y="50984"/>
                  <a:pt x="143520" y="51281"/>
                  <a:pt x="143494" y="51533"/>
                </a:cubicBezTo>
                <a:cubicBezTo>
                  <a:pt x="143468" y="51784"/>
                  <a:pt x="143434" y="52009"/>
                  <a:pt x="143395" y="52207"/>
                </a:cubicBezTo>
                <a:cubicBezTo>
                  <a:pt x="143355" y="52406"/>
                  <a:pt x="143289" y="52584"/>
                  <a:pt x="143196" y="52743"/>
                </a:cubicBezTo>
                <a:cubicBezTo>
                  <a:pt x="143104" y="52902"/>
                  <a:pt x="142985" y="53054"/>
                  <a:pt x="142839" y="53200"/>
                </a:cubicBezTo>
                <a:cubicBezTo>
                  <a:pt x="142694" y="53345"/>
                  <a:pt x="142264" y="53583"/>
                  <a:pt x="141549" y="53914"/>
                </a:cubicBezTo>
                <a:cubicBezTo>
                  <a:pt x="140835" y="54245"/>
                  <a:pt x="139909" y="54569"/>
                  <a:pt x="138771" y="54886"/>
                </a:cubicBezTo>
                <a:cubicBezTo>
                  <a:pt x="137634" y="55204"/>
                  <a:pt x="136317" y="55488"/>
                  <a:pt x="134823" y="55740"/>
                </a:cubicBezTo>
                <a:cubicBezTo>
                  <a:pt x="133328" y="55991"/>
                  <a:pt x="131734" y="56117"/>
                  <a:pt x="130040" y="56117"/>
                </a:cubicBezTo>
                <a:cubicBezTo>
                  <a:pt x="127104" y="56117"/>
                  <a:pt x="124531" y="55706"/>
                  <a:pt x="122321" y="54885"/>
                </a:cubicBezTo>
                <a:cubicBezTo>
                  <a:pt x="120112" y="54064"/>
                  <a:pt x="118253" y="52846"/>
                  <a:pt x="116745" y="51230"/>
                </a:cubicBezTo>
                <a:cubicBezTo>
                  <a:pt x="115237" y="49615"/>
                  <a:pt x="114100" y="47589"/>
                  <a:pt x="113332" y="45152"/>
                </a:cubicBezTo>
                <a:cubicBezTo>
                  <a:pt x="112565" y="42715"/>
                  <a:pt x="112181" y="39882"/>
                  <a:pt x="112181" y="36650"/>
                </a:cubicBezTo>
                <a:cubicBezTo>
                  <a:pt x="112181" y="33578"/>
                  <a:pt x="112578" y="30817"/>
                  <a:pt x="113372" y="28367"/>
                </a:cubicBezTo>
                <a:cubicBezTo>
                  <a:pt x="114166" y="25917"/>
                  <a:pt x="115310" y="23838"/>
                  <a:pt x="116805" y="22130"/>
                </a:cubicBezTo>
                <a:cubicBezTo>
                  <a:pt x="118300" y="20422"/>
                  <a:pt x="120106" y="19111"/>
                  <a:pt x="122222" y="18197"/>
                </a:cubicBezTo>
                <a:cubicBezTo>
                  <a:pt x="124339" y="17284"/>
                  <a:pt x="126707" y="16827"/>
                  <a:pt x="129326" y="16827"/>
                </a:cubicBezTo>
                <a:cubicBezTo>
                  <a:pt x="132130" y="16827"/>
                  <a:pt x="134518" y="17277"/>
                  <a:pt x="136489" y="18176"/>
                </a:cubicBezTo>
                <a:cubicBezTo>
                  <a:pt x="138460" y="19076"/>
                  <a:pt x="140081" y="20286"/>
                  <a:pt x="141351" y="21808"/>
                </a:cubicBezTo>
                <a:cubicBezTo>
                  <a:pt x="142621" y="23329"/>
                  <a:pt x="143554" y="25115"/>
                  <a:pt x="144149" y="27165"/>
                </a:cubicBezTo>
                <a:cubicBezTo>
                  <a:pt x="144744" y="29216"/>
                  <a:pt x="145042" y="31405"/>
                  <a:pt x="145042" y="33733"/>
                </a:cubicBezTo>
                <a:lnTo>
                  <a:pt x="145042" y="34924"/>
                </a:lnTo>
                <a:moveTo>
                  <a:pt x="138454" y="32979"/>
                </a:moveTo>
                <a:cubicBezTo>
                  <a:pt x="138533" y="29540"/>
                  <a:pt x="137773" y="26841"/>
                  <a:pt x="136172" y="24883"/>
                </a:cubicBezTo>
                <a:cubicBezTo>
                  <a:pt x="134571" y="22925"/>
                  <a:pt x="132197" y="21947"/>
                  <a:pt x="129048" y="21947"/>
                </a:cubicBezTo>
                <a:cubicBezTo>
                  <a:pt x="127434" y="21947"/>
                  <a:pt x="126019" y="22251"/>
                  <a:pt x="124802" y="22859"/>
                </a:cubicBezTo>
                <a:cubicBezTo>
                  <a:pt x="123585" y="23468"/>
                  <a:pt x="122566" y="24275"/>
                  <a:pt x="121746" y="25280"/>
                </a:cubicBezTo>
                <a:cubicBezTo>
                  <a:pt x="120926" y="26286"/>
                  <a:pt x="120291" y="27456"/>
                  <a:pt x="119841" y="28792"/>
                </a:cubicBezTo>
                <a:cubicBezTo>
                  <a:pt x="119391" y="30129"/>
                  <a:pt x="119140" y="31524"/>
                  <a:pt x="119087" y="32979"/>
                </a:cubicBezTo>
                <a:lnTo>
                  <a:pt x="138454" y="32979"/>
                </a:lnTo>
                <a:close/>
                <a:moveTo>
                  <a:pt x="185475" y="54329"/>
                </a:moveTo>
                <a:cubicBezTo>
                  <a:pt x="185475" y="54541"/>
                  <a:pt x="185429" y="54727"/>
                  <a:pt x="185336" y="54886"/>
                </a:cubicBezTo>
                <a:cubicBezTo>
                  <a:pt x="185244" y="55045"/>
                  <a:pt x="185085" y="55171"/>
                  <a:pt x="184860" y="55263"/>
                </a:cubicBezTo>
                <a:cubicBezTo>
                  <a:pt x="184635" y="55356"/>
                  <a:pt x="184337" y="55429"/>
                  <a:pt x="183967" y="55482"/>
                </a:cubicBezTo>
                <a:cubicBezTo>
                  <a:pt x="183597" y="55534"/>
                  <a:pt x="183147" y="55561"/>
                  <a:pt x="182618" y="55561"/>
                </a:cubicBezTo>
                <a:cubicBezTo>
                  <a:pt x="182062" y="55561"/>
                  <a:pt x="181599" y="55534"/>
                  <a:pt x="181229" y="55482"/>
                </a:cubicBezTo>
                <a:cubicBezTo>
                  <a:pt x="180858" y="55429"/>
                  <a:pt x="180554" y="55358"/>
                  <a:pt x="180316" y="55266"/>
                </a:cubicBezTo>
                <a:cubicBezTo>
                  <a:pt x="180078" y="55173"/>
                  <a:pt x="179906" y="55048"/>
                  <a:pt x="179800" y="54890"/>
                </a:cubicBezTo>
                <a:cubicBezTo>
                  <a:pt x="179694" y="54732"/>
                  <a:pt x="179641" y="54548"/>
                  <a:pt x="179641" y="54338"/>
                </a:cubicBezTo>
                <a:lnTo>
                  <a:pt x="179641" y="49641"/>
                </a:lnTo>
                <a:cubicBezTo>
                  <a:pt x="177763" y="51680"/>
                  <a:pt x="175811" y="53269"/>
                  <a:pt x="173787" y="54409"/>
                </a:cubicBezTo>
                <a:cubicBezTo>
                  <a:pt x="171763" y="55547"/>
                  <a:pt x="169548" y="56117"/>
                  <a:pt x="167140" y="56117"/>
                </a:cubicBezTo>
                <a:cubicBezTo>
                  <a:pt x="164521" y="56117"/>
                  <a:pt x="162285" y="55607"/>
                  <a:pt x="160433" y="54587"/>
                </a:cubicBezTo>
                <a:cubicBezTo>
                  <a:pt x="158581" y="53568"/>
                  <a:pt x="157079" y="52191"/>
                  <a:pt x="155929" y="50456"/>
                </a:cubicBezTo>
                <a:cubicBezTo>
                  <a:pt x="154778" y="48721"/>
                  <a:pt x="153938" y="46682"/>
                  <a:pt x="153408" y="44338"/>
                </a:cubicBezTo>
                <a:cubicBezTo>
                  <a:pt x="152879" y="41994"/>
                  <a:pt x="152615" y="39524"/>
                  <a:pt x="152615" y="36928"/>
                </a:cubicBezTo>
                <a:cubicBezTo>
                  <a:pt x="152615" y="33857"/>
                  <a:pt x="152945" y="31083"/>
                  <a:pt x="153607" y="28606"/>
                </a:cubicBezTo>
                <a:cubicBezTo>
                  <a:pt x="154268" y="26130"/>
                  <a:pt x="155247" y="24018"/>
                  <a:pt x="156544" y="22270"/>
                </a:cubicBezTo>
                <a:cubicBezTo>
                  <a:pt x="157840" y="20522"/>
                  <a:pt x="159447" y="19177"/>
                  <a:pt x="161366" y="18237"/>
                </a:cubicBezTo>
                <a:cubicBezTo>
                  <a:pt x="163284" y="17297"/>
                  <a:pt x="165500" y="16827"/>
                  <a:pt x="168013" y="16827"/>
                </a:cubicBezTo>
                <a:cubicBezTo>
                  <a:pt x="170103" y="16827"/>
                  <a:pt x="172015" y="17284"/>
                  <a:pt x="173748" y="18197"/>
                </a:cubicBezTo>
                <a:cubicBezTo>
                  <a:pt x="175481" y="19111"/>
                  <a:pt x="177194" y="20455"/>
                  <a:pt x="178887" y="22229"/>
                </a:cubicBezTo>
                <a:lnTo>
                  <a:pt x="178887" y="1431"/>
                </a:lnTo>
                <a:cubicBezTo>
                  <a:pt x="178887" y="1246"/>
                  <a:pt x="178933" y="1067"/>
                  <a:pt x="179026" y="895"/>
                </a:cubicBezTo>
                <a:cubicBezTo>
                  <a:pt x="179119" y="723"/>
                  <a:pt x="179297" y="590"/>
                  <a:pt x="179562" y="497"/>
                </a:cubicBezTo>
                <a:cubicBezTo>
                  <a:pt x="179826" y="404"/>
                  <a:pt x="180164" y="324"/>
                  <a:pt x="180574" y="258"/>
                </a:cubicBezTo>
                <a:cubicBezTo>
                  <a:pt x="180984" y="192"/>
                  <a:pt x="181506" y="159"/>
                  <a:pt x="182141" y="159"/>
                </a:cubicBezTo>
                <a:cubicBezTo>
                  <a:pt x="182803" y="159"/>
                  <a:pt x="183345" y="192"/>
                  <a:pt x="183769" y="258"/>
                </a:cubicBezTo>
                <a:cubicBezTo>
                  <a:pt x="184192" y="324"/>
                  <a:pt x="184523" y="403"/>
                  <a:pt x="184761" y="496"/>
                </a:cubicBezTo>
                <a:cubicBezTo>
                  <a:pt x="184999" y="589"/>
                  <a:pt x="185177" y="721"/>
                  <a:pt x="185296" y="894"/>
                </a:cubicBezTo>
                <a:cubicBezTo>
                  <a:pt x="185416" y="1066"/>
                  <a:pt x="185475" y="1245"/>
                  <a:pt x="185475" y="1430"/>
                </a:cubicBezTo>
                <a:lnTo>
                  <a:pt x="185475" y="54329"/>
                </a:lnTo>
                <a:moveTo>
                  <a:pt x="178887" y="29222"/>
                </a:moveTo>
                <a:cubicBezTo>
                  <a:pt x="177114" y="27021"/>
                  <a:pt x="175401" y="25345"/>
                  <a:pt x="173748" y="24193"/>
                </a:cubicBezTo>
                <a:cubicBezTo>
                  <a:pt x="172094" y="23039"/>
                  <a:pt x="170368" y="22462"/>
                  <a:pt x="168569" y="22462"/>
                </a:cubicBezTo>
                <a:cubicBezTo>
                  <a:pt x="166902" y="22462"/>
                  <a:pt x="165486" y="22860"/>
                  <a:pt x="164322" y="23656"/>
                </a:cubicBezTo>
                <a:cubicBezTo>
                  <a:pt x="163158" y="24450"/>
                  <a:pt x="162212" y="25496"/>
                  <a:pt x="161485" y="26795"/>
                </a:cubicBezTo>
                <a:cubicBezTo>
                  <a:pt x="160757" y="28093"/>
                  <a:pt x="160228" y="29563"/>
                  <a:pt x="159897" y="31206"/>
                </a:cubicBezTo>
                <a:cubicBezTo>
                  <a:pt x="159566" y="32849"/>
                  <a:pt x="159401" y="34518"/>
                  <a:pt x="159401" y="36214"/>
                </a:cubicBezTo>
                <a:cubicBezTo>
                  <a:pt x="159401" y="38015"/>
                  <a:pt x="159540" y="39777"/>
                  <a:pt x="159818" y="41500"/>
                </a:cubicBezTo>
                <a:cubicBezTo>
                  <a:pt x="160096" y="43222"/>
                  <a:pt x="160578" y="44752"/>
                  <a:pt x="161266" y="46090"/>
                </a:cubicBezTo>
                <a:cubicBezTo>
                  <a:pt x="161954" y="47427"/>
                  <a:pt x="162867" y="48500"/>
                  <a:pt x="164005" y="49309"/>
                </a:cubicBezTo>
                <a:cubicBezTo>
                  <a:pt x="165142" y="50117"/>
                  <a:pt x="166571" y="50521"/>
                  <a:pt x="168291" y="50521"/>
                </a:cubicBezTo>
                <a:cubicBezTo>
                  <a:pt x="169164" y="50521"/>
                  <a:pt x="170004" y="50402"/>
                  <a:pt x="170811" y="50164"/>
                </a:cubicBezTo>
                <a:cubicBezTo>
                  <a:pt x="171618" y="49925"/>
                  <a:pt x="172445" y="49527"/>
                  <a:pt x="173291" y="48971"/>
                </a:cubicBezTo>
                <a:cubicBezTo>
                  <a:pt x="174138" y="48414"/>
                  <a:pt x="175024" y="47692"/>
                  <a:pt x="175950" y="46804"/>
                </a:cubicBezTo>
                <a:cubicBezTo>
                  <a:pt x="176876" y="45916"/>
                  <a:pt x="177855" y="44822"/>
                  <a:pt x="178887" y="43524"/>
                </a:cubicBezTo>
                <a:lnTo>
                  <a:pt x="178887" y="29222"/>
                </a:lnTo>
                <a:close/>
                <a:moveTo>
                  <a:pt x="248516" y="36095"/>
                </a:moveTo>
                <a:cubicBezTo>
                  <a:pt x="248516" y="39008"/>
                  <a:pt x="248132" y="41689"/>
                  <a:pt x="247365" y="44139"/>
                </a:cubicBezTo>
                <a:cubicBezTo>
                  <a:pt x="246597" y="46588"/>
                  <a:pt x="245453" y="48701"/>
                  <a:pt x="243932" y="50476"/>
                </a:cubicBezTo>
                <a:cubicBezTo>
                  <a:pt x="242411" y="52250"/>
                  <a:pt x="240506" y="53634"/>
                  <a:pt x="238217" y="54627"/>
                </a:cubicBezTo>
                <a:cubicBezTo>
                  <a:pt x="235928" y="55620"/>
                  <a:pt x="233276" y="56117"/>
                  <a:pt x="230260" y="56117"/>
                </a:cubicBezTo>
                <a:cubicBezTo>
                  <a:pt x="227323" y="56117"/>
                  <a:pt x="224763" y="55680"/>
                  <a:pt x="222581" y="54806"/>
                </a:cubicBezTo>
                <a:cubicBezTo>
                  <a:pt x="220398" y="53932"/>
                  <a:pt x="218579" y="52661"/>
                  <a:pt x="217124" y="50992"/>
                </a:cubicBezTo>
                <a:cubicBezTo>
                  <a:pt x="215669" y="49324"/>
                  <a:pt x="214584" y="47297"/>
                  <a:pt x="213869" y="44914"/>
                </a:cubicBezTo>
                <a:cubicBezTo>
                  <a:pt x="213155" y="42530"/>
                  <a:pt x="212798" y="39829"/>
                  <a:pt x="212798" y="36809"/>
                </a:cubicBezTo>
                <a:cubicBezTo>
                  <a:pt x="212798" y="33896"/>
                  <a:pt x="213175" y="31215"/>
                  <a:pt x="213929" y="28765"/>
                </a:cubicBezTo>
                <a:cubicBezTo>
                  <a:pt x="214683" y="26315"/>
                  <a:pt x="215821" y="24203"/>
                  <a:pt x="217342" y="22429"/>
                </a:cubicBezTo>
                <a:cubicBezTo>
                  <a:pt x="218863" y="20654"/>
                  <a:pt x="220762" y="19276"/>
                  <a:pt x="223037" y="18297"/>
                </a:cubicBezTo>
                <a:cubicBezTo>
                  <a:pt x="225312" y="17317"/>
                  <a:pt x="227971" y="16827"/>
                  <a:pt x="231014" y="16827"/>
                </a:cubicBezTo>
                <a:cubicBezTo>
                  <a:pt x="233951" y="16827"/>
                  <a:pt x="236510" y="17264"/>
                  <a:pt x="238693" y="18138"/>
                </a:cubicBezTo>
                <a:cubicBezTo>
                  <a:pt x="240876" y="19012"/>
                  <a:pt x="242695" y="20283"/>
                  <a:pt x="244150" y="21952"/>
                </a:cubicBezTo>
                <a:cubicBezTo>
                  <a:pt x="245605" y="23620"/>
                  <a:pt x="246697" y="25646"/>
                  <a:pt x="247424" y="28030"/>
                </a:cubicBezTo>
                <a:cubicBezTo>
                  <a:pt x="248152" y="30413"/>
                  <a:pt x="248516" y="33102"/>
                  <a:pt x="248516" y="36095"/>
                </a:cubicBezTo>
                <a:moveTo>
                  <a:pt x="241610" y="36531"/>
                </a:moveTo>
                <a:cubicBezTo>
                  <a:pt x="241610" y="34597"/>
                  <a:pt x="241432" y="32769"/>
                  <a:pt x="241074" y="31047"/>
                </a:cubicBezTo>
                <a:cubicBezTo>
                  <a:pt x="240717" y="29325"/>
                  <a:pt x="240129" y="27815"/>
                  <a:pt x="239308" y="26517"/>
                </a:cubicBezTo>
                <a:cubicBezTo>
                  <a:pt x="238488" y="25219"/>
                  <a:pt x="237377" y="24192"/>
                  <a:pt x="235975" y="23437"/>
                </a:cubicBezTo>
                <a:cubicBezTo>
                  <a:pt x="234572" y="22682"/>
                  <a:pt x="232826" y="22304"/>
                  <a:pt x="230736" y="22304"/>
                </a:cubicBezTo>
                <a:cubicBezTo>
                  <a:pt x="228805" y="22304"/>
                  <a:pt x="227144" y="22648"/>
                  <a:pt x="225755" y="23337"/>
                </a:cubicBezTo>
                <a:cubicBezTo>
                  <a:pt x="224366" y="24026"/>
                  <a:pt x="223222" y="25000"/>
                  <a:pt x="222323" y="26259"/>
                </a:cubicBezTo>
                <a:cubicBezTo>
                  <a:pt x="221423" y="27517"/>
                  <a:pt x="220755" y="29007"/>
                  <a:pt x="220318" y="30730"/>
                </a:cubicBezTo>
                <a:cubicBezTo>
                  <a:pt x="219882" y="32451"/>
                  <a:pt x="219664" y="34332"/>
                  <a:pt x="219664" y="36373"/>
                </a:cubicBezTo>
                <a:cubicBezTo>
                  <a:pt x="219664" y="38333"/>
                  <a:pt x="219842" y="40174"/>
                  <a:pt x="220199" y="41896"/>
                </a:cubicBezTo>
                <a:cubicBezTo>
                  <a:pt x="220557" y="43619"/>
                  <a:pt x="221152" y="45122"/>
                  <a:pt x="221985" y="46407"/>
                </a:cubicBezTo>
                <a:cubicBezTo>
                  <a:pt x="222819" y="47692"/>
                  <a:pt x="223937" y="48712"/>
                  <a:pt x="225339" y="49468"/>
                </a:cubicBezTo>
                <a:cubicBezTo>
                  <a:pt x="226741" y="50223"/>
                  <a:pt x="228487" y="50600"/>
                  <a:pt x="230577" y="50600"/>
                </a:cubicBezTo>
                <a:cubicBezTo>
                  <a:pt x="232482" y="50600"/>
                  <a:pt x="234136" y="50256"/>
                  <a:pt x="235538" y="49567"/>
                </a:cubicBezTo>
                <a:cubicBezTo>
                  <a:pt x="236940" y="48878"/>
                  <a:pt x="238091" y="47911"/>
                  <a:pt x="238991" y="46666"/>
                </a:cubicBezTo>
                <a:cubicBezTo>
                  <a:pt x="239890" y="45420"/>
                  <a:pt x="240552" y="43937"/>
                  <a:pt x="240975" y="42215"/>
                </a:cubicBezTo>
                <a:cubicBezTo>
                  <a:pt x="241399" y="40493"/>
                  <a:pt x="241610" y="38598"/>
                  <a:pt x="241610" y="36531"/>
                </a:cubicBezTo>
                <a:close/>
                <a:moveTo>
                  <a:pt x="289124" y="54331"/>
                </a:moveTo>
                <a:cubicBezTo>
                  <a:pt x="289124" y="54542"/>
                  <a:pt x="289071" y="54721"/>
                  <a:pt x="288965" y="54866"/>
                </a:cubicBezTo>
                <a:cubicBezTo>
                  <a:pt x="288859" y="55012"/>
                  <a:pt x="288687" y="55138"/>
                  <a:pt x="288449" y="55243"/>
                </a:cubicBezTo>
                <a:cubicBezTo>
                  <a:pt x="288211" y="55349"/>
                  <a:pt x="287880" y="55429"/>
                  <a:pt x="287457" y="55482"/>
                </a:cubicBezTo>
                <a:cubicBezTo>
                  <a:pt x="287034" y="55534"/>
                  <a:pt x="286505" y="55561"/>
                  <a:pt x="285870" y="55561"/>
                </a:cubicBezTo>
                <a:cubicBezTo>
                  <a:pt x="285208" y="55561"/>
                  <a:pt x="284666" y="55534"/>
                  <a:pt x="284242" y="55482"/>
                </a:cubicBezTo>
                <a:cubicBezTo>
                  <a:pt x="283819" y="55429"/>
                  <a:pt x="283488" y="55349"/>
                  <a:pt x="283250" y="55243"/>
                </a:cubicBezTo>
                <a:cubicBezTo>
                  <a:pt x="283012" y="55138"/>
                  <a:pt x="282840" y="55012"/>
                  <a:pt x="282734" y="54866"/>
                </a:cubicBezTo>
                <a:cubicBezTo>
                  <a:pt x="282629" y="54721"/>
                  <a:pt x="282576" y="54542"/>
                  <a:pt x="282576" y="54331"/>
                </a:cubicBezTo>
                <a:lnTo>
                  <a:pt x="282576" y="33416"/>
                </a:lnTo>
                <a:cubicBezTo>
                  <a:pt x="282576" y="31379"/>
                  <a:pt x="282417" y="29738"/>
                  <a:pt x="282099" y="28495"/>
                </a:cubicBezTo>
                <a:cubicBezTo>
                  <a:pt x="281782" y="27251"/>
                  <a:pt x="281319" y="26180"/>
                  <a:pt x="280710" y="25280"/>
                </a:cubicBezTo>
                <a:cubicBezTo>
                  <a:pt x="280102" y="24381"/>
                  <a:pt x="279315" y="23693"/>
                  <a:pt x="278349" y="23217"/>
                </a:cubicBezTo>
                <a:cubicBezTo>
                  <a:pt x="277383" y="22740"/>
                  <a:pt x="276265" y="22502"/>
                  <a:pt x="274996" y="22502"/>
                </a:cubicBezTo>
                <a:cubicBezTo>
                  <a:pt x="273355" y="22502"/>
                  <a:pt x="271715" y="23084"/>
                  <a:pt x="270074" y="24248"/>
                </a:cubicBezTo>
                <a:cubicBezTo>
                  <a:pt x="268434" y="25413"/>
                  <a:pt x="266714" y="27119"/>
                  <a:pt x="264915" y="29368"/>
                </a:cubicBezTo>
                <a:lnTo>
                  <a:pt x="264915" y="54331"/>
                </a:lnTo>
                <a:cubicBezTo>
                  <a:pt x="264915" y="54542"/>
                  <a:pt x="264862" y="54721"/>
                  <a:pt x="264756" y="54866"/>
                </a:cubicBezTo>
                <a:cubicBezTo>
                  <a:pt x="264651" y="55012"/>
                  <a:pt x="264479" y="55138"/>
                  <a:pt x="264240" y="55243"/>
                </a:cubicBezTo>
                <a:cubicBezTo>
                  <a:pt x="264002" y="55349"/>
                  <a:pt x="263672" y="55429"/>
                  <a:pt x="263248" y="55482"/>
                </a:cubicBezTo>
                <a:cubicBezTo>
                  <a:pt x="262825" y="55534"/>
                  <a:pt x="262283" y="55561"/>
                  <a:pt x="261621" y="55561"/>
                </a:cubicBezTo>
                <a:cubicBezTo>
                  <a:pt x="260986" y="55561"/>
                  <a:pt x="260457" y="55534"/>
                  <a:pt x="260034" y="55482"/>
                </a:cubicBezTo>
                <a:cubicBezTo>
                  <a:pt x="259610" y="55429"/>
                  <a:pt x="259273" y="55349"/>
                  <a:pt x="259022" y="55243"/>
                </a:cubicBezTo>
                <a:cubicBezTo>
                  <a:pt x="258770" y="55138"/>
                  <a:pt x="258598" y="55012"/>
                  <a:pt x="258506" y="54866"/>
                </a:cubicBezTo>
                <a:cubicBezTo>
                  <a:pt x="258413" y="54721"/>
                  <a:pt x="258367" y="54542"/>
                  <a:pt x="258367" y="54331"/>
                </a:cubicBezTo>
                <a:lnTo>
                  <a:pt x="258367" y="18613"/>
                </a:lnTo>
                <a:cubicBezTo>
                  <a:pt x="258367" y="18401"/>
                  <a:pt x="258407" y="18223"/>
                  <a:pt x="258486" y="18077"/>
                </a:cubicBezTo>
                <a:cubicBezTo>
                  <a:pt x="258565" y="17932"/>
                  <a:pt x="258724" y="17799"/>
                  <a:pt x="258962" y="17680"/>
                </a:cubicBezTo>
                <a:cubicBezTo>
                  <a:pt x="259200" y="17561"/>
                  <a:pt x="259505" y="17482"/>
                  <a:pt x="259875" y="17442"/>
                </a:cubicBezTo>
                <a:cubicBezTo>
                  <a:pt x="260245" y="17402"/>
                  <a:pt x="260735" y="17383"/>
                  <a:pt x="261343" y="17383"/>
                </a:cubicBezTo>
                <a:cubicBezTo>
                  <a:pt x="261925" y="17383"/>
                  <a:pt x="262408" y="17402"/>
                  <a:pt x="262792" y="17442"/>
                </a:cubicBezTo>
                <a:cubicBezTo>
                  <a:pt x="263176" y="17482"/>
                  <a:pt x="263473" y="17561"/>
                  <a:pt x="263685" y="17680"/>
                </a:cubicBezTo>
                <a:cubicBezTo>
                  <a:pt x="263897" y="17799"/>
                  <a:pt x="264049" y="17932"/>
                  <a:pt x="264141" y="18077"/>
                </a:cubicBezTo>
                <a:cubicBezTo>
                  <a:pt x="264234" y="18223"/>
                  <a:pt x="264280" y="18401"/>
                  <a:pt x="264280" y="18613"/>
                </a:cubicBezTo>
                <a:lnTo>
                  <a:pt x="264280" y="23336"/>
                </a:lnTo>
                <a:cubicBezTo>
                  <a:pt x="266291" y="21087"/>
                  <a:pt x="268295" y="19440"/>
                  <a:pt x="270293" y="18395"/>
                </a:cubicBezTo>
                <a:cubicBezTo>
                  <a:pt x="272290" y="17350"/>
                  <a:pt x="274308" y="16827"/>
                  <a:pt x="276345" y="16827"/>
                </a:cubicBezTo>
                <a:cubicBezTo>
                  <a:pt x="278726" y="16827"/>
                  <a:pt x="280730" y="17231"/>
                  <a:pt x="282357" y="18037"/>
                </a:cubicBezTo>
                <a:cubicBezTo>
                  <a:pt x="283984" y="18844"/>
                  <a:pt x="285301" y="19923"/>
                  <a:pt x="286306" y="21272"/>
                </a:cubicBezTo>
                <a:cubicBezTo>
                  <a:pt x="287312" y="22621"/>
                  <a:pt x="288032" y="24202"/>
                  <a:pt x="288469" y="26014"/>
                </a:cubicBezTo>
                <a:cubicBezTo>
                  <a:pt x="288906" y="27827"/>
                  <a:pt x="289124" y="30003"/>
                  <a:pt x="289124" y="32543"/>
                </a:cubicBezTo>
                <a:lnTo>
                  <a:pt x="289124" y="54331"/>
                </a:lnTo>
                <a:close/>
                <a:moveTo>
                  <a:pt x="337362" y="51751"/>
                </a:moveTo>
                <a:cubicBezTo>
                  <a:pt x="337362" y="52518"/>
                  <a:pt x="337309" y="53127"/>
                  <a:pt x="337204" y="53577"/>
                </a:cubicBezTo>
                <a:cubicBezTo>
                  <a:pt x="337098" y="54026"/>
                  <a:pt x="336939" y="54357"/>
                  <a:pt x="336727" y="54569"/>
                </a:cubicBezTo>
                <a:cubicBezTo>
                  <a:pt x="336516" y="54780"/>
                  <a:pt x="336198" y="54979"/>
                  <a:pt x="335775" y="55164"/>
                </a:cubicBezTo>
                <a:cubicBezTo>
                  <a:pt x="335351" y="55349"/>
                  <a:pt x="334869" y="55501"/>
                  <a:pt x="334326" y="55620"/>
                </a:cubicBezTo>
                <a:cubicBezTo>
                  <a:pt x="333784" y="55740"/>
                  <a:pt x="333208" y="55839"/>
                  <a:pt x="332600" y="55918"/>
                </a:cubicBezTo>
                <a:cubicBezTo>
                  <a:pt x="331991" y="55997"/>
                  <a:pt x="331383" y="56037"/>
                  <a:pt x="330774" y="56037"/>
                </a:cubicBezTo>
                <a:cubicBezTo>
                  <a:pt x="328922" y="56037"/>
                  <a:pt x="327335" y="55792"/>
                  <a:pt x="326012" y="55302"/>
                </a:cubicBezTo>
                <a:cubicBezTo>
                  <a:pt x="324689" y="54811"/>
                  <a:pt x="323604" y="54068"/>
                  <a:pt x="322758" y="53073"/>
                </a:cubicBezTo>
                <a:cubicBezTo>
                  <a:pt x="321911" y="52078"/>
                  <a:pt x="321296" y="50819"/>
                  <a:pt x="320912" y="49294"/>
                </a:cubicBezTo>
                <a:cubicBezTo>
                  <a:pt x="320529" y="47770"/>
                  <a:pt x="320337" y="45973"/>
                  <a:pt x="320337" y="43904"/>
                </a:cubicBezTo>
                <a:lnTo>
                  <a:pt x="320337" y="22978"/>
                </a:lnTo>
                <a:lnTo>
                  <a:pt x="315336" y="22978"/>
                </a:lnTo>
                <a:cubicBezTo>
                  <a:pt x="314939" y="22978"/>
                  <a:pt x="314622" y="22767"/>
                  <a:pt x="314384" y="22343"/>
                </a:cubicBezTo>
                <a:cubicBezTo>
                  <a:pt x="314146" y="21920"/>
                  <a:pt x="314027" y="21232"/>
                  <a:pt x="314027" y="20280"/>
                </a:cubicBezTo>
                <a:cubicBezTo>
                  <a:pt x="314027" y="19777"/>
                  <a:pt x="314060" y="19354"/>
                  <a:pt x="314126" y="19010"/>
                </a:cubicBezTo>
                <a:cubicBezTo>
                  <a:pt x="314192" y="18666"/>
                  <a:pt x="314278" y="18381"/>
                  <a:pt x="314384" y="18157"/>
                </a:cubicBezTo>
                <a:cubicBezTo>
                  <a:pt x="314490" y="17932"/>
                  <a:pt x="314629" y="17773"/>
                  <a:pt x="314801" y="17680"/>
                </a:cubicBezTo>
                <a:cubicBezTo>
                  <a:pt x="314973" y="17588"/>
                  <a:pt x="315164" y="17541"/>
                  <a:pt x="315376" y="17541"/>
                </a:cubicBezTo>
                <a:lnTo>
                  <a:pt x="320337" y="17541"/>
                </a:lnTo>
                <a:lnTo>
                  <a:pt x="320337" y="9048"/>
                </a:lnTo>
                <a:cubicBezTo>
                  <a:pt x="320337" y="8863"/>
                  <a:pt x="320383" y="8691"/>
                  <a:pt x="320476" y="8533"/>
                </a:cubicBezTo>
                <a:cubicBezTo>
                  <a:pt x="320568" y="8374"/>
                  <a:pt x="320740" y="8235"/>
                  <a:pt x="320992" y="8116"/>
                </a:cubicBezTo>
                <a:cubicBezTo>
                  <a:pt x="321243" y="7997"/>
                  <a:pt x="321580" y="7911"/>
                  <a:pt x="322004" y="7858"/>
                </a:cubicBezTo>
                <a:cubicBezTo>
                  <a:pt x="322427" y="7805"/>
                  <a:pt x="322956" y="7779"/>
                  <a:pt x="323591" y="7779"/>
                </a:cubicBezTo>
                <a:cubicBezTo>
                  <a:pt x="324253" y="7779"/>
                  <a:pt x="324795" y="7805"/>
                  <a:pt x="325218" y="7858"/>
                </a:cubicBezTo>
                <a:cubicBezTo>
                  <a:pt x="325642" y="7911"/>
                  <a:pt x="325972" y="7997"/>
                  <a:pt x="326210" y="8116"/>
                </a:cubicBezTo>
                <a:cubicBezTo>
                  <a:pt x="326449" y="8235"/>
                  <a:pt x="326620" y="8374"/>
                  <a:pt x="326726" y="8533"/>
                </a:cubicBezTo>
                <a:cubicBezTo>
                  <a:pt x="326832" y="8691"/>
                  <a:pt x="326885" y="8863"/>
                  <a:pt x="326885" y="9048"/>
                </a:cubicBezTo>
                <a:lnTo>
                  <a:pt x="326885" y="17541"/>
                </a:lnTo>
                <a:lnTo>
                  <a:pt x="336053" y="17541"/>
                </a:lnTo>
                <a:cubicBezTo>
                  <a:pt x="336264" y="17541"/>
                  <a:pt x="336449" y="17588"/>
                  <a:pt x="336608" y="17680"/>
                </a:cubicBezTo>
                <a:cubicBezTo>
                  <a:pt x="336767" y="17773"/>
                  <a:pt x="336906" y="17932"/>
                  <a:pt x="337025" y="18157"/>
                </a:cubicBezTo>
                <a:cubicBezTo>
                  <a:pt x="337144" y="18381"/>
                  <a:pt x="337230" y="18666"/>
                  <a:pt x="337283" y="19010"/>
                </a:cubicBezTo>
                <a:cubicBezTo>
                  <a:pt x="337336" y="19354"/>
                  <a:pt x="337362" y="19777"/>
                  <a:pt x="337362" y="20280"/>
                </a:cubicBezTo>
                <a:cubicBezTo>
                  <a:pt x="337362" y="21232"/>
                  <a:pt x="337243" y="21920"/>
                  <a:pt x="337005" y="22343"/>
                </a:cubicBezTo>
                <a:cubicBezTo>
                  <a:pt x="336767" y="22767"/>
                  <a:pt x="336449" y="22978"/>
                  <a:pt x="336053" y="22978"/>
                </a:cubicBezTo>
                <a:lnTo>
                  <a:pt x="326885" y="22978"/>
                </a:lnTo>
                <a:lnTo>
                  <a:pt x="326885" y="42959"/>
                </a:lnTo>
                <a:cubicBezTo>
                  <a:pt x="326885" y="45426"/>
                  <a:pt x="327249" y="47290"/>
                  <a:pt x="327976" y="48551"/>
                </a:cubicBezTo>
                <a:cubicBezTo>
                  <a:pt x="328704" y="49811"/>
                  <a:pt x="330007" y="50441"/>
                  <a:pt x="331886" y="50441"/>
                </a:cubicBezTo>
                <a:cubicBezTo>
                  <a:pt x="332494" y="50441"/>
                  <a:pt x="333036" y="50382"/>
                  <a:pt x="333513" y="50263"/>
                </a:cubicBezTo>
                <a:cubicBezTo>
                  <a:pt x="333989" y="50144"/>
                  <a:pt x="334412" y="50018"/>
                  <a:pt x="334783" y="49886"/>
                </a:cubicBezTo>
                <a:cubicBezTo>
                  <a:pt x="335153" y="49753"/>
                  <a:pt x="335471" y="49628"/>
                  <a:pt x="335735" y="49509"/>
                </a:cubicBezTo>
                <a:cubicBezTo>
                  <a:pt x="336000" y="49390"/>
                  <a:pt x="336238" y="49330"/>
                  <a:pt x="336449" y="49330"/>
                </a:cubicBezTo>
                <a:cubicBezTo>
                  <a:pt x="336582" y="49330"/>
                  <a:pt x="336707" y="49363"/>
                  <a:pt x="336826" y="49429"/>
                </a:cubicBezTo>
                <a:cubicBezTo>
                  <a:pt x="336946" y="49496"/>
                  <a:pt x="337038" y="49621"/>
                  <a:pt x="337104" y="49806"/>
                </a:cubicBezTo>
                <a:cubicBezTo>
                  <a:pt x="337170" y="49992"/>
                  <a:pt x="337230" y="50243"/>
                  <a:pt x="337283" y="50560"/>
                </a:cubicBezTo>
                <a:cubicBezTo>
                  <a:pt x="337336" y="50878"/>
                  <a:pt x="337362" y="51275"/>
                  <a:pt x="337362" y="51751"/>
                </a:cubicBezTo>
                <a:close/>
                <a:moveTo>
                  <a:pt x="376611" y="54331"/>
                </a:moveTo>
                <a:cubicBezTo>
                  <a:pt x="376611" y="54542"/>
                  <a:pt x="376558" y="54721"/>
                  <a:pt x="376453" y="54866"/>
                </a:cubicBezTo>
                <a:cubicBezTo>
                  <a:pt x="376347" y="55012"/>
                  <a:pt x="376175" y="55138"/>
                  <a:pt x="375937" y="55243"/>
                </a:cubicBezTo>
                <a:cubicBezTo>
                  <a:pt x="375699" y="55349"/>
                  <a:pt x="375368" y="55429"/>
                  <a:pt x="374945" y="55482"/>
                </a:cubicBezTo>
                <a:cubicBezTo>
                  <a:pt x="374521" y="55534"/>
                  <a:pt x="373992" y="55561"/>
                  <a:pt x="373357" y="55561"/>
                </a:cubicBezTo>
                <a:cubicBezTo>
                  <a:pt x="372696" y="55561"/>
                  <a:pt x="372153" y="55534"/>
                  <a:pt x="371730" y="55482"/>
                </a:cubicBezTo>
                <a:cubicBezTo>
                  <a:pt x="371307" y="55429"/>
                  <a:pt x="370976" y="55349"/>
                  <a:pt x="370738" y="55243"/>
                </a:cubicBezTo>
                <a:cubicBezTo>
                  <a:pt x="370500" y="55138"/>
                  <a:pt x="370328" y="55012"/>
                  <a:pt x="370222" y="54866"/>
                </a:cubicBezTo>
                <a:cubicBezTo>
                  <a:pt x="370116" y="54721"/>
                  <a:pt x="370063" y="54542"/>
                  <a:pt x="370063" y="54331"/>
                </a:cubicBezTo>
                <a:lnTo>
                  <a:pt x="370063" y="33416"/>
                </a:lnTo>
                <a:cubicBezTo>
                  <a:pt x="370063" y="31379"/>
                  <a:pt x="369904" y="29738"/>
                  <a:pt x="369587" y="28495"/>
                </a:cubicBezTo>
                <a:cubicBezTo>
                  <a:pt x="369269" y="27251"/>
                  <a:pt x="368806" y="26180"/>
                  <a:pt x="368198" y="25280"/>
                </a:cubicBezTo>
                <a:cubicBezTo>
                  <a:pt x="367589" y="24381"/>
                  <a:pt x="366802" y="23693"/>
                  <a:pt x="365837" y="23217"/>
                </a:cubicBezTo>
                <a:cubicBezTo>
                  <a:pt x="364871" y="22740"/>
                  <a:pt x="363753" y="22502"/>
                  <a:pt x="362483" y="22502"/>
                </a:cubicBezTo>
                <a:cubicBezTo>
                  <a:pt x="360843" y="22502"/>
                  <a:pt x="359202" y="23084"/>
                  <a:pt x="357562" y="24248"/>
                </a:cubicBezTo>
                <a:cubicBezTo>
                  <a:pt x="355922" y="25413"/>
                  <a:pt x="354202" y="27119"/>
                  <a:pt x="352403" y="29368"/>
                </a:cubicBezTo>
                <a:lnTo>
                  <a:pt x="352403" y="54331"/>
                </a:lnTo>
                <a:cubicBezTo>
                  <a:pt x="352403" y="54542"/>
                  <a:pt x="352350" y="54721"/>
                  <a:pt x="352244" y="54866"/>
                </a:cubicBezTo>
                <a:cubicBezTo>
                  <a:pt x="352138" y="55012"/>
                  <a:pt x="351966" y="55138"/>
                  <a:pt x="351728" y="55243"/>
                </a:cubicBezTo>
                <a:cubicBezTo>
                  <a:pt x="351490" y="55349"/>
                  <a:pt x="351159" y="55429"/>
                  <a:pt x="350736" y="55482"/>
                </a:cubicBezTo>
                <a:cubicBezTo>
                  <a:pt x="350313" y="55534"/>
                  <a:pt x="349770" y="55561"/>
                  <a:pt x="349109" y="55561"/>
                </a:cubicBezTo>
                <a:cubicBezTo>
                  <a:pt x="348474" y="55561"/>
                  <a:pt x="347945" y="55534"/>
                  <a:pt x="347521" y="55482"/>
                </a:cubicBezTo>
                <a:cubicBezTo>
                  <a:pt x="347098" y="55429"/>
                  <a:pt x="346761" y="55349"/>
                  <a:pt x="346509" y="55243"/>
                </a:cubicBezTo>
                <a:cubicBezTo>
                  <a:pt x="346258" y="55138"/>
                  <a:pt x="346086" y="55012"/>
                  <a:pt x="345993" y="54866"/>
                </a:cubicBezTo>
                <a:cubicBezTo>
                  <a:pt x="345901" y="54720"/>
                  <a:pt x="345854" y="54541"/>
                  <a:pt x="345854" y="54329"/>
                </a:cubicBezTo>
                <a:lnTo>
                  <a:pt x="345854" y="1271"/>
                </a:lnTo>
                <a:cubicBezTo>
                  <a:pt x="345854" y="1060"/>
                  <a:pt x="345901" y="874"/>
                  <a:pt x="345993" y="716"/>
                </a:cubicBezTo>
                <a:cubicBezTo>
                  <a:pt x="346086" y="556"/>
                  <a:pt x="346258" y="423"/>
                  <a:pt x="346509" y="317"/>
                </a:cubicBezTo>
                <a:cubicBezTo>
                  <a:pt x="346761" y="212"/>
                  <a:pt x="347098" y="132"/>
                  <a:pt x="347521" y="79"/>
                </a:cubicBezTo>
                <a:cubicBezTo>
                  <a:pt x="347945" y="26"/>
                  <a:pt x="348474" y="0"/>
                  <a:pt x="349109" y="0"/>
                </a:cubicBezTo>
                <a:cubicBezTo>
                  <a:pt x="349770" y="0"/>
                  <a:pt x="350313" y="26"/>
                  <a:pt x="350736" y="79"/>
                </a:cubicBezTo>
                <a:cubicBezTo>
                  <a:pt x="351159" y="132"/>
                  <a:pt x="351490" y="212"/>
                  <a:pt x="351728" y="319"/>
                </a:cubicBezTo>
                <a:cubicBezTo>
                  <a:pt x="351966" y="425"/>
                  <a:pt x="352138" y="557"/>
                  <a:pt x="352244" y="716"/>
                </a:cubicBezTo>
                <a:cubicBezTo>
                  <a:pt x="352350" y="874"/>
                  <a:pt x="352403" y="1060"/>
                  <a:pt x="352403" y="1272"/>
                </a:cubicBezTo>
                <a:lnTo>
                  <a:pt x="352403" y="22701"/>
                </a:lnTo>
                <a:cubicBezTo>
                  <a:pt x="354281" y="20716"/>
                  <a:pt x="356173" y="19241"/>
                  <a:pt x="358078" y="18276"/>
                </a:cubicBezTo>
                <a:cubicBezTo>
                  <a:pt x="359983" y="17310"/>
                  <a:pt x="361901" y="16827"/>
                  <a:pt x="363832" y="16827"/>
                </a:cubicBezTo>
                <a:cubicBezTo>
                  <a:pt x="366214" y="16827"/>
                  <a:pt x="368218" y="17231"/>
                  <a:pt x="369845" y="18037"/>
                </a:cubicBezTo>
                <a:cubicBezTo>
                  <a:pt x="371472" y="18844"/>
                  <a:pt x="372788" y="19923"/>
                  <a:pt x="373794" y="21272"/>
                </a:cubicBezTo>
                <a:cubicBezTo>
                  <a:pt x="374799" y="22621"/>
                  <a:pt x="375520" y="24202"/>
                  <a:pt x="375957" y="26014"/>
                </a:cubicBezTo>
                <a:cubicBezTo>
                  <a:pt x="376393" y="27827"/>
                  <a:pt x="376611" y="30016"/>
                  <a:pt x="376611" y="32583"/>
                </a:cubicBezTo>
                <a:lnTo>
                  <a:pt x="376611" y="54331"/>
                </a:lnTo>
                <a:close/>
                <a:moveTo>
                  <a:pt x="418703" y="34924"/>
                </a:moveTo>
                <a:cubicBezTo>
                  <a:pt x="418703" y="35956"/>
                  <a:pt x="418445" y="36690"/>
                  <a:pt x="417930" y="37127"/>
                </a:cubicBezTo>
                <a:cubicBezTo>
                  <a:pt x="417414" y="37563"/>
                  <a:pt x="416825" y="37781"/>
                  <a:pt x="416163" y="37781"/>
                </a:cubicBezTo>
                <a:lnTo>
                  <a:pt x="392749" y="37781"/>
                </a:lnTo>
                <a:cubicBezTo>
                  <a:pt x="392749" y="39772"/>
                  <a:pt x="392947" y="41563"/>
                  <a:pt x="393344" y="43155"/>
                </a:cubicBezTo>
                <a:cubicBezTo>
                  <a:pt x="393741" y="44748"/>
                  <a:pt x="394402" y="46114"/>
                  <a:pt x="395328" y="47255"/>
                </a:cubicBezTo>
                <a:cubicBezTo>
                  <a:pt x="396254" y="48396"/>
                  <a:pt x="397458" y="49272"/>
                  <a:pt x="398940" y="49883"/>
                </a:cubicBezTo>
                <a:cubicBezTo>
                  <a:pt x="400421" y="50493"/>
                  <a:pt x="402234" y="50799"/>
                  <a:pt x="404377" y="50799"/>
                </a:cubicBezTo>
                <a:cubicBezTo>
                  <a:pt x="406070" y="50799"/>
                  <a:pt x="407578" y="50660"/>
                  <a:pt x="408901" y="50382"/>
                </a:cubicBezTo>
                <a:cubicBezTo>
                  <a:pt x="410224" y="50104"/>
                  <a:pt x="411368" y="49793"/>
                  <a:pt x="412334" y="49449"/>
                </a:cubicBezTo>
                <a:cubicBezTo>
                  <a:pt x="413299" y="49105"/>
                  <a:pt x="414093" y="48794"/>
                  <a:pt x="414715" y="48517"/>
                </a:cubicBezTo>
                <a:cubicBezTo>
                  <a:pt x="415337" y="48239"/>
                  <a:pt x="415806" y="48100"/>
                  <a:pt x="416124" y="48100"/>
                </a:cubicBezTo>
                <a:cubicBezTo>
                  <a:pt x="416309" y="48100"/>
                  <a:pt x="416474" y="48146"/>
                  <a:pt x="416620" y="48239"/>
                </a:cubicBezTo>
                <a:cubicBezTo>
                  <a:pt x="416765" y="48331"/>
                  <a:pt x="416878" y="48470"/>
                  <a:pt x="416957" y="48655"/>
                </a:cubicBezTo>
                <a:cubicBezTo>
                  <a:pt x="417037" y="48841"/>
                  <a:pt x="417096" y="49099"/>
                  <a:pt x="417136" y="49429"/>
                </a:cubicBezTo>
                <a:cubicBezTo>
                  <a:pt x="417175" y="49760"/>
                  <a:pt x="417195" y="50164"/>
                  <a:pt x="417195" y="50640"/>
                </a:cubicBezTo>
                <a:cubicBezTo>
                  <a:pt x="417195" y="50984"/>
                  <a:pt x="417182" y="51281"/>
                  <a:pt x="417156" y="51533"/>
                </a:cubicBezTo>
                <a:cubicBezTo>
                  <a:pt x="417129" y="51784"/>
                  <a:pt x="417096" y="52009"/>
                  <a:pt x="417056" y="52207"/>
                </a:cubicBezTo>
                <a:cubicBezTo>
                  <a:pt x="417017" y="52406"/>
                  <a:pt x="416951" y="52584"/>
                  <a:pt x="416858" y="52743"/>
                </a:cubicBezTo>
                <a:cubicBezTo>
                  <a:pt x="416765" y="52902"/>
                  <a:pt x="416646" y="53054"/>
                  <a:pt x="416501" y="53200"/>
                </a:cubicBezTo>
                <a:cubicBezTo>
                  <a:pt x="416355" y="53345"/>
                  <a:pt x="415925" y="53583"/>
                  <a:pt x="415211" y="53914"/>
                </a:cubicBezTo>
                <a:cubicBezTo>
                  <a:pt x="414497" y="54245"/>
                  <a:pt x="413571" y="54569"/>
                  <a:pt x="412433" y="54886"/>
                </a:cubicBezTo>
                <a:cubicBezTo>
                  <a:pt x="411295" y="55204"/>
                  <a:pt x="409979" y="55488"/>
                  <a:pt x="408484" y="55740"/>
                </a:cubicBezTo>
                <a:cubicBezTo>
                  <a:pt x="406989" y="55991"/>
                  <a:pt x="405395" y="56117"/>
                  <a:pt x="403702" y="56117"/>
                </a:cubicBezTo>
                <a:cubicBezTo>
                  <a:pt x="400765" y="56117"/>
                  <a:pt x="398192" y="55706"/>
                  <a:pt x="395983" y="54885"/>
                </a:cubicBezTo>
                <a:cubicBezTo>
                  <a:pt x="393774" y="54064"/>
                  <a:pt x="391915" y="52846"/>
                  <a:pt x="390407" y="51230"/>
                </a:cubicBezTo>
                <a:cubicBezTo>
                  <a:pt x="388899" y="49615"/>
                  <a:pt x="387761" y="47589"/>
                  <a:pt x="386994" y="45152"/>
                </a:cubicBezTo>
                <a:cubicBezTo>
                  <a:pt x="386227" y="42715"/>
                  <a:pt x="385843" y="39882"/>
                  <a:pt x="385843" y="36650"/>
                </a:cubicBezTo>
                <a:cubicBezTo>
                  <a:pt x="385843" y="33578"/>
                  <a:pt x="386240" y="30817"/>
                  <a:pt x="387034" y="28367"/>
                </a:cubicBezTo>
                <a:cubicBezTo>
                  <a:pt x="387827" y="25917"/>
                  <a:pt x="388972" y="23838"/>
                  <a:pt x="390467" y="22130"/>
                </a:cubicBezTo>
                <a:cubicBezTo>
                  <a:pt x="391961" y="20422"/>
                  <a:pt x="393767" y="19111"/>
                  <a:pt x="395884" y="18197"/>
                </a:cubicBezTo>
                <a:cubicBezTo>
                  <a:pt x="398000" y="17284"/>
                  <a:pt x="400368" y="16827"/>
                  <a:pt x="402988" y="16827"/>
                </a:cubicBezTo>
                <a:cubicBezTo>
                  <a:pt x="405792" y="16827"/>
                  <a:pt x="408180" y="17277"/>
                  <a:pt x="410151" y="18176"/>
                </a:cubicBezTo>
                <a:cubicBezTo>
                  <a:pt x="412122" y="19076"/>
                  <a:pt x="413743" y="20286"/>
                  <a:pt x="415013" y="21808"/>
                </a:cubicBezTo>
                <a:cubicBezTo>
                  <a:pt x="416283" y="23329"/>
                  <a:pt x="417215" y="25115"/>
                  <a:pt x="417810" y="27165"/>
                </a:cubicBezTo>
                <a:cubicBezTo>
                  <a:pt x="418406" y="29216"/>
                  <a:pt x="418703" y="31405"/>
                  <a:pt x="418703" y="33733"/>
                </a:cubicBezTo>
                <a:lnTo>
                  <a:pt x="418703" y="34924"/>
                </a:lnTo>
                <a:moveTo>
                  <a:pt x="412115" y="32979"/>
                </a:moveTo>
                <a:cubicBezTo>
                  <a:pt x="412195" y="29540"/>
                  <a:pt x="411434" y="26841"/>
                  <a:pt x="409834" y="24883"/>
                </a:cubicBezTo>
                <a:cubicBezTo>
                  <a:pt x="408233" y="22925"/>
                  <a:pt x="405858" y="21947"/>
                  <a:pt x="402710" y="21947"/>
                </a:cubicBezTo>
                <a:cubicBezTo>
                  <a:pt x="401096" y="21947"/>
                  <a:pt x="399680" y="22251"/>
                  <a:pt x="398463" y="22859"/>
                </a:cubicBezTo>
                <a:cubicBezTo>
                  <a:pt x="397246" y="23468"/>
                  <a:pt x="396228" y="24275"/>
                  <a:pt x="395408" y="25280"/>
                </a:cubicBezTo>
                <a:cubicBezTo>
                  <a:pt x="394587" y="26286"/>
                  <a:pt x="393952" y="27456"/>
                  <a:pt x="393503" y="28792"/>
                </a:cubicBezTo>
                <a:cubicBezTo>
                  <a:pt x="393053" y="30129"/>
                  <a:pt x="392801" y="31524"/>
                  <a:pt x="392749" y="32979"/>
                </a:cubicBezTo>
                <a:lnTo>
                  <a:pt x="412115" y="32979"/>
                </a:lnTo>
                <a:close/>
                <a:moveTo>
                  <a:pt x="450961" y="44636"/>
                </a:moveTo>
                <a:cubicBezTo>
                  <a:pt x="450961" y="46463"/>
                  <a:pt x="450624" y="48092"/>
                  <a:pt x="449949" y="49522"/>
                </a:cubicBezTo>
                <a:cubicBezTo>
                  <a:pt x="449274" y="50952"/>
                  <a:pt x="448315" y="52157"/>
                  <a:pt x="447072" y="53138"/>
                </a:cubicBezTo>
                <a:cubicBezTo>
                  <a:pt x="445828" y="54117"/>
                  <a:pt x="444347" y="54859"/>
                  <a:pt x="442627" y="55361"/>
                </a:cubicBezTo>
                <a:cubicBezTo>
                  <a:pt x="440907" y="55865"/>
                  <a:pt x="439015" y="56117"/>
                  <a:pt x="436952" y="56117"/>
                </a:cubicBezTo>
                <a:cubicBezTo>
                  <a:pt x="435682" y="56117"/>
                  <a:pt x="434471" y="56017"/>
                  <a:pt x="433320" y="55819"/>
                </a:cubicBezTo>
                <a:cubicBezTo>
                  <a:pt x="432169" y="55620"/>
                  <a:pt x="431138" y="55369"/>
                  <a:pt x="430225" y="55065"/>
                </a:cubicBezTo>
                <a:cubicBezTo>
                  <a:pt x="429312" y="54761"/>
                  <a:pt x="428538" y="54443"/>
                  <a:pt x="427903" y="54112"/>
                </a:cubicBezTo>
                <a:cubicBezTo>
                  <a:pt x="427268" y="53782"/>
                  <a:pt x="426805" y="53484"/>
                  <a:pt x="426514" y="53219"/>
                </a:cubicBezTo>
                <a:cubicBezTo>
                  <a:pt x="426223" y="52955"/>
                  <a:pt x="426011" y="52584"/>
                  <a:pt x="425879" y="52108"/>
                </a:cubicBezTo>
                <a:cubicBezTo>
                  <a:pt x="425747" y="51632"/>
                  <a:pt x="425681" y="50984"/>
                  <a:pt x="425681" y="50164"/>
                </a:cubicBezTo>
                <a:cubicBezTo>
                  <a:pt x="425681" y="49661"/>
                  <a:pt x="425707" y="49238"/>
                  <a:pt x="425760" y="48894"/>
                </a:cubicBezTo>
                <a:cubicBezTo>
                  <a:pt x="425813" y="48550"/>
                  <a:pt x="425879" y="48272"/>
                  <a:pt x="425959" y="48060"/>
                </a:cubicBezTo>
                <a:cubicBezTo>
                  <a:pt x="426038" y="47849"/>
                  <a:pt x="426150" y="47696"/>
                  <a:pt x="426296" y="47604"/>
                </a:cubicBezTo>
                <a:cubicBezTo>
                  <a:pt x="426441" y="47511"/>
                  <a:pt x="426607" y="47465"/>
                  <a:pt x="426792" y="47465"/>
                </a:cubicBezTo>
                <a:cubicBezTo>
                  <a:pt x="427083" y="47465"/>
                  <a:pt x="427513" y="47643"/>
                  <a:pt x="428082" y="48001"/>
                </a:cubicBezTo>
                <a:cubicBezTo>
                  <a:pt x="428651" y="48358"/>
                  <a:pt x="429352" y="48748"/>
                  <a:pt x="430185" y="49171"/>
                </a:cubicBezTo>
                <a:cubicBezTo>
                  <a:pt x="431019" y="49595"/>
                  <a:pt x="432004" y="49985"/>
                  <a:pt x="433142" y="50342"/>
                </a:cubicBezTo>
                <a:cubicBezTo>
                  <a:pt x="434279" y="50699"/>
                  <a:pt x="435589" y="50878"/>
                  <a:pt x="437071" y="50878"/>
                </a:cubicBezTo>
                <a:cubicBezTo>
                  <a:pt x="438182" y="50878"/>
                  <a:pt x="439187" y="50759"/>
                  <a:pt x="440087" y="50521"/>
                </a:cubicBezTo>
                <a:cubicBezTo>
                  <a:pt x="440986" y="50282"/>
                  <a:pt x="441767" y="49930"/>
                  <a:pt x="442428" y="49467"/>
                </a:cubicBezTo>
                <a:cubicBezTo>
                  <a:pt x="443090" y="49003"/>
                  <a:pt x="443599" y="48413"/>
                  <a:pt x="443956" y="47697"/>
                </a:cubicBezTo>
                <a:cubicBezTo>
                  <a:pt x="444314" y="46981"/>
                  <a:pt x="444492" y="46133"/>
                  <a:pt x="444492" y="45152"/>
                </a:cubicBezTo>
                <a:cubicBezTo>
                  <a:pt x="444492" y="44146"/>
                  <a:pt x="444234" y="43298"/>
                  <a:pt x="443718" y="42610"/>
                </a:cubicBezTo>
                <a:cubicBezTo>
                  <a:pt x="443202" y="41921"/>
                  <a:pt x="442521" y="41312"/>
                  <a:pt x="441674" y="40783"/>
                </a:cubicBezTo>
                <a:cubicBezTo>
                  <a:pt x="440828" y="40253"/>
                  <a:pt x="439875" y="39783"/>
                  <a:pt x="438817" y="39373"/>
                </a:cubicBezTo>
                <a:cubicBezTo>
                  <a:pt x="437759" y="38962"/>
                  <a:pt x="436667" y="38531"/>
                  <a:pt x="435543" y="38082"/>
                </a:cubicBezTo>
                <a:cubicBezTo>
                  <a:pt x="434418" y="37631"/>
                  <a:pt x="433320" y="37121"/>
                  <a:pt x="432249" y="36551"/>
                </a:cubicBezTo>
                <a:cubicBezTo>
                  <a:pt x="431177" y="35981"/>
                  <a:pt x="430218" y="35286"/>
                  <a:pt x="429372" y="34465"/>
                </a:cubicBezTo>
                <a:cubicBezTo>
                  <a:pt x="428525" y="33644"/>
                  <a:pt x="427844" y="32664"/>
                  <a:pt x="427328" y="31526"/>
                </a:cubicBezTo>
                <a:cubicBezTo>
                  <a:pt x="426812" y="30387"/>
                  <a:pt x="426554" y="29024"/>
                  <a:pt x="426554" y="27434"/>
                </a:cubicBezTo>
                <a:cubicBezTo>
                  <a:pt x="426554" y="26031"/>
                  <a:pt x="426825" y="24687"/>
                  <a:pt x="427367" y="23403"/>
                </a:cubicBezTo>
                <a:cubicBezTo>
                  <a:pt x="427910" y="22118"/>
                  <a:pt x="428723" y="20992"/>
                  <a:pt x="429808" y="20025"/>
                </a:cubicBezTo>
                <a:cubicBezTo>
                  <a:pt x="430893" y="19058"/>
                  <a:pt x="432249" y="18283"/>
                  <a:pt x="433876" y="17701"/>
                </a:cubicBezTo>
                <a:cubicBezTo>
                  <a:pt x="435503" y="17118"/>
                  <a:pt x="437401" y="16827"/>
                  <a:pt x="439571" y="16827"/>
                </a:cubicBezTo>
                <a:cubicBezTo>
                  <a:pt x="440523" y="16827"/>
                  <a:pt x="441476" y="16908"/>
                  <a:pt x="442428" y="17069"/>
                </a:cubicBezTo>
                <a:cubicBezTo>
                  <a:pt x="443381" y="17230"/>
                  <a:pt x="444241" y="17431"/>
                  <a:pt x="445008" y="17673"/>
                </a:cubicBezTo>
                <a:cubicBezTo>
                  <a:pt x="445775" y="17914"/>
                  <a:pt x="446430" y="18176"/>
                  <a:pt x="446973" y="18458"/>
                </a:cubicBezTo>
                <a:cubicBezTo>
                  <a:pt x="447515" y="18740"/>
                  <a:pt x="447925" y="18988"/>
                  <a:pt x="448203" y="19203"/>
                </a:cubicBezTo>
                <a:cubicBezTo>
                  <a:pt x="448481" y="19418"/>
                  <a:pt x="448666" y="19605"/>
                  <a:pt x="448758" y="19764"/>
                </a:cubicBezTo>
                <a:cubicBezTo>
                  <a:pt x="448851" y="19923"/>
                  <a:pt x="448917" y="20101"/>
                  <a:pt x="448957" y="20300"/>
                </a:cubicBezTo>
                <a:cubicBezTo>
                  <a:pt x="448997" y="20498"/>
                  <a:pt x="449036" y="20743"/>
                  <a:pt x="449076" y="21034"/>
                </a:cubicBezTo>
                <a:cubicBezTo>
                  <a:pt x="449116" y="21325"/>
                  <a:pt x="449135" y="21682"/>
                  <a:pt x="449135" y="22105"/>
                </a:cubicBezTo>
                <a:cubicBezTo>
                  <a:pt x="449135" y="22555"/>
                  <a:pt x="449116" y="22945"/>
                  <a:pt x="449076" y="23276"/>
                </a:cubicBezTo>
                <a:cubicBezTo>
                  <a:pt x="449036" y="23607"/>
                  <a:pt x="448970" y="23878"/>
                  <a:pt x="448877" y="24090"/>
                </a:cubicBezTo>
                <a:cubicBezTo>
                  <a:pt x="448785" y="24301"/>
                  <a:pt x="448672" y="24453"/>
                  <a:pt x="448540" y="24546"/>
                </a:cubicBezTo>
                <a:cubicBezTo>
                  <a:pt x="448408" y="24639"/>
                  <a:pt x="448262" y="24685"/>
                  <a:pt x="448104" y="24685"/>
                </a:cubicBezTo>
                <a:cubicBezTo>
                  <a:pt x="447865" y="24685"/>
                  <a:pt x="447522" y="24537"/>
                  <a:pt x="447072" y="24242"/>
                </a:cubicBezTo>
                <a:cubicBezTo>
                  <a:pt x="446622" y="23947"/>
                  <a:pt x="446040" y="23632"/>
                  <a:pt x="445326" y="23296"/>
                </a:cubicBezTo>
                <a:cubicBezTo>
                  <a:pt x="444611" y="22960"/>
                  <a:pt x="443771" y="22645"/>
                  <a:pt x="442805" y="22350"/>
                </a:cubicBezTo>
                <a:cubicBezTo>
                  <a:pt x="441840" y="22054"/>
                  <a:pt x="440735" y="21907"/>
                  <a:pt x="439492" y="21907"/>
                </a:cubicBezTo>
                <a:cubicBezTo>
                  <a:pt x="438380" y="21907"/>
                  <a:pt x="437401" y="22033"/>
                  <a:pt x="436555" y="22285"/>
                </a:cubicBezTo>
                <a:cubicBezTo>
                  <a:pt x="435708" y="22536"/>
                  <a:pt x="435014" y="22894"/>
                  <a:pt x="434471" y="23358"/>
                </a:cubicBezTo>
                <a:cubicBezTo>
                  <a:pt x="433929" y="23822"/>
                  <a:pt x="433519" y="24372"/>
                  <a:pt x="433241" y="25009"/>
                </a:cubicBezTo>
                <a:cubicBezTo>
                  <a:pt x="432963" y="25644"/>
                  <a:pt x="432824" y="26334"/>
                  <a:pt x="432824" y="27076"/>
                </a:cubicBezTo>
                <a:cubicBezTo>
                  <a:pt x="432824" y="28109"/>
                  <a:pt x="433089" y="28976"/>
                  <a:pt x="433618" y="29678"/>
                </a:cubicBezTo>
                <a:cubicBezTo>
                  <a:pt x="434147" y="30380"/>
                  <a:pt x="434835" y="30996"/>
                  <a:pt x="435682" y="31526"/>
                </a:cubicBezTo>
                <a:cubicBezTo>
                  <a:pt x="436528" y="32055"/>
                  <a:pt x="437494" y="32532"/>
                  <a:pt x="438579" y="32956"/>
                </a:cubicBezTo>
                <a:cubicBezTo>
                  <a:pt x="439664" y="33379"/>
                  <a:pt x="440768" y="33816"/>
                  <a:pt x="441893" y="34267"/>
                </a:cubicBezTo>
                <a:cubicBezTo>
                  <a:pt x="443017" y="34716"/>
                  <a:pt x="444128" y="35220"/>
                  <a:pt x="445226" y="35776"/>
                </a:cubicBezTo>
                <a:cubicBezTo>
                  <a:pt x="446324" y="36332"/>
                  <a:pt x="447297" y="37008"/>
                  <a:pt x="448143" y="37803"/>
                </a:cubicBezTo>
                <a:cubicBezTo>
                  <a:pt x="448990" y="38597"/>
                  <a:pt x="449671" y="39551"/>
                  <a:pt x="450187" y="40664"/>
                </a:cubicBezTo>
                <a:cubicBezTo>
                  <a:pt x="450703" y="41776"/>
                  <a:pt x="450961" y="43100"/>
                  <a:pt x="450961" y="44636"/>
                </a:cubicBezTo>
                <a:close/>
                <a:moveTo>
                  <a:pt x="490975" y="34924"/>
                </a:moveTo>
                <a:cubicBezTo>
                  <a:pt x="490975" y="35956"/>
                  <a:pt x="490717" y="36690"/>
                  <a:pt x="490201" y="37127"/>
                </a:cubicBezTo>
                <a:cubicBezTo>
                  <a:pt x="489686" y="37563"/>
                  <a:pt x="489097" y="37781"/>
                  <a:pt x="488435" y="37781"/>
                </a:cubicBezTo>
                <a:lnTo>
                  <a:pt x="465020" y="37781"/>
                </a:lnTo>
                <a:cubicBezTo>
                  <a:pt x="465020" y="39772"/>
                  <a:pt x="465219" y="41563"/>
                  <a:pt x="465616" y="43155"/>
                </a:cubicBezTo>
                <a:cubicBezTo>
                  <a:pt x="466013" y="44748"/>
                  <a:pt x="466674" y="46114"/>
                  <a:pt x="467600" y="47255"/>
                </a:cubicBezTo>
                <a:cubicBezTo>
                  <a:pt x="468526" y="48396"/>
                  <a:pt x="469730" y="49272"/>
                  <a:pt x="471212" y="49883"/>
                </a:cubicBezTo>
                <a:cubicBezTo>
                  <a:pt x="472693" y="50493"/>
                  <a:pt x="474505" y="50799"/>
                  <a:pt x="476649" y="50799"/>
                </a:cubicBezTo>
                <a:cubicBezTo>
                  <a:pt x="478342" y="50799"/>
                  <a:pt x="479850" y="50660"/>
                  <a:pt x="481173" y="50382"/>
                </a:cubicBezTo>
                <a:cubicBezTo>
                  <a:pt x="482496" y="50104"/>
                  <a:pt x="483640" y="49793"/>
                  <a:pt x="484606" y="49449"/>
                </a:cubicBezTo>
                <a:cubicBezTo>
                  <a:pt x="485571" y="49105"/>
                  <a:pt x="486365" y="48794"/>
                  <a:pt x="486987" y="48517"/>
                </a:cubicBezTo>
                <a:cubicBezTo>
                  <a:pt x="487609" y="48239"/>
                  <a:pt x="488078" y="48100"/>
                  <a:pt x="488396" y="48100"/>
                </a:cubicBezTo>
                <a:cubicBezTo>
                  <a:pt x="488581" y="48100"/>
                  <a:pt x="488746" y="48146"/>
                  <a:pt x="488892" y="48239"/>
                </a:cubicBezTo>
                <a:cubicBezTo>
                  <a:pt x="489037" y="48331"/>
                  <a:pt x="489150" y="48470"/>
                  <a:pt x="489229" y="48655"/>
                </a:cubicBezTo>
                <a:cubicBezTo>
                  <a:pt x="489308" y="48841"/>
                  <a:pt x="489368" y="49099"/>
                  <a:pt x="489408" y="49429"/>
                </a:cubicBezTo>
                <a:cubicBezTo>
                  <a:pt x="489447" y="49760"/>
                  <a:pt x="489467" y="50164"/>
                  <a:pt x="489467" y="50640"/>
                </a:cubicBezTo>
                <a:cubicBezTo>
                  <a:pt x="489467" y="50984"/>
                  <a:pt x="489454" y="51281"/>
                  <a:pt x="489428" y="51533"/>
                </a:cubicBezTo>
                <a:cubicBezTo>
                  <a:pt x="489401" y="51784"/>
                  <a:pt x="489368" y="52009"/>
                  <a:pt x="489328" y="52207"/>
                </a:cubicBezTo>
                <a:cubicBezTo>
                  <a:pt x="489289" y="52406"/>
                  <a:pt x="489223" y="52584"/>
                  <a:pt x="489130" y="52743"/>
                </a:cubicBezTo>
                <a:cubicBezTo>
                  <a:pt x="489037" y="52902"/>
                  <a:pt x="488918" y="53054"/>
                  <a:pt x="488773" y="53200"/>
                </a:cubicBezTo>
                <a:cubicBezTo>
                  <a:pt x="488627" y="53345"/>
                  <a:pt x="488197" y="53583"/>
                  <a:pt x="487483" y="53914"/>
                </a:cubicBezTo>
                <a:cubicBezTo>
                  <a:pt x="486769" y="54245"/>
                  <a:pt x="485843" y="54569"/>
                  <a:pt x="484705" y="54886"/>
                </a:cubicBezTo>
                <a:cubicBezTo>
                  <a:pt x="483567" y="55204"/>
                  <a:pt x="482251" y="55488"/>
                  <a:pt x="480756" y="55740"/>
                </a:cubicBezTo>
                <a:cubicBezTo>
                  <a:pt x="479261" y="55991"/>
                  <a:pt x="477667" y="56117"/>
                  <a:pt x="475974" y="56117"/>
                </a:cubicBezTo>
                <a:cubicBezTo>
                  <a:pt x="473037" y="56117"/>
                  <a:pt x="470464" y="55706"/>
                  <a:pt x="468255" y="54885"/>
                </a:cubicBezTo>
                <a:cubicBezTo>
                  <a:pt x="466046" y="54064"/>
                  <a:pt x="464187" y="52846"/>
                  <a:pt x="462679" y="51230"/>
                </a:cubicBezTo>
                <a:cubicBezTo>
                  <a:pt x="461171" y="49615"/>
                  <a:pt x="460033" y="47589"/>
                  <a:pt x="459266" y="45152"/>
                </a:cubicBezTo>
                <a:cubicBezTo>
                  <a:pt x="458499" y="42715"/>
                  <a:pt x="458115" y="39882"/>
                  <a:pt x="458115" y="36650"/>
                </a:cubicBezTo>
                <a:cubicBezTo>
                  <a:pt x="458115" y="33578"/>
                  <a:pt x="458512" y="30817"/>
                  <a:pt x="459306" y="28367"/>
                </a:cubicBezTo>
                <a:cubicBezTo>
                  <a:pt x="460099" y="25917"/>
                  <a:pt x="461244" y="23838"/>
                  <a:pt x="462738" y="22130"/>
                </a:cubicBezTo>
                <a:cubicBezTo>
                  <a:pt x="464233" y="20422"/>
                  <a:pt x="466039" y="19111"/>
                  <a:pt x="468156" y="18197"/>
                </a:cubicBezTo>
                <a:cubicBezTo>
                  <a:pt x="470272" y="17284"/>
                  <a:pt x="472640" y="16827"/>
                  <a:pt x="475260" y="16827"/>
                </a:cubicBezTo>
                <a:cubicBezTo>
                  <a:pt x="478064" y="16827"/>
                  <a:pt x="480452" y="17277"/>
                  <a:pt x="482423" y="18176"/>
                </a:cubicBezTo>
                <a:cubicBezTo>
                  <a:pt x="484394" y="19076"/>
                  <a:pt x="486015" y="20286"/>
                  <a:pt x="487284" y="21808"/>
                </a:cubicBezTo>
                <a:cubicBezTo>
                  <a:pt x="488554" y="23329"/>
                  <a:pt x="489487" y="25115"/>
                  <a:pt x="490082" y="27165"/>
                </a:cubicBezTo>
                <a:cubicBezTo>
                  <a:pt x="490678" y="29216"/>
                  <a:pt x="490975" y="31405"/>
                  <a:pt x="490975" y="33733"/>
                </a:cubicBezTo>
                <a:lnTo>
                  <a:pt x="490975" y="34924"/>
                </a:lnTo>
                <a:moveTo>
                  <a:pt x="484387" y="32979"/>
                </a:moveTo>
                <a:cubicBezTo>
                  <a:pt x="484467" y="29540"/>
                  <a:pt x="483706" y="26841"/>
                  <a:pt x="482105" y="24883"/>
                </a:cubicBezTo>
                <a:cubicBezTo>
                  <a:pt x="480505" y="22925"/>
                  <a:pt x="478130" y="21947"/>
                  <a:pt x="474982" y="21947"/>
                </a:cubicBezTo>
                <a:cubicBezTo>
                  <a:pt x="473368" y="21947"/>
                  <a:pt x="471952" y="22251"/>
                  <a:pt x="470735" y="22859"/>
                </a:cubicBezTo>
                <a:cubicBezTo>
                  <a:pt x="469518" y="23468"/>
                  <a:pt x="468500" y="24275"/>
                  <a:pt x="467679" y="25280"/>
                </a:cubicBezTo>
                <a:cubicBezTo>
                  <a:pt x="466859" y="26286"/>
                  <a:pt x="466224" y="27456"/>
                  <a:pt x="465774" y="28792"/>
                </a:cubicBezTo>
                <a:cubicBezTo>
                  <a:pt x="465325" y="30129"/>
                  <a:pt x="465073" y="31524"/>
                  <a:pt x="465020" y="32979"/>
                </a:cubicBezTo>
                <a:lnTo>
                  <a:pt x="484387" y="32979"/>
                </a:lnTo>
                <a:close/>
                <a:moveTo>
                  <a:pt x="550858" y="54329"/>
                </a:moveTo>
                <a:cubicBezTo>
                  <a:pt x="550858" y="54541"/>
                  <a:pt x="550812" y="54727"/>
                  <a:pt x="550720" y="54886"/>
                </a:cubicBezTo>
                <a:cubicBezTo>
                  <a:pt x="550627" y="55045"/>
                  <a:pt x="550468" y="55171"/>
                  <a:pt x="550243" y="55263"/>
                </a:cubicBezTo>
                <a:cubicBezTo>
                  <a:pt x="550018" y="55356"/>
                  <a:pt x="549721" y="55429"/>
                  <a:pt x="549350" y="55482"/>
                </a:cubicBezTo>
                <a:cubicBezTo>
                  <a:pt x="548980" y="55534"/>
                  <a:pt x="548530" y="55561"/>
                  <a:pt x="548001" y="55561"/>
                </a:cubicBezTo>
                <a:cubicBezTo>
                  <a:pt x="547445" y="55561"/>
                  <a:pt x="546982" y="55534"/>
                  <a:pt x="546612" y="55482"/>
                </a:cubicBezTo>
                <a:cubicBezTo>
                  <a:pt x="546242" y="55429"/>
                  <a:pt x="545937" y="55358"/>
                  <a:pt x="545699" y="55266"/>
                </a:cubicBezTo>
                <a:cubicBezTo>
                  <a:pt x="545461" y="55173"/>
                  <a:pt x="545289" y="55048"/>
                  <a:pt x="545183" y="54890"/>
                </a:cubicBezTo>
                <a:cubicBezTo>
                  <a:pt x="545077" y="54732"/>
                  <a:pt x="545025" y="54548"/>
                  <a:pt x="545025" y="54338"/>
                </a:cubicBezTo>
                <a:lnTo>
                  <a:pt x="545025" y="49641"/>
                </a:lnTo>
                <a:cubicBezTo>
                  <a:pt x="543146" y="51680"/>
                  <a:pt x="541195" y="53269"/>
                  <a:pt x="539171" y="54409"/>
                </a:cubicBezTo>
                <a:cubicBezTo>
                  <a:pt x="537147" y="55547"/>
                  <a:pt x="534931" y="56117"/>
                  <a:pt x="532523" y="56117"/>
                </a:cubicBezTo>
                <a:cubicBezTo>
                  <a:pt x="529904" y="56117"/>
                  <a:pt x="527668" y="55607"/>
                  <a:pt x="525816" y="54587"/>
                </a:cubicBezTo>
                <a:cubicBezTo>
                  <a:pt x="523964" y="53568"/>
                  <a:pt x="522463" y="52191"/>
                  <a:pt x="521312" y="50456"/>
                </a:cubicBezTo>
                <a:cubicBezTo>
                  <a:pt x="520161" y="48721"/>
                  <a:pt x="519321" y="46682"/>
                  <a:pt x="518792" y="44338"/>
                </a:cubicBezTo>
                <a:cubicBezTo>
                  <a:pt x="518263" y="41994"/>
                  <a:pt x="517998" y="39524"/>
                  <a:pt x="517998" y="36928"/>
                </a:cubicBezTo>
                <a:cubicBezTo>
                  <a:pt x="517998" y="33857"/>
                  <a:pt x="518329" y="31083"/>
                  <a:pt x="518990" y="28606"/>
                </a:cubicBezTo>
                <a:cubicBezTo>
                  <a:pt x="519652" y="26130"/>
                  <a:pt x="520631" y="24018"/>
                  <a:pt x="521927" y="22270"/>
                </a:cubicBezTo>
                <a:cubicBezTo>
                  <a:pt x="523223" y="20522"/>
                  <a:pt x="524831" y="19177"/>
                  <a:pt x="526749" y="18237"/>
                </a:cubicBezTo>
                <a:cubicBezTo>
                  <a:pt x="528667" y="17297"/>
                  <a:pt x="530883" y="16827"/>
                  <a:pt x="533396" y="16827"/>
                </a:cubicBezTo>
                <a:cubicBezTo>
                  <a:pt x="535487" y="16827"/>
                  <a:pt x="537398" y="17284"/>
                  <a:pt x="539131" y="18197"/>
                </a:cubicBezTo>
                <a:cubicBezTo>
                  <a:pt x="540864" y="19111"/>
                  <a:pt x="542577" y="20455"/>
                  <a:pt x="544270" y="22229"/>
                </a:cubicBezTo>
                <a:lnTo>
                  <a:pt x="544270" y="1431"/>
                </a:lnTo>
                <a:cubicBezTo>
                  <a:pt x="544270" y="1246"/>
                  <a:pt x="544317" y="1067"/>
                  <a:pt x="544409" y="895"/>
                </a:cubicBezTo>
                <a:cubicBezTo>
                  <a:pt x="544502" y="723"/>
                  <a:pt x="544681" y="590"/>
                  <a:pt x="544945" y="497"/>
                </a:cubicBezTo>
                <a:cubicBezTo>
                  <a:pt x="545210" y="404"/>
                  <a:pt x="545547" y="324"/>
                  <a:pt x="545957" y="258"/>
                </a:cubicBezTo>
                <a:cubicBezTo>
                  <a:pt x="546367" y="192"/>
                  <a:pt x="546890" y="159"/>
                  <a:pt x="547525" y="159"/>
                </a:cubicBezTo>
                <a:cubicBezTo>
                  <a:pt x="548186" y="159"/>
                  <a:pt x="548729" y="192"/>
                  <a:pt x="549152" y="258"/>
                </a:cubicBezTo>
                <a:cubicBezTo>
                  <a:pt x="549575" y="324"/>
                  <a:pt x="549906" y="403"/>
                  <a:pt x="550144" y="496"/>
                </a:cubicBezTo>
                <a:cubicBezTo>
                  <a:pt x="550382" y="589"/>
                  <a:pt x="550561" y="721"/>
                  <a:pt x="550680" y="894"/>
                </a:cubicBezTo>
                <a:cubicBezTo>
                  <a:pt x="550799" y="1066"/>
                  <a:pt x="550858" y="1245"/>
                  <a:pt x="550858" y="1430"/>
                </a:cubicBezTo>
                <a:lnTo>
                  <a:pt x="550858" y="54329"/>
                </a:lnTo>
                <a:moveTo>
                  <a:pt x="544270" y="29222"/>
                </a:moveTo>
                <a:cubicBezTo>
                  <a:pt x="542498" y="27021"/>
                  <a:pt x="540785" y="25345"/>
                  <a:pt x="539131" y="24193"/>
                </a:cubicBezTo>
                <a:cubicBezTo>
                  <a:pt x="537477" y="23039"/>
                  <a:pt x="535751" y="22462"/>
                  <a:pt x="533952" y="22462"/>
                </a:cubicBezTo>
                <a:cubicBezTo>
                  <a:pt x="532285" y="22462"/>
                  <a:pt x="530870" y="22860"/>
                  <a:pt x="529706" y="23656"/>
                </a:cubicBezTo>
                <a:cubicBezTo>
                  <a:pt x="528541" y="24450"/>
                  <a:pt x="527596" y="25496"/>
                  <a:pt x="526868" y="26795"/>
                </a:cubicBezTo>
                <a:cubicBezTo>
                  <a:pt x="526140" y="28093"/>
                  <a:pt x="525611" y="29563"/>
                  <a:pt x="525281" y="31206"/>
                </a:cubicBezTo>
                <a:cubicBezTo>
                  <a:pt x="524950" y="32849"/>
                  <a:pt x="524784" y="34518"/>
                  <a:pt x="524784" y="36214"/>
                </a:cubicBezTo>
                <a:cubicBezTo>
                  <a:pt x="524784" y="38015"/>
                  <a:pt x="524923" y="39777"/>
                  <a:pt x="525201" y="41500"/>
                </a:cubicBezTo>
                <a:cubicBezTo>
                  <a:pt x="525479" y="43222"/>
                  <a:pt x="525962" y="44752"/>
                  <a:pt x="526650" y="46090"/>
                </a:cubicBezTo>
                <a:cubicBezTo>
                  <a:pt x="527338" y="47427"/>
                  <a:pt x="528250" y="48500"/>
                  <a:pt x="529388" y="49309"/>
                </a:cubicBezTo>
                <a:cubicBezTo>
                  <a:pt x="530526" y="50117"/>
                  <a:pt x="531954" y="50521"/>
                  <a:pt x="533674" y="50521"/>
                </a:cubicBezTo>
                <a:cubicBezTo>
                  <a:pt x="534547" y="50521"/>
                  <a:pt x="535387" y="50402"/>
                  <a:pt x="536194" y="50164"/>
                </a:cubicBezTo>
                <a:cubicBezTo>
                  <a:pt x="537001" y="49925"/>
                  <a:pt x="537828" y="49527"/>
                  <a:pt x="538675" y="48971"/>
                </a:cubicBezTo>
                <a:cubicBezTo>
                  <a:pt x="539521" y="48414"/>
                  <a:pt x="540408" y="47692"/>
                  <a:pt x="541334" y="46804"/>
                </a:cubicBezTo>
                <a:cubicBezTo>
                  <a:pt x="542260" y="45916"/>
                  <a:pt x="543239" y="44822"/>
                  <a:pt x="544270" y="43524"/>
                </a:cubicBezTo>
                <a:lnTo>
                  <a:pt x="544270" y="29222"/>
                </a:lnTo>
                <a:close/>
                <a:moveTo>
                  <a:pt x="593118" y="34924"/>
                </a:moveTo>
                <a:cubicBezTo>
                  <a:pt x="593118" y="35956"/>
                  <a:pt x="592860" y="36690"/>
                  <a:pt x="592344" y="37127"/>
                </a:cubicBezTo>
                <a:cubicBezTo>
                  <a:pt x="591828" y="37563"/>
                  <a:pt x="591239" y="37781"/>
                  <a:pt x="590578" y="37781"/>
                </a:cubicBezTo>
                <a:lnTo>
                  <a:pt x="567163" y="37781"/>
                </a:lnTo>
                <a:cubicBezTo>
                  <a:pt x="567163" y="39772"/>
                  <a:pt x="567361" y="41563"/>
                  <a:pt x="567758" y="43155"/>
                </a:cubicBezTo>
                <a:cubicBezTo>
                  <a:pt x="568155" y="44748"/>
                  <a:pt x="568816" y="46114"/>
                  <a:pt x="569742" y="47255"/>
                </a:cubicBezTo>
                <a:cubicBezTo>
                  <a:pt x="570668" y="48396"/>
                  <a:pt x="571872" y="49272"/>
                  <a:pt x="573354" y="49883"/>
                </a:cubicBezTo>
                <a:cubicBezTo>
                  <a:pt x="574835" y="50493"/>
                  <a:pt x="576648" y="50799"/>
                  <a:pt x="578791" y="50799"/>
                </a:cubicBezTo>
                <a:cubicBezTo>
                  <a:pt x="580484" y="50799"/>
                  <a:pt x="581992" y="50660"/>
                  <a:pt x="583315" y="50382"/>
                </a:cubicBezTo>
                <a:cubicBezTo>
                  <a:pt x="584638" y="50104"/>
                  <a:pt x="585782" y="49793"/>
                  <a:pt x="586748" y="49449"/>
                </a:cubicBezTo>
                <a:cubicBezTo>
                  <a:pt x="587714" y="49105"/>
                  <a:pt x="588507" y="48794"/>
                  <a:pt x="589129" y="48517"/>
                </a:cubicBezTo>
                <a:cubicBezTo>
                  <a:pt x="589751" y="48239"/>
                  <a:pt x="590220" y="48100"/>
                  <a:pt x="590538" y="48100"/>
                </a:cubicBezTo>
                <a:cubicBezTo>
                  <a:pt x="590723" y="48100"/>
                  <a:pt x="590888" y="48146"/>
                  <a:pt x="591034" y="48239"/>
                </a:cubicBezTo>
                <a:cubicBezTo>
                  <a:pt x="591179" y="48331"/>
                  <a:pt x="591292" y="48470"/>
                  <a:pt x="591371" y="48655"/>
                </a:cubicBezTo>
                <a:cubicBezTo>
                  <a:pt x="591451" y="48841"/>
                  <a:pt x="591510" y="49099"/>
                  <a:pt x="591550" y="49429"/>
                </a:cubicBezTo>
                <a:cubicBezTo>
                  <a:pt x="591590" y="49760"/>
                  <a:pt x="591609" y="50164"/>
                  <a:pt x="591609" y="50640"/>
                </a:cubicBezTo>
                <a:cubicBezTo>
                  <a:pt x="591609" y="50984"/>
                  <a:pt x="591596" y="51281"/>
                  <a:pt x="591570" y="51533"/>
                </a:cubicBezTo>
                <a:cubicBezTo>
                  <a:pt x="591543" y="51784"/>
                  <a:pt x="591510" y="52009"/>
                  <a:pt x="591471" y="52207"/>
                </a:cubicBezTo>
                <a:cubicBezTo>
                  <a:pt x="591431" y="52406"/>
                  <a:pt x="591365" y="52584"/>
                  <a:pt x="591272" y="52743"/>
                </a:cubicBezTo>
                <a:cubicBezTo>
                  <a:pt x="591179" y="52902"/>
                  <a:pt x="591060" y="53054"/>
                  <a:pt x="590915" y="53200"/>
                </a:cubicBezTo>
                <a:cubicBezTo>
                  <a:pt x="590769" y="53345"/>
                  <a:pt x="590339" y="53583"/>
                  <a:pt x="589625" y="53914"/>
                </a:cubicBezTo>
                <a:cubicBezTo>
                  <a:pt x="588911" y="54245"/>
                  <a:pt x="587985" y="54569"/>
                  <a:pt x="586847" y="54886"/>
                </a:cubicBezTo>
                <a:cubicBezTo>
                  <a:pt x="585709" y="55204"/>
                  <a:pt x="584393" y="55488"/>
                  <a:pt x="582898" y="55740"/>
                </a:cubicBezTo>
                <a:cubicBezTo>
                  <a:pt x="581403" y="55991"/>
                  <a:pt x="579809" y="56117"/>
                  <a:pt x="578116" y="56117"/>
                </a:cubicBezTo>
                <a:cubicBezTo>
                  <a:pt x="575179" y="56117"/>
                  <a:pt x="572606" y="55706"/>
                  <a:pt x="570397" y="54885"/>
                </a:cubicBezTo>
                <a:cubicBezTo>
                  <a:pt x="568188" y="54064"/>
                  <a:pt x="566329" y="52846"/>
                  <a:pt x="564821" y="51230"/>
                </a:cubicBezTo>
                <a:cubicBezTo>
                  <a:pt x="563313" y="49615"/>
                  <a:pt x="562175" y="47589"/>
                  <a:pt x="561408" y="45152"/>
                </a:cubicBezTo>
                <a:cubicBezTo>
                  <a:pt x="560641" y="42715"/>
                  <a:pt x="560257" y="39882"/>
                  <a:pt x="560257" y="36650"/>
                </a:cubicBezTo>
                <a:cubicBezTo>
                  <a:pt x="560257" y="33578"/>
                  <a:pt x="560654" y="30817"/>
                  <a:pt x="561448" y="28367"/>
                </a:cubicBezTo>
                <a:cubicBezTo>
                  <a:pt x="562242" y="25917"/>
                  <a:pt x="563386" y="23838"/>
                  <a:pt x="564881" y="22130"/>
                </a:cubicBezTo>
                <a:cubicBezTo>
                  <a:pt x="566376" y="20422"/>
                  <a:pt x="568181" y="19111"/>
                  <a:pt x="570298" y="18197"/>
                </a:cubicBezTo>
                <a:cubicBezTo>
                  <a:pt x="572414" y="17284"/>
                  <a:pt x="574782" y="16827"/>
                  <a:pt x="577402" y="16827"/>
                </a:cubicBezTo>
                <a:cubicBezTo>
                  <a:pt x="580206" y="16827"/>
                  <a:pt x="582594" y="17277"/>
                  <a:pt x="584565" y="18176"/>
                </a:cubicBezTo>
                <a:cubicBezTo>
                  <a:pt x="586536" y="19076"/>
                  <a:pt x="588157" y="20286"/>
                  <a:pt x="589427" y="21808"/>
                </a:cubicBezTo>
                <a:cubicBezTo>
                  <a:pt x="590697" y="23329"/>
                  <a:pt x="591629" y="25115"/>
                  <a:pt x="592225" y="27165"/>
                </a:cubicBezTo>
                <a:cubicBezTo>
                  <a:pt x="592820" y="29216"/>
                  <a:pt x="593118" y="31405"/>
                  <a:pt x="593118" y="33733"/>
                </a:cubicBezTo>
                <a:lnTo>
                  <a:pt x="593118" y="34924"/>
                </a:lnTo>
                <a:moveTo>
                  <a:pt x="586530" y="32979"/>
                </a:moveTo>
                <a:cubicBezTo>
                  <a:pt x="586609" y="29540"/>
                  <a:pt x="585848" y="26841"/>
                  <a:pt x="584248" y="24883"/>
                </a:cubicBezTo>
                <a:cubicBezTo>
                  <a:pt x="582647" y="22925"/>
                  <a:pt x="580272" y="21947"/>
                  <a:pt x="577124" y="21947"/>
                </a:cubicBezTo>
                <a:cubicBezTo>
                  <a:pt x="575510" y="21947"/>
                  <a:pt x="574095" y="22251"/>
                  <a:pt x="572877" y="22859"/>
                </a:cubicBezTo>
                <a:cubicBezTo>
                  <a:pt x="571660" y="23468"/>
                  <a:pt x="570642" y="24275"/>
                  <a:pt x="569822" y="25280"/>
                </a:cubicBezTo>
                <a:cubicBezTo>
                  <a:pt x="569001" y="26286"/>
                  <a:pt x="568366" y="27456"/>
                  <a:pt x="567917" y="28792"/>
                </a:cubicBezTo>
                <a:cubicBezTo>
                  <a:pt x="567467" y="30129"/>
                  <a:pt x="567216" y="31524"/>
                  <a:pt x="567163" y="32979"/>
                </a:cubicBezTo>
                <a:lnTo>
                  <a:pt x="586530" y="32979"/>
                </a:lnTo>
                <a:close/>
                <a:moveTo>
                  <a:pt x="620810" y="51751"/>
                </a:moveTo>
                <a:cubicBezTo>
                  <a:pt x="620810" y="52518"/>
                  <a:pt x="620757" y="53127"/>
                  <a:pt x="620652" y="53577"/>
                </a:cubicBezTo>
                <a:cubicBezTo>
                  <a:pt x="620546" y="54026"/>
                  <a:pt x="620387" y="54357"/>
                  <a:pt x="620175" y="54569"/>
                </a:cubicBezTo>
                <a:cubicBezTo>
                  <a:pt x="619964" y="54780"/>
                  <a:pt x="619646" y="54979"/>
                  <a:pt x="619223" y="55164"/>
                </a:cubicBezTo>
                <a:cubicBezTo>
                  <a:pt x="618799" y="55349"/>
                  <a:pt x="618317" y="55501"/>
                  <a:pt x="617774" y="55620"/>
                </a:cubicBezTo>
                <a:cubicBezTo>
                  <a:pt x="617232" y="55740"/>
                  <a:pt x="616656" y="55839"/>
                  <a:pt x="616048" y="55918"/>
                </a:cubicBezTo>
                <a:cubicBezTo>
                  <a:pt x="615439" y="55997"/>
                  <a:pt x="614831" y="56037"/>
                  <a:pt x="614222" y="56037"/>
                </a:cubicBezTo>
                <a:cubicBezTo>
                  <a:pt x="612370" y="56037"/>
                  <a:pt x="610783" y="55792"/>
                  <a:pt x="609460" y="55302"/>
                </a:cubicBezTo>
                <a:cubicBezTo>
                  <a:pt x="608137" y="54811"/>
                  <a:pt x="607052" y="54068"/>
                  <a:pt x="606206" y="53073"/>
                </a:cubicBezTo>
                <a:cubicBezTo>
                  <a:pt x="605359" y="52078"/>
                  <a:pt x="604744" y="50819"/>
                  <a:pt x="604360" y="49294"/>
                </a:cubicBezTo>
                <a:cubicBezTo>
                  <a:pt x="603977" y="47770"/>
                  <a:pt x="603785" y="45973"/>
                  <a:pt x="603785" y="43904"/>
                </a:cubicBezTo>
                <a:lnTo>
                  <a:pt x="603785" y="22978"/>
                </a:lnTo>
                <a:lnTo>
                  <a:pt x="598784" y="22978"/>
                </a:lnTo>
                <a:cubicBezTo>
                  <a:pt x="598387" y="22978"/>
                  <a:pt x="598070" y="22767"/>
                  <a:pt x="597832" y="22343"/>
                </a:cubicBezTo>
                <a:cubicBezTo>
                  <a:pt x="597594" y="21920"/>
                  <a:pt x="597475" y="21232"/>
                  <a:pt x="597475" y="20280"/>
                </a:cubicBezTo>
                <a:cubicBezTo>
                  <a:pt x="597475" y="19777"/>
                  <a:pt x="597508" y="19354"/>
                  <a:pt x="597574" y="19010"/>
                </a:cubicBezTo>
                <a:cubicBezTo>
                  <a:pt x="597640" y="18666"/>
                  <a:pt x="597726" y="18381"/>
                  <a:pt x="597832" y="18157"/>
                </a:cubicBezTo>
                <a:cubicBezTo>
                  <a:pt x="597938" y="17932"/>
                  <a:pt x="598077" y="17773"/>
                  <a:pt x="598249" y="17680"/>
                </a:cubicBezTo>
                <a:cubicBezTo>
                  <a:pt x="598421" y="17588"/>
                  <a:pt x="598612" y="17541"/>
                  <a:pt x="598824" y="17541"/>
                </a:cubicBezTo>
                <a:lnTo>
                  <a:pt x="603785" y="17541"/>
                </a:lnTo>
                <a:lnTo>
                  <a:pt x="603785" y="9048"/>
                </a:lnTo>
                <a:cubicBezTo>
                  <a:pt x="603785" y="8863"/>
                  <a:pt x="603831" y="8691"/>
                  <a:pt x="603924" y="8533"/>
                </a:cubicBezTo>
                <a:cubicBezTo>
                  <a:pt x="604016" y="8374"/>
                  <a:pt x="604188" y="8235"/>
                  <a:pt x="604440" y="8116"/>
                </a:cubicBezTo>
                <a:cubicBezTo>
                  <a:pt x="604691" y="7997"/>
                  <a:pt x="605028" y="7911"/>
                  <a:pt x="605452" y="7858"/>
                </a:cubicBezTo>
                <a:cubicBezTo>
                  <a:pt x="605875" y="7805"/>
                  <a:pt x="606404" y="7779"/>
                  <a:pt x="607039" y="7779"/>
                </a:cubicBezTo>
                <a:cubicBezTo>
                  <a:pt x="607701" y="7779"/>
                  <a:pt x="608243" y="7805"/>
                  <a:pt x="608666" y="7858"/>
                </a:cubicBezTo>
                <a:cubicBezTo>
                  <a:pt x="609090" y="7911"/>
                  <a:pt x="609420" y="7997"/>
                  <a:pt x="609658" y="8116"/>
                </a:cubicBezTo>
                <a:cubicBezTo>
                  <a:pt x="609897" y="8235"/>
                  <a:pt x="610068" y="8374"/>
                  <a:pt x="610174" y="8533"/>
                </a:cubicBezTo>
                <a:cubicBezTo>
                  <a:pt x="610280" y="8691"/>
                  <a:pt x="610333" y="8863"/>
                  <a:pt x="610333" y="9048"/>
                </a:cubicBezTo>
                <a:lnTo>
                  <a:pt x="610333" y="17541"/>
                </a:lnTo>
                <a:lnTo>
                  <a:pt x="619501" y="17541"/>
                </a:lnTo>
                <a:cubicBezTo>
                  <a:pt x="619712" y="17541"/>
                  <a:pt x="619897" y="17588"/>
                  <a:pt x="620056" y="17680"/>
                </a:cubicBezTo>
                <a:cubicBezTo>
                  <a:pt x="620215" y="17773"/>
                  <a:pt x="620354" y="17932"/>
                  <a:pt x="620473" y="18157"/>
                </a:cubicBezTo>
                <a:cubicBezTo>
                  <a:pt x="620592" y="18381"/>
                  <a:pt x="620678" y="18666"/>
                  <a:pt x="620731" y="19010"/>
                </a:cubicBezTo>
                <a:cubicBezTo>
                  <a:pt x="620784" y="19354"/>
                  <a:pt x="620810" y="19777"/>
                  <a:pt x="620810" y="20280"/>
                </a:cubicBezTo>
                <a:cubicBezTo>
                  <a:pt x="620810" y="21232"/>
                  <a:pt x="620691" y="21920"/>
                  <a:pt x="620453" y="22343"/>
                </a:cubicBezTo>
                <a:cubicBezTo>
                  <a:pt x="620215" y="22767"/>
                  <a:pt x="619897" y="22978"/>
                  <a:pt x="619501" y="22978"/>
                </a:cubicBezTo>
                <a:lnTo>
                  <a:pt x="610333" y="22978"/>
                </a:lnTo>
                <a:lnTo>
                  <a:pt x="610333" y="42959"/>
                </a:lnTo>
                <a:cubicBezTo>
                  <a:pt x="610333" y="45426"/>
                  <a:pt x="610697" y="47290"/>
                  <a:pt x="611424" y="48551"/>
                </a:cubicBezTo>
                <a:cubicBezTo>
                  <a:pt x="612152" y="49811"/>
                  <a:pt x="613455" y="50441"/>
                  <a:pt x="615334" y="50441"/>
                </a:cubicBezTo>
                <a:cubicBezTo>
                  <a:pt x="615942" y="50441"/>
                  <a:pt x="616484" y="50382"/>
                  <a:pt x="616961" y="50263"/>
                </a:cubicBezTo>
                <a:cubicBezTo>
                  <a:pt x="617437" y="50144"/>
                  <a:pt x="617860" y="50018"/>
                  <a:pt x="618231" y="49886"/>
                </a:cubicBezTo>
                <a:cubicBezTo>
                  <a:pt x="618601" y="49753"/>
                  <a:pt x="618919" y="49628"/>
                  <a:pt x="619183" y="49509"/>
                </a:cubicBezTo>
                <a:cubicBezTo>
                  <a:pt x="619448" y="49390"/>
                  <a:pt x="619686" y="49330"/>
                  <a:pt x="619897" y="49330"/>
                </a:cubicBezTo>
                <a:cubicBezTo>
                  <a:pt x="620030" y="49330"/>
                  <a:pt x="620155" y="49363"/>
                  <a:pt x="620274" y="49429"/>
                </a:cubicBezTo>
                <a:cubicBezTo>
                  <a:pt x="620394" y="49496"/>
                  <a:pt x="620486" y="49621"/>
                  <a:pt x="620552" y="49806"/>
                </a:cubicBezTo>
                <a:cubicBezTo>
                  <a:pt x="620618" y="49992"/>
                  <a:pt x="620678" y="50243"/>
                  <a:pt x="620731" y="50560"/>
                </a:cubicBezTo>
                <a:cubicBezTo>
                  <a:pt x="620784" y="50878"/>
                  <a:pt x="620810" y="51275"/>
                  <a:pt x="620810" y="51751"/>
                </a:cubicBezTo>
                <a:close/>
                <a:moveTo>
                  <a:pt x="655543" y="54370"/>
                </a:moveTo>
                <a:cubicBezTo>
                  <a:pt x="655543" y="54688"/>
                  <a:pt x="655438" y="54926"/>
                  <a:pt x="655226" y="55085"/>
                </a:cubicBezTo>
                <a:cubicBezTo>
                  <a:pt x="655014" y="55243"/>
                  <a:pt x="654723" y="55362"/>
                  <a:pt x="654353" y="55442"/>
                </a:cubicBezTo>
                <a:cubicBezTo>
                  <a:pt x="653982" y="55521"/>
                  <a:pt x="653440" y="55561"/>
                  <a:pt x="652726" y="55561"/>
                </a:cubicBezTo>
                <a:cubicBezTo>
                  <a:pt x="652038" y="55561"/>
                  <a:pt x="651489" y="55521"/>
                  <a:pt x="651079" y="55442"/>
                </a:cubicBezTo>
                <a:cubicBezTo>
                  <a:pt x="650669" y="55362"/>
                  <a:pt x="650371" y="55243"/>
                  <a:pt x="650186" y="55085"/>
                </a:cubicBezTo>
                <a:cubicBezTo>
                  <a:pt x="650001" y="54926"/>
                  <a:pt x="649908" y="54688"/>
                  <a:pt x="649908" y="54370"/>
                </a:cubicBezTo>
                <a:lnTo>
                  <a:pt x="649908" y="50799"/>
                </a:lnTo>
                <a:cubicBezTo>
                  <a:pt x="648347" y="52465"/>
                  <a:pt x="646607" y="53768"/>
                  <a:pt x="644689" y="54708"/>
                </a:cubicBezTo>
                <a:cubicBezTo>
                  <a:pt x="642771" y="55647"/>
                  <a:pt x="640740" y="56117"/>
                  <a:pt x="638597" y="56117"/>
                </a:cubicBezTo>
                <a:cubicBezTo>
                  <a:pt x="636719" y="56117"/>
                  <a:pt x="635019" y="55871"/>
                  <a:pt x="633498" y="55380"/>
                </a:cubicBezTo>
                <a:cubicBezTo>
                  <a:pt x="631976" y="54889"/>
                  <a:pt x="630680" y="54179"/>
                  <a:pt x="629608" y="53249"/>
                </a:cubicBezTo>
                <a:cubicBezTo>
                  <a:pt x="628537" y="52320"/>
                  <a:pt x="627703" y="51178"/>
                  <a:pt x="627108" y="49825"/>
                </a:cubicBezTo>
                <a:cubicBezTo>
                  <a:pt x="626513" y="48471"/>
                  <a:pt x="626215" y="46930"/>
                  <a:pt x="626215" y="45204"/>
                </a:cubicBezTo>
                <a:cubicBezTo>
                  <a:pt x="626215" y="43187"/>
                  <a:pt x="626625" y="41435"/>
                  <a:pt x="627445" y="39948"/>
                </a:cubicBezTo>
                <a:cubicBezTo>
                  <a:pt x="628266" y="38461"/>
                  <a:pt x="629443" y="37226"/>
                  <a:pt x="630978" y="36244"/>
                </a:cubicBezTo>
                <a:cubicBezTo>
                  <a:pt x="632512" y="35261"/>
                  <a:pt x="634391" y="34525"/>
                  <a:pt x="636613" y="34034"/>
                </a:cubicBezTo>
                <a:cubicBezTo>
                  <a:pt x="638835" y="33542"/>
                  <a:pt x="641336" y="33297"/>
                  <a:pt x="644114" y="33297"/>
                </a:cubicBezTo>
                <a:lnTo>
                  <a:pt x="649035" y="33297"/>
                </a:lnTo>
                <a:lnTo>
                  <a:pt x="649035" y="30529"/>
                </a:lnTo>
                <a:cubicBezTo>
                  <a:pt x="649035" y="29158"/>
                  <a:pt x="648889" y="27945"/>
                  <a:pt x="648598" y="26891"/>
                </a:cubicBezTo>
                <a:cubicBezTo>
                  <a:pt x="648307" y="25836"/>
                  <a:pt x="647838" y="24959"/>
                  <a:pt x="647189" y="24261"/>
                </a:cubicBezTo>
                <a:cubicBezTo>
                  <a:pt x="646541" y="23562"/>
                  <a:pt x="645701" y="23035"/>
                  <a:pt x="644669" y="22680"/>
                </a:cubicBezTo>
                <a:cubicBezTo>
                  <a:pt x="643638" y="22323"/>
                  <a:pt x="642368" y="22145"/>
                  <a:pt x="640859" y="22145"/>
                </a:cubicBezTo>
                <a:cubicBezTo>
                  <a:pt x="639246" y="22145"/>
                  <a:pt x="637797" y="22335"/>
                  <a:pt x="636514" y="22714"/>
                </a:cubicBezTo>
                <a:cubicBezTo>
                  <a:pt x="635231" y="23094"/>
                  <a:pt x="634106" y="23513"/>
                  <a:pt x="633140" y="23971"/>
                </a:cubicBezTo>
                <a:cubicBezTo>
                  <a:pt x="632175" y="24429"/>
                  <a:pt x="631368" y="24847"/>
                  <a:pt x="630720" y="25227"/>
                </a:cubicBezTo>
                <a:cubicBezTo>
                  <a:pt x="630071" y="25606"/>
                  <a:pt x="629589" y="25796"/>
                  <a:pt x="629271" y="25796"/>
                </a:cubicBezTo>
                <a:cubicBezTo>
                  <a:pt x="629059" y="25796"/>
                  <a:pt x="628874" y="25743"/>
                  <a:pt x="628715" y="25637"/>
                </a:cubicBezTo>
                <a:cubicBezTo>
                  <a:pt x="628557" y="25532"/>
                  <a:pt x="628418" y="25373"/>
                  <a:pt x="628299" y="25161"/>
                </a:cubicBezTo>
                <a:cubicBezTo>
                  <a:pt x="628180" y="24950"/>
                  <a:pt x="628094" y="24678"/>
                  <a:pt x="628041" y="24348"/>
                </a:cubicBezTo>
                <a:cubicBezTo>
                  <a:pt x="627988" y="24017"/>
                  <a:pt x="627961" y="23653"/>
                  <a:pt x="627961" y="23256"/>
                </a:cubicBezTo>
                <a:cubicBezTo>
                  <a:pt x="627961" y="22595"/>
                  <a:pt x="628008" y="22072"/>
                  <a:pt x="628100" y="21689"/>
                </a:cubicBezTo>
                <a:cubicBezTo>
                  <a:pt x="628193" y="21305"/>
                  <a:pt x="628418" y="20941"/>
                  <a:pt x="628775" y="20597"/>
                </a:cubicBezTo>
                <a:cubicBezTo>
                  <a:pt x="629132" y="20253"/>
                  <a:pt x="629747" y="19853"/>
                  <a:pt x="630620" y="19395"/>
                </a:cubicBezTo>
                <a:cubicBezTo>
                  <a:pt x="631493" y="18937"/>
                  <a:pt x="632499" y="18519"/>
                  <a:pt x="633637" y="18140"/>
                </a:cubicBezTo>
                <a:cubicBezTo>
                  <a:pt x="634774" y="17762"/>
                  <a:pt x="636018" y="17448"/>
                  <a:pt x="637367" y="17200"/>
                </a:cubicBezTo>
                <a:cubicBezTo>
                  <a:pt x="638716" y="16951"/>
                  <a:pt x="640079" y="16827"/>
                  <a:pt x="641455" y="16827"/>
                </a:cubicBezTo>
                <a:cubicBezTo>
                  <a:pt x="644021" y="16827"/>
                  <a:pt x="646204" y="17118"/>
                  <a:pt x="648003" y="17700"/>
                </a:cubicBezTo>
                <a:cubicBezTo>
                  <a:pt x="649802" y="18282"/>
                  <a:pt x="651257" y="19135"/>
                  <a:pt x="652369" y="20260"/>
                </a:cubicBezTo>
                <a:cubicBezTo>
                  <a:pt x="653480" y="21384"/>
                  <a:pt x="654287" y="22780"/>
                  <a:pt x="654789" y="24447"/>
                </a:cubicBezTo>
                <a:cubicBezTo>
                  <a:pt x="655292" y="26114"/>
                  <a:pt x="655543" y="28058"/>
                  <a:pt x="655543" y="30281"/>
                </a:cubicBezTo>
                <a:lnTo>
                  <a:pt x="655543" y="54370"/>
                </a:lnTo>
                <a:moveTo>
                  <a:pt x="649035" y="38020"/>
                </a:moveTo>
                <a:lnTo>
                  <a:pt x="643439" y="38020"/>
                </a:lnTo>
                <a:cubicBezTo>
                  <a:pt x="641640" y="38020"/>
                  <a:pt x="640079" y="38173"/>
                  <a:pt x="638756" y="38480"/>
                </a:cubicBezTo>
                <a:cubicBezTo>
                  <a:pt x="637433" y="38786"/>
                  <a:pt x="636335" y="39238"/>
                  <a:pt x="635462" y="39836"/>
                </a:cubicBezTo>
                <a:cubicBezTo>
                  <a:pt x="634589" y="40435"/>
                  <a:pt x="633947" y="41154"/>
                  <a:pt x="633537" y="41993"/>
                </a:cubicBezTo>
                <a:cubicBezTo>
                  <a:pt x="633127" y="42832"/>
                  <a:pt x="632922" y="43796"/>
                  <a:pt x="632922" y="44888"/>
                </a:cubicBezTo>
                <a:cubicBezTo>
                  <a:pt x="632922" y="46751"/>
                  <a:pt x="633511" y="48235"/>
                  <a:pt x="634688" y="49340"/>
                </a:cubicBezTo>
                <a:cubicBezTo>
                  <a:pt x="635866" y="50445"/>
                  <a:pt x="637513" y="50997"/>
                  <a:pt x="639629" y="50997"/>
                </a:cubicBezTo>
                <a:cubicBezTo>
                  <a:pt x="641349" y="50997"/>
                  <a:pt x="642943" y="50558"/>
                  <a:pt x="644411" y="49680"/>
                </a:cubicBezTo>
                <a:cubicBezTo>
                  <a:pt x="645880" y="48801"/>
                  <a:pt x="647421" y="47457"/>
                  <a:pt x="649035" y="45647"/>
                </a:cubicBezTo>
                <a:lnTo>
                  <a:pt x="649035" y="38020"/>
                </a:lnTo>
                <a:close/>
                <a:moveTo>
                  <a:pt x="674084" y="54331"/>
                </a:moveTo>
                <a:cubicBezTo>
                  <a:pt x="674084" y="54542"/>
                  <a:pt x="674031" y="54721"/>
                  <a:pt x="673925" y="54866"/>
                </a:cubicBezTo>
                <a:cubicBezTo>
                  <a:pt x="673819" y="55012"/>
                  <a:pt x="673647" y="55138"/>
                  <a:pt x="673409" y="55243"/>
                </a:cubicBezTo>
                <a:cubicBezTo>
                  <a:pt x="673171" y="55349"/>
                  <a:pt x="672840" y="55429"/>
                  <a:pt x="672417" y="55482"/>
                </a:cubicBezTo>
                <a:cubicBezTo>
                  <a:pt x="671994" y="55534"/>
                  <a:pt x="671451" y="55561"/>
                  <a:pt x="670790" y="55561"/>
                </a:cubicBezTo>
                <a:cubicBezTo>
                  <a:pt x="670155" y="55561"/>
                  <a:pt x="669626" y="55534"/>
                  <a:pt x="669202" y="55482"/>
                </a:cubicBezTo>
                <a:cubicBezTo>
                  <a:pt x="668779" y="55429"/>
                  <a:pt x="668442" y="55349"/>
                  <a:pt x="668190" y="55243"/>
                </a:cubicBezTo>
                <a:cubicBezTo>
                  <a:pt x="667939" y="55138"/>
                  <a:pt x="667767" y="55012"/>
                  <a:pt x="667674" y="54866"/>
                </a:cubicBezTo>
                <a:cubicBezTo>
                  <a:pt x="667582" y="54721"/>
                  <a:pt x="667535" y="54542"/>
                  <a:pt x="667535" y="54331"/>
                </a:cubicBezTo>
                <a:lnTo>
                  <a:pt x="667535" y="18613"/>
                </a:lnTo>
                <a:cubicBezTo>
                  <a:pt x="667535" y="18428"/>
                  <a:pt x="667582" y="18256"/>
                  <a:pt x="667674" y="18097"/>
                </a:cubicBezTo>
                <a:cubicBezTo>
                  <a:pt x="667767" y="17938"/>
                  <a:pt x="667939" y="17806"/>
                  <a:pt x="668190" y="17700"/>
                </a:cubicBezTo>
                <a:cubicBezTo>
                  <a:pt x="668442" y="17594"/>
                  <a:pt x="668779" y="17515"/>
                  <a:pt x="669202" y="17462"/>
                </a:cubicBezTo>
                <a:cubicBezTo>
                  <a:pt x="669626" y="17409"/>
                  <a:pt x="670155" y="17383"/>
                  <a:pt x="670790" y="17383"/>
                </a:cubicBezTo>
                <a:cubicBezTo>
                  <a:pt x="671451" y="17383"/>
                  <a:pt x="671994" y="17409"/>
                  <a:pt x="672417" y="17462"/>
                </a:cubicBezTo>
                <a:cubicBezTo>
                  <a:pt x="672840" y="17515"/>
                  <a:pt x="673171" y="17594"/>
                  <a:pt x="673409" y="17700"/>
                </a:cubicBezTo>
                <a:cubicBezTo>
                  <a:pt x="673647" y="17806"/>
                  <a:pt x="673819" y="17938"/>
                  <a:pt x="673925" y="18097"/>
                </a:cubicBezTo>
                <a:cubicBezTo>
                  <a:pt x="674031" y="18256"/>
                  <a:pt x="674084" y="18428"/>
                  <a:pt x="674084" y="18613"/>
                </a:cubicBezTo>
                <a:lnTo>
                  <a:pt x="674084" y="54331"/>
                </a:lnTo>
                <a:moveTo>
                  <a:pt x="674838" y="6509"/>
                </a:moveTo>
                <a:cubicBezTo>
                  <a:pt x="674838" y="8043"/>
                  <a:pt x="674547" y="9088"/>
                  <a:pt x="673965" y="9644"/>
                </a:cubicBezTo>
                <a:cubicBezTo>
                  <a:pt x="673383" y="10199"/>
                  <a:pt x="672311" y="10477"/>
                  <a:pt x="670750" y="10477"/>
                </a:cubicBezTo>
                <a:cubicBezTo>
                  <a:pt x="669216" y="10477"/>
                  <a:pt x="668164" y="10206"/>
                  <a:pt x="667595" y="9664"/>
                </a:cubicBezTo>
                <a:cubicBezTo>
                  <a:pt x="667026" y="9121"/>
                  <a:pt x="666742" y="8096"/>
                  <a:pt x="666742" y="6588"/>
                </a:cubicBezTo>
                <a:cubicBezTo>
                  <a:pt x="666742" y="5053"/>
                  <a:pt x="667033" y="4008"/>
                  <a:pt x="667615" y="3453"/>
                </a:cubicBezTo>
                <a:cubicBezTo>
                  <a:pt x="668197" y="2897"/>
                  <a:pt x="669268" y="2619"/>
                  <a:pt x="670829" y="2619"/>
                </a:cubicBezTo>
                <a:cubicBezTo>
                  <a:pt x="672364" y="2619"/>
                  <a:pt x="673416" y="2890"/>
                  <a:pt x="673985" y="3433"/>
                </a:cubicBezTo>
                <a:cubicBezTo>
                  <a:pt x="674553" y="3975"/>
                  <a:pt x="674838" y="5000"/>
                  <a:pt x="674838" y="6509"/>
                </a:cubicBezTo>
                <a:close/>
                <a:moveTo>
                  <a:pt x="692842" y="54329"/>
                </a:moveTo>
                <a:cubicBezTo>
                  <a:pt x="692842" y="54541"/>
                  <a:pt x="692789" y="54720"/>
                  <a:pt x="692684" y="54866"/>
                </a:cubicBezTo>
                <a:cubicBezTo>
                  <a:pt x="692578" y="55012"/>
                  <a:pt x="692406" y="55138"/>
                  <a:pt x="692168" y="55243"/>
                </a:cubicBezTo>
                <a:cubicBezTo>
                  <a:pt x="691930" y="55349"/>
                  <a:pt x="691599" y="55429"/>
                  <a:pt x="691176" y="55482"/>
                </a:cubicBezTo>
                <a:cubicBezTo>
                  <a:pt x="690752" y="55534"/>
                  <a:pt x="690210" y="55561"/>
                  <a:pt x="689548" y="55561"/>
                </a:cubicBezTo>
                <a:cubicBezTo>
                  <a:pt x="688913" y="55561"/>
                  <a:pt x="688384" y="55534"/>
                  <a:pt x="687961" y="55482"/>
                </a:cubicBezTo>
                <a:cubicBezTo>
                  <a:pt x="687538" y="55429"/>
                  <a:pt x="687200" y="55349"/>
                  <a:pt x="686949" y="55243"/>
                </a:cubicBezTo>
                <a:cubicBezTo>
                  <a:pt x="686698" y="55138"/>
                  <a:pt x="686526" y="55012"/>
                  <a:pt x="686433" y="54866"/>
                </a:cubicBezTo>
                <a:cubicBezTo>
                  <a:pt x="686340" y="54720"/>
                  <a:pt x="686294" y="54541"/>
                  <a:pt x="686294" y="54329"/>
                </a:cubicBezTo>
                <a:lnTo>
                  <a:pt x="686294" y="1271"/>
                </a:lnTo>
                <a:cubicBezTo>
                  <a:pt x="686294" y="1060"/>
                  <a:pt x="686340" y="874"/>
                  <a:pt x="686433" y="716"/>
                </a:cubicBezTo>
                <a:cubicBezTo>
                  <a:pt x="686526" y="556"/>
                  <a:pt x="686698" y="423"/>
                  <a:pt x="686949" y="317"/>
                </a:cubicBezTo>
                <a:cubicBezTo>
                  <a:pt x="687200" y="212"/>
                  <a:pt x="687538" y="132"/>
                  <a:pt x="687961" y="79"/>
                </a:cubicBezTo>
                <a:cubicBezTo>
                  <a:pt x="688384" y="26"/>
                  <a:pt x="688913" y="0"/>
                  <a:pt x="689548" y="0"/>
                </a:cubicBezTo>
                <a:cubicBezTo>
                  <a:pt x="690210" y="0"/>
                  <a:pt x="690752" y="26"/>
                  <a:pt x="691176" y="79"/>
                </a:cubicBezTo>
                <a:cubicBezTo>
                  <a:pt x="691599" y="132"/>
                  <a:pt x="691930" y="212"/>
                  <a:pt x="692168" y="317"/>
                </a:cubicBezTo>
                <a:cubicBezTo>
                  <a:pt x="692406" y="423"/>
                  <a:pt x="692578" y="556"/>
                  <a:pt x="692684" y="716"/>
                </a:cubicBezTo>
                <a:cubicBezTo>
                  <a:pt x="692789" y="874"/>
                  <a:pt x="692842" y="1060"/>
                  <a:pt x="692842" y="1271"/>
                </a:cubicBezTo>
                <a:lnTo>
                  <a:pt x="692842" y="54329"/>
                </a:lnTo>
                <a:close/>
                <a:moveTo>
                  <a:pt x="727468" y="44636"/>
                </a:moveTo>
                <a:cubicBezTo>
                  <a:pt x="727468" y="46463"/>
                  <a:pt x="727130" y="48092"/>
                  <a:pt x="726456" y="49522"/>
                </a:cubicBezTo>
                <a:cubicBezTo>
                  <a:pt x="725781" y="50952"/>
                  <a:pt x="724822" y="52157"/>
                  <a:pt x="723579" y="53138"/>
                </a:cubicBezTo>
                <a:cubicBezTo>
                  <a:pt x="722335" y="54117"/>
                  <a:pt x="720853" y="54859"/>
                  <a:pt x="719134" y="55361"/>
                </a:cubicBezTo>
                <a:cubicBezTo>
                  <a:pt x="717414" y="55865"/>
                  <a:pt x="715522" y="56117"/>
                  <a:pt x="713459" y="56117"/>
                </a:cubicBezTo>
                <a:cubicBezTo>
                  <a:pt x="712189" y="56117"/>
                  <a:pt x="710978" y="56017"/>
                  <a:pt x="709827" y="55819"/>
                </a:cubicBezTo>
                <a:cubicBezTo>
                  <a:pt x="708676" y="55620"/>
                  <a:pt x="707644" y="55369"/>
                  <a:pt x="706732" y="55065"/>
                </a:cubicBezTo>
                <a:cubicBezTo>
                  <a:pt x="705819" y="54761"/>
                  <a:pt x="705045" y="54443"/>
                  <a:pt x="704410" y="54112"/>
                </a:cubicBezTo>
                <a:cubicBezTo>
                  <a:pt x="703775" y="53782"/>
                  <a:pt x="703312" y="53484"/>
                  <a:pt x="703021" y="53219"/>
                </a:cubicBezTo>
                <a:cubicBezTo>
                  <a:pt x="702730" y="52955"/>
                  <a:pt x="702518" y="52584"/>
                  <a:pt x="702386" y="52108"/>
                </a:cubicBezTo>
                <a:cubicBezTo>
                  <a:pt x="702254" y="51632"/>
                  <a:pt x="702188" y="50984"/>
                  <a:pt x="702188" y="50164"/>
                </a:cubicBezTo>
                <a:cubicBezTo>
                  <a:pt x="702188" y="49661"/>
                  <a:pt x="702214" y="49238"/>
                  <a:pt x="702267" y="48894"/>
                </a:cubicBezTo>
                <a:cubicBezTo>
                  <a:pt x="702320" y="48550"/>
                  <a:pt x="702386" y="48272"/>
                  <a:pt x="702465" y="48060"/>
                </a:cubicBezTo>
                <a:cubicBezTo>
                  <a:pt x="702545" y="47849"/>
                  <a:pt x="702657" y="47696"/>
                  <a:pt x="702803" y="47604"/>
                </a:cubicBezTo>
                <a:cubicBezTo>
                  <a:pt x="702948" y="47511"/>
                  <a:pt x="703114" y="47465"/>
                  <a:pt x="703299" y="47465"/>
                </a:cubicBezTo>
                <a:cubicBezTo>
                  <a:pt x="703590" y="47465"/>
                  <a:pt x="704020" y="47643"/>
                  <a:pt x="704589" y="48001"/>
                </a:cubicBezTo>
                <a:cubicBezTo>
                  <a:pt x="705157" y="48358"/>
                  <a:pt x="705859" y="48748"/>
                  <a:pt x="706692" y="49171"/>
                </a:cubicBezTo>
                <a:cubicBezTo>
                  <a:pt x="707525" y="49595"/>
                  <a:pt x="708511" y="49985"/>
                  <a:pt x="709649" y="50342"/>
                </a:cubicBezTo>
                <a:cubicBezTo>
                  <a:pt x="710786" y="50699"/>
                  <a:pt x="712096" y="50878"/>
                  <a:pt x="713578" y="50878"/>
                </a:cubicBezTo>
                <a:cubicBezTo>
                  <a:pt x="714689" y="50878"/>
                  <a:pt x="715694" y="50759"/>
                  <a:pt x="716594" y="50521"/>
                </a:cubicBezTo>
                <a:cubicBezTo>
                  <a:pt x="717493" y="50282"/>
                  <a:pt x="718274" y="49930"/>
                  <a:pt x="718935" y="49467"/>
                </a:cubicBezTo>
                <a:cubicBezTo>
                  <a:pt x="719597" y="49003"/>
                  <a:pt x="720106" y="48413"/>
                  <a:pt x="720463" y="47697"/>
                </a:cubicBezTo>
                <a:cubicBezTo>
                  <a:pt x="720820" y="46981"/>
                  <a:pt x="720999" y="46133"/>
                  <a:pt x="720999" y="45152"/>
                </a:cubicBezTo>
                <a:cubicBezTo>
                  <a:pt x="720999" y="44146"/>
                  <a:pt x="720741" y="43298"/>
                  <a:pt x="720225" y="42610"/>
                </a:cubicBezTo>
                <a:cubicBezTo>
                  <a:pt x="719709" y="41921"/>
                  <a:pt x="719028" y="41312"/>
                  <a:pt x="718181" y="40783"/>
                </a:cubicBezTo>
                <a:cubicBezTo>
                  <a:pt x="717335" y="40253"/>
                  <a:pt x="716382" y="39783"/>
                  <a:pt x="715324" y="39373"/>
                </a:cubicBezTo>
                <a:cubicBezTo>
                  <a:pt x="714265" y="38962"/>
                  <a:pt x="713174" y="38531"/>
                  <a:pt x="712050" y="38082"/>
                </a:cubicBezTo>
                <a:cubicBezTo>
                  <a:pt x="710925" y="37631"/>
                  <a:pt x="709827" y="37121"/>
                  <a:pt x="708756" y="36551"/>
                </a:cubicBezTo>
                <a:cubicBezTo>
                  <a:pt x="707684" y="35981"/>
                  <a:pt x="706725" y="35286"/>
                  <a:pt x="705878" y="34465"/>
                </a:cubicBezTo>
                <a:cubicBezTo>
                  <a:pt x="705032" y="33644"/>
                  <a:pt x="704351" y="32664"/>
                  <a:pt x="703835" y="31526"/>
                </a:cubicBezTo>
                <a:cubicBezTo>
                  <a:pt x="703319" y="30387"/>
                  <a:pt x="703061" y="29024"/>
                  <a:pt x="703061" y="27434"/>
                </a:cubicBezTo>
                <a:cubicBezTo>
                  <a:pt x="703061" y="26031"/>
                  <a:pt x="703332" y="24687"/>
                  <a:pt x="703874" y="23403"/>
                </a:cubicBezTo>
                <a:cubicBezTo>
                  <a:pt x="704417" y="22118"/>
                  <a:pt x="705230" y="20992"/>
                  <a:pt x="706315" y="20025"/>
                </a:cubicBezTo>
                <a:cubicBezTo>
                  <a:pt x="707400" y="19058"/>
                  <a:pt x="708756" y="18283"/>
                  <a:pt x="710383" y="17701"/>
                </a:cubicBezTo>
                <a:cubicBezTo>
                  <a:pt x="712010" y="17118"/>
                  <a:pt x="713908" y="16827"/>
                  <a:pt x="716078" y="16827"/>
                </a:cubicBezTo>
                <a:cubicBezTo>
                  <a:pt x="717030" y="16827"/>
                  <a:pt x="717983" y="16908"/>
                  <a:pt x="718935" y="17069"/>
                </a:cubicBezTo>
                <a:cubicBezTo>
                  <a:pt x="719888" y="17230"/>
                  <a:pt x="720748" y="17431"/>
                  <a:pt x="721515" y="17673"/>
                </a:cubicBezTo>
                <a:cubicBezTo>
                  <a:pt x="722282" y="17914"/>
                  <a:pt x="722937" y="18176"/>
                  <a:pt x="723479" y="18458"/>
                </a:cubicBezTo>
                <a:cubicBezTo>
                  <a:pt x="724022" y="18740"/>
                  <a:pt x="724432" y="18988"/>
                  <a:pt x="724710" y="19203"/>
                </a:cubicBezTo>
                <a:cubicBezTo>
                  <a:pt x="724987" y="19418"/>
                  <a:pt x="725173" y="19605"/>
                  <a:pt x="725265" y="19764"/>
                </a:cubicBezTo>
                <a:cubicBezTo>
                  <a:pt x="725358" y="19923"/>
                  <a:pt x="725424" y="20101"/>
                  <a:pt x="725464" y="20300"/>
                </a:cubicBezTo>
                <a:cubicBezTo>
                  <a:pt x="725503" y="20498"/>
                  <a:pt x="725543" y="20743"/>
                  <a:pt x="725583" y="21034"/>
                </a:cubicBezTo>
                <a:cubicBezTo>
                  <a:pt x="725622" y="21325"/>
                  <a:pt x="725642" y="21682"/>
                  <a:pt x="725642" y="22105"/>
                </a:cubicBezTo>
                <a:cubicBezTo>
                  <a:pt x="725642" y="22555"/>
                  <a:pt x="725622" y="22945"/>
                  <a:pt x="725583" y="23276"/>
                </a:cubicBezTo>
                <a:cubicBezTo>
                  <a:pt x="725543" y="23607"/>
                  <a:pt x="725477" y="23878"/>
                  <a:pt x="725384" y="24090"/>
                </a:cubicBezTo>
                <a:cubicBezTo>
                  <a:pt x="725292" y="24301"/>
                  <a:pt x="725179" y="24453"/>
                  <a:pt x="725047" y="24546"/>
                </a:cubicBezTo>
                <a:cubicBezTo>
                  <a:pt x="724915" y="24639"/>
                  <a:pt x="724769" y="24685"/>
                  <a:pt x="724610" y="24685"/>
                </a:cubicBezTo>
                <a:cubicBezTo>
                  <a:pt x="724372" y="24685"/>
                  <a:pt x="724028" y="24537"/>
                  <a:pt x="723579" y="24242"/>
                </a:cubicBezTo>
                <a:cubicBezTo>
                  <a:pt x="723129" y="23947"/>
                  <a:pt x="722547" y="23632"/>
                  <a:pt x="721832" y="23296"/>
                </a:cubicBezTo>
                <a:cubicBezTo>
                  <a:pt x="721118" y="22960"/>
                  <a:pt x="720278" y="22645"/>
                  <a:pt x="719312" y="22350"/>
                </a:cubicBezTo>
                <a:cubicBezTo>
                  <a:pt x="718347" y="22054"/>
                  <a:pt x="717242" y="21907"/>
                  <a:pt x="715998" y="21907"/>
                </a:cubicBezTo>
                <a:cubicBezTo>
                  <a:pt x="714887" y="21907"/>
                  <a:pt x="713908" y="22033"/>
                  <a:pt x="713062" y="22285"/>
                </a:cubicBezTo>
                <a:cubicBezTo>
                  <a:pt x="712215" y="22536"/>
                  <a:pt x="711521" y="22894"/>
                  <a:pt x="710978" y="23358"/>
                </a:cubicBezTo>
                <a:cubicBezTo>
                  <a:pt x="710436" y="23822"/>
                  <a:pt x="710026" y="24372"/>
                  <a:pt x="709748" y="25009"/>
                </a:cubicBezTo>
                <a:cubicBezTo>
                  <a:pt x="709470" y="25644"/>
                  <a:pt x="709331" y="26334"/>
                  <a:pt x="709331" y="27076"/>
                </a:cubicBezTo>
                <a:cubicBezTo>
                  <a:pt x="709331" y="28109"/>
                  <a:pt x="709596" y="28976"/>
                  <a:pt x="710125" y="29678"/>
                </a:cubicBezTo>
                <a:cubicBezTo>
                  <a:pt x="710654" y="30380"/>
                  <a:pt x="711342" y="30996"/>
                  <a:pt x="712189" y="31526"/>
                </a:cubicBezTo>
                <a:cubicBezTo>
                  <a:pt x="713035" y="32055"/>
                  <a:pt x="714001" y="32532"/>
                  <a:pt x="715086" y="32956"/>
                </a:cubicBezTo>
                <a:cubicBezTo>
                  <a:pt x="716170" y="33379"/>
                  <a:pt x="717275" y="33816"/>
                  <a:pt x="718399" y="34267"/>
                </a:cubicBezTo>
                <a:cubicBezTo>
                  <a:pt x="719524" y="34716"/>
                  <a:pt x="720635" y="35220"/>
                  <a:pt x="721733" y="35776"/>
                </a:cubicBezTo>
                <a:cubicBezTo>
                  <a:pt x="722831" y="36332"/>
                  <a:pt x="723803" y="37008"/>
                  <a:pt x="724650" y="37803"/>
                </a:cubicBezTo>
                <a:cubicBezTo>
                  <a:pt x="725497" y="38597"/>
                  <a:pt x="726178" y="39551"/>
                  <a:pt x="726694" y="40664"/>
                </a:cubicBezTo>
                <a:cubicBezTo>
                  <a:pt x="727210" y="41776"/>
                  <a:pt x="727468" y="43100"/>
                  <a:pt x="727468" y="44636"/>
                </a:cubicBezTo>
                <a:close/>
                <a:moveTo>
                  <a:pt x="745655" y="49648"/>
                </a:moveTo>
                <a:cubicBezTo>
                  <a:pt x="745655" y="50468"/>
                  <a:pt x="745615" y="51222"/>
                  <a:pt x="745536" y="51910"/>
                </a:cubicBezTo>
                <a:cubicBezTo>
                  <a:pt x="745456" y="52598"/>
                  <a:pt x="745324" y="53246"/>
                  <a:pt x="745139" y="53854"/>
                </a:cubicBezTo>
                <a:cubicBezTo>
                  <a:pt x="744954" y="54463"/>
                  <a:pt x="744709" y="55065"/>
                  <a:pt x="744405" y="55660"/>
                </a:cubicBezTo>
                <a:cubicBezTo>
                  <a:pt x="744100" y="56255"/>
                  <a:pt x="743723" y="56884"/>
                  <a:pt x="743273" y="57545"/>
                </a:cubicBezTo>
                <a:lnTo>
                  <a:pt x="737836" y="65721"/>
                </a:lnTo>
                <a:cubicBezTo>
                  <a:pt x="737704" y="65906"/>
                  <a:pt x="737552" y="66065"/>
                  <a:pt x="737380" y="66197"/>
                </a:cubicBezTo>
                <a:cubicBezTo>
                  <a:pt x="737208" y="66329"/>
                  <a:pt x="736996" y="66448"/>
                  <a:pt x="736745" y="66554"/>
                </a:cubicBezTo>
                <a:cubicBezTo>
                  <a:pt x="736494" y="66660"/>
                  <a:pt x="736203" y="66733"/>
                  <a:pt x="735872" y="66772"/>
                </a:cubicBezTo>
                <a:cubicBezTo>
                  <a:pt x="735541" y="66812"/>
                  <a:pt x="735125" y="66832"/>
                  <a:pt x="734622" y="66832"/>
                </a:cubicBezTo>
                <a:cubicBezTo>
                  <a:pt x="734172" y="66832"/>
                  <a:pt x="733795" y="66812"/>
                  <a:pt x="733491" y="66772"/>
                </a:cubicBezTo>
                <a:cubicBezTo>
                  <a:pt x="733187" y="66733"/>
                  <a:pt x="732968" y="66666"/>
                  <a:pt x="732836" y="66574"/>
                </a:cubicBezTo>
                <a:cubicBezTo>
                  <a:pt x="732704" y="66481"/>
                  <a:pt x="732631" y="66356"/>
                  <a:pt x="732618" y="66197"/>
                </a:cubicBezTo>
                <a:cubicBezTo>
                  <a:pt x="732604" y="66038"/>
                  <a:pt x="732651" y="65853"/>
                  <a:pt x="732757" y="65641"/>
                </a:cubicBezTo>
                <a:lnTo>
                  <a:pt x="738035" y="54728"/>
                </a:lnTo>
                <a:lnTo>
                  <a:pt x="738035" y="49648"/>
                </a:lnTo>
                <a:cubicBezTo>
                  <a:pt x="738035" y="48933"/>
                  <a:pt x="738108" y="48364"/>
                  <a:pt x="738253" y="47941"/>
                </a:cubicBezTo>
                <a:cubicBezTo>
                  <a:pt x="738399" y="47518"/>
                  <a:pt x="738630" y="47200"/>
                  <a:pt x="738948" y="46989"/>
                </a:cubicBezTo>
                <a:cubicBezTo>
                  <a:pt x="739265" y="46777"/>
                  <a:pt x="739662" y="46631"/>
                  <a:pt x="740138" y="46552"/>
                </a:cubicBezTo>
                <a:cubicBezTo>
                  <a:pt x="740614" y="46473"/>
                  <a:pt x="741197" y="46433"/>
                  <a:pt x="741884" y="46433"/>
                </a:cubicBezTo>
                <a:cubicBezTo>
                  <a:pt x="742546" y="46433"/>
                  <a:pt x="743115" y="46473"/>
                  <a:pt x="743591" y="46552"/>
                </a:cubicBezTo>
                <a:cubicBezTo>
                  <a:pt x="744067" y="46631"/>
                  <a:pt x="744457" y="46777"/>
                  <a:pt x="744762" y="46989"/>
                </a:cubicBezTo>
                <a:cubicBezTo>
                  <a:pt x="745066" y="47200"/>
                  <a:pt x="745291" y="47518"/>
                  <a:pt x="745436" y="47941"/>
                </a:cubicBezTo>
                <a:cubicBezTo>
                  <a:pt x="745582" y="48364"/>
                  <a:pt x="745655" y="48933"/>
                  <a:pt x="745655" y="49648"/>
                </a:cubicBezTo>
                <a:close/>
                <a:moveTo>
                  <a:pt x="792881" y="55323"/>
                </a:moveTo>
                <a:lnTo>
                  <a:pt x="788119" y="68459"/>
                </a:lnTo>
                <a:cubicBezTo>
                  <a:pt x="787960" y="68882"/>
                  <a:pt x="787557" y="69206"/>
                  <a:pt x="786908" y="69431"/>
                </a:cubicBezTo>
                <a:cubicBezTo>
                  <a:pt x="786260" y="69656"/>
                  <a:pt x="785275" y="69769"/>
                  <a:pt x="783952" y="69769"/>
                </a:cubicBezTo>
                <a:cubicBezTo>
                  <a:pt x="783264" y="69769"/>
                  <a:pt x="782708" y="69736"/>
                  <a:pt x="782285" y="69669"/>
                </a:cubicBezTo>
                <a:cubicBezTo>
                  <a:pt x="781862" y="69603"/>
                  <a:pt x="781537" y="69491"/>
                  <a:pt x="781313" y="69332"/>
                </a:cubicBezTo>
                <a:cubicBezTo>
                  <a:pt x="781088" y="69173"/>
                  <a:pt x="780962" y="68962"/>
                  <a:pt x="780936" y="68697"/>
                </a:cubicBezTo>
                <a:cubicBezTo>
                  <a:pt x="780909" y="68433"/>
                  <a:pt x="780975" y="68115"/>
                  <a:pt x="781134" y="67745"/>
                </a:cubicBezTo>
                <a:lnTo>
                  <a:pt x="786055" y="55323"/>
                </a:lnTo>
                <a:cubicBezTo>
                  <a:pt x="785817" y="55217"/>
                  <a:pt x="785592" y="55045"/>
                  <a:pt x="785380" y="54807"/>
                </a:cubicBezTo>
                <a:cubicBezTo>
                  <a:pt x="785169" y="54569"/>
                  <a:pt x="785023" y="54317"/>
                  <a:pt x="784944" y="54053"/>
                </a:cubicBezTo>
                <a:lnTo>
                  <a:pt x="772205" y="19923"/>
                </a:lnTo>
                <a:cubicBezTo>
                  <a:pt x="771993" y="19367"/>
                  <a:pt x="771887" y="18930"/>
                  <a:pt x="771887" y="18613"/>
                </a:cubicBezTo>
                <a:cubicBezTo>
                  <a:pt x="771887" y="18295"/>
                  <a:pt x="771993" y="18044"/>
                  <a:pt x="772205" y="17859"/>
                </a:cubicBezTo>
                <a:cubicBezTo>
                  <a:pt x="772416" y="17674"/>
                  <a:pt x="772760" y="17548"/>
                  <a:pt x="773236" y="17482"/>
                </a:cubicBezTo>
                <a:cubicBezTo>
                  <a:pt x="773713" y="17416"/>
                  <a:pt x="774348" y="17383"/>
                  <a:pt x="775141" y="17383"/>
                </a:cubicBezTo>
                <a:cubicBezTo>
                  <a:pt x="775935" y="17383"/>
                  <a:pt x="776557" y="17402"/>
                  <a:pt x="777007" y="17442"/>
                </a:cubicBezTo>
                <a:cubicBezTo>
                  <a:pt x="777456" y="17482"/>
                  <a:pt x="777814" y="17555"/>
                  <a:pt x="778078" y="17660"/>
                </a:cubicBezTo>
                <a:cubicBezTo>
                  <a:pt x="778343" y="17766"/>
                  <a:pt x="778534" y="17918"/>
                  <a:pt x="778654" y="18117"/>
                </a:cubicBezTo>
                <a:cubicBezTo>
                  <a:pt x="778773" y="18315"/>
                  <a:pt x="778898" y="18586"/>
                  <a:pt x="779031" y="18930"/>
                </a:cubicBezTo>
                <a:lnTo>
                  <a:pt x="789230" y="47584"/>
                </a:lnTo>
                <a:lnTo>
                  <a:pt x="789349" y="47584"/>
                </a:lnTo>
                <a:lnTo>
                  <a:pt x="799191" y="18772"/>
                </a:lnTo>
                <a:cubicBezTo>
                  <a:pt x="799350" y="18269"/>
                  <a:pt x="799542" y="17945"/>
                  <a:pt x="799767" y="17799"/>
                </a:cubicBezTo>
                <a:cubicBezTo>
                  <a:pt x="799992" y="17654"/>
                  <a:pt x="800329" y="17548"/>
                  <a:pt x="800779" y="17482"/>
                </a:cubicBezTo>
                <a:cubicBezTo>
                  <a:pt x="801228" y="17416"/>
                  <a:pt x="801877" y="17383"/>
                  <a:pt x="802723" y="17383"/>
                </a:cubicBezTo>
                <a:cubicBezTo>
                  <a:pt x="803464" y="17383"/>
                  <a:pt x="804073" y="17416"/>
                  <a:pt x="804549" y="17482"/>
                </a:cubicBezTo>
                <a:cubicBezTo>
                  <a:pt x="805025" y="17548"/>
                  <a:pt x="805376" y="17674"/>
                  <a:pt x="805601" y="17859"/>
                </a:cubicBezTo>
                <a:cubicBezTo>
                  <a:pt x="805825" y="18044"/>
                  <a:pt x="805938" y="18295"/>
                  <a:pt x="805938" y="18613"/>
                </a:cubicBezTo>
                <a:cubicBezTo>
                  <a:pt x="805938" y="18930"/>
                  <a:pt x="805859" y="19327"/>
                  <a:pt x="805700" y="19804"/>
                </a:cubicBezTo>
                <a:lnTo>
                  <a:pt x="792881" y="55323"/>
                </a:lnTo>
                <a:close/>
                <a:moveTo>
                  <a:pt x="845947" y="36095"/>
                </a:moveTo>
                <a:cubicBezTo>
                  <a:pt x="845947" y="39008"/>
                  <a:pt x="845563" y="41689"/>
                  <a:pt x="844796" y="44139"/>
                </a:cubicBezTo>
                <a:cubicBezTo>
                  <a:pt x="844029" y="46588"/>
                  <a:pt x="842885" y="48701"/>
                  <a:pt x="841363" y="50476"/>
                </a:cubicBezTo>
                <a:cubicBezTo>
                  <a:pt x="839842" y="52250"/>
                  <a:pt x="837937" y="53634"/>
                  <a:pt x="835649" y="54627"/>
                </a:cubicBezTo>
                <a:cubicBezTo>
                  <a:pt x="833360" y="55620"/>
                  <a:pt x="830708" y="56117"/>
                  <a:pt x="827691" y="56117"/>
                </a:cubicBezTo>
                <a:cubicBezTo>
                  <a:pt x="824755" y="56117"/>
                  <a:pt x="822195" y="55680"/>
                  <a:pt x="820012" y="54806"/>
                </a:cubicBezTo>
                <a:cubicBezTo>
                  <a:pt x="817829" y="53932"/>
                  <a:pt x="816010" y="52661"/>
                  <a:pt x="814555" y="50992"/>
                </a:cubicBezTo>
                <a:cubicBezTo>
                  <a:pt x="813100" y="49324"/>
                  <a:pt x="812015" y="47297"/>
                  <a:pt x="811301" y="44914"/>
                </a:cubicBezTo>
                <a:cubicBezTo>
                  <a:pt x="810587" y="42530"/>
                  <a:pt x="810229" y="39829"/>
                  <a:pt x="810229" y="36809"/>
                </a:cubicBezTo>
                <a:cubicBezTo>
                  <a:pt x="810229" y="33896"/>
                  <a:pt x="810606" y="31215"/>
                  <a:pt x="811360" y="28765"/>
                </a:cubicBezTo>
                <a:cubicBezTo>
                  <a:pt x="812114" y="26315"/>
                  <a:pt x="813252" y="24203"/>
                  <a:pt x="814773" y="22429"/>
                </a:cubicBezTo>
                <a:cubicBezTo>
                  <a:pt x="816295" y="20654"/>
                  <a:pt x="818193" y="19276"/>
                  <a:pt x="820468" y="18297"/>
                </a:cubicBezTo>
                <a:cubicBezTo>
                  <a:pt x="822744" y="17317"/>
                  <a:pt x="825403" y="16827"/>
                  <a:pt x="828445" y="16827"/>
                </a:cubicBezTo>
                <a:cubicBezTo>
                  <a:pt x="831382" y="16827"/>
                  <a:pt x="833942" y="17264"/>
                  <a:pt x="836125" y="18138"/>
                </a:cubicBezTo>
                <a:cubicBezTo>
                  <a:pt x="838308" y="19012"/>
                  <a:pt x="840126" y="20283"/>
                  <a:pt x="841582" y="21952"/>
                </a:cubicBezTo>
                <a:cubicBezTo>
                  <a:pt x="843037" y="23620"/>
                  <a:pt x="844128" y="25646"/>
                  <a:pt x="844856" y="28030"/>
                </a:cubicBezTo>
                <a:cubicBezTo>
                  <a:pt x="845583" y="30413"/>
                  <a:pt x="845947" y="33102"/>
                  <a:pt x="845947" y="36095"/>
                </a:cubicBezTo>
                <a:moveTo>
                  <a:pt x="839042" y="36531"/>
                </a:moveTo>
                <a:cubicBezTo>
                  <a:pt x="839042" y="34597"/>
                  <a:pt x="838863" y="32769"/>
                  <a:pt x="838506" y="31047"/>
                </a:cubicBezTo>
                <a:cubicBezTo>
                  <a:pt x="838149" y="29325"/>
                  <a:pt x="837560" y="27815"/>
                  <a:pt x="836740" y="26517"/>
                </a:cubicBezTo>
                <a:cubicBezTo>
                  <a:pt x="835920" y="25219"/>
                  <a:pt x="834808" y="24192"/>
                  <a:pt x="833406" y="23437"/>
                </a:cubicBezTo>
                <a:cubicBezTo>
                  <a:pt x="832004" y="22682"/>
                  <a:pt x="830258" y="22304"/>
                  <a:pt x="828168" y="22304"/>
                </a:cubicBezTo>
                <a:cubicBezTo>
                  <a:pt x="826236" y="22304"/>
                  <a:pt x="824576" y="22648"/>
                  <a:pt x="823187" y="23337"/>
                </a:cubicBezTo>
                <a:cubicBezTo>
                  <a:pt x="821798" y="24026"/>
                  <a:pt x="820654" y="25000"/>
                  <a:pt x="819754" y="26259"/>
                </a:cubicBezTo>
                <a:cubicBezTo>
                  <a:pt x="818855" y="27517"/>
                  <a:pt x="818187" y="29007"/>
                  <a:pt x="817750" y="30730"/>
                </a:cubicBezTo>
                <a:cubicBezTo>
                  <a:pt x="817313" y="32451"/>
                  <a:pt x="817095" y="34332"/>
                  <a:pt x="817095" y="36373"/>
                </a:cubicBezTo>
                <a:cubicBezTo>
                  <a:pt x="817095" y="38333"/>
                  <a:pt x="817274" y="40174"/>
                  <a:pt x="817631" y="41896"/>
                </a:cubicBezTo>
                <a:cubicBezTo>
                  <a:pt x="817988" y="43619"/>
                  <a:pt x="818583" y="45122"/>
                  <a:pt x="819417" y="46407"/>
                </a:cubicBezTo>
                <a:cubicBezTo>
                  <a:pt x="820250" y="47692"/>
                  <a:pt x="821368" y="48712"/>
                  <a:pt x="822770" y="49468"/>
                </a:cubicBezTo>
                <a:cubicBezTo>
                  <a:pt x="824173" y="50223"/>
                  <a:pt x="825919" y="50600"/>
                  <a:pt x="828009" y="50600"/>
                </a:cubicBezTo>
                <a:cubicBezTo>
                  <a:pt x="829914" y="50600"/>
                  <a:pt x="831567" y="50256"/>
                  <a:pt x="832970" y="49567"/>
                </a:cubicBezTo>
                <a:cubicBezTo>
                  <a:pt x="834372" y="48878"/>
                  <a:pt x="835523" y="47911"/>
                  <a:pt x="836422" y="46666"/>
                </a:cubicBezTo>
                <a:cubicBezTo>
                  <a:pt x="837322" y="45420"/>
                  <a:pt x="837983" y="43937"/>
                  <a:pt x="838407" y="42215"/>
                </a:cubicBezTo>
                <a:cubicBezTo>
                  <a:pt x="838830" y="40493"/>
                  <a:pt x="839042" y="38598"/>
                  <a:pt x="839042" y="36531"/>
                </a:cubicBezTo>
                <a:close/>
                <a:moveTo>
                  <a:pt x="886397" y="54331"/>
                </a:moveTo>
                <a:cubicBezTo>
                  <a:pt x="886397" y="54542"/>
                  <a:pt x="886351" y="54721"/>
                  <a:pt x="886258" y="54866"/>
                </a:cubicBezTo>
                <a:cubicBezTo>
                  <a:pt x="886165" y="55012"/>
                  <a:pt x="886000" y="55138"/>
                  <a:pt x="885762" y="55243"/>
                </a:cubicBezTo>
                <a:cubicBezTo>
                  <a:pt x="885524" y="55349"/>
                  <a:pt x="885213" y="55429"/>
                  <a:pt x="884829" y="55482"/>
                </a:cubicBezTo>
                <a:cubicBezTo>
                  <a:pt x="884446" y="55534"/>
                  <a:pt x="883976" y="55561"/>
                  <a:pt x="883420" y="55561"/>
                </a:cubicBezTo>
                <a:cubicBezTo>
                  <a:pt x="882812" y="55561"/>
                  <a:pt x="882316" y="55534"/>
                  <a:pt x="881932" y="55482"/>
                </a:cubicBezTo>
                <a:cubicBezTo>
                  <a:pt x="881549" y="55429"/>
                  <a:pt x="881244" y="55349"/>
                  <a:pt x="881019" y="55243"/>
                </a:cubicBezTo>
                <a:cubicBezTo>
                  <a:pt x="880795" y="55138"/>
                  <a:pt x="880642" y="55012"/>
                  <a:pt x="880563" y="54866"/>
                </a:cubicBezTo>
                <a:cubicBezTo>
                  <a:pt x="880484" y="54721"/>
                  <a:pt x="880444" y="54542"/>
                  <a:pt x="880444" y="54331"/>
                </a:cubicBezTo>
                <a:lnTo>
                  <a:pt x="880444" y="49608"/>
                </a:lnTo>
                <a:cubicBezTo>
                  <a:pt x="878407" y="51871"/>
                  <a:pt x="876396" y="53522"/>
                  <a:pt x="874412" y="54560"/>
                </a:cubicBezTo>
                <a:cubicBezTo>
                  <a:pt x="872427" y="55598"/>
                  <a:pt x="870417" y="56117"/>
                  <a:pt x="868379" y="56117"/>
                </a:cubicBezTo>
                <a:cubicBezTo>
                  <a:pt x="865998" y="56117"/>
                  <a:pt x="863994" y="55719"/>
                  <a:pt x="862367" y="54925"/>
                </a:cubicBezTo>
                <a:cubicBezTo>
                  <a:pt x="860740" y="54130"/>
                  <a:pt x="859423" y="53051"/>
                  <a:pt x="858418" y="51688"/>
                </a:cubicBezTo>
                <a:cubicBezTo>
                  <a:pt x="857413" y="50324"/>
                  <a:pt x="856692" y="48734"/>
                  <a:pt x="856255" y="46920"/>
                </a:cubicBezTo>
                <a:cubicBezTo>
                  <a:pt x="855819" y="45106"/>
                  <a:pt x="855600" y="42901"/>
                  <a:pt x="855600" y="40305"/>
                </a:cubicBezTo>
                <a:lnTo>
                  <a:pt x="855600" y="18614"/>
                </a:lnTo>
                <a:cubicBezTo>
                  <a:pt x="855600" y="18402"/>
                  <a:pt x="855647" y="18224"/>
                  <a:pt x="855739" y="18078"/>
                </a:cubicBezTo>
                <a:cubicBezTo>
                  <a:pt x="855832" y="17932"/>
                  <a:pt x="856010" y="17799"/>
                  <a:pt x="856275" y="17680"/>
                </a:cubicBezTo>
                <a:cubicBezTo>
                  <a:pt x="856540" y="17561"/>
                  <a:pt x="856883" y="17482"/>
                  <a:pt x="857307" y="17442"/>
                </a:cubicBezTo>
                <a:cubicBezTo>
                  <a:pt x="857730" y="17402"/>
                  <a:pt x="858259" y="17383"/>
                  <a:pt x="858894" y="17383"/>
                </a:cubicBezTo>
                <a:cubicBezTo>
                  <a:pt x="859529" y="17383"/>
                  <a:pt x="860058" y="17402"/>
                  <a:pt x="860482" y="17442"/>
                </a:cubicBezTo>
                <a:cubicBezTo>
                  <a:pt x="860905" y="17482"/>
                  <a:pt x="861242" y="17561"/>
                  <a:pt x="861494" y="17680"/>
                </a:cubicBezTo>
                <a:cubicBezTo>
                  <a:pt x="861745" y="17799"/>
                  <a:pt x="861924" y="17932"/>
                  <a:pt x="862029" y="18078"/>
                </a:cubicBezTo>
                <a:cubicBezTo>
                  <a:pt x="862135" y="18224"/>
                  <a:pt x="862188" y="18402"/>
                  <a:pt x="862188" y="18614"/>
                </a:cubicBezTo>
                <a:lnTo>
                  <a:pt x="862188" y="39435"/>
                </a:lnTo>
                <a:cubicBezTo>
                  <a:pt x="862188" y="41527"/>
                  <a:pt x="862340" y="43203"/>
                  <a:pt x="862645" y="44461"/>
                </a:cubicBezTo>
                <a:cubicBezTo>
                  <a:pt x="862949" y="45720"/>
                  <a:pt x="863412" y="46793"/>
                  <a:pt x="864034" y="47681"/>
                </a:cubicBezTo>
                <a:cubicBezTo>
                  <a:pt x="864655" y="48568"/>
                  <a:pt x="865443" y="49257"/>
                  <a:pt x="866395" y="49747"/>
                </a:cubicBezTo>
                <a:cubicBezTo>
                  <a:pt x="867347" y="50236"/>
                  <a:pt x="868459" y="50481"/>
                  <a:pt x="869729" y="50481"/>
                </a:cubicBezTo>
                <a:cubicBezTo>
                  <a:pt x="871369" y="50481"/>
                  <a:pt x="873003" y="49896"/>
                  <a:pt x="874630" y="48725"/>
                </a:cubicBezTo>
                <a:cubicBezTo>
                  <a:pt x="876257" y="47554"/>
                  <a:pt x="877983" y="45838"/>
                  <a:pt x="879809" y="43576"/>
                </a:cubicBezTo>
                <a:lnTo>
                  <a:pt x="879809" y="18613"/>
                </a:lnTo>
                <a:cubicBezTo>
                  <a:pt x="879809" y="18401"/>
                  <a:pt x="879855" y="18223"/>
                  <a:pt x="879948" y="18077"/>
                </a:cubicBezTo>
                <a:cubicBezTo>
                  <a:pt x="880040" y="17932"/>
                  <a:pt x="880219" y="17799"/>
                  <a:pt x="880484" y="17680"/>
                </a:cubicBezTo>
                <a:cubicBezTo>
                  <a:pt x="880748" y="17561"/>
                  <a:pt x="881086" y="17482"/>
                  <a:pt x="881496" y="17442"/>
                </a:cubicBezTo>
                <a:cubicBezTo>
                  <a:pt x="881906" y="17402"/>
                  <a:pt x="882442" y="17383"/>
                  <a:pt x="883103" y="17383"/>
                </a:cubicBezTo>
                <a:cubicBezTo>
                  <a:pt x="883738" y="17383"/>
                  <a:pt x="884267" y="17402"/>
                  <a:pt x="884690" y="17442"/>
                </a:cubicBezTo>
                <a:cubicBezTo>
                  <a:pt x="885114" y="17482"/>
                  <a:pt x="885444" y="17561"/>
                  <a:pt x="885683" y="17680"/>
                </a:cubicBezTo>
                <a:cubicBezTo>
                  <a:pt x="885921" y="17799"/>
                  <a:pt x="886099" y="17932"/>
                  <a:pt x="886218" y="18077"/>
                </a:cubicBezTo>
                <a:cubicBezTo>
                  <a:pt x="886337" y="18223"/>
                  <a:pt x="886397" y="18401"/>
                  <a:pt x="886397" y="18613"/>
                </a:cubicBezTo>
                <a:lnTo>
                  <a:pt x="886397" y="54331"/>
                </a:lnTo>
                <a:close/>
                <a:moveTo>
                  <a:pt x="919052" y="20954"/>
                </a:moveTo>
                <a:cubicBezTo>
                  <a:pt x="919052" y="21536"/>
                  <a:pt x="919039" y="22026"/>
                  <a:pt x="919012" y="22423"/>
                </a:cubicBezTo>
                <a:cubicBezTo>
                  <a:pt x="918986" y="22820"/>
                  <a:pt x="918933" y="23131"/>
                  <a:pt x="918853" y="23355"/>
                </a:cubicBezTo>
                <a:cubicBezTo>
                  <a:pt x="918774" y="23580"/>
                  <a:pt x="918675" y="23752"/>
                  <a:pt x="918556" y="23871"/>
                </a:cubicBezTo>
                <a:cubicBezTo>
                  <a:pt x="918437" y="23990"/>
                  <a:pt x="918271" y="24050"/>
                  <a:pt x="918060" y="24050"/>
                </a:cubicBezTo>
                <a:cubicBezTo>
                  <a:pt x="917848" y="24050"/>
                  <a:pt x="917590" y="23990"/>
                  <a:pt x="917286" y="23871"/>
                </a:cubicBezTo>
                <a:cubicBezTo>
                  <a:pt x="916982" y="23752"/>
                  <a:pt x="916638" y="23633"/>
                  <a:pt x="916254" y="23514"/>
                </a:cubicBezTo>
                <a:cubicBezTo>
                  <a:pt x="915870" y="23395"/>
                  <a:pt x="915440" y="23283"/>
                  <a:pt x="914964" y="23177"/>
                </a:cubicBezTo>
                <a:cubicBezTo>
                  <a:pt x="914488" y="23071"/>
                  <a:pt x="913972" y="23018"/>
                  <a:pt x="913416" y="23018"/>
                </a:cubicBezTo>
                <a:cubicBezTo>
                  <a:pt x="912755" y="23018"/>
                  <a:pt x="912107" y="23150"/>
                  <a:pt x="911472" y="23415"/>
                </a:cubicBezTo>
                <a:cubicBezTo>
                  <a:pt x="910837" y="23680"/>
                  <a:pt x="910169" y="24116"/>
                  <a:pt x="909468" y="24725"/>
                </a:cubicBezTo>
                <a:cubicBezTo>
                  <a:pt x="908767" y="25333"/>
                  <a:pt x="908032" y="26140"/>
                  <a:pt x="907265" y="27145"/>
                </a:cubicBezTo>
                <a:cubicBezTo>
                  <a:pt x="906498" y="28151"/>
                  <a:pt x="905651" y="29381"/>
                  <a:pt x="904725" y="30836"/>
                </a:cubicBezTo>
                <a:lnTo>
                  <a:pt x="904725" y="54331"/>
                </a:lnTo>
                <a:cubicBezTo>
                  <a:pt x="904725" y="54542"/>
                  <a:pt x="904672" y="54721"/>
                  <a:pt x="904566" y="54866"/>
                </a:cubicBezTo>
                <a:cubicBezTo>
                  <a:pt x="904461" y="55012"/>
                  <a:pt x="904289" y="55138"/>
                  <a:pt x="904050" y="55243"/>
                </a:cubicBezTo>
                <a:cubicBezTo>
                  <a:pt x="903812" y="55349"/>
                  <a:pt x="903482" y="55429"/>
                  <a:pt x="903058" y="55482"/>
                </a:cubicBezTo>
                <a:cubicBezTo>
                  <a:pt x="902635" y="55534"/>
                  <a:pt x="902093" y="55561"/>
                  <a:pt x="901431" y="55561"/>
                </a:cubicBezTo>
                <a:cubicBezTo>
                  <a:pt x="900796" y="55561"/>
                  <a:pt x="900267" y="55534"/>
                  <a:pt x="899844" y="55482"/>
                </a:cubicBezTo>
                <a:cubicBezTo>
                  <a:pt x="899420" y="55429"/>
                  <a:pt x="899083" y="55349"/>
                  <a:pt x="898832" y="55243"/>
                </a:cubicBezTo>
                <a:cubicBezTo>
                  <a:pt x="898580" y="55138"/>
                  <a:pt x="898408" y="55012"/>
                  <a:pt x="898316" y="54866"/>
                </a:cubicBezTo>
                <a:cubicBezTo>
                  <a:pt x="898223" y="54721"/>
                  <a:pt x="898177" y="54542"/>
                  <a:pt x="898177" y="54331"/>
                </a:cubicBezTo>
                <a:lnTo>
                  <a:pt x="898177" y="18613"/>
                </a:lnTo>
                <a:cubicBezTo>
                  <a:pt x="898177" y="18401"/>
                  <a:pt x="898217" y="18223"/>
                  <a:pt x="898296" y="18077"/>
                </a:cubicBezTo>
                <a:cubicBezTo>
                  <a:pt x="898375" y="17932"/>
                  <a:pt x="898534" y="17799"/>
                  <a:pt x="898772" y="17680"/>
                </a:cubicBezTo>
                <a:cubicBezTo>
                  <a:pt x="899010" y="17561"/>
                  <a:pt x="899315" y="17482"/>
                  <a:pt x="899685" y="17442"/>
                </a:cubicBezTo>
                <a:cubicBezTo>
                  <a:pt x="900055" y="17402"/>
                  <a:pt x="900545" y="17383"/>
                  <a:pt x="901153" y="17383"/>
                </a:cubicBezTo>
                <a:cubicBezTo>
                  <a:pt x="901735" y="17383"/>
                  <a:pt x="902218" y="17402"/>
                  <a:pt x="902602" y="17442"/>
                </a:cubicBezTo>
                <a:cubicBezTo>
                  <a:pt x="902986" y="17482"/>
                  <a:pt x="903283" y="17561"/>
                  <a:pt x="903495" y="17680"/>
                </a:cubicBezTo>
                <a:cubicBezTo>
                  <a:pt x="903707" y="17799"/>
                  <a:pt x="903859" y="17932"/>
                  <a:pt x="903951" y="18077"/>
                </a:cubicBezTo>
                <a:cubicBezTo>
                  <a:pt x="904044" y="18223"/>
                  <a:pt x="904090" y="18401"/>
                  <a:pt x="904090" y="18613"/>
                </a:cubicBezTo>
                <a:lnTo>
                  <a:pt x="904090" y="23812"/>
                </a:lnTo>
                <a:cubicBezTo>
                  <a:pt x="905069" y="22383"/>
                  <a:pt x="905988" y="21219"/>
                  <a:pt x="906848" y="20319"/>
                </a:cubicBezTo>
                <a:cubicBezTo>
                  <a:pt x="907708" y="19420"/>
                  <a:pt x="908522" y="18712"/>
                  <a:pt x="909289" y="18196"/>
                </a:cubicBezTo>
                <a:cubicBezTo>
                  <a:pt x="910056" y="17680"/>
                  <a:pt x="910817" y="17323"/>
                  <a:pt x="911571" y="17125"/>
                </a:cubicBezTo>
                <a:cubicBezTo>
                  <a:pt x="912325" y="16926"/>
                  <a:pt x="913086" y="16827"/>
                  <a:pt x="913853" y="16827"/>
                </a:cubicBezTo>
                <a:cubicBezTo>
                  <a:pt x="914197" y="16827"/>
                  <a:pt x="914587" y="16847"/>
                  <a:pt x="915024" y="16887"/>
                </a:cubicBezTo>
                <a:cubicBezTo>
                  <a:pt x="915460" y="16926"/>
                  <a:pt x="915917" y="16999"/>
                  <a:pt x="916393" y="17105"/>
                </a:cubicBezTo>
                <a:cubicBezTo>
                  <a:pt x="916869" y="17211"/>
                  <a:pt x="917299" y="17330"/>
                  <a:pt x="917683" y="17462"/>
                </a:cubicBezTo>
                <a:cubicBezTo>
                  <a:pt x="918066" y="17594"/>
                  <a:pt x="918338" y="17727"/>
                  <a:pt x="918496" y="17859"/>
                </a:cubicBezTo>
                <a:cubicBezTo>
                  <a:pt x="918655" y="17991"/>
                  <a:pt x="918761" y="18117"/>
                  <a:pt x="918814" y="18236"/>
                </a:cubicBezTo>
                <a:cubicBezTo>
                  <a:pt x="918867" y="18355"/>
                  <a:pt x="918913" y="18507"/>
                  <a:pt x="918953" y="18692"/>
                </a:cubicBezTo>
                <a:cubicBezTo>
                  <a:pt x="918992" y="18877"/>
                  <a:pt x="919019" y="19149"/>
                  <a:pt x="919032" y="19506"/>
                </a:cubicBezTo>
                <a:cubicBezTo>
                  <a:pt x="919045" y="19863"/>
                  <a:pt x="919052" y="20346"/>
                  <a:pt x="919052" y="20954"/>
                </a:cubicBezTo>
                <a:close/>
                <a:moveTo>
                  <a:pt x="962599" y="51751"/>
                </a:moveTo>
                <a:cubicBezTo>
                  <a:pt x="962599" y="52518"/>
                  <a:pt x="962546" y="53127"/>
                  <a:pt x="962440" y="53577"/>
                </a:cubicBezTo>
                <a:cubicBezTo>
                  <a:pt x="962334" y="54026"/>
                  <a:pt x="962176" y="54357"/>
                  <a:pt x="961964" y="54569"/>
                </a:cubicBezTo>
                <a:cubicBezTo>
                  <a:pt x="961752" y="54780"/>
                  <a:pt x="961435" y="54979"/>
                  <a:pt x="961012" y="55164"/>
                </a:cubicBezTo>
                <a:cubicBezTo>
                  <a:pt x="960588" y="55349"/>
                  <a:pt x="960105" y="55501"/>
                  <a:pt x="959563" y="55620"/>
                </a:cubicBezTo>
                <a:cubicBezTo>
                  <a:pt x="959021" y="55740"/>
                  <a:pt x="958445" y="55839"/>
                  <a:pt x="957837" y="55918"/>
                </a:cubicBezTo>
                <a:cubicBezTo>
                  <a:pt x="957228" y="55997"/>
                  <a:pt x="956620" y="56037"/>
                  <a:pt x="956011" y="56037"/>
                </a:cubicBezTo>
                <a:cubicBezTo>
                  <a:pt x="954159" y="56037"/>
                  <a:pt x="952572" y="55792"/>
                  <a:pt x="951249" y="55302"/>
                </a:cubicBezTo>
                <a:cubicBezTo>
                  <a:pt x="949926" y="54811"/>
                  <a:pt x="948841" y="54068"/>
                  <a:pt x="947994" y="53073"/>
                </a:cubicBezTo>
                <a:cubicBezTo>
                  <a:pt x="947148" y="52078"/>
                  <a:pt x="946533" y="50819"/>
                  <a:pt x="946149" y="49294"/>
                </a:cubicBezTo>
                <a:cubicBezTo>
                  <a:pt x="945765" y="47770"/>
                  <a:pt x="945574" y="45973"/>
                  <a:pt x="945574" y="43904"/>
                </a:cubicBezTo>
                <a:lnTo>
                  <a:pt x="945574" y="22978"/>
                </a:lnTo>
                <a:lnTo>
                  <a:pt x="940573" y="22978"/>
                </a:lnTo>
                <a:cubicBezTo>
                  <a:pt x="940176" y="22978"/>
                  <a:pt x="939859" y="22767"/>
                  <a:pt x="939621" y="22343"/>
                </a:cubicBezTo>
                <a:cubicBezTo>
                  <a:pt x="939382" y="21920"/>
                  <a:pt x="939263" y="21232"/>
                  <a:pt x="939263" y="20280"/>
                </a:cubicBezTo>
                <a:cubicBezTo>
                  <a:pt x="939263" y="19777"/>
                  <a:pt x="939296" y="19354"/>
                  <a:pt x="939363" y="19010"/>
                </a:cubicBezTo>
                <a:cubicBezTo>
                  <a:pt x="939429" y="18666"/>
                  <a:pt x="939515" y="18381"/>
                  <a:pt x="939621" y="18157"/>
                </a:cubicBezTo>
                <a:cubicBezTo>
                  <a:pt x="939726" y="17932"/>
                  <a:pt x="939865" y="17773"/>
                  <a:pt x="940037" y="17680"/>
                </a:cubicBezTo>
                <a:cubicBezTo>
                  <a:pt x="940209" y="17588"/>
                  <a:pt x="940401" y="17541"/>
                  <a:pt x="940613" y="17541"/>
                </a:cubicBezTo>
                <a:lnTo>
                  <a:pt x="945574" y="17541"/>
                </a:lnTo>
                <a:lnTo>
                  <a:pt x="945574" y="9048"/>
                </a:lnTo>
                <a:cubicBezTo>
                  <a:pt x="945574" y="8863"/>
                  <a:pt x="945620" y="8691"/>
                  <a:pt x="945712" y="8533"/>
                </a:cubicBezTo>
                <a:cubicBezTo>
                  <a:pt x="945805" y="8374"/>
                  <a:pt x="945977" y="8235"/>
                  <a:pt x="946228" y="8116"/>
                </a:cubicBezTo>
                <a:cubicBezTo>
                  <a:pt x="946480" y="7997"/>
                  <a:pt x="946817" y="7911"/>
                  <a:pt x="947240" y="7858"/>
                </a:cubicBezTo>
                <a:cubicBezTo>
                  <a:pt x="947664" y="7805"/>
                  <a:pt x="948193" y="7779"/>
                  <a:pt x="948828" y="7779"/>
                </a:cubicBezTo>
                <a:cubicBezTo>
                  <a:pt x="949489" y="7779"/>
                  <a:pt x="950032" y="7805"/>
                  <a:pt x="950455" y="7858"/>
                </a:cubicBezTo>
                <a:cubicBezTo>
                  <a:pt x="950878" y="7911"/>
                  <a:pt x="951209" y="7997"/>
                  <a:pt x="951447" y="8116"/>
                </a:cubicBezTo>
                <a:cubicBezTo>
                  <a:pt x="951685" y="8235"/>
                  <a:pt x="951857" y="8374"/>
                  <a:pt x="951963" y="8533"/>
                </a:cubicBezTo>
                <a:cubicBezTo>
                  <a:pt x="952069" y="8691"/>
                  <a:pt x="952122" y="8863"/>
                  <a:pt x="952122" y="9048"/>
                </a:cubicBezTo>
                <a:lnTo>
                  <a:pt x="952122" y="17541"/>
                </a:lnTo>
                <a:lnTo>
                  <a:pt x="961289" y="17541"/>
                </a:lnTo>
                <a:cubicBezTo>
                  <a:pt x="961501" y="17541"/>
                  <a:pt x="961686" y="17588"/>
                  <a:pt x="961845" y="17680"/>
                </a:cubicBezTo>
                <a:cubicBezTo>
                  <a:pt x="962004" y="17773"/>
                  <a:pt x="962143" y="17932"/>
                  <a:pt x="962262" y="18157"/>
                </a:cubicBezTo>
                <a:cubicBezTo>
                  <a:pt x="962381" y="18381"/>
                  <a:pt x="962467" y="18666"/>
                  <a:pt x="962520" y="19010"/>
                </a:cubicBezTo>
                <a:cubicBezTo>
                  <a:pt x="962573" y="19354"/>
                  <a:pt x="962599" y="19777"/>
                  <a:pt x="962599" y="20280"/>
                </a:cubicBezTo>
                <a:cubicBezTo>
                  <a:pt x="962599" y="21232"/>
                  <a:pt x="962480" y="21920"/>
                  <a:pt x="962242" y="22343"/>
                </a:cubicBezTo>
                <a:cubicBezTo>
                  <a:pt x="962004" y="22767"/>
                  <a:pt x="961686" y="22978"/>
                  <a:pt x="961289" y="22978"/>
                </a:cubicBezTo>
                <a:lnTo>
                  <a:pt x="952122" y="22978"/>
                </a:lnTo>
                <a:lnTo>
                  <a:pt x="952122" y="42959"/>
                </a:lnTo>
                <a:cubicBezTo>
                  <a:pt x="952122" y="45426"/>
                  <a:pt x="952486" y="47290"/>
                  <a:pt x="953213" y="48551"/>
                </a:cubicBezTo>
                <a:cubicBezTo>
                  <a:pt x="953941" y="49811"/>
                  <a:pt x="955244" y="50441"/>
                  <a:pt x="957122" y="50441"/>
                </a:cubicBezTo>
                <a:cubicBezTo>
                  <a:pt x="957731" y="50441"/>
                  <a:pt x="958273" y="50382"/>
                  <a:pt x="958749" y="50263"/>
                </a:cubicBezTo>
                <a:cubicBezTo>
                  <a:pt x="959226" y="50144"/>
                  <a:pt x="959649" y="50018"/>
                  <a:pt x="960019" y="49886"/>
                </a:cubicBezTo>
                <a:cubicBezTo>
                  <a:pt x="960390" y="49753"/>
                  <a:pt x="960707" y="49628"/>
                  <a:pt x="960972" y="49509"/>
                </a:cubicBezTo>
                <a:cubicBezTo>
                  <a:pt x="961236" y="49390"/>
                  <a:pt x="961475" y="49330"/>
                  <a:pt x="961686" y="49330"/>
                </a:cubicBezTo>
                <a:cubicBezTo>
                  <a:pt x="961818" y="49330"/>
                  <a:pt x="961944" y="49363"/>
                  <a:pt x="962063" y="49429"/>
                </a:cubicBezTo>
                <a:cubicBezTo>
                  <a:pt x="962182" y="49496"/>
                  <a:pt x="962275" y="49621"/>
                  <a:pt x="962341" y="49806"/>
                </a:cubicBezTo>
                <a:cubicBezTo>
                  <a:pt x="962407" y="49992"/>
                  <a:pt x="962467" y="50243"/>
                  <a:pt x="962520" y="50560"/>
                </a:cubicBezTo>
                <a:cubicBezTo>
                  <a:pt x="962573" y="50878"/>
                  <a:pt x="962599" y="51275"/>
                  <a:pt x="962599" y="51751"/>
                </a:cubicBezTo>
                <a:close/>
                <a:moveTo>
                  <a:pt x="997332" y="54370"/>
                </a:moveTo>
                <a:cubicBezTo>
                  <a:pt x="997332" y="54688"/>
                  <a:pt x="997226" y="54926"/>
                  <a:pt x="997014" y="55085"/>
                </a:cubicBezTo>
                <a:cubicBezTo>
                  <a:pt x="996803" y="55243"/>
                  <a:pt x="996512" y="55362"/>
                  <a:pt x="996141" y="55442"/>
                </a:cubicBezTo>
                <a:cubicBezTo>
                  <a:pt x="995771" y="55521"/>
                  <a:pt x="995228" y="55561"/>
                  <a:pt x="994514" y="55561"/>
                </a:cubicBezTo>
                <a:cubicBezTo>
                  <a:pt x="993826" y="55561"/>
                  <a:pt x="993277" y="55521"/>
                  <a:pt x="992867" y="55442"/>
                </a:cubicBezTo>
                <a:cubicBezTo>
                  <a:pt x="992457" y="55362"/>
                  <a:pt x="992159" y="55243"/>
                  <a:pt x="991974" y="55085"/>
                </a:cubicBezTo>
                <a:cubicBezTo>
                  <a:pt x="991789" y="54926"/>
                  <a:pt x="991696" y="54688"/>
                  <a:pt x="991696" y="54370"/>
                </a:cubicBezTo>
                <a:lnTo>
                  <a:pt x="991696" y="50799"/>
                </a:lnTo>
                <a:cubicBezTo>
                  <a:pt x="990135" y="52465"/>
                  <a:pt x="988396" y="53768"/>
                  <a:pt x="986478" y="54708"/>
                </a:cubicBezTo>
                <a:cubicBezTo>
                  <a:pt x="984559" y="55647"/>
                  <a:pt x="982529" y="56117"/>
                  <a:pt x="980386" y="56117"/>
                </a:cubicBezTo>
                <a:cubicBezTo>
                  <a:pt x="978507" y="56117"/>
                  <a:pt x="976807" y="55871"/>
                  <a:pt x="975286" y="55380"/>
                </a:cubicBezTo>
                <a:cubicBezTo>
                  <a:pt x="973765" y="54889"/>
                  <a:pt x="972468" y="54179"/>
                  <a:pt x="971397" y="53249"/>
                </a:cubicBezTo>
                <a:cubicBezTo>
                  <a:pt x="970325" y="52320"/>
                  <a:pt x="969492" y="51178"/>
                  <a:pt x="968897" y="49825"/>
                </a:cubicBezTo>
                <a:cubicBezTo>
                  <a:pt x="968301" y="48471"/>
                  <a:pt x="968004" y="46930"/>
                  <a:pt x="968004" y="45204"/>
                </a:cubicBezTo>
                <a:cubicBezTo>
                  <a:pt x="968004" y="43187"/>
                  <a:pt x="968414" y="41435"/>
                  <a:pt x="969234" y="39948"/>
                </a:cubicBezTo>
                <a:cubicBezTo>
                  <a:pt x="970054" y="38461"/>
                  <a:pt x="971231" y="37226"/>
                  <a:pt x="972766" y="36244"/>
                </a:cubicBezTo>
                <a:cubicBezTo>
                  <a:pt x="974301" y="35261"/>
                  <a:pt x="976179" y="34525"/>
                  <a:pt x="978401" y="34034"/>
                </a:cubicBezTo>
                <a:cubicBezTo>
                  <a:pt x="980624" y="33542"/>
                  <a:pt x="983124" y="33297"/>
                  <a:pt x="985902" y="33297"/>
                </a:cubicBezTo>
                <a:lnTo>
                  <a:pt x="990823" y="33297"/>
                </a:lnTo>
                <a:lnTo>
                  <a:pt x="990823" y="30529"/>
                </a:lnTo>
                <a:cubicBezTo>
                  <a:pt x="990823" y="29158"/>
                  <a:pt x="990678" y="27945"/>
                  <a:pt x="990387" y="26891"/>
                </a:cubicBezTo>
                <a:cubicBezTo>
                  <a:pt x="990096" y="25836"/>
                  <a:pt x="989626" y="24959"/>
                  <a:pt x="988978" y="24261"/>
                </a:cubicBezTo>
                <a:cubicBezTo>
                  <a:pt x="988330" y="23562"/>
                  <a:pt x="987490" y="23035"/>
                  <a:pt x="986458" y="22680"/>
                </a:cubicBezTo>
                <a:cubicBezTo>
                  <a:pt x="985426" y="22323"/>
                  <a:pt x="984156" y="22145"/>
                  <a:pt x="982648" y="22145"/>
                </a:cubicBezTo>
                <a:cubicBezTo>
                  <a:pt x="981034" y="22145"/>
                  <a:pt x="979585" y="22335"/>
                  <a:pt x="978302" y="22714"/>
                </a:cubicBezTo>
                <a:cubicBezTo>
                  <a:pt x="977019" y="23094"/>
                  <a:pt x="975895" y="23513"/>
                  <a:pt x="974929" y="23971"/>
                </a:cubicBezTo>
                <a:cubicBezTo>
                  <a:pt x="973963" y="24429"/>
                  <a:pt x="973156" y="24847"/>
                  <a:pt x="972508" y="25227"/>
                </a:cubicBezTo>
                <a:cubicBezTo>
                  <a:pt x="971860" y="25606"/>
                  <a:pt x="971377" y="25796"/>
                  <a:pt x="971059" y="25796"/>
                </a:cubicBezTo>
                <a:cubicBezTo>
                  <a:pt x="970848" y="25796"/>
                  <a:pt x="970663" y="25743"/>
                  <a:pt x="970504" y="25637"/>
                </a:cubicBezTo>
                <a:cubicBezTo>
                  <a:pt x="970345" y="25532"/>
                  <a:pt x="970206" y="25373"/>
                  <a:pt x="970087" y="25161"/>
                </a:cubicBezTo>
                <a:cubicBezTo>
                  <a:pt x="969968" y="24950"/>
                  <a:pt x="969882" y="24678"/>
                  <a:pt x="969829" y="24348"/>
                </a:cubicBezTo>
                <a:cubicBezTo>
                  <a:pt x="969776" y="24017"/>
                  <a:pt x="969750" y="23653"/>
                  <a:pt x="969750" y="23256"/>
                </a:cubicBezTo>
                <a:cubicBezTo>
                  <a:pt x="969750" y="22595"/>
                  <a:pt x="969796" y="22072"/>
                  <a:pt x="969889" y="21689"/>
                </a:cubicBezTo>
                <a:cubicBezTo>
                  <a:pt x="969981" y="21305"/>
                  <a:pt x="970206" y="20941"/>
                  <a:pt x="970563" y="20597"/>
                </a:cubicBezTo>
                <a:cubicBezTo>
                  <a:pt x="970921" y="20253"/>
                  <a:pt x="971536" y="19853"/>
                  <a:pt x="972409" y="19395"/>
                </a:cubicBezTo>
                <a:cubicBezTo>
                  <a:pt x="973282" y="18937"/>
                  <a:pt x="974287" y="18519"/>
                  <a:pt x="975425" y="18140"/>
                </a:cubicBezTo>
                <a:cubicBezTo>
                  <a:pt x="976563" y="17762"/>
                  <a:pt x="977806" y="17448"/>
                  <a:pt x="979155" y="17200"/>
                </a:cubicBezTo>
                <a:cubicBezTo>
                  <a:pt x="980505" y="16951"/>
                  <a:pt x="981867" y="16827"/>
                  <a:pt x="983243" y="16827"/>
                </a:cubicBezTo>
                <a:cubicBezTo>
                  <a:pt x="985810" y="16827"/>
                  <a:pt x="987992" y="17118"/>
                  <a:pt x="989791" y="17700"/>
                </a:cubicBezTo>
                <a:cubicBezTo>
                  <a:pt x="991591" y="18282"/>
                  <a:pt x="993046" y="19135"/>
                  <a:pt x="994157" y="20260"/>
                </a:cubicBezTo>
                <a:cubicBezTo>
                  <a:pt x="995268" y="21384"/>
                  <a:pt x="996075" y="22780"/>
                  <a:pt x="996578" y="24447"/>
                </a:cubicBezTo>
                <a:cubicBezTo>
                  <a:pt x="997081" y="26114"/>
                  <a:pt x="997332" y="28058"/>
                  <a:pt x="997332" y="30281"/>
                </a:cubicBezTo>
                <a:lnTo>
                  <a:pt x="997332" y="54370"/>
                </a:lnTo>
                <a:moveTo>
                  <a:pt x="990823" y="38020"/>
                </a:moveTo>
                <a:lnTo>
                  <a:pt x="985228" y="38020"/>
                </a:lnTo>
                <a:cubicBezTo>
                  <a:pt x="983428" y="38020"/>
                  <a:pt x="981867" y="38173"/>
                  <a:pt x="980545" y="38480"/>
                </a:cubicBezTo>
                <a:cubicBezTo>
                  <a:pt x="979222" y="38786"/>
                  <a:pt x="978124" y="39238"/>
                  <a:pt x="977251" y="39836"/>
                </a:cubicBezTo>
                <a:cubicBezTo>
                  <a:pt x="976377" y="40435"/>
                  <a:pt x="975736" y="41154"/>
                  <a:pt x="975326" y="41993"/>
                </a:cubicBezTo>
                <a:cubicBezTo>
                  <a:pt x="974916" y="42832"/>
                  <a:pt x="974711" y="43796"/>
                  <a:pt x="974711" y="44888"/>
                </a:cubicBezTo>
                <a:cubicBezTo>
                  <a:pt x="974711" y="46751"/>
                  <a:pt x="975299" y="48235"/>
                  <a:pt x="976477" y="49340"/>
                </a:cubicBezTo>
                <a:cubicBezTo>
                  <a:pt x="977654" y="50445"/>
                  <a:pt x="979301" y="50997"/>
                  <a:pt x="981418" y="50997"/>
                </a:cubicBezTo>
                <a:cubicBezTo>
                  <a:pt x="983137" y="50997"/>
                  <a:pt x="984731" y="50558"/>
                  <a:pt x="986200" y="49680"/>
                </a:cubicBezTo>
                <a:cubicBezTo>
                  <a:pt x="987668" y="48801"/>
                  <a:pt x="989209" y="47457"/>
                  <a:pt x="990823" y="45647"/>
                </a:cubicBezTo>
                <a:lnTo>
                  <a:pt x="990823" y="38020"/>
                </a:lnTo>
                <a:close/>
                <a:moveTo>
                  <a:pt x="1031747" y="44636"/>
                </a:moveTo>
                <a:cubicBezTo>
                  <a:pt x="1031747" y="46463"/>
                  <a:pt x="1031410" y="48092"/>
                  <a:pt x="1030735" y="49522"/>
                </a:cubicBezTo>
                <a:cubicBezTo>
                  <a:pt x="1030060" y="50952"/>
                  <a:pt x="1029101" y="52157"/>
                  <a:pt x="1027858" y="53138"/>
                </a:cubicBezTo>
                <a:cubicBezTo>
                  <a:pt x="1026614" y="54117"/>
                  <a:pt x="1025133" y="54859"/>
                  <a:pt x="1023413" y="55361"/>
                </a:cubicBezTo>
                <a:cubicBezTo>
                  <a:pt x="1021693" y="55865"/>
                  <a:pt x="1019801" y="56117"/>
                  <a:pt x="1017738" y="56117"/>
                </a:cubicBezTo>
                <a:cubicBezTo>
                  <a:pt x="1016468" y="56117"/>
                  <a:pt x="1015257" y="56017"/>
                  <a:pt x="1014106" y="55819"/>
                </a:cubicBezTo>
                <a:cubicBezTo>
                  <a:pt x="1012956" y="55620"/>
                  <a:pt x="1011924" y="55369"/>
                  <a:pt x="1011011" y="55065"/>
                </a:cubicBezTo>
                <a:cubicBezTo>
                  <a:pt x="1010098" y="54761"/>
                  <a:pt x="1009324" y="54443"/>
                  <a:pt x="1008689" y="54112"/>
                </a:cubicBezTo>
                <a:cubicBezTo>
                  <a:pt x="1008054" y="53782"/>
                  <a:pt x="1007591" y="53484"/>
                  <a:pt x="1007300" y="53219"/>
                </a:cubicBezTo>
                <a:cubicBezTo>
                  <a:pt x="1007009" y="52955"/>
                  <a:pt x="1006798" y="52584"/>
                  <a:pt x="1006665" y="52108"/>
                </a:cubicBezTo>
                <a:cubicBezTo>
                  <a:pt x="1006533" y="51632"/>
                  <a:pt x="1006467" y="50984"/>
                  <a:pt x="1006467" y="50164"/>
                </a:cubicBezTo>
                <a:cubicBezTo>
                  <a:pt x="1006467" y="49661"/>
                  <a:pt x="1006493" y="49238"/>
                  <a:pt x="1006546" y="48894"/>
                </a:cubicBezTo>
                <a:cubicBezTo>
                  <a:pt x="1006599" y="48550"/>
                  <a:pt x="1006665" y="48272"/>
                  <a:pt x="1006745" y="48060"/>
                </a:cubicBezTo>
                <a:cubicBezTo>
                  <a:pt x="1006824" y="47849"/>
                  <a:pt x="1006936" y="47696"/>
                  <a:pt x="1007082" y="47604"/>
                </a:cubicBezTo>
                <a:cubicBezTo>
                  <a:pt x="1007227" y="47511"/>
                  <a:pt x="1007393" y="47465"/>
                  <a:pt x="1007578" y="47465"/>
                </a:cubicBezTo>
                <a:cubicBezTo>
                  <a:pt x="1007869" y="47465"/>
                  <a:pt x="1008299" y="47643"/>
                  <a:pt x="1008868" y="48001"/>
                </a:cubicBezTo>
                <a:cubicBezTo>
                  <a:pt x="1009437" y="48358"/>
                  <a:pt x="1010138" y="48748"/>
                  <a:pt x="1010971" y="49171"/>
                </a:cubicBezTo>
                <a:cubicBezTo>
                  <a:pt x="1011805" y="49595"/>
                  <a:pt x="1012790" y="49985"/>
                  <a:pt x="1013928" y="50342"/>
                </a:cubicBezTo>
                <a:cubicBezTo>
                  <a:pt x="1015065" y="50699"/>
                  <a:pt x="1016375" y="50878"/>
                  <a:pt x="1017857" y="50878"/>
                </a:cubicBezTo>
                <a:cubicBezTo>
                  <a:pt x="1018968" y="50878"/>
                  <a:pt x="1019973" y="50759"/>
                  <a:pt x="1020873" y="50521"/>
                </a:cubicBezTo>
                <a:cubicBezTo>
                  <a:pt x="1021772" y="50282"/>
                  <a:pt x="1022553" y="49930"/>
                  <a:pt x="1023214" y="49467"/>
                </a:cubicBezTo>
                <a:cubicBezTo>
                  <a:pt x="1023876" y="49003"/>
                  <a:pt x="1024385" y="48413"/>
                  <a:pt x="1024742" y="47697"/>
                </a:cubicBezTo>
                <a:cubicBezTo>
                  <a:pt x="1025100" y="46981"/>
                  <a:pt x="1025278" y="46133"/>
                  <a:pt x="1025278" y="45152"/>
                </a:cubicBezTo>
                <a:cubicBezTo>
                  <a:pt x="1025278" y="44146"/>
                  <a:pt x="1025020" y="43298"/>
                  <a:pt x="1024504" y="42610"/>
                </a:cubicBezTo>
                <a:cubicBezTo>
                  <a:pt x="1023988" y="41921"/>
                  <a:pt x="1023307" y="41312"/>
                  <a:pt x="1022460" y="40783"/>
                </a:cubicBezTo>
                <a:cubicBezTo>
                  <a:pt x="1021614" y="40253"/>
                  <a:pt x="1020661" y="39783"/>
                  <a:pt x="1019603" y="39373"/>
                </a:cubicBezTo>
                <a:cubicBezTo>
                  <a:pt x="1018545" y="38962"/>
                  <a:pt x="1017453" y="38531"/>
                  <a:pt x="1016329" y="38082"/>
                </a:cubicBezTo>
                <a:cubicBezTo>
                  <a:pt x="1015204" y="37631"/>
                  <a:pt x="1014106" y="37121"/>
                  <a:pt x="1013035" y="36551"/>
                </a:cubicBezTo>
                <a:cubicBezTo>
                  <a:pt x="1011963" y="35981"/>
                  <a:pt x="1011004" y="35286"/>
                  <a:pt x="1010158" y="34465"/>
                </a:cubicBezTo>
                <a:cubicBezTo>
                  <a:pt x="1009311" y="33644"/>
                  <a:pt x="1008630" y="32664"/>
                  <a:pt x="1008114" y="31526"/>
                </a:cubicBezTo>
                <a:cubicBezTo>
                  <a:pt x="1007598" y="30387"/>
                  <a:pt x="1007340" y="29024"/>
                  <a:pt x="1007340" y="27434"/>
                </a:cubicBezTo>
                <a:cubicBezTo>
                  <a:pt x="1007340" y="26031"/>
                  <a:pt x="1007611" y="24687"/>
                  <a:pt x="1008153" y="23403"/>
                </a:cubicBezTo>
                <a:cubicBezTo>
                  <a:pt x="1008696" y="22118"/>
                  <a:pt x="1009509" y="20992"/>
                  <a:pt x="1010594" y="20025"/>
                </a:cubicBezTo>
                <a:cubicBezTo>
                  <a:pt x="1011679" y="19058"/>
                  <a:pt x="1013035" y="18283"/>
                  <a:pt x="1014662" y="17701"/>
                </a:cubicBezTo>
                <a:cubicBezTo>
                  <a:pt x="1016289" y="17118"/>
                  <a:pt x="1018187" y="16827"/>
                  <a:pt x="1020357" y="16827"/>
                </a:cubicBezTo>
                <a:cubicBezTo>
                  <a:pt x="1021309" y="16827"/>
                  <a:pt x="1022262" y="16908"/>
                  <a:pt x="1023214" y="17069"/>
                </a:cubicBezTo>
                <a:cubicBezTo>
                  <a:pt x="1024167" y="17230"/>
                  <a:pt x="1025027" y="17431"/>
                  <a:pt x="1025794" y="17673"/>
                </a:cubicBezTo>
                <a:cubicBezTo>
                  <a:pt x="1026561" y="17914"/>
                  <a:pt x="1027216" y="18176"/>
                  <a:pt x="1027759" y="18458"/>
                </a:cubicBezTo>
                <a:cubicBezTo>
                  <a:pt x="1028301" y="18740"/>
                  <a:pt x="1028711" y="18988"/>
                  <a:pt x="1028989" y="19203"/>
                </a:cubicBezTo>
                <a:cubicBezTo>
                  <a:pt x="1029267" y="19418"/>
                  <a:pt x="1029452" y="19605"/>
                  <a:pt x="1029544" y="19764"/>
                </a:cubicBezTo>
                <a:cubicBezTo>
                  <a:pt x="1029637" y="19923"/>
                  <a:pt x="1029703" y="20101"/>
                  <a:pt x="1029743" y="20300"/>
                </a:cubicBezTo>
                <a:cubicBezTo>
                  <a:pt x="1029783" y="20498"/>
                  <a:pt x="1029822" y="20743"/>
                  <a:pt x="1029862" y="21034"/>
                </a:cubicBezTo>
                <a:cubicBezTo>
                  <a:pt x="1029902" y="21325"/>
                  <a:pt x="1029921" y="21682"/>
                  <a:pt x="1029921" y="22105"/>
                </a:cubicBezTo>
                <a:cubicBezTo>
                  <a:pt x="1029921" y="22555"/>
                  <a:pt x="1029902" y="22945"/>
                  <a:pt x="1029862" y="23276"/>
                </a:cubicBezTo>
                <a:cubicBezTo>
                  <a:pt x="1029822" y="23607"/>
                  <a:pt x="1029756" y="23878"/>
                  <a:pt x="1029663" y="24090"/>
                </a:cubicBezTo>
                <a:cubicBezTo>
                  <a:pt x="1029571" y="24301"/>
                  <a:pt x="1029458" y="24453"/>
                  <a:pt x="1029326" y="24546"/>
                </a:cubicBezTo>
                <a:cubicBezTo>
                  <a:pt x="1029194" y="24639"/>
                  <a:pt x="1029048" y="24685"/>
                  <a:pt x="1028890" y="24685"/>
                </a:cubicBezTo>
                <a:cubicBezTo>
                  <a:pt x="1028651" y="24685"/>
                  <a:pt x="1028308" y="24537"/>
                  <a:pt x="1027858" y="24242"/>
                </a:cubicBezTo>
                <a:cubicBezTo>
                  <a:pt x="1027408" y="23947"/>
                  <a:pt x="1026826" y="23632"/>
                  <a:pt x="1026112" y="23296"/>
                </a:cubicBezTo>
                <a:cubicBezTo>
                  <a:pt x="1025397" y="22960"/>
                  <a:pt x="1024557" y="22645"/>
                  <a:pt x="1023591" y="22350"/>
                </a:cubicBezTo>
                <a:cubicBezTo>
                  <a:pt x="1022626" y="22054"/>
                  <a:pt x="1021521" y="21907"/>
                  <a:pt x="1020278" y="21907"/>
                </a:cubicBezTo>
                <a:cubicBezTo>
                  <a:pt x="1019166" y="21907"/>
                  <a:pt x="1018187" y="22033"/>
                  <a:pt x="1017341" y="22285"/>
                </a:cubicBezTo>
                <a:cubicBezTo>
                  <a:pt x="1016494" y="22536"/>
                  <a:pt x="1015800" y="22894"/>
                  <a:pt x="1015257" y="23358"/>
                </a:cubicBezTo>
                <a:cubicBezTo>
                  <a:pt x="1014715" y="23822"/>
                  <a:pt x="1014305" y="24372"/>
                  <a:pt x="1014027" y="25009"/>
                </a:cubicBezTo>
                <a:cubicBezTo>
                  <a:pt x="1013749" y="25644"/>
                  <a:pt x="1013610" y="26334"/>
                  <a:pt x="1013610" y="27076"/>
                </a:cubicBezTo>
                <a:cubicBezTo>
                  <a:pt x="1013610" y="28109"/>
                  <a:pt x="1013875" y="28976"/>
                  <a:pt x="1014404" y="29678"/>
                </a:cubicBezTo>
                <a:cubicBezTo>
                  <a:pt x="1014933" y="30380"/>
                  <a:pt x="1015621" y="30996"/>
                  <a:pt x="1016468" y="31526"/>
                </a:cubicBezTo>
                <a:cubicBezTo>
                  <a:pt x="1017314" y="32055"/>
                  <a:pt x="1018280" y="32532"/>
                  <a:pt x="1019365" y="32956"/>
                </a:cubicBezTo>
                <a:cubicBezTo>
                  <a:pt x="1020450" y="33379"/>
                  <a:pt x="1021554" y="33816"/>
                  <a:pt x="1022679" y="34267"/>
                </a:cubicBezTo>
                <a:cubicBezTo>
                  <a:pt x="1023803" y="34716"/>
                  <a:pt x="1024914" y="35220"/>
                  <a:pt x="1026012" y="35776"/>
                </a:cubicBezTo>
                <a:cubicBezTo>
                  <a:pt x="1027110" y="36332"/>
                  <a:pt x="1028083" y="37008"/>
                  <a:pt x="1028929" y="37803"/>
                </a:cubicBezTo>
                <a:cubicBezTo>
                  <a:pt x="1029776" y="38597"/>
                  <a:pt x="1030457" y="39551"/>
                  <a:pt x="1030973" y="40664"/>
                </a:cubicBezTo>
                <a:cubicBezTo>
                  <a:pt x="1031489" y="41776"/>
                  <a:pt x="1031747" y="43100"/>
                  <a:pt x="1031747" y="44636"/>
                </a:cubicBezTo>
                <a:close/>
                <a:moveTo>
                  <a:pt x="1070610" y="54291"/>
                </a:moveTo>
                <a:cubicBezTo>
                  <a:pt x="1070610" y="54503"/>
                  <a:pt x="1070558" y="54688"/>
                  <a:pt x="1070452" y="54847"/>
                </a:cubicBezTo>
                <a:cubicBezTo>
                  <a:pt x="1070346" y="55005"/>
                  <a:pt x="1070167" y="55138"/>
                  <a:pt x="1069916" y="55243"/>
                </a:cubicBezTo>
                <a:cubicBezTo>
                  <a:pt x="1069665" y="55349"/>
                  <a:pt x="1069314" y="55429"/>
                  <a:pt x="1068864" y="55482"/>
                </a:cubicBezTo>
                <a:cubicBezTo>
                  <a:pt x="1068414" y="55534"/>
                  <a:pt x="1067846" y="55561"/>
                  <a:pt x="1067158" y="55561"/>
                </a:cubicBezTo>
                <a:cubicBezTo>
                  <a:pt x="1066443" y="55561"/>
                  <a:pt x="1065855" y="55541"/>
                  <a:pt x="1065392" y="55501"/>
                </a:cubicBezTo>
                <a:cubicBezTo>
                  <a:pt x="1064929" y="55462"/>
                  <a:pt x="1064538" y="55396"/>
                  <a:pt x="1064221" y="55303"/>
                </a:cubicBezTo>
                <a:cubicBezTo>
                  <a:pt x="1063903" y="55210"/>
                  <a:pt x="1063645" y="55078"/>
                  <a:pt x="1063447" y="54906"/>
                </a:cubicBezTo>
                <a:cubicBezTo>
                  <a:pt x="1063249" y="54734"/>
                  <a:pt x="1063070" y="54529"/>
                  <a:pt x="1062911" y="54291"/>
                </a:cubicBezTo>
                <a:lnTo>
                  <a:pt x="1047830" y="34527"/>
                </a:lnTo>
                <a:lnTo>
                  <a:pt x="1047830" y="54331"/>
                </a:lnTo>
                <a:cubicBezTo>
                  <a:pt x="1047830" y="54542"/>
                  <a:pt x="1047778" y="54721"/>
                  <a:pt x="1047672" y="54866"/>
                </a:cubicBezTo>
                <a:cubicBezTo>
                  <a:pt x="1047566" y="55012"/>
                  <a:pt x="1047394" y="55138"/>
                  <a:pt x="1047156" y="55243"/>
                </a:cubicBezTo>
                <a:cubicBezTo>
                  <a:pt x="1046918" y="55349"/>
                  <a:pt x="1046587" y="55429"/>
                  <a:pt x="1046164" y="55482"/>
                </a:cubicBezTo>
                <a:cubicBezTo>
                  <a:pt x="1045740" y="55534"/>
                  <a:pt x="1045198" y="55561"/>
                  <a:pt x="1044536" y="55561"/>
                </a:cubicBezTo>
                <a:cubicBezTo>
                  <a:pt x="1043901" y="55561"/>
                  <a:pt x="1043372" y="55534"/>
                  <a:pt x="1042949" y="55482"/>
                </a:cubicBezTo>
                <a:cubicBezTo>
                  <a:pt x="1042526" y="55429"/>
                  <a:pt x="1042188" y="55349"/>
                  <a:pt x="1041937" y="55243"/>
                </a:cubicBezTo>
                <a:cubicBezTo>
                  <a:pt x="1041686" y="55138"/>
                  <a:pt x="1041514" y="55012"/>
                  <a:pt x="1041421" y="54866"/>
                </a:cubicBezTo>
                <a:cubicBezTo>
                  <a:pt x="1041328" y="54720"/>
                  <a:pt x="1041282" y="54541"/>
                  <a:pt x="1041282" y="54329"/>
                </a:cubicBezTo>
                <a:lnTo>
                  <a:pt x="1041282" y="1271"/>
                </a:lnTo>
                <a:cubicBezTo>
                  <a:pt x="1041282" y="1060"/>
                  <a:pt x="1041328" y="874"/>
                  <a:pt x="1041421" y="716"/>
                </a:cubicBezTo>
                <a:cubicBezTo>
                  <a:pt x="1041514" y="556"/>
                  <a:pt x="1041686" y="423"/>
                  <a:pt x="1041937" y="317"/>
                </a:cubicBezTo>
                <a:cubicBezTo>
                  <a:pt x="1042188" y="212"/>
                  <a:pt x="1042526" y="132"/>
                  <a:pt x="1042949" y="79"/>
                </a:cubicBezTo>
                <a:cubicBezTo>
                  <a:pt x="1043372" y="26"/>
                  <a:pt x="1043901" y="0"/>
                  <a:pt x="1044536" y="0"/>
                </a:cubicBezTo>
                <a:cubicBezTo>
                  <a:pt x="1045198" y="0"/>
                  <a:pt x="1045740" y="26"/>
                  <a:pt x="1046164" y="79"/>
                </a:cubicBezTo>
                <a:cubicBezTo>
                  <a:pt x="1046587" y="132"/>
                  <a:pt x="1046918" y="212"/>
                  <a:pt x="1047156" y="317"/>
                </a:cubicBezTo>
                <a:cubicBezTo>
                  <a:pt x="1047394" y="423"/>
                  <a:pt x="1047566" y="556"/>
                  <a:pt x="1047672" y="716"/>
                </a:cubicBezTo>
                <a:cubicBezTo>
                  <a:pt x="1047778" y="874"/>
                  <a:pt x="1047830" y="1060"/>
                  <a:pt x="1047830" y="1271"/>
                </a:cubicBezTo>
                <a:lnTo>
                  <a:pt x="1047830" y="33614"/>
                </a:lnTo>
                <a:lnTo>
                  <a:pt x="1061324" y="18772"/>
                </a:lnTo>
                <a:cubicBezTo>
                  <a:pt x="1061535" y="18507"/>
                  <a:pt x="1061760" y="18289"/>
                  <a:pt x="1061998" y="18117"/>
                </a:cubicBezTo>
                <a:cubicBezTo>
                  <a:pt x="1062237" y="17945"/>
                  <a:pt x="1062521" y="17799"/>
                  <a:pt x="1062852" y="17680"/>
                </a:cubicBezTo>
                <a:cubicBezTo>
                  <a:pt x="1063182" y="17561"/>
                  <a:pt x="1063573" y="17482"/>
                  <a:pt x="1064022" y="17442"/>
                </a:cubicBezTo>
                <a:cubicBezTo>
                  <a:pt x="1064472" y="17402"/>
                  <a:pt x="1065015" y="17383"/>
                  <a:pt x="1065650" y="17383"/>
                </a:cubicBezTo>
                <a:cubicBezTo>
                  <a:pt x="1066311" y="17383"/>
                  <a:pt x="1066867" y="17402"/>
                  <a:pt x="1067316" y="17442"/>
                </a:cubicBezTo>
                <a:cubicBezTo>
                  <a:pt x="1067766" y="17482"/>
                  <a:pt x="1068130" y="17548"/>
                  <a:pt x="1068408" y="17641"/>
                </a:cubicBezTo>
                <a:cubicBezTo>
                  <a:pt x="1068686" y="17733"/>
                  <a:pt x="1068884" y="17852"/>
                  <a:pt x="1069003" y="17998"/>
                </a:cubicBezTo>
                <a:cubicBezTo>
                  <a:pt x="1069122" y="18143"/>
                  <a:pt x="1069182" y="18335"/>
                  <a:pt x="1069182" y="18573"/>
                </a:cubicBezTo>
                <a:cubicBezTo>
                  <a:pt x="1069182" y="18891"/>
                  <a:pt x="1069096" y="19208"/>
                  <a:pt x="1068924" y="19526"/>
                </a:cubicBezTo>
                <a:cubicBezTo>
                  <a:pt x="1068752" y="19843"/>
                  <a:pt x="1068467" y="20214"/>
                  <a:pt x="1068071" y="20637"/>
                </a:cubicBezTo>
                <a:lnTo>
                  <a:pt x="1055133" y="33575"/>
                </a:lnTo>
                <a:lnTo>
                  <a:pt x="1069658" y="52426"/>
                </a:lnTo>
                <a:cubicBezTo>
                  <a:pt x="1070002" y="52875"/>
                  <a:pt x="1070247" y="53239"/>
                  <a:pt x="1070392" y="53517"/>
                </a:cubicBezTo>
                <a:cubicBezTo>
                  <a:pt x="1070538" y="53795"/>
                  <a:pt x="1070610" y="54053"/>
                  <a:pt x="1070610" y="54291"/>
                </a:cubicBezTo>
                <a:close/>
                <a:moveTo>
                  <a:pt x="1103400" y="54331"/>
                </a:moveTo>
                <a:cubicBezTo>
                  <a:pt x="1103400" y="54542"/>
                  <a:pt x="1103347" y="54721"/>
                  <a:pt x="1103241" y="54866"/>
                </a:cubicBezTo>
                <a:cubicBezTo>
                  <a:pt x="1103135" y="55012"/>
                  <a:pt x="1102963" y="55138"/>
                  <a:pt x="1102725" y="55243"/>
                </a:cubicBezTo>
                <a:cubicBezTo>
                  <a:pt x="1102487" y="55349"/>
                  <a:pt x="1102156" y="55429"/>
                  <a:pt x="1101733" y="55482"/>
                </a:cubicBezTo>
                <a:cubicBezTo>
                  <a:pt x="1101310" y="55534"/>
                  <a:pt x="1100767" y="55561"/>
                  <a:pt x="1100106" y="55561"/>
                </a:cubicBezTo>
                <a:cubicBezTo>
                  <a:pt x="1099471" y="55561"/>
                  <a:pt x="1098942" y="55534"/>
                  <a:pt x="1098519" y="55482"/>
                </a:cubicBezTo>
                <a:cubicBezTo>
                  <a:pt x="1098095" y="55429"/>
                  <a:pt x="1097758" y="55349"/>
                  <a:pt x="1097507" y="55243"/>
                </a:cubicBezTo>
                <a:cubicBezTo>
                  <a:pt x="1097255" y="55138"/>
                  <a:pt x="1097083" y="55012"/>
                  <a:pt x="1096991" y="54866"/>
                </a:cubicBezTo>
                <a:cubicBezTo>
                  <a:pt x="1096898" y="54721"/>
                  <a:pt x="1096852" y="54542"/>
                  <a:pt x="1096852" y="54331"/>
                </a:cubicBezTo>
                <a:lnTo>
                  <a:pt x="1096852" y="18613"/>
                </a:lnTo>
                <a:cubicBezTo>
                  <a:pt x="1096852" y="18428"/>
                  <a:pt x="1096898" y="18256"/>
                  <a:pt x="1096991" y="18097"/>
                </a:cubicBezTo>
                <a:cubicBezTo>
                  <a:pt x="1097083" y="17938"/>
                  <a:pt x="1097255" y="17806"/>
                  <a:pt x="1097507" y="17700"/>
                </a:cubicBezTo>
                <a:cubicBezTo>
                  <a:pt x="1097758" y="17594"/>
                  <a:pt x="1098095" y="17515"/>
                  <a:pt x="1098519" y="17462"/>
                </a:cubicBezTo>
                <a:cubicBezTo>
                  <a:pt x="1098942" y="17409"/>
                  <a:pt x="1099471" y="17383"/>
                  <a:pt x="1100106" y="17383"/>
                </a:cubicBezTo>
                <a:cubicBezTo>
                  <a:pt x="1100767" y="17383"/>
                  <a:pt x="1101310" y="17409"/>
                  <a:pt x="1101733" y="17462"/>
                </a:cubicBezTo>
                <a:cubicBezTo>
                  <a:pt x="1102156" y="17515"/>
                  <a:pt x="1102487" y="17594"/>
                  <a:pt x="1102725" y="17700"/>
                </a:cubicBezTo>
                <a:cubicBezTo>
                  <a:pt x="1102963" y="17806"/>
                  <a:pt x="1103135" y="17938"/>
                  <a:pt x="1103241" y="18097"/>
                </a:cubicBezTo>
                <a:cubicBezTo>
                  <a:pt x="1103347" y="18256"/>
                  <a:pt x="1103400" y="18428"/>
                  <a:pt x="1103400" y="18613"/>
                </a:cubicBezTo>
                <a:lnTo>
                  <a:pt x="1103400" y="54331"/>
                </a:lnTo>
                <a:moveTo>
                  <a:pt x="1104154" y="6509"/>
                </a:moveTo>
                <a:cubicBezTo>
                  <a:pt x="1104154" y="8043"/>
                  <a:pt x="1103863" y="9088"/>
                  <a:pt x="1103281" y="9644"/>
                </a:cubicBezTo>
                <a:cubicBezTo>
                  <a:pt x="1102699" y="10199"/>
                  <a:pt x="1101627" y="10477"/>
                  <a:pt x="1100066" y="10477"/>
                </a:cubicBezTo>
                <a:cubicBezTo>
                  <a:pt x="1098532" y="10477"/>
                  <a:pt x="1097480" y="10206"/>
                  <a:pt x="1096911" y="9664"/>
                </a:cubicBezTo>
                <a:cubicBezTo>
                  <a:pt x="1096342" y="9121"/>
                  <a:pt x="1096058" y="8096"/>
                  <a:pt x="1096058" y="6588"/>
                </a:cubicBezTo>
                <a:cubicBezTo>
                  <a:pt x="1096058" y="5053"/>
                  <a:pt x="1096349" y="4008"/>
                  <a:pt x="1096931" y="3453"/>
                </a:cubicBezTo>
                <a:cubicBezTo>
                  <a:pt x="1097513" y="2897"/>
                  <a:pt x="1098585" y="2619"/>
                  <a:pt x="1100146" y="2619"/>
                </a:cubicBezTo>
                <a:cubicBezTo>
                  <a:pt x="1101680" y="2619"/>
                  <a:pt x="1102732" y="2890"/>
                  <a:pt x="1103301" y="3433"/>
                </a:cubicBezTo>
                <a:cubicBezTo>
                  <a:pt x="1103870" y="3975"/>
                  <a:pt x="1104154" y="5000"/>
                  <a:pt x="1104154" y="6509"/>
                </a:cubicBezTo>
                <a:close/>
                <a:moveTo>
                  <a:pt x="1138033" y="44636"/>
                </a:moveTo>
                <a:cubicBezTo>
                  <a:pt x="1138033" y="46463"/>
                  <a:pt x="1137696" y="48092"/>
                  <a:pt x="1137021" y="49522"/>
                </a:cubicBezTo>
                <a:cubicBezTo>
                  <a:pt x="1136346" y="50952"/>
                  <a:pt x="1135387" y="52157"/>
                  <a:pt x="1134144" y="53138"/>
                </a:cubicBezTo>
                <a:cubicBezTo>
                  <a:pt x="1132900" y="54117"/>
                  <a:pt x="1131419" y="54859"/>
                  <a:pt x="1129699" y="55361"/>
                </a:cubicBezTo>
                <a:cubicBezTo>
                  <a:pt x="1127979" y="55865"/>
                  <a:pt x="1126088" y="56117"/>
                  <a:pt x="1124024" y="56117"/>
                </a:cubicBezTo>
                <a:cubicBezTo>
                  <a:pt x="1122754" y="56117"/>
                  <a:pt x="1121543" y="56017"/>
                  <a:pt x="1120393" y="55819"/>
                </a:cubicBezTo>
                <a:cubicBezTo>
                  <a:pt x="1119242" y="55620"/>
                  <a:pt x="1118210" y="55369"/>
                  <a:pt x="1117297" y="55065"/>
                </a:cubicBezTo>
                <a:cubicBezTo>
                  <a:pt x="1116384" y="54761"/>
                  <a:pt x="1115610" y="54443"/>
                  <a:pt x="1114975" y="54112"/>
                </a:cubicBezTo>
                <a:cubicBezTo>
                  <a:pt x="1114340" y="53782"/>
                  <a:pt x="1113877" y="53484"/>
                  <a:pt x="1113586" y="53219"/>
                </a:cubicBezTo>
                <a:cubicBezTo>
                  <a:pt x="1113295" y="52955"/>
                  <a:pt x="1113084" y="52584"/>
                  <a:pt x="1112951" y="52108"/>
                </a:cubicBezTo>
                <a:cubicBezTo>
                  <a:pt x="1112819" y="51632"/>
                  <a:pt x="1112753" y="50984"/>
                  <a:pt x="1112753" y="50164"/>
                </a:cubicBezTo>
                <a:cubicBezTo>
                  <a:pt x="1112753" y="49661"/>
                  <a:pt x="1112779" y="49238"/>
                  <a:pt x="1112832" y="48894"/>
                </a:cubicBezTo>
                <a:cubicBezTo>
                  <a:pt x="1112885" y="48550"/>
                  <a:pt x="1112951" y="48272"/>
                  <a:pt x="1113031" y="48060"/>
                </a:cubicBezTo>
                <a:cubicBezTo>
                  <a:pt x="1113110" y="47849"/>
                  <a:pt x="1113223" y="47696"/>
                  <a:pt x="1113368" y="47604"/>
                </a:cubicBezTo>
                <a:cubicBezTo>
                  <a:pt x="1113514" y="47511"/>
                  <a:pt x="1113679" y="47465"/>
                  <a:pt x="1113864" y="47465"/>
                </a:cubicBezTo>
                <a:cubicBezTo>
                  <a:pt x="1114155" y="47465"/>
                  <a:pt x="1114585" y="47643"/>
                  <a:pt x="1115154" y="48001"/>
                </a:cubicBezTo>
                <a:cubicBezTo>
                  <a:pt x="1115723" y="48358"/>
                  <a:pt x="1116424" y="48748"/>
                  <a:pt x="1117257" y="49171"/>
                </a:cubicBezTo>
                <a:cubicBezTo>
                  <a:pt x="1118091" y="49595"/>
                  <a:pt x="1119076" y="49985"/>
                  <a:pt x="1120214" y="50342"/>
                </a:cubicBezTo>
                <a:cubicBezTo>
                  <a:pt x="1121352" y="50699"/>
                  <a:pt x="1122661" y="50878"/>
                  <a:pt x="1124143" y="50878"/>
                </a:cubicBezTo>
                <a:cubicBezTo>
                  <a:pt x="1125254" y="50878"/>
                  <a:pt x="1126260" y="50759"/>
                  <a:pt x="1127159" y="50521"/>
                </a:cubicBezTo>
                <a:cubicBezTo>
                  <a:pt x="1128059" y="50282"/>
                  <a:pt x="1128839" y="49930"/>
                  <a:pt x="1129501" y="49467"/>
                </a:cubicBezTo>
                <a:cubicBezTo>
                  <a:pt x="1130162" y="49003"/>
                  <a:pt x="1130671" y="48413"/>
                  <a:pt x="1131029" y="47697"/>
                </a:cubicBezTo>
                <a:cubicBezTo>
                  <a:pt x="1131386" y="46981"/>
                  <a:pt x="1131564" y="46133"/>
                  <a:pt x="1131564" y="45152"/>
                </a:cubicBezTo>
                <a:cubicBezTo>
                  <a:pt x="1131564" y="44146"/>
                  <a:pt x="1131306" y="43298"/>
                  <a:pt x="1130790" y="42610"/>
                </a:cubicBezTo>
                <a:cubicBezTo>
                  <a:pt x="1130274" y="41921"/>
                  <a:pt x="1129593" y="41312"/>
                  <a:pt x="1128747" y="40783"/>
                </a:cubicBezTo>
                <a:cubicBezTo>
                  <a:pt x="1127900" y="40253"/>
                  <a:pt x="1126947" y="39783"/>
                  <a:pt x="1125889" y="39373"/>
                </a:cubicBezTo>
                <a:cubicBezTo>
                  <a:pt x="1124831" y="38962"/>
                  <a:pt x="1123739" y="38531"/>
                  <a:pt x="1122615" y="38082"/>
                </a:cubicBezTo>
                <a:cubicBezTo>
                  <a:pt x="1121491" y="37631"/>
                  <a:pt x="1120393" y="37121"/>
                  <a:pt x="1119321" y="36551"/>
                </a:cubicBezTo>
                <a:cubicBezTo>
                  <a:pt x="1118249" y="35981"/>
                  <a:pt x="1117290" y="35286"/>
                  <a:pt x="1116444" y="34465"/>
                </a:cubicBezTo>
                <a:cubicBezTo>
                  <a:pt x="1115597" y="33644"/>
                  <a:pt x="1114916" y="32664"/>
                  <a:pt x="1114400" y="31526"/>
                </a:cubicBezTo>
                <a:cubicBezTo>
                  <a:pt x="1113884" y="30387"/>
                  <a:pt x="1113626" y="29024"/>
                  <a:pt x="1113626" y="27434"/>
                </a:cubicBezTo>
                <a:cubicBezTo>
                  <a:pt x="1113626" y="26031"/>
                  <a:pt x="1113897" y="24687"/>
                  <a:pt x="1114440" y="23403"/>
                </a:cubicBezTo>
                <a:cubicBezTo>
                  <a:pt x="1114982" y="22118"/>
                  <a:pt x="1115796" y="20992"/>
                  <a:pt x="1116880" y="20025"/>
                </a:cubicBezTo>
                <a:cubicBezTo>
                  <a:pt x="1117965" y="19058"/>
                  <a:pt x="1119321" y="18283"/>
                  <a:pt x="1120948" y="17701"/>
                </a:cubicBezTo>
                <a:cubicBezTo>
                  <a:pt x="1122575" y="17118"/>
                  <a:pt x="1124474" y="16827"/>
                  <a:pt x="1126643" y="16827"/>
                </a:cubicBezTo>
                <a:cubicBezTo>
                  <a:pt x="1127596" y="16827"/>
                  <a:pt x="1128548" y="16908"/>
                  <a:pt x="1129501" y="17069"/>
                </a:cubicBezTo>
                <a:cubicBezTo>
                  <a:pt x="1130453" y="17230"/>
                  <a:pt x="1131313" y="17431"/>
                  <a:pt x="1132080" y="17673"/>
                </a:cubicBezTo>
                <a:cubicBezTo>
                  <a:pt x="1132847" y="17914"/>
                  <a:pt x="1133502" y="18176"/>
                  <a:pt x="1134045" y="18458"/>
                </a:cubicBezTo>
                <a:cubicBezTo>
                  <a:pt x="1134587" y="18740"/>
                  <a:pt x="1134997" y="18988"/>
                  <a:pt x="1135275" y="19203"/>
                </a:cubicBezTo>
                <a:cubicBezTo>
                  <a:pt x="1135553" y="19418"/>
                  <a:pt x="1135738" y="19605"/>
                  <a:pt x="1135831" y="19764"/>
                </a:cubicBezTo>
                <a:cubicBezTo>
                  <a:pt x="1135923" y="19923"/>
                  <a:pt x="1135989" y="20101"/>
                  <a:pt x="1136029" y="20300"/>
                </a:cubicBezTo>
                <a:cubicBezTo>
                  <a:pt x="1136069" y="20498"/>
                  <a:pt x="1136108" y="20743"/>
                  <a:pt x="1136148" y="21034"/>
                </a:cubicBezTo>
                <a:cubicBezTo>
                  <a:pt x="1136188" y="21325"/>
                  <a:pt x="1136208" y="21682"/>
                  <a:pt x="1136208" y="22105"/>
                </a:cubicBezTo>
                <a:cubicBezTo>
                  <a:pt x="1136208" y="22555"/>
                  <a:pt x="1136188" y="22945"/>
                  <a:pt x="1136148" y="23276"/>
                </a:cubicBezTo>
                <a:cubicBezTo>
                  <a:pt x="1136108" y="23607"/>
                  <a:pt x="1136042" y="23878"/>
                  <a:pt x="1135950" y="24090"/>
                </a:cubicBezTo>
                <a:cubicBezTo>
                  <a:pt x="1135857" y="24301"/>
                  <a:pt x="1135745" y="24453"/>
                  <a:pt x="1135612" y="24546"/>
                </a:cubicBezTo>
                <a:cubicBezTo>
                  <a:pt x="1135480" y="24639"/>
                  <a:pt x="1135334" y="24685"/>
                  <a:pt x="1135176" y="24685"/>
                </a:cubicBezTo>
                <a:cubicBezTo>
                  <a:pt x="1134938" y="24685"/>
                  <a:pt x="1134594" y="24537"/>
                  <a:pt x="1134144" y="24242"/>
                </a:cubicBezTo>
                <a:cubicBezTo>
                  <a:pt x="1133694" y="23947"/>
                  <a:pt x="1133112" y="23632"/>
                  <a:pt x="1132398" y="23296"/>
                </a:cubicBezTo>
                <a:cubicBezTo>
                  <a:pt x="1131683" y="22960"/>
                  <a:pt x="1130843" y="22645"/>
                  <a:pt x="1129878" y="22350"/>
                </a:cubicBezTo>
                <a:cubicBezTo>
                  <a:pt x="1128912" y="22054"/>
                  <a:pt x="1127807" y="21907"/>
                  <a:pt x="1126564" y="21907"/>
                </a:cubicBezTo>
                <a:cubicBezTo>
                  <a:pt x="1125453" y="21907"/>
                  <a:pt x="1124474" y="22033"/>
                  <a:pt x="1123627" y="22285"/>
                </a:cubicBezTo>
                <a:cubicBezTo>
                  <a:pt x="1122780" y="22536"/>
                  <a:pt x="1122086" y="22894"/>
                  <a:pt x="1121543" y="23358"/>
                </a:cubicBezTo>
                <a:cubicBezTo>
                  <a:pt x="1121001" y="23822"/>
                  <a:pt x="1120591" y="24372"/>
                  <a:pt x="1120313" y="25009"/>
                </a:cubicBezTo>
                <a:cubicBezTo>
                  <a:pt x="1120035" y="25644"/>
                  <a:pt x="1119896" y="26334"/>
                  <a:pt x="1119896" y="27076"/>
                </a:cubicBezTo>
                <a:cubicBezTo>
                  <a:pt x="1119896" y="28109"/>
                  <a:pt x="1120161" y="28976"/>
                  <a:pt x="1120690" y="29678"/>
                </a:cubicBezTo>
                <a:cubicBezTo>
                  <a:pt x="1121219" y="30380"/>
                  <a:pt x="1121907" y="30996"/>
                  <a:pt x="1122754" y="31526"/>
                </a:cubicBezTo>
                <a:cubicBezTo>
                  <a:pt x="1123601" y="32055"/>
                  <a:pt x="1124566" y="32532"/>
                  <a:pt x="1125651" y="32956"/>
                </a:cubicBezTo>
                <a:cubicBezTo>
                  <a:pt x="1126736" y="33379"/>
                  <a:pt x="1127840" y="33816"/>
                  <a:pt x="1128965" y="34267"/>
                </a:cubicBezTo>
                <a:cubicBezTo>
                  <a:pt x="1130089" y="34716"/>
                  <a:pt x="1131200" y="35220"/>
                  <a:pt x="1132298" y="35776"/>
                </a:cubicBezTo>
                <a:cubicBezTo>
                  <a:pt x="1133396" y="36332"/>
                  <a:pt x="1134369" y="37008"/>
                  <a:pt x="1135215" y="37803"/>
                </a:cubicBezTo>
                <a:cubicBezTo>
                  <a:pt x="1136062" y="38597"/>
                  <a:pt x="1136743" y="39551"/>
                  <a:pt x="1137259" y="40664"/>
                </a:cubicBezTo>
                <a:cubicBezTo>
                  <a:pt x="1137775" y="41776"/>
                  <a:pt x="1138033" y="43100"/>
                  <a:pt x="1138033" y="44636"/>
                </a:cubicBezTo>
                <a:close/>
                <a:moveTo>
                  <a:pt x="1184186" y="51751"/>
                </a:moveTo>
                <a:cubicBezTo>
                  <a:pt x="1184186" y="52518"/>
                  <a:pt x="1184133" y="53127"/>
                  <a:pt x="1184027" y="53577"/>
                </a:cubicBezTo>
                <a:cubicBezTo>
                  <a:pt x="1183921" y="54026"/>
                  <a:pt x="1183762" y="54357"/>
                  <a:pt x="1183551" y="54569"/>
                </a:cubicBezTo>
                <a:cubicBezTo>
                  <a:pt x="1183339" y="54780"/>
                  <a:pt x="1183021" y="54979"/>
                  <a:pt x="1182598" y="55164"/>
                </a:cubicBezTo>
                <a:cubicBezTo>
                  <a:pt x="1182175" y="55349"/>
                  <a:pt x="1181692" y="55501"/>
                  <a:pt x="1181150" y="55620"/>
                </a:cubicBezTo>
                <a:cubicBezTo>
                  <a:pt x="1180607" y="55740"/>
                  <a:pt x="1180032" y="55839"/>
                  <a:pt x="1179423" y="55918"/>
                </a:cubicBezTo>
                <a:cubicBezTo>
                  <a:pt x="1178815" y="55997"/>
                  <a:pt x="1178206" y="56037"/>
                  <a:pt x="1177598" y="56037"/>
                </a:cubicBezTo>
                <a:cubicBezTo>
                  <a:pt x="1175746" y="56037"/>
                  <a:pt x="1174158" y="55792"/>
                  <a:pt x="1172835" y="55302"/>
                </a:cubicBezTo>
                <a:cubicBezTo>
                  <a:pt x="1171512" y="54811"/>
                  <a:pt x="1170428" y="54068"/>
                  <a:pt x="1169581" y="53073"/>
                </a:cubicBezTo>
                <a:cubicBezTo>
                  <a:pt x="1168734" y="52078"/>
                  <a:pt x="1168119" y="50819"/>
                  <a:pt x="1167736" y="49294"/>
                </a:cubicBezTo>
                <a:cubicBezTo>
                  <a:pt x="1167352" y="47770"/>
                  <a:pt x="1167160" y="45973"/>
                  <a:pt x="1167160" y="43904"/>
                </a:cubicBezTo>
                <a:lnTo>
                  <a:pt x="1167160" y="22978"/>
                </a:lnTo>
                <a:lnTo>
                  <a:pt x="1162160" y="22978"/>
                </a:lnTo>
                <a:cubicBezTo>
                  <a:pt x="1161763" y="22978"/>
                  <a:pt x="1161445" y="22767"/>
                  <a:pt x="1161207" y="22343"/>
                </a:cubicBezTo>
                <a:cubicBezTo>
                  <a:pt x="1160969" y="21920"/>
                  <a:pt x="1160850" y="21232"/>
                  <a:pt x="1160850" y="20280"/>
                </a:cubicBezTo>
                <a:cubicBezTo>
                  <a:pt x="1160850" y="19777"/>
                  <a:pt x="1160883" y="19354"/>
                  <a:pt x="1160949" y="19010"/>
                </a:cubicBezTo>
                <a:cubicBezTo>
                  <a:pt x="1161015" y="18666"/>
                  <a:pt x="1161101" y="18381"/>
                  <a:pt x="1161207" y="18157"/>
                </a:cubicBezTo>
                <a:cubicBezTo>
                  <a:pt x="1161313" y="17932"/>
                  <a:pt x="1161452" y="17773"/>
                  <a:pt x="1161624" y="17680"/>
                </a:cubicBezTo>
                <a:cubicBezTo>
                  <a:pt x="1161796" y="17588"/>
                  <a:pt x="1161988" y="17541"/>
                  <a:pt x="1162199" y="17541"/>
                </a:cubicBezTo>
                <a:lnTo>
                  <a:pt x="1167160" y="17541"/>
                </a:lnTo>
                <a:lnTo>
                  <a:pt x="1167160" y="9048"/>
                </a:lnTo>
                <a:cubicBezTo>
                  <a:pt x="1167160" y="8863"/>
                  <a:pt x="1167206" y="8691"/>
                  <a:pt x="1167299" y="8533"/>
                </a:cubicBezTo>
                <a:cubicBezTo>
                  <a:pt x="1167392" y="8374"/>
                  <a:pt x="1167564" y="8235"/>
                  <a:pt x="1167815" y="8116"/>
                </a:cubicBezTo>
                <a:cubicBezTo>
                  <a:pt x="1168066" y="7997"/>
                  <a:pt x="1168404" y="7911"/>
                  <a:pt x="1168827" y="7858"/>
                </a:cubicBezTo>
                <a:cubicBezTo>
                  <a:pt x="1169250" y="7805"/>
                  <a:pt x="1169779" y="7779"/>
                  <a:pt x="1170414" y="7779"/>
                </a:cubicBezTo>
                <a:cubicBezTo>
                  <a:pt x="1171076" y="7779"/>
                  <a:pt x="1171618" y="7805"/>
                  <a:pt x="1172042" y="7858"/>
                </a:cubicBezTo>
                <a:cubicBezTo>
                  <a:pt x="1172465" y="7911"/>
                  <a:pt x="1172796" y="7997"/>
                  <a:pt x="1173034" y="8116"/>
                </a:cubicBezTo>
                <a:cubicBezTo>
                  <a:pt x="1173272" y="8235"/>
                  <a:pt x="1173444" y="8374"/>
                  <a:pt x="1173550" y="8533"/>
                </a:cubicBezTo>
                <a:cubicBezTo>
                  <a:pt x="1173655" y="8691"/>
                  <a:pt x="1173708" y="8863"/>
                  <a:pt x="1173708" y="9048"/>
                </a:cubicBezTo>
                <a:lnTo>
                  <a:pt x="1173708" y="17541"/>
                </a:lnTo>
                <a:lnTo>
                  <a:pt x="1182876" y="17541"/>
                </a:lnTo>
                <a:cubicBezTo>
                  <a:pt x="1183088" y="17541"/>
                  <a:pt x="1183273" y="17588"/>
                  <a:pt x="1183431" y="17680"/>
                </a:cubicBezTo>
                <a:cubicBezTo>
                  <a:pt x="1183590" y="17773"/>
                  <a:pt x="1183729" y="17932"/>
                  <a:pt x="1183848" y="18157"/>
                </a:cubicBezTo>
                <a:cubicBezTo>
                  <a:pt x="1183967" y="18381"/>
                  <a:pt x="1184053" y="18666"/>
                  <a:pt x="1184106" y="19010"/>
                </a:cubicBezTo>
                <a:cubicBezTo>
                  <a:pt x="1184159" y="19354"/>
                  <a:pt x="1184186" y="19777"/>
                  <a:pt x="1184186" y="20280"/>
                </a:cubicBezTo>
                <a:cubicBezTo>
                  <a:pt x="1184186" y="21232"/>
                  <a:pt x="1184066" y="21920"/>
                  <a:pt x="1183828" y="22343"/>
                </a:cubicBezTo>
                <a:cubicBezTo>
                  <a:pt x="1183590" y="22767"/>
                  <a:pt x="1183273" y="22978"/>
                  <a:pt x="1182876" y="22978"/>
                </a:cubicBezTo>
                <a:lnTo>
                  <a:pt x="1173708" y="22978"/>
                </a:lnTo>
                <a:lnTo>
                  <a:pt x="1173708" y="42959"/>
                </a:lnTo>
                <a:cubicBezTo>
                  <a:pt x="1173708" y="45426"/>
                  <a:pt x="1174072" y="47290"/>
                  <a:pt x="1174800" y="48551"/>
                </a:cubicBezTo>
                <a:cubicBezTo>
                  <a:pt x="1175527" y="49811"/>
                  <a:pt x="1176830" y="50441"/>
                  <a:pt x="1178709" y="50441"/>
                </a:cubicBezTo>
                <a:cubicBezTo>
                  <a:pt x="1179317" y="50441"/>
                  <a:pt x="1179860" y="50382"/>
                  <a:pt x="1180336" y="50263"/>
                </a:cubicBezTo>
                <a:cubicBezTo>
                  <a:pt x="1180812" y="50144"/>
                  <a:pt x="1181236" y="50018"/>
                  <a:pt x="1181606" y="49886"/>
                </a:cubicBezTo>
                <a:cubicBezTo>
                  <a:pt x="1181976" y="49753"/>
                  <a:pt x="1182294" y="49628"/>
                  <a:pt x="1182558" y="49509"/>
                </a:cubicBezTo>
                <a:cubicBezTo>
                  <a:pt x="1182823" y="49390"/>
                  <a:pt x="1183061" y="49330"/>
                  <a:pt x="1183273" y="49330"/>
                </a:cubicBezTo>
                <a:cubicBezTo>
                  <a:pt x="1183405" y="49330"/>
                  <a:pt x="1183531" y="49363"/>
                  <a:pt x="1183650" y="49429"/>
                </a:cubicBezTo>
                <a:cubicBezTo>
                  <a:pt x="1183769" y="49496"/>
                  <a:pt x="1183861" y="49621"/>
                  <a:pt x="1183928" y="49806"/>
                </a:cubicBezTo>
                <a:cubicBezTo>
                  <a:pt x="1183994" y="49992"/>
                  <a:pt x="1184053" y="50243"/>
                  <a:pt x="1184106" y="50560"/>
                </a:cubicBezTo>
                <a:cubicBezTo>
                  <a:pt x="1184159" y="50878"/>
                  <a:pt x="1184186" y="51275"/>
                  <a:pt x="1184186" y="51751"/>
                </a:cubicBezTo>
                <a:close/>
                <a:moveTo>
                  <a:pt x="1225229" y="36095"/>
                </a:moveTo>
                <a:cubicBezTo>
                  <a:pt x="1225229" y="39008"/>
                  <a:pt x="1224845" y="41689"/>
                  <a:pt x="1224078" y="44139"/>
                </a:cubicBezTo>
                <a:cubicBezTo>
                  <a:pt x="1223311" y="46588"/>
                  <a:pt x="1222166" y="48701"/>
                  <a:pt x="1220645" y="50476"/>
                </a:cubicBezTo>
                <a:cubicBezTo>
                  <a:pt x="1219124" y="52250"/>
                  <a:pt x="1217219" y="53634"/>
                  <a:pt x="1214930" y="54627"/>
                </a:cubicBezTo>
                <a:cubicBezTo>
                  <a:pt x="1212642" y="55620"/>
                  <a:pt x="1209989" y="56117"/>
                  <a:pt x="1206973" y="56117"/>
                </a:cubicBezTo>
                <a:cubicBezTo>
                  <a:pt x="1204036" y="56117"/>
                  <a:pt x="1201477" y="55680"/>
                  <a:pt x="1199294" y="54806"/>
                </a:cubicBezTo>
                <a:cubicBezTo>
                  <a:pt x="1197111" y="53932"/>
                  <a:pt x="1195292" y="52661"/>
                  <a:pt x="1193837" y="50992"/>
                </a:cubicBezTo>
                <a:cubicBezTo>
                  <a:pt x="1192382" y="49324"/>
                  <a:pt x="1191297" y="47297"/>
                  <a:pt x="1190583" y="44914"/>
                </a:cubicBezTo>
                <a:cubicBezTo>
                  <a:pt x="1189868" y="42530"/>
                  <a:pt x="1189511" y="39829"/>
                  <a:pt x="1189511" y="36809"/>
                </a:cubicBezTo>
                <a:cubicBezTo>
                  <a:pt x="1189511" y="33896"/>
                  <a:pt x="1189888" y="31215"/>
                  <a:pt x="1190642" y="28765"/>
                </a:cubicBezTo>
                <a:cubicBezTo>
                  <a:pt x="1191396" y="26315"/>
                  <a:pt x="1192534" y="24203"/>
                  <a:pt x="1194055" y="22429"/>
                </a:cubicBezTo>
                <a:cubicBezTo>
                  <a:pt x="1195576" y="20654"/>
                  <a:pt x="1197475" y="19276"/>
                  <a:pt x="1199750" y="18297"/>
                </a:cubicBezTo>
                <a:cubicBezTo>
                  <a:pt x="1202026" y="17317"/>
                  <a:pt x="1204685" y="16827"/>
                  <a:pt x="1207727" y="16827"/>
                </a:cubicBezTo>
                <a:cubicBezTo>
                  <a:pt x="1210664" y="16827"/>
                  <a:pt x="1213224" y="17264"/>
                  <a:pt x="1215406" y="18138"/>
                </a:cubicBezTo>
                <a:cubicBezTo>
                  <a:pt x="1217589" y="19012"/>
                  <a:pt x="1219408" y="20283"/>
                  <a:pt x="1220863" y="21952"/>
                </a:cubicBezTo>
                <a:cubicBezTo>
                  <a:pt x="1222318" y="23620"/>
                  <a:pt x="1223410" y="25646"/>
                  <a:pt x="1224137" y="28030"/>
                </a:cubicBezTo>
                <a:cubicBezTo>
                  <a:pt x="1224865" y="30413"/>
                  <a:pt x="1225229" y="33102"/>
                  <a:pt x="1225229" y="36095"/>
                </a:cubicBezTo>
                <a:moveTo>
                  <a:pt x="1218323" y="36531"/>
                </a:moveTo>
                <a:cubicBezTo>
                  <a:pt x="1218323" y="34597"/>
                  <a:pt x="1218145" y="32769"/>
                  <a:pt x="1217788" y="31047"/>
                </a:cubicBezTo>
                <a:cubicBezTo>
                  <a:pt x="1217430" y="29325"/>
                  <a:pt x="1216842" y="27815"/>
                  <a:pt x="1216022" y="26517"/>
                </a:cubicBezTo>
                <a:cubicBezTo>
                  <a:pt x="1215201" y="25219"/>
                  <a:pt x="1214090" y="24192"/>
                  <a:pt x="1212688" y="23437"/>
                </a:cubicBezTo>
                <a:cubicBezTo>
                  <a:pt x="1211286" y="22682"/>
                  <a:pt x="1209539" y="22304"/>
                  <a:pt x="1207449" y="22304"/>
                </a:cubicBezTo>
                <a:cubicBezTo>
                  <a:pt x="1205518" y="22304"/>
                  <a:pt x="1203858" y="22648"/>
                  <a:pt x="1202469" y="23337"/>
                </a:cubicBezTo>
                <a:cubicBezTo>
                  <a:pt x="1201080" y="24026"/>
                  <a:pt x="1199935" y="25000"/>
                  <a:pt x="1199036" y="26259"/>
                </a:cubicBezTo>
                <a:cubicBezTo>
                  <a:pt x="1198136" y="27517"/>
                  <a:pt x="1197468" y="29007"/>
                  <a:pt x="1197032" y="30730"/>
                </a:cubicBezTo>
                <a:cubicBezTo>
                  <a:pt x="1196595" y="32451"/>
                  <a:pt x="1196377" y="34332"/>
                  <a:pt x="1196377" y="36373"/>
                </a:cubicBezTo>
                <a:cubicBezTo>
                  <a:pt x="1196377" y="38333"/>
                  <a:pt x="1196555" y="40174"/>
                  <a:pt x="1196913" y="41896"/>
                </a:cubicBezTo>
                <a:cubicBezTo>
                  <a:pt x="1197270" y="43619"/>
                  <a:pt x="1197865" y="45122"/>
                  <a:pt x="1198698" y="46407"/>
                </a:cubicBezTo>
                <a:cubicBezTo>
                  <a:pt x="1199532" y="47692"/>
                  <a:pt x="1200650" y="48712"/>
                  <a:pt x="1202052" y="49468"/>
                </a:cubicBezTo>
                <a:cubicBezTo>
                  <a:pt x="1203454" y="50223"/>
                  <a:pt x="1205200" y="50600"/>
                  <a:pt x="1207291" y="50600"/>
                </a:cubicBezTo>
                <a:cubicBezTo>
                  <a:pt x="1209196" y="50600"/>
                  <a:pt x="1210849" y="50256"/>
                  <a:pt x="1212251" y="49567"/>
                </a:cubicBezTo>
                <a:cubicBezTo>
                  <a:pt x="1213654" y="48878"/>
                  <a:pt x="1214805" y="47911"/>
                  <a:pt x="1215704" y="46666"/>
                </a:cubicBezTo>
                <a:cubicBezTo>
                  <a:pt x="1216604" y="45420"/>
                  <a:pt x="1217265" y="43937"/>
                  <a:pt x="1217688" y="42215"/>
                </a:cubicBezTo>
                <a:cubicBezTo>
                  <a:pt x="1218112" y="40493"/>
                  <a:pt x="1218323" y="38598"/>
                  <a:pt x="1218323" y="365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determinewhethertheprovidedcodesnippet">
            <a:extLst xmlns:a="http://schemas.openxmlformats.org/drawingml/2006/main">
              <a:ext uri="{FF2B5EF4-FFF2-40B4-BE49-F238E27FC236}">
                <a16:creationId xmlns:a16="http://schemas.microsoft.com/office/drawing/2014/main" id="{3B71ECE6-4701-4EFF-A2DE-7C772114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208" y="844314"/>
            <a:ext cx="1540145" cy="69689"/>
          </a:xfrm>
          <a:custGeom xmlns:a="http://schemas.openxmlformats.org/drawingml/2006/main">
            <a:pathLst>
              <a:path w="1540145" h="69689">
                <a:moveTo>
                  <a:pt x="32860" y="54250"/>
                </a:moveTo>
                <a:cubicBezTo>
                  <a:pt x="32860" y="54462"/>
                  <a:pt x="32814" y="54647"/>
                  <a:pt x="32721" y="54807"/>
                </a:cubicBezTo>
                <a:cubicBezTo>
                  <a:pt x="32629" y="54966"/>
                  <a:pt x="32470" y="55091"/>
                  <a:pt x="32245" y="55184"/>
                </a:cubicBezTo>
                <a:cubicBezTo>
                  <a:pt x="32020" y="55277"/>
                  <a:pt x="31723" y="55349"/>
                  <a:pt x="31352" y="55402"/>
                </a:cubicBezTo>
                <a:cubicBezTo>
                  <a:pt x="30982" y="55455"/>
                  <a:pt x="30532" y="55482"/>
                  <a:pt x="30003" y="55482"/>
                </a:cubicBezTo>
                <a:cubicBezTo>
                  <a:pt x="29447" y="55482"/>
                  <a:pt x="28984" y="55455"/>
                  <a:pt x="28614" y="55402"/>
                </a:cubicBezTo>
                <a:cubicBezTo>
                  <a:pt x="28243" y="55350"/>
                  <a:pt x="27939" y="55278"/>
                  <a:pt x="27701" y="55186"/>
                </a:cubicBezTo>
                <a:cubicBezTo>
                  <a:pt x="27463" y="55094"/>
                  <a:pt x="27291" y="54969"/>
                  <a:pt x="27185" y="54811"/>
                </a:cubicBezTo>
                <a:cubicBezTo>
                  <a:pt x="27079" y="54653"/>
                  <a:pt x="27026" y="54469"/>
                  <a:pt x="27026" y="54259"/>
                </a:cubicBezTo>
                <a:lnTo>
                  <a:pt x="27026" y="49562"/>
                </a:lnTo>
                <a:cubicBezTo>
                  <a:pt x="25148" y="51601"/>
                  <a:pt x="23197" y="53190"/>
                  <a:pt x="21173" y="54329"/>
                </a:cubicBezTo>
                <a:cubicBezTo>
                  <a:pt x="19149" y="55468"/>
                  <a:pt x="16933" y="56037"/>
                  <a:pt x="14525" y="56037"/>
                </a:cubicBezTo>
                <a:cubicBezTo>
                  <a:pt x="11906" y="56037"/>
                  <a:pt x="9670" y="55527"/>
                  <a:pt x="7818" y="54508"/>
                </a:cubicBezTo>
                <a:cubicBezTo>
                  <a:pt x="5966" y="53489"/>
                  <a:pt x="4465" y="52112"/>
                  <a:pt x="3314" y="50377"/>
                </a:cubicBezTo>
                <a:cubicBezTo>
                  <a:pt x="2163" y="48641"/>
                  <a:pt x="1323" y="46602"/>
                  <a:pt x="794" y="44259"/>
                </a:cubicBezTo>
                <a:cubicBezTo>
                  <a:pt x="265" y="41915"/>
                  <a:pt x="0" y="39445"/>
                  <a:pt x="0" y="36849"/>
                </a:cubicBezTo>
                <a:cubicBezTo>
                  <a:pt x="0" y="33777"/>
                  <a:pt x="331" y="31003"/>
                  <a:pt x="992" y="28527"/>
                </a:cubicBezTo>
                <a:cubicBezTo>
                  <a:pt x="1654" y="26051"/>
                  <a:pt x="2633" y="23939"/>
                  <a:pt x="3929" y="22191"/>
                </a:cubicBezTo>
                <a:cubicBezTo>
                  <a:pt x="5225" y="20442"/>
                  <a:pt x="6833" y="19098"/>
                  <a:pt x="8751" y="18158"/>
                </a:cubicBezTo>
                <a:cubicBezTo>
                  <a:pt x="10669" y="17218"/>
                  <a:pt x="12885" y="16748"/>
                  <a:pt x="15398" y="16748"/>
                </a:cubicBezTo>
                <a:cubicBezTo>
                  <a:pt x="17488" y="16748"/>
                  <a:pt x="19400" y="17204"/>
                  <a:pt x="21133" y="18118"/>
                </a:cubicBezTo>
                <a:cubicBezTo>
                  <a:pt x="22866" y="19032"/>
                  <a:pt x="24579" y="20376"/>
                  <a:pt x="26272" y="22150"/>
                </a:cubicBezTo>
                <a:lnTo>
                  <a:pt x="26272" y="1352"/>
                </a:lnTo>
                <a:cubicBezTo>
                  <a:pt x="26272" y="1167"/>
                  <a:pt x="26319" y="988"/>
                  <a:pt x="26411" y="816"/>
                </a:cubicBezTo>
                <a:cubicBezTo>
                  <a:pt x="26504" y="643"/>
                  <a:pt x="26682" y="511"/>
                  <a:pt x="26947" y="418"/>
                </a:cubicBezTo>
                <a:cubicBezTo>
                  <a:pt x="27212" y="325"/>
                  <a:pt x="27549" y="245"/>
                  <a:pt x="27959" y="179"/>
                </a:cubicBezTo>
                <a:cubicBezTo>
                  <a:pt x="28369" y="112"/>
                  <a:pt x="28892" y="79"/>
                  <a:pt x="29527" y="79"/>
                </a:cubicBezTo>
                <a:cubicBezTo>
                  <a:pt x="30188" y="79"/>
                  <a:pt x="30730" y="112"/>
                  <a:pt x="31154" y="179"/>
                </a:cubicBezTo>
                <a:cubicBezTo>
                  <a:pt x="31577" y="245"/>
                  <a:pt x="31908" y="324"/>
                  <a:pt x="32146" y="417"/>
                </a:cubicBezTo>
                <a:cubicBezTo>
                  <a:pt x="32384" y="509"/>
                  <a:pt x="32563" y="642"/>
                  <a:pt x="32682" y="815"/>
                </a:cubicBezTo>
                <a:cubicBezTo>
                  <a:pt x="32801" y="987"/>
                  <a:pt x="32860" y="1165"/>
                  <a:pt x="32860" y="1351"/>
                </a:cubicBezTo>
                <a:lnTo>
                  <a:pt x="32860" y="54250"/>
                </a:lnTo>
                <a:moveTo>
                  <a:pt x="26272" y="29142"/>
                </a:moveTo>
                <a:cubicBezTo>
                  <a:pt x="24500" y="26942"/>
                  <a:pt x="22787" y="25266"/>
                  <a:pt x="21133" y="24113"/>
                </a:cubicBezTo>
                <a:cubicBezTo>
                  <a:pt x="19479" y="22960"/>
                  <a:pt x="17753" y="22383"/>
                  <a:pt x="15954" y="22383"/>
                </a:cubicBezTo>
                <a:cubicBezTo>
                  <a:pt x="14287" y="22383"/>
                  <a:pt x="12872" y="22781"/>
                  <a:pt x="11707" y="23576"/>
                </a:cubicBezTo>
                <a:cubicBezTo>
                  <a:pt x="10543" y="24371"/>
                  <a:pt x="9597" y="25417"/>
                  <a:pt x="8870" y="26715"/>
                </a:cubicBezTo>
                <a:cubicBezTo>
                  <a:pt x="8142" y="28013"/>
                  <a:pt x="7613" y="29484"/>
                  <a:pt x="7282" y="31127"/>
                </a:cubicBezTo>
                <a:cubicBezTo>
                  <a:pt x="6952" y="32769"/>
                  <a:pt x="6786" y="34439"/>
                  <a:pt x="6786" y="36134"/>
                </a:cubicBezTo>
                <a:cubicBezTo>
                  <a:pt x="6786" y="37936"/>
                  <a:pt x="6925" y="39698"/>
                  <a:pt x="7203" y="41420"/>
                </a:cubicBezTo>
                <a:cubicBezTo>
                  <a:pt x="7481" y="43142"/>
                  <a:pt x="7964" y="44672"/>
                  <a:pt x="8652" y="46010"/>
                </a:cubicBezTo>
                <a:cubicBezTo>
                  <a:pt x="9340" y="47348"/>
                  <a:pt x="10252" y="48421"/>
                  <a:pt x="11390" y="49230"/>
                </a:cubicBezTo>
                <a:cubicBezTo>
                  <a:pt x="12528" y="50037"/>
                  <a:pt x="13956" y="50441"/>
                  <a:pt x="15676" y="50441"/>
                </a:cubicBezTo>
                <a:cubicBezTo>
                  <a:pt x="16549" y="50441"/>
                  <a:pt x="17389" y="50322"/>
                  <a:pt x="18196" y="50084"/>
                </a:cubicBezTo>
                <a:cubicBezTo>
                  <a:pt x="19003" y="49845"/>
                  <a:pt x="19830" y="49448"/>
                  <a:pt x="20677" y="48891"/>
                </a:cubicBezTo>
                <a:cubicBezTo>
                  <a:pt x="21523" y="48335"/>
                  <a:pt x="22410" y="47612"/>
                  <a:pt x="23336" y="46725"/>
                </a:cubicBezTo>
                <a:cubicBezTo>
                  <a:pt x="24262" y="45837"/>
                  <a:pt x="25241" y="44743"/>
                  <a:pt x="26272" y="43444"/>
                </a:cubicBezTo>
                <a:lnTo>
                  <a:pt x="26272" y="29142"/>
                </a:lnTo>
                <a:close/>
                <a:moveTo>
                  <a:pt x="75087" y="34845"/>
                </a:moveTo>
                <a:cubicBezTo>
                  <a:pt x="75087" y="35876"/>
                  <a:pt x="74829" y="36611"/>
                  <a:pt x="74313" y="37047"/>
                </a:cubicBezTo>
                <a:cubicBezTo>
                  <a:pt x="73797" y="37484"/>
                  <a:pt x="73209" y="37702"/>
                  <a:pt x="72547" y="37702"/>
                </a:cubicBezTo>
                <a:lnTo>
                  <a:pt x="49132" y="37702"/>
                </a:lnTo>
                <a:cubicBezTo>
                  <a:pt x="49132" y="39692"/>
                  <a:pt x="49331" y="41483"/>
                  <a:pt x="49728" y="43076"/>
                </a:cubicBezTo>
                <a:cubicBezTo>
                  <a:pt x="50124" y="44668"/>
                  <a:pt x="50786" y="46035"/>
                  <a:pt x="51712" y="47176"/>
                </a:cubicBezTo>
                <a:cubicBezTo>
                  <a:pt x="52638" y="48317"/>
                  <a:pt x="53842" y="49193"/>
                  <a:pt x="55323" y="49804"/>
                </a:cubicBezTo>
                <a:cubicBezTo>
                  <a:pt x="56805" y="50414"/>
                  <a:pt x="58617" y="50719"/>
                  <a:pt x="60760" y="50719"/>
                </a:cubicBezTo>
                <a:cubicBezTo>
                  <a:pt x="62454" y="50719"/>
                  <a:pt x="63962" y="50580"/>
                  <a:pt x="65285" y="50302"/>
                </a:cubicBezTo>
                <a:cubicBezTo>
                  <a:pt x="66607" y="50025"/>
                  <a:pt x="67752" y="49714"/>
                  <a:pt x="68717" y="49370"/>
                </a:cubicBezTo>
                <a:cubicBezTo>
                  <a:pt x="69683" y="49026"/>
                  <a:pt x="70477" y="48715"/>
                  <a:pt x="71099" y="48437"/>
                </a:cubicBezTo>
                <a:cubicBezTo>
                  <a:pt x="71720" y="48159"/>
                  <a:pt x="72190" y="48021"/>
                  <a:pt x="72508" y="48021"/>
                </a:cubicBezTo>
                <a:cubicBezTo>
                  <a:pt x="72693" y="48021"/>
                  <a:pt x="72858" y="48067"/>
                  <a:pt x="73004" y="48159"/>
                </a:cubicBezTo>
                <a:cubicBezTo>
                  <a:pt x="73149" y="48252"/>
                  <a:pt x="73262" y="48391"/>
                  <a:pt x="73341" y="48576"/>
                </a:cubicBezTo>
                <a:cubicBezTo>
                  <a:pt x="73420" y="48761"/>
                  <a:pt x="73480" y="49019"/>
                  <a:pt x="73520" y="49350"/>
                </a:cubicBezTo>
                <a:cubicBezTo>
                  <a:pt x="73559" y="49681"/>
                  <a:pt x="73579" y="50084"/>
                  <a:pt x="73579" y="50560"/>
                </a:cubicBezTo>
                <a:cubicBezTo>
                  <a:pt x="73579" y="50904"/>
                  <a:pt x="73566" y="51202"/>
                  <a:pt x="73539" y="51453"/>
                </a:cubicBezTo>
                <a:cubicBezTo>
                  <a:pt x="73513" y="51705"/>
                  <a:pt x="73480" y="51930"/>
                  <a:pt x="73440" y="52128"/>
                </a:cubicBezTo>
                <a:cubicBezTo>
                  <a:pt x="73400" y="52326"/>
                  <a:pt x="73334" y="52505"/>
                  <a:pt x="73242" y="52664"/>
                </a:cubicBezTo>
                <a:cubicBezTo>
                  <a:pt x="73149" y="52823"/>
                  <a:pt x="73030" y="52975"/>
                  <a:pt x="72885" y="53120"/>
                </a:cubicBezTo>
                <a:cubicBezTo>
                  <a:pt x="72739" y="53266"/>
                  <a:pt x="72309" y="53504"/>
                  <a:pt x="71595" y="53835"/>
                </a:cubicBezTo>
                <a:cubicBezTo>
                  <a:pt x="70880" y="54165"/>
                  <a:pt x="69954" y="54489"/>
                  <a:pt x="68817" y="54807"/>
                </a:cubicBezTo>
                <a:cubicBezTo>
                  <a:pt x="67679" y="55124"/>
                  <a:pt x="66363" y="55409"/>
                  <a:pt x="64868" y="55660"/>
                </a:cubicBezTo>
                <a:cubicBezTo>
                  <a:pt x="63373" y="55911"/>
                  <a:pt x="61779" y="56037"/>
                  <a:pt x="60086" y="56037"/>
                </a:cubicBezTo>
                <a:cubicBezTo>
                  <a:pt x="57149" y="56037"/>
                  <a:pt x="54576" y="55627"/>
                  <a:pt x="52367" y="54806"/>
                </a:cubicBezTo>
                <a:cubicBezTo>
                  <a:pt x="50157" y="53985"/>
                  <a:pt x="48299" y="52766"/>
                  <a:pt x="46791" y="51151"/>
                </a:cubicBezTo>
                <a:cubicBezTo>
                  <a:pt x="45283" y="49535"/>
                  <a:pt x="44145" y="47509"/>
                  <a:pt x="43378" y="45073"/>
                </a:cubicBezTo>
                <a:cubicBezTo>
                  <a:pt x="42610" y="42636"/>
                  <a:pt x="42227" y="39802"/>
                  <a:pt x="42227" y="36571"/>
                </a:cubicBezTo>
                <a:cubicBezTo>
                  <a:pt x="42227" y="33499"/>
                  <a:pt x="42624" y="30738"/>
                  <a:pt x="43417" y="28288"/>
                </a:cubicBezTo>
                <a:cubicBezTo>
                  <a:pt x="44211" y="25838"/>
                  <a:pt x="45355" y="23759"/>
                  <a:pt x="46850" y="22051"/>
                </a:cubicBezTo>
                <a:cubicBezTo>
                  <a:pt x="48345" y="20343"/>
                  <a:pt x="50151" y="19032"/>
                  <a:pt x="52267" y="18118"/>
                </a:cubicBezTo>
                <a:cubicBezTo>
                  <a:pt x="54384" y="17204"/>
                  <a:pt x="56752" y="16748"/>
                  <a:pt x="59371" y="16748"/>
                </a:cubicBezTo>
                <a:cubicBezTo>
                  <a:pt x="62176" y="16748"/>
                  <a:pt x="64564" y="17197"/>
                  <a:pt x="66535" y="18097"/>
                </a:cubicBezTo>
                <a:cubicBezTo>
                  <a:pt x="68506" y="18997"/>
                  <a:pt x="70126" y="20207"/>
                  <a:pt x="71396" y="21728"/>
                </a:cubicBezTo>
                <a:cubicBezTo>
                  <a:pt x="72666" y="23250"/>
                  <a:pt x="73599" y="25035"/>
                  <a:pt x="74194" y="27086"/>
                </a:cubicBezTo>
                <a:cubicBezTo>
                  <a:pt x="74789" y="29136"/>
                  <a:pt x="75087" y="31326"/>
                  <a:pt x="75087" y="33654"/>
                </a:cubicBezTo>
                <a:lnTo>
                  <a:pt x="75087" y="34845"/>
                </a:lnTo>
                <a:moveTo>
                  <a:pt x="68499" y="32900"/>
                </a:moveTo>
                <a:cubicBezTo>
                  <a:pt x="68579" y="29461"/>
                  <a:pt x="67818" y="26762"/>
                  <a:pt x="66217" y="24804"/>
                </a:cubicBezTo>
                <a:cubicBezTo>
                  <a:pt x="64617" y="22846"/>
                  <a:pt x="62242" y="21867"/>
                  <a:pt x="59094" y="21867"/>
                </a:cubicBezTo>
                <a:cubicBezTo>
                  <a:pt x="57480" y="21867"/>
                  <a:pt x="56064" y="22171"/>
                  <a:pt x="54847" y="22780"/>
                </a:cubicBezTo>
                <a:cubicBezTo>
                  <a:pt x="53630" y="23389"/>
                  <a:pt x="52611" y="24195"/>
                  <a:pt x="51791" y="25201"/>
                </a:cubicBezTo>
                <a:cubicBezTo>
                  <a:pt x="50971" y="26206"/>
                  <a:pt x="50336" y="27377"/>
                  <a:pt x="49886" y="28713"/>
                </a:cubicBezTo>
                <a:cubicBezTo>
                  <a:pt x="49436" y="30049"/>
                  <a:pt x="49185" y="31445"/>
                  <a:pt x="49132" y="32900"/>
                </a:cubicBezTo>
                <a:lnTo>
                  <a:pt x="68499" y="32900"/>
                </a:lnTo>
                <a:close/>
                <a:moveTo>
                  <a:pt x="102771" y="51672"/>
                </a:moveTo>
                <a:cubicBezTo>
                  <a:pt x="102771" y="52439"/>
                  <a:pt x="102718" y="53047"/>
                  <a:pt x="102613" y="53497"/>
                </a:cubicBezTo>
                <a:cubicBezTo>
                  <a:pt x="102507" y="53947"/>
                  <a:pt x="102348" y="54278"/>
                  <a:pt x="102136" y="54489"/>
                </a:cubicBezTo>
                <a:cubicBezTo>
                  <a:pt x="101925" y="54701"/>
                  <a:pt x="101607" y="54899"/>
                  <a:pt x="101184" y="55085"/>
                </a:cubicBezTo>
                <a:cubicBezTo>
                  <a:pt x="100761" y="55270"/>
                  <a:pt x="100278" y="55422"/>
                  <a:pt x="99735" y="55541"/>
                </a:cubicBezTo>
                <a:cubicBezTo>
                  <a:pt x="99193" y="55660"/>
                  <a:pt x="98617" y="55759"/>
                  <a:pt x="98009" y="55839"/>
                </a:cubicBezTo>
                <a:cubicBezTo>
                  <a:pt x="97400" y="55918"/>
                  <a:pt x="96792" y="55958"/>
                  <a:pt x="96183" y="55958"/>
                </a:cubicBezTo>
                <a:cubicBezTo>
                  <a:pt x="94331" y="55958"/>
                  <a:pt x="92744" y="55713"/>
                  <a:pt x="91421" y="55222"/>
                </a:cubicBezTo>
                <a:cubicBezTo>
                  <a:pt x="90098" y="54731"/>
                  <a:pt x="89013" y="53988"/>
                  <a:pt x="88167" y="52994"/>
                </a:cubicBezTo>
                <a:cubicBezTo>
                  <a:pt x="87320" y="51999"/>
                  <a:pt x="86705" y="50739"/>
                  <a:pt x="86321" y="49215"/>
                </a:cubicBezTo>
                <a:cubicBezTo>
                  <a:pt x="85938" y="47690"/>
                  <a:pt x="85746" y="45894"/>
                  <a:pt x="85746" y="43825"/>
                </a:cubicBezTo>
                <a:lnTo>
                  <a:pt x="85746" y="22899"/>
                </a:lnTo>
                <a:lnTo>
                  <a:pt x="80745" y="22899"/>
                </a:lnTo>
                <a:cubicBezTo>
                  <a:pt x="80349" y="22899"/>
                  <a:pt x="80031" y="22687"/>
                  <a:pt x="79793" y="22264"/>
                </a:cubicBezTo>
                <a:cubicBezTo>
                  <a:pt x="79555" y="21841"/>
                  <a:pt x="79436" y="21153"/>
                  <a:pt x="79436" y="20200"/>
                </a:cubicBezTo>
                <a:cubicBezTo>
                  <a:pt x="79436" y="19698"/>
                  <a:pt x="79469" y="19274"/>
                  <a:pt x="79535" y="18930"/>
                </a:cubicBezTo>
                <a:cubicBezTo>
                  <a:pt x="79601" y="18586"/>
                  <a:pt x="79687" y="18302"/>
                  <a:pt x="79793" y="18077"/>
                </a:cubicBezTo>
                <a:cubicBezTo>
                  <a:pt x="79899" y="17852"/>
                  <a:pt x="80038" y="17694"/>
                  <a:pt x="80210" y="17601"/>
                </a:cubicBezTo>
                <a:cubicBezTo>
                  <a:pt x="80382" y="17508"/>
                  <a:pt x="80573" y="17462"/>
                  <a:pt x="80785" y="17462"/>
                </a:cubicBezTo>
                <a:lnTo>
                  <a:pt x="85746" y="17462"/>
                </a:lnTo>
                <a:lnTo>
                  <a:pt x="85746" y="8969"/>
                </a:lnTo>
                <a:cubicBezTo>
                  <a:pt x="85746" y="8784"/>
                  <a:pt x="85792" y="8612"/>
                  <a:pt x="85885" y="8453"/>
                </a:cubicBezTo>
                <a:cubicBezTo>
                  <a:pt x="85977" y="8294"/>
                  <a:pt x="86149" y="8156"/>
                  <a:pt x="86401" y="8036"/>
                </a:cubicBezTo>
                <a:cubicBezTo>
                  <a:pt x="86652" y="7917"/>
                  <a:pt x="86989" y="7831"/>
                  <a:pt x="87413" y="7779"/>
                </a:cubicBezTo>
                <a:cubicBezTo>
                  <a:pt x="87836" y="7726"/>
                  <a:pt x="88365" y="7699"/>
                  <a:pt x="89000" y="7699"/>
                </a:cubicBezTo>
                <a:cubicBezTo>
                  <a:pt x="89662" y="7699"/>
                  <a:pt x="90204" y="7726"/>
                  <a:pt x="90627" y="7779"/>
                </a:cubicBezTo>
                <a:cubicBezTo>
                  <a:pt x="91051" y="7831"/>
                  <a:pt x="91381" y="7917"/>
                  <a:pt x="91619" y="8036"/>
                </a:cubicBezTo>
                <a:cubicBezTo>
                  <a:pt x="91858" y="8156"/>
                  <a:pt x="92030" y="8294"/>
                  <a:pt x="92135" y="8453"/>
                </a:cubicBezTo>
                <a:cubicBezTo>
                  <a:pt x="92241" y="8612"/>
                  <a:pt x="92294" y="8784"/>
                  <a:pt x="92294" y="8969"/>
                </a:cubicBezTo>
                <a:lnTo>
                  <a:pt x="92294" y="17462"/>
                </a:lnTo>
                <a:lnTo>
                  <a:pt x="101462" y="17462"/>
                </a:lnTo>
                <a:cubicBezTo>
                  <a:pt x="101673" y="17462"/>
                  <a:pt x="101859" y="17508"/>
                  <a:pt x="102017" y="17601"/>
                </a:cubicBezTo>
                <a:cubicBezTo>
                  <a:pt x="102176" y="17694"/>
                  <a:pt x="102315" y="17852"/>
                  <a:pt x="102434" y="18077"/>
                </a:cubicBezTo>
                <a:cubicBezTo>
                  <a:pt x="102553" y="18302"/>
                  <a:pt x="102639" y="18586"/>
                  <a:pt x="102692" y="18930"/>
                </a:cubicBezTo>
                <a:cubicBezTo>
                  <a:pt x="102745" y="19274"/>
                  <a:pt x="102771" y="19698"/>
                  <a:pt x="102771" y="20200"/>
                </a:cubicBezTo>
                <a:cubicBezTo>
                  <a:pt x="102771" y="21153"/>
                  <a:pt x="102652" y="21841"/>
                  <a:pt x="102414" y="22264"/>
                </a:cubicBezTo>
                <a:cubicBezTo>
                  <a:pt x="102176" y="22687"/>
                  <a:pt x="101859" y="22899"/>
                  <a:pt x="101462" y="22899"/>
                </a:cubicBezTo>
                <a:lnTo>
                  <a:pt x="92294" y="22899"/>
                </a:lnTo>
                <a:lnTo>
                  <a:pt x="92294" y="42880"/>
                </a:lnTo>
                <a:cubicBezTo>
                  <a:pt x="92294" y="45347"/>
                  <a:pt x="92658" y="47211"/>
                  <a:pt x="93385" y="48472"/>
                </a:cubicBezTo>
                <a:cubicBezTo>
                  <a:pt x="94113" y="49732"/>
                  <a:pt x="95416" y="50362"/>
                  <a:pt x="97295" y="50362"/>
                </a:cubicBezTo>
                <a:cubicBezTo>
                  <a:pt x="97903" y="50362"/>
                  <a:pt x="98445" y="50302"/>
                  <a:pt x="98922" y="50183"/>
                </a:cubicBezTo>
                <a:cubicBezTo>
                  <a:pt x="99398" y="50064"/>
                  <a:pt x="99821" y="49939"/>
                  <a:pt x="100192" y="49806"/>
                </a:cubicBezTo>
                <a:cubicBezTo>
                  <a:pt x="100562" y="49674"/>
                  <a:pt x="100880" y="49548"/>
                  <a:pt x="101144" y="49429"/>
                </a:cubicBezTo>
                <a:cubicBezTo>
                  <a:pt x="101409" y="49310"/>
                  <a:pt x="101647" y="49251"/>
                  <a:pt x="101859" y="49251"/>
                </a:cubicBezTo>
                <a:cubicBezTo>
                  <a:pt x="101991" y="49251"/>
                  <a:pt x="102116" y="49284"/>
                  <a:pt x="102236" y="49350"/>
                </a:cubicBezTo>
                <a:cubicBezTo>
                  <a:pt x="102355" y="49416"/>
                  <a:pt x="102447" y="49542"/>
                  <a:pt x="102513" y="49727"/>
                </a:cubicBezTo>
                <a:cubicBezTo>
                  <a:pt x="102579" y="49912"/>
                  <a:pt x="102639" y="50164"/>
                  <a:pt x="102692" y="50481"/>
                </a:cubicBezTo>
                <a:cubicBezTo>
                  <a:pt x="102745" y="50799"/>
                  <a:pt x="102771" y="51195"/>
                  <a:pt x="102771" y="51672"/>
                </a:cubicBezTo>
                <a:close/>
                <a:moveTo>
                  <a:pt x="141076" y="34845"/>
                </a:moveTo>
                <a:cubicBezTo>
                  <a:pt x="141076" y="35876"/>
                  <a:pt x="140818" y="36611"/>
                  <a:pt x="140302" y="37047"/>
                </a:cubicBezTo>
                <a:cubicBezTo>
                  <a:pt x="139786" y="37484"/>
                  <a:pt x="139198" y="37702"/>
                  <a:pt x="138536" y="37702"/>
                </a:cubicBezTo>
                <a:lnTo>
                  <a:pt x="115121" y="37702"/>
                </a:lnTo>
                <a:cubicBezTo>
                  <a:pt x="115121" y="39692"/>
                  <a:pt x="115320" y="41483"/>
                  <a:pt x="115717" y="43076"/>
                </a:cubicBezTo>
                <a:cubicBezTo>
                  <a:pt x="116113" y="44668"/>
                  <a:pt x="116775" y="46035"/>
                  <a:pt x="117701" y="47176"/>
                </a:cubicBezTo>
                <a:cubicBezTo>
                  <a:pt x="118627" y="48317"/>
                  <a:pt x="119831" y="49193"/>
                  <a:pt x="121312" y="49804"/>
                </a:cubicBezTo>
                <a:cubicBezTo>
                  <a:pt x="122794" y="50414"/>
                  <a:pt x="124606" y="50719"/>
                  <a:pt x="126749" y="50719"/>
                </a:cubicBezTo>
                <a:cubicBezTo>
                  <a:pt x="128443" y="50719"/>
                  <a:pt x="129951" y="50580"/>
                  <a:pt x="131274" y="50302"/>
                </a:cubicBezTo>
                <a:cubicBezTo>
                  <a:pt x="132597" y="50025"/>
                  <a:pt x="133741" y="49714"/>
                  <a:pt x="134707" y="49370"/>
                </a:cubicBezTo>
                <a:cubicBezTo>
                  <a:pt x="135672" y="49026"/>
                  <a:pt x="136466" y="48715"/>
                  <a:pt x="137088" y="48437"/>
                </a:cubicBezTo>
                <a:cubicBezTo>
                  <a:pt x="137710" y="48159"/>
                  <a:pt x="138179" y="48021"/>
                  <a:pt x="138497" y="48021"/>
                </a:cubicBezTo>
                <a:cubicBezTo>
                  <a:pt x="138682" y="48021"/>
                  <a:pt x="138847" y="48067"/>
                  <a:pt x="138993" y="48159"/>
                </a:cubicBezTo>
                <a:cubicBezTo>
                  <a:pt x="139138" y="48252"/>
                  <a:pt x="139251" y="48391"/>
                  <a:pt x="139330" y="48576"/>
                </a:cubicBezTo>
                <a:cubicBezTo>
                  <a:pt x="139409" y="48761"/>
                  <a:pt x="139469" y="49019"/>
                  <a:pt x="139509" y="49350"/>
                </a:cubicBezTo>
                <a:cubicBezTo>
                  <a:pt x="139548" y="49681"/>
                  <a:pt x="139568" y="50084"/>
                  <a:pt x="139568" y="50560"/>
                </a:cubicBezTo>
                <a:cubicBezTo>
                  <a:pt x="139568" y="50904"/>
                  <a:pt x="139555" y="51202"/>
                  <a:pt x="139528" y="51453"/>
                </a:cubicBezTo>
                <a:cubicBezTo>
                  <a:pt x="139502" y="51705"/>
                  <a:pt x="139469" y="51930"/>
                  <a:pt x="139429" y="52128"/>
                </a:cubicBezTo>
                <a:cubicBezTo>
                  <a:pt x="139390" y="52326"/>
                  <a:pt x="139323" y="52505"/>
                  <a:pt x="139231" y="52664"/>
                </a:cubicBezTo>
                <a:cubicBezTo>
                  <a:pt x="139138" y="52823"/>
                  <a:pt x="139019" y="52975"/>
                  <a:pt x="138874" y="53120"/>
                </a:cubicBezTo>
                <a:cubicBezTo>
                  <a:pt x="138728" y="53266"/>
                  <a:pt x="138298" y="53504"/>
                  <a:pt x="137584" y="53835"/>
                </a:cubicBezTo>
                <a:cubicBezTo>
                  <a:pt x="136869" y="54165"/>
                  <a:pt x="135943" y="54489"/>
                  <a:pt x="134806" y="54807"/>
                </a:cubicBezTo>
                <a:cubicBezTo>
                  <a:pt x="133668" y="55124"/>
                  <a:pt x="132352" y="55409"/>
                  <a:pt x="130857" y="55660"/>
                </a:cubicBezTo>
                <a:cubicBezTo>
                  <a:pt x="129362" y="55911"/>
                  <a:pt x="127768" y="56037"/>
                  <a:pt x="126075" y="56037"/>
                </a:cubicBezTo>
                <a:cubicBezTo>
                  <a:pt x="123138" y="56037"/>
                  <a:pt x="120565" y="55627"/>
                  <a:pt x="118356" y="54806"/>
                </a:cubicBezTo>
                <a:cubicBezTo>
                  <a:pt x="116147" y="53985"/>
                  <a:pt x="114288" y="52766"/>
                  <a:pt x="112780" y="51151"/>
                </a:cubicBezTo>
                <a:cubicBezTo>
                  <a:pt x="111272" y="49535"/>
                  <a:pt x="110134" y="47509"/>
                  <a:pt x="109367" y="45073"/>
                </a:cubicBezTo>
                <a:cubicBezTo>
                  <a:pt x="108600" y="42636"/>
                  <a:pt x="108216" y="39802"/>
                  <a:pt x="108216" y="36571"/>
                </a:cubicBezTo>
                <a:cubicBezTo>
                  <a:pt x="108216" y="33499"/>
                  <a:pt x="108613" y="30738"/>
                  <a:pt x="109407" y="28288"/>
                </a:cubicBezTo>
                <a:cubicBezTo>
                  <a:pt x="110200" y="25838"/>
                  <a:pt x="111345" y="23759"/>
                  <a:pt x="112839" y="22051"/>
                </a:cubicBezTo>
                <a:cubicBezTo>
                  <a:pt x="114334" y="20343"/>
                  <a:pt x="116140" y="19032"/>
                  <a:pt x="118257" y="18118"/>
                </a:cubicBezTo>
                <a:cubicBezTo>
                  <a:pt x="120373" y="17204"/>
                  <a:pt x="122741" y="16748"/>
                  <a:pt x="125360" y="16748"/>
                </a:cubicBezTo>
                <a:cubicBezTo>
                  <a:pt x="128165" y="16748"/>
                  <a:pt x="130553" y="17197"/>
                  <a:pt x="132524" y="18097"/>
                </a:cubicBezTo>
                <a:cubicBezTo>
                  <a:pt x="134495" y="18997"/>
                  <a:pt x="136115" y="20207"/>
                  <a:pt x="137385" y="21728"/>
                </a:cubicBezTo>
                <a:cubicBezTo>
                  <a:pt x="138655" y="23250"/>
                  <a:pt x="139588" y="25035"/>
                  <a:pt x="140183" y="27086"/>
                </a:cubicBezTo>
                <a:cubicBezTo>
                  <a:pt x="140779" y="29136"/>
                  <a:pt x="141076" y="31326"/>
                  <a:pt x="141076" y="33654"/>
                </a:cubicBezTo>
                <a:lnTo>
                  <a:pt x="141076" y="34845"/>
                </a:lnTo>
                <a:moveTo>
                  <a:pt x="134488" y="32900"/>
                </a:moveTo>
                <a:cubicBezTo>
                  <a:pt x="134568" y="29461"/>
                  <a:pt x="133807" y="26762"/>
                  <a:pt x="132206" y="24804"/>
                </a:cubicBezTo>
                <a:cubicBezTo>
                  <a:pt x="130606" y="22846"/>
                  <a:pt x="128231" y="21867"/>
                  <a:pt x="125083" y="21867"/>
                </a:cubicBezTo>
                <a:cubicBezTo>
                  <a:pt x="123469" y="21867"/>
                  <a:pt x="122053" y="22171"/>
                  <a:pt x="120836" y="22780"/>
                </a:cubicBezTo>
                <a:cubicBezTo>
                  <a:pt x="119619" y="23389"/>
                  <a:pt x="118601" y="24195"/>
                  <a:pt x="117780" y="25201"/>
                </a:cubicBezTo>
                <a:cubicBezTo>
                  <a:pt x="116960" y="26206"/>
                  <a:pt x="116325" y="27377"/>
                  <a:pt x="115875" y="28713"/>
                </a:cubicBezTo>
                <a:cubicBezTo>
                  <a:pt x="115426" y="30049"/>
                  <a:pt x="115174" y="31445"/>
                  <a:pt x="115121" y="32900"/>
                </a:cubicBezTo>
                <a:lnTo>
                  <a:pt x="134488" y="32900"/>
                </a:lnTo>
                <a:close/>
                <a:moveTo>
                  <a:pt x="171761" y="20875"/>
                </a:moveTo>
                <a:cubicBezTo>
                  <a:pt x="171761" y="21457"/>
                  <a:pt x="171748" y="21947"/>
                  <a:pt x="171721" y="22343"/>
                </a:cubicBezTo>
                <a:cubicBezTo>
                  <a:pt x="171695" y="22740"/>
                  <a:pt x="171642" y="23051"/>
                  <a:pt x="171563" y="23276"/>
                </a:cubicBezTo>
                <a:cubicBezTo>
                  <a:pt x="171483" y="23501"/>
                  <a:pt x="171384" y="23673"/>
                  <a:pt x="171265" y="23792"/>
                </a:cubicBezTo>
                <a:cubicBezTo>
                  <a:pt x="171146" y="23911"/>
                  <a:pt x="170981" y="23971"/>
                  <a:pt x="170769" y="23971"/>
                </a:cubicBezTo>
                <a:cubicBezTo>
                  <a:pt x="170557" y="23971"/>
                  <a:pt x="170299" y="23911"/>
                  <a:pt x="169995" y="23792"/>
                </a:cubicBezTo>
                <a:cubicBezTo>
                  <a:pt x="169691" y="23673"/>
                  <a:pt x="169347" y="23554"/>
                  <a:pt x="168963" y="23435"/>
                </a:cubicBezTo>
                <a:cubicBezTo>
                  <a:pt x="168580" y="23316"/>
                  <a:pt x="168150" y="23203"/>
                  <a:pt x="167673" y="23097"/>
                </a:cubicBezTo>
                <a:cubicBezTo>
                  <a:pt x="167197" y="22992"/>
                  <a:pt x="166681" y="22939"/>
                  <a:pt x="166126" y="22939"/>
                </a:cubicBezTo>
                <a:cubicBezTo>
                  <a:pt x="165464" y="22939"/>
                  <a:pt x="164816" y="23071"/>
                  <a:pt x="164181" y="23336"/>
                </a:cubicBezTo>
                <a:cubicBezTo>
                  <a:pt x="163546" y="23600"/>
                  <a:pt x="162878" y="24037"/>
                  <a:pt x="162177" y="24645"/>
                </a:cubicBezTo>
                <a:cubicBezTo>
                  <a:pt x="161476" y="25254"/>
                  <a:pt x="160742" y="26061"/>
                  <a:pt x="159974" y="27066"/>
                </a:cubicBezTo>
                <a:cubicBezTo>
                  <a:pt x="159207" y="28071"/>
                  <a:pt x="158360" y="29302"/>
                  <a:pt x="157434" y="30757"/>
                </a:cubicBezTo>
                <a:lnTo>
                  <a:pt x="157434" y="54251"/>
                </a:lnTo>
                <a:cubicBezTo>
                  <a:pt x="157434" y="54463"/>
                  <a:pt x="157381" y="54642"/>
                  <a:pt x="157276" y="54787"/>
                </a:cubicBezTo>
                <a:cubicBezTo>
                  <a:pt x="157170" y="54933"/>
                  <a:pt x="156998" y="55058"/>
                  <a:pt x="156760" y="55164"/>
                </a:cubicBezTo>
                <a:cubicBezTo>
                  <a:pt x="156522" y="55270"/>
                  <a:pt x="156191" y="55349"/>
                  <a:pt x="155768" y="55402"/>
                </a:cubicBezTo>
                <a:cubicBezTo>
                  <a:pt x="155344" y="55455"/>
                  <a:pt x="154802" y="55482"/>
                  <a:pt x="154140" y="55482"/>
                </a:cubicBezTo>
                <a:cubicBezTo>
                  <a:pt x="153505" y="55482"/>
                  <a:pt x="152976" y="55455"/>
                  <a:pt x="152553" y="55402"/>
                </a:cubicBezTo>
                <a:cubicBezTo>
                  <a:pt x="152130" y="55349"/>
                  <a:pt x="151792" y="55270"/>
                  <a:pt x="151541" y="55164"/>
                </a:cubicBezTo>
                <a:cubicBezTo>
                  <a:pt x="151290" y="55058"/>
                  <a:pt x="151118" y="54933"/>
                  <a:pt x="151025" y="54787"/>
                </a:cubicBezTo>
                <a:cubicBezTo>
                  <a:pt x="150932" y="54642"/>
                  <a:pt x="150886" y="54463"/>
                  <a:pt x="150886" y="54251"/>
                </a:cubicBezTo>
                <a:lnTo>
                  <a:pt x="150886" y="18534"/>
                </a:lnTo>
                <a:cubicBezTo>
                  <a:pt x="150886" y="18322"/>
                  <a:pt x="150926" y="18143"/>
                  <a:pt x="151005" y="17998"/>
                </a:cubicBezTo>
                <a:cubicBezTo>
                  <a:pt x="151085" y="17852"/>
                  <a:pt x="151243" y="17720"/>
                  <a:pt x="151481" y="17601"/>
                </a:cubicBezTo>
                <a:cubicBezTo>
                  <a:pt x="151720" y="17482"/>
                  <a:pt x="152024" y="17402"/>
                  <a:pt x="152394" y="17363"/>
                </a:cubicBezTo>
                <a:cubicBezTo>
                  <a:pt x="152765" y="17323"/>
                  <a:pt x="153254" y="17303"/>
                  <a:pt x="153863" y="17303"/>
                </a:cubicBezTo>
                <a:cubicBezTo>
                  <a:pt x="154445" y="17303"/>
                  <a:pt x="154928" y="17323"/>
                  <a:pt x="155311" y="17363"/>
                </a:cubicBezTo>
                <a:cubicBezTo>
                  <a:pt x="155695" y="17402"/>
                  <a:pt x="155992" y="17482"/>
                  <a:pt x="156204" y="17601"/>
                </a:cubicBezTo>
                <a:cubicBezTo>
                  <a:pt x="156416" y="17720"/>
                  <a:pt x="156568" y="17852"/>
                  <a:pt x="156660" y="17998"/>
                </a:cubicBezTo>
                <a:cubicBezTo>
                  <a:pt x="156753" y="18143"/>
                  <a:pt x="156799" y="18322"/>
                  <a:pt x="156799" y="18534"/>
                </a:cubicBezTo>
                <a:lnTo>
                  <a:pt x="156799" y="23732"/>
                </a:lnTo>
                <a:cubicBezTo>
                  <a:pt x="157778" y="22304"/>
                  <a:pt x="158698" y="21140"/>
                  <a:pt x="159558" y="20240"/>
                </a:cubicBezTo>
                <a:cubicBezTo>
                  <a:pt x="160417" y="19340"/>
                  <a:pt x="161231" y="18633"/>
                  <a:pt x="161998" y="18117"/>
                </a:cubicBezTo>
                <a:cubicBezTo>
                  <a:pt x="162766" y="17601"/>
                  <a:pt x="163526" y="17244"/>
                  <a:pt x="164280" y="17045"/>
                </a:cubicBezTo>
                <a:cubicBezTo>
                  <a:pt x="165034" y="16847"/>
                  <a:pt x="165795" y="16748"/>
                  <a:pt x="166562" y="16748"/>
                </a:cubicBezTo>
                <a:cubicBezTo>
                  <a:pt x="166906" y="16748"/>
                  <a:pt x="167296" y="16767"/>
                  <a:pt x="167733" y="16807"/>
                </a:cubicBezTo>
                <a:cubicBezTo>
                  <a:pt x="168170" y="16847"/>
                  <a:pt x="168626" y="16920"/>
                  <a:pt x="169102" y="17025"/>
                </a:cubicBezTo>
                <a:cubicBezTo>
                  <a:pt x="169578" y="17131"/>
                  <a:pt x="170008" y="17250"/>
                  <a:pt x="170392" y="17383"/>
                </a:cubicBezTo>
                <a:cubicBezTo>
                  <a:pt x="170776" y="17515"/>
                  <a:pt x="171047" y="17647"/>
                  <a:pt x="171206" y="17779"/>
                </a:cubicBezTo>
                <a:cubicBezTo>
                  <a:pt x="171364" y="17912"/>
                  <a:pt x="171470" y="18037"/>
                  <a:pt x="171523" y="18157"/>
                </a:cubicBezTo>
                <a:cubicBezTo>
                  <a:pt x="171576" y="18276"/>
                  <a:pt x="171622" y="18428"/>
                  <a:pt x="171662" y="18613"/>
                </a:cubicBezTo>
                <a:cubicBezTo>
                  <a:pt x="171702" y="18798"/>
                  <a:pt x="171728" y="19069"/>
                  <a:pt x="171741" y="19426"/>
                </a:cubicBezTo>
                <a:cubicBezTo>
                  <a:pt x="171755" y="19784"/>
                  <a:pt x="171761" y="20267"/>
                  <a:pt x="171761" y="20875"/>
                </a:cubicBezTo>
                <a:close/>
                <a:moveTo>
                  <a:pt x="232355" y="54251"/>
                </a:moveTo>
                <a:cubicBezTo>
                  <a:pt x="232355" y="54463"/>
                  <a:pt x="232302" y="54642"/>
                  <a:pt x="232197" y="54787"/>
                </a:cubicBezTo>
                <a:cubicBezTo>
                  <a:pt x="232091" y="54933"/>
                  <a:pt x="231919" y="55058"/>
                  <a:pt x="231681" y="55164"/>
                </a:cubicBezTo>
                <a:cubicBezTo>
                  <a:pt x="231442" y="55270"/>
                  <a:pt x="231112" y="55349"/>
                  <a:pt x="230688" y="55402"/>
                </a:cubicBezTo>
                <a:cubicBezTo>
                  <a:pt x="230265" y="55455"/>
                  <a:pt x="229736" y="55482"/>
                  <a:pt x="229101" y="55482"/>
                </a:cubicBezTo>
                <a:cubicBezTo>
                  <a:pt x="228440" y="55482"/>
                  <a:pt x="227897" y="55455"/>
                  <a:pt x="227474" y="55402"/>
                </a:cubicBezTo>
                <a:cubicBezTo>
                  <a:pt x="227051" y="55349"/>
                  <a:pt x="226713" y="55270"/>
                  <a:pt x="226462" y="55164"/>
                </a:cubicBezTo>
                <a:cubicBezTo>
                  <a:pt x="226211" y="55058"/>
                  <a:pt x="226032" y="54933"/>
                  <a:pt x="225926" y="54787"/>
                </a:cubicBezTo>
                <a:cubicBezTo>
                  <a:pt x="225820" y="54642"/>
                  <a:pt x="225767" y="54463"/>
                  <a:pt x="225767" y="54251"/>
                </a:cubicBezTo>
                <a:lnTo>
                  <a:pt x="225767" y="32543"/>
                </a:lnTo>
                <a:cubicBezTo>
                  <a:pt x="225767" y="31035"/>
                  <a:pt x="225635" y="29659"/>
                  <a:pt x="225370" y="28415"/>
                </a:cubicBezTo>
                <a:cubicBezTo>
                  <a:pt x="225106" y="27172"/>
                  <a:pt x="224683" y="26100"/>
                  <a:pt x="224101" y="25201"/>
                </a:cubicBezTo>
                <a:cubicBezTo>
                  <a:pt x="223518" y="24301"/>
                  <a:pt x="222778" y="23613"/>
                  <a:pt x="221878" y="23137"/>
                </a:cubicBezTo>
                <a:cubicBezTo>
                  <a:pt x="220979" y="22661"/>
                  <a:pt x="219920" y="22423"/>
                  <a:pt x="218703" y="22423"/>
                </a:cubicBezTo>
                <a:cubicBezTo>
                  <a:pt x="217195" y="22423"/>
                  <a:pt x="215680" y="23005"/>
                  <a:pt x="214159" y="24169"/>
                </a:cubicBezTo>
                <a:cubicBezTo>
                  <a:pt x="212638" y="25333"/>
                  <a:pt x="210964" y="27040"/>
                  <a:pt x="209139" y="29289"/>
                </a:cubicBezTo>
                <a:lnTo>
                  <a:pt x="209139" y="54251"/>
                </a:lnTo>
                <a:cubicBezTo>
                  <a:pt x="209139" y="54463"/>
                  <a:pt x="209086" y="54642"/>
                  <a:pt x="208980" y="54787"/>
                </a:cubicBezTo>
                <a:cubicBezTo>
                  <a:pt x="208874" y="54933"/>
                  <a:pt x="208696" y="55058"/>
                  <a:pt x="208444" y="55164"/>
                </a:cubicBezTo>
                <a:cubicBezTo>
                  <a:pt x="208193" y="55270"/>
                  <a:pt x="207856" y="55349"/>
                  <a:pt x="207432" y="55402"/>
                </a:cubicBezTo>
                <a:cubicBezTo>
                  <a:pt x="207009" y="55455"/>
                  <a:pt x="206480" y="55482"/>
                  <a:pt x="205845" y="55482"/>
                </a:cubicBezTo>
                <a:cubicBezTo>
                  <a:pt x="205236" y="55482"/>
                  <a:pt x="204714" y="55455"/>
                  <a:pt x="204277" y="55402"/>
                </a:cubicBezTo>
                <a:cubicBezTo>
                  <a:pt x="203841" y="55349"/>
                  <a:pt x="203497" y="55270"/>
                  <a:pt x="203245" y="55164"/>
                </a:cubicBezTo>
                <a:cubicBezTo>
                  <a:pt x="202994" y="55058"/>
                  <a:pt x="202822" y="54933"/>
                  <a:pt x="202729" y="54787"/>
                </a:cubicBezTo>
                <a:cubicBezTo>
                  <a:pt x="202637" y="54642"/>
                  <a:pt x="202591" y="54463"/>
                  <a:pt x="202591" y="54251"/>
                </a:cubicBezTo>
                <a:lnTo>
                  <a:pt x="202591" y="32543"/>
                </a:lnTo>
                <a:cubicBezTo>
                  <a:pt x="202591" y="31035"/>
                  <a:pt x="202445" y="29659"/>
                  <a:pt x="202154" y="28415"/>
                </a:cubicBezTo>
                <a:cubicBezTo>
                  <a:pt x="201863" y="27172"/>
                  <a:pt x="201426" y="26100"/>
                  <a:pt x="200844" y="25201"/>
                </a:cubicBezTo>
                <a:cubicBezTo>
                  <a:pt x="200262" y="24301"/>
                  <a:pt x="199528" y="23613"/>
                  <a:pt x="198642" y="23137"/>
                </a:cubicBezTo>
                <a:cubicBezTo>
                  <a:pt x="197755" y="22661"/>
                  <a:pt x="196704" y="22423"/>
                  <a:pt x="195487" y="22423"/>
                </a:cubicBezTo>
                <a:cubicBezTo>
                  <a:pt x="193979" y="22423"/>
                  <a:pt x="192457" y="23005"/>
                  <a:pt x="190923" y="24169"/>
                </a:cubicBezTo>
                <a:cubicBezTo>
                  <a:pt x="189388" y="25333"/>
                  <a:pt x="187721" y="27040"/>
                  <a:pt x="185922" y="29289"/>
                </a:cubicBezTo>
                <a:lnTo>
                  <a:pt x="185922" y="54251"/>
                </a:lnTo>
                <a:cubicBezTo>
                  <a:pt x="185922" y="54463"/>
                  <a:pt x="185869" y="54642"/>
                  <a:pt x="185763" y="54787"/>
                </a:cubicBezTo>
                <a:cubicBezTo>
                  <a:pt x="185658" y="54933"/>
                  <a:pt x="185486" y="55058"/>
                  <a:pt x="185248" y="55164"/>
                </a:cubicBezTo>
                <a:cubicBezTo>
                  <a:pt x="185009" y="55270"/>
                  <a:pt x="184679" y="55349"/>
                  <a:pt x="184255" y="55402"/>
                </a:cubicBezTo>
                <a:cubicBezTo>
                  <a:pt x="183832" y="55455"/>
                  <a:pt x="183290" y="55482"/>
                  <a:pt x="182628" y="55482"/>
                </a:cubicBezTo>
                <a:cubicBezTo>
                  <a:pt x="181993" y="55482"/>
                  <a:pt x="181464" y="55455"/>
                  <a:pt x="181041" y="55402"/>
                </a:cubicBezTo>
                <a:cubicBezTo>
                  <a:pt x="180617" y="55349"/>
                  <a:pt x="180280" y="55270"/>
                  <a:pt x="180029" y="55164"/>
                </a:cubicBezTo>
                <a:cubicBezTo>
                  <a:pt x="179777" y="55058"/>
                  <a:pt x="179605" y="54933"/>
                  <a:pt x="179513" y="54787"/>
                </a:cubicBezTo>
                <a:cubicBezTo>
                  <a:pt x="179420" y="54642"/>
                  <a:pt x="179374" y="54463"/>
                  <a:pt x="179374" y="54251"/>
                </a:cubicBezTo>
                <a:lnTo>
                  <a:pt x="179374" y="18534"/>
                </a:lnTo>
                <a:cubicBezTo>
                  <a:pt x="179374" y="18322"/>
                  <a:pt x="179414" y="18143"/>
                  <a:pt x="179493" y="17998"/>
                </a:cubicBezTo>
                <a:cubicBezTo>
                  <a:pt x="179572" y="17852"/>
                  <a:pt x="179731" y="17720"/>
                  <a:pt x="179969" y="17601"/>
                </a:cubicBezTo>
                <a:cubicBezTo>
                  <a:pt x="180207" y="17482"/>
                  <a:pt x="180512" y="17402"/>
                  <a:pt x="180882" y="17363"/>
                </a:cubicBezTo>
                <a:cubicBezTo>
                  <a:pt x="181252" y="17323"/>
                  <a:pt x="181742" y="17303"/>
                  <a:pt x="182350" y="17303"/>
                </a:cubicBezTo>
                <a:cubicBezTo>
                  <a:pt x="182933" y="17303"/>
                  <a:pt x="183415" y="17323"/>
                  <a:pt x="183799" y="17363"/>
                </a:cubicBezTo>
                <a:cubicBezTo>
                  <a:pt x="184183" y="17402"/>
                  <a:pt x="184480" y="17482"/>
                  <a:pt x="184692" y="17601"/>
                </a:cubicBezTo>
                <a:cubicBezTo>
                  <a:pt x="184904" y="17720"/>
                  <a:pt x="185056" y="17852"/>
                  <a:pt x="185148" y="17998"/>
                </a:cubicBezTo>
                <a:cubicBezTo>
                  <a:pt x="185241" y="18143"/>
                  <a:pt x="185287" y="18322"/>
                  <a:pt x="185287" y="18534"/>
                </a:cubicBezTo>
                <a:lnTo>
                  <a:pt x="185287" y="23256"/>
                </a:lnTo>
                <a:cubicBezTo>
                  <a:pt x="187298" y="21007"/>
                  <a:pt x="189249" y="19360"/>
                  <a:pt x="191141" y="18315"/>
                </a:cubicBezTo>
                <a:cubicBezTo>
                  <a:pt x="193033" y="17270"/>
                  <a:pt x="194944" y="16748"/>
                  <a:pt x="196876" y="16748"/>
                </a:cubicBezTo>
                <a:cubicBezTo>
                  <a:pt x="198357" y="16748"/>
                  <a:pt x="199687" y="16920"/>
                  <a:pt x="200864" y="17264"/>
                </a:cubicBezTo>
                <a:cubicBezTo>
                  <a:pt x="202042" y="17608"/>
                  <a:pt x="203080" y="18090"/>
                  <a:pt x="203980" y="18712"/>
                </a:cubicBezTo>
                <a:cubicBezTo>
                  <a:pt x="204879" y="19334"/>
                  <a:pt x="205646" y="20075"/>
                  <a:pt x="206281" y="20935"/>
                </a:cubicBezTo>
                <a:cubicBezTo>
                  <a:pt x="206916" y="21794"/>
                  <a:pt x="207445" y="22754"/>
                  <a:pt x="207869" y="23812"/>
                </a:cubicBezTo>
                <a:cubicBezTo>
                  <a:pt x="209059" y="22515"/>
                  <a:pt x="210190" y="21417"/>
                  <a:pt x="211262" y="20518"/>
                </a:cubicBezTo>
                <a:cubicBezTo>
                  <a:pt x="212334" y="19618"/>
                  <a:pt x="213365" y="18891"/>
                  <a:pt x="214358" y="18335"/>
                </a:cubicBezTo>
                <a:cubicBezTo>
                  <a:pt x="215350" y="17779"/>
                  <a:pt x="216315" y="17376"/>
                  <a:pt x="217255" y="17125"/>
                </a:cubicBezTo>
                <a:cubicBezTo>
                  <a:pt x="218194" y="16873"/>
                  <a:pt x="219140" y="16748"/>
                  <a:pt x="220092" y="16748"/>
                </a:cubicBezTo>
                <a:cubicBezTo>
                  <a:pt x="222394" y="16748"/>
                  <a:pt x="224325" y="17151"/>
                  <a:pt x="225886" y="17958"/>
                </a:cubicBezTo>
                <a:cubicBezTo>
                  <a:pt x="227447" y="18765"/>
                  <a:pt x="228711" y="19843"/>
                  <a:pt x="229676" y="21193"/>
                </a:cubicBezTo>
                <a:cubicBezTo>
                  <a:pt x="230642" y="22542"/>
                  <a:pt x="231330" y="24123"/>
                  <a:pt x="231740" y="25935"/>
                </a:cubicBezTo>
                <a:cubicBezTo>
                  <a:pt x="232150" y="27747"/>
                  <a:pt x="232355" y="29659"/>
                  <a:pt x="232355" y="31670"/>
                </a:cubicBezTo>
                <a:lnTo>
                  <a:pt x="232355" y="54251"/>
                </a:lnTo>
                <a:close/>
                <a:moveTo>
                  <a:pt x="250538" y="54251"/>
                </a:moveTo>
                <a:cubicBezTo>
                  <a:pt x="250538" y="54463"/>
                  <a:pt x="250485" y="54642"/>
                  <a:pt x="250380" y="54787"/>
                </a:cubicBezTo>
                <a:cubicBezTo>
                  <a:pt x="250274" y="54933"/>
                  <a:pt x="250102" y="55058"/>
                  <a:pt x="249864" y="55164"/>
                </a:cubicBezTo>
                <a:cubicBezTo>
                  <a:pt x="249626" y="55270"/>
                  <a:pt x="249295" y="55349"/>
                  <a:pt x="248871" y="55402"/>
                </a:cubicBezTo>
                <a:cubicBezTo>
                  <a:pt x="248448" y="55455"/>
                  <a:pt x="247906" y="55482"/>
                  <a:pt x="247244" y="55482"/>
                </a:cubicBezTo>
                <a:cubicBezTo>
                  <a:pt x="246609" y="55482"/>
                  <a:pt x="246080" y="55455"/>
                  <a:pt x="245657" y="55402"/>
                </a:cubicBezTo>
                <a:cubicBezTo>
                  <a:pt x="245234" y="55349"/>
                  <a:pt x="244896" y="55270"/>
                  <a:pt x="244645" y="55164"/>
                </a:cubicBezTo>
                <a:cubicBezTo>
                  <a:pt x="244394" y="55058"/>
                  <a:pt x="244222" y="54933"/>
                  <a:pt x="244129" y="54787"/>
                </a:cubicBezTo>
                <a:cubicBezTo>
                  <a:pt x="244036" y="54642"/>
                  <a:pt x="243990" y="54463"/>
                  <a:pt x="243990" y="54251"/>
                </a:cubicBezTo>
                <a:lnTo>
                  <a:pt x="243990" y="18534"/>
                </a:lnTo>
                <a:cubicBezTo>
                  <a:pt x="243990" y="18348"/>
                  <a:pt x="244036" y="18176"/>
                  <a:pt x="244129" y="18018"/>
                </a:cubicBezTo>
                <a:cubicBezTo>
                  <a:pt x="244222" y="17859"/>
                  <a:pt x="244394" y="17727"/>
                  <a:pt x="244645" y="17621"/>
                </a:cubicBezTo>
                <a:cubicBezTo>
                  <a:pt x="244896" y="17515"/>
                  <a:pt x="245234" y="17436"/>
                  <a:pt x="245657" y="17383"/>
                </a:cubicBezTo>
                <a:cubicBezTo>
                  <a:pt x="246080" y="17330"/>
                  <a:pt x="246609" y="17303"/>
                  <a:pt x="247244" y="17303"/>
                </a:cubicBezTo>
                <a:cubicBezTo>
                  <a:pt x="247906" y="17303"/>
                  <a:pt x="248448" y="17330"/>
                  <a:pt x="248871" y="17383"/>
                </a:cubicBezTo>
                <a:cubicBezTo>
                  <a:pt x="249295" y="17436"/>
                  <a:pt x="249626" y="17515"/>
                  <a:pt x="249864" y="17621"/>
                </a:cubicBezTo>
                <a:cubicBezTo>
                  <a:pt x="250102" y="17727"/>
                  <a:pt x="250274" y="17859"/>
                  <a:pt x="250380" y="18018"/>
                </a:cubicBezTo>
                <a:cubicBezTo>
                  <a:pt x="250485" y="18176"/>
                  <a:pt x="250538" y="18348"/>
                  <a:pt x="250538" y="18534"/>
                </a:cubicBezTo>
                <a:lnTo>
                  <a:pt x="250538" y="54251"/>
                </a:lnTo>
                <a:moveTo>
                  <a:pt x="251292" y="6429"/>
                </a:moveTo>
                <a:cubicBezTo>
                  <a:pt x="251292" y="7964"/>
                  <a:pt x="251001" y="9009"/>
                  <a:pt x="250419" y="9564"/>
                </a:cubicBezTo>
                <a:cubicBezTo>
                  <a:pt x="249837" y="10120"/>
                  <a:pt x="248766" y="10398"/>
                  <a:pt x="247205" y="10398"/>
                </a:cubicBezTo>
                <a:cubicBezTo>
                  <a:pt x="245670" y="10398"/>
                  <a:pt x="244618" y="10127"/>
                  <a:pt x="244050" y="9584"/>
                </a:cubicBezTo>
                <a:cubicBezTo>
                  <a:pt x="243481" y="9042"/>
                  <a:pt x="243196" y="8017"/>
                  <a:pt x="243196" y="6509"/>
                </a:cubicBezTo>
                <a:cubicBezTo>
                  <a:pt x="243196" y="4974"/>
                  <a:pt x="243487" y="3929"/>
                  <a:pt x="244069" y="3373"/>
                </a:cubicBezTo>
                <a:cubicBezTo>
                  <a:pt x="244651" y="2818"/>
                  <a:pt x="245723" y="2540"/>
                  <a:pt x="247284" y="2540"/>
                </a:cubicBezTo>
                <a:cubicBezTo>
                  <a:pt x="248819" y="2540"/>
                  <a:pt x="249870" y="2811"/>
                  <a:pt x="250439" y="3353"/>
                </a:cubicBezTo>
                <a:cubicBezTo>
                  <a:pt x="251008" y="3896"/>
                  <a:pt x="251292" y="4921"/>
                  <a:pt x="251292" y="6429"/>
                </a:cubicBezTo>
                <a:close/>
                <a:moveTo>
                  <a:pt x="293506" y="54251"/>
                </a:moveTo>
                <a:cubicBezTo>
                  <a:pt x="293506" y="54463"/>
                  <a:pt x="293453" y="54642"/>
                  <a:pt x="293347" y="54787"/>
                </a:cubicBezTo>
                <a:cubicBezTo>
                  <a:pt x="293241" y="54933"/>
                  <a:pt x="293069" y="55058"/>
                  <a:pt x="292831" y="55164"/>
                </a:cubicBezTo>
                <a:cubicBezTo>
                  <a:pt x="292593" y="55270"/>
                  <a:pt x="292262" y="55349"/>
                  <a:pt x="291839" y="55402"/>
                </a:cubicBezTo>
                <a:cubicBezTo>
                  <a:pt x="291415" y="55455"/>
                  <a:pt x="290886" y="55482"/>
                  <a:pt x="290251" y="55482"/>
                </a:cubicBezTo>
                <a:cubicBezTo>
                  <a:pt x="289590" y="55482"/>
                  <a:pt x="289048" y="55455"/>
                  <a:pt x="288624" y="55402"/>
                </a:cubicBezTo>
                <a:cubicBezTo>
                  <a:pt x="288201" y="55349"/>
                  <a:pt x="287870" y="55270"/>
                  <a:pt x="287632" y="55164"/>
                </a:cubicBezTo>
                <a:cubicBezTo>
                  <a:pt x="287394" y="55058"/>
                  <a:pt x="287222" y="54933"/>
                  <a:pt x="287116" y="54787"/>
                </a:cubicBezTo>
                <a:cubicBezTo>
                  <a:pt x="287010" y="54642"/>
                  <a:pt x="286957" y="54463"/>
                  <a:pt x="286957" y="54251"/>
                </a:cubicBezTo>
                <a:lnTo>
                  <a:pt x="286957" y="33337"/>
                </a:lnTo>
                <a:cubicBezTo>
                  <a:pt x="286957" y="31299"/>
                  <a:pt x="286799" y="29659"/>
                  <a:pt x="286481" y="28415"/>
                </a:cubicBezTo>
                <a:cubicBezTo>
                  <a:pt x="286164" y="27172"/>
                  <a:pt x="285701" y="26100"/>
                  <a:pt x="285092" y="25201"/>
                </a:cubicBezTo>
                <a:cubicBezTo>
                  <a:pt x="284484" y="24301"/>
                  <a:pt x="283696" y="23613"/>
                  <a:pt x="282731" y="23137"/>
                </a:cubicBezTo>
                <a:cubicBezTo>
                  <a:pt x="281765" y="22661"/>
                  <a:pt x="280647" y="22423"/>
                  <a:pt x="279377" y="22423"/>
                </a:cubicBezTo>
                <a:cubicBezTo>
                  <a:pt x="277737" y="22423"/>
                  <a:pt x="276097" y="23005"/>
                  <a:pt x="274456" y="24169"/>
                </a:cubicBezTo>
                <a:cubicBezTo>
                  <a:pt x="272816" y="25333"/>
                  <a:pt x="271096" y="27040"/>
                  <a:pt x="269297" y="29289"/>
                </a:cubicBezTo>
                <a:lnTo>
                  <a:pt x="269297" y="54251"/>
                </a:lnTo>
                <a:cubicBezTo>
                  <a:pt x="269297" y="54463"/>
                  <a:pt x="269244" y="54642"/>
                  <a:pt x="269138" y="54787"/>
                </a:cubicBezTo>
                <a:cubicBezTo>
                  <a:pt x="269032" y="54933"/>
                  <a:pt x="268860" y="55058"/>
                  <a:pt x="268622" y="55164"/>
                </a:cubicBezTo>
                <a:cubicBezTo>
                  <a:pt x="268384" y="55270"/>
                  <a:pt x="268053" y="55349"/>
                  <a:pt x="267630" y="55402"/>
                </a:cubicBezTo>
                <a:cubicBezTo>
                  <a:pt x="267207" y="55455"/>
                  <a:pt x="266664" y="55482"/>
                  <a:pt x="266003" y="55482"/>
                </a:cubicBezTo>
                <a:cubicBezTo>
                  <a:pt x="265368" y="55482"/>
                  <a:pt x="264839" y="55455"/>
                  <a:pt x="264416" y="55402"/>
                </a:cubicBezTo>
                <a:cubicBezTo>
                  <a:pt x="263992" y="55349"/>
                  <a:pt x="263655" y="55270"/>
                  <a:pt x="263404" y="55164"/>
                </a:cubicBezTo>
                <a:cubicBezTo>
                  <a:pt x="263152" y="55058"/>
                  <a:pt x="262980" y="54933"/>
                  <a:pt x="262888" y="54787"/>
                </a:cubicBezTo>
                <a:cubicBezTo>
                  <a:pt x="262795" y="54642"/>
                  <a:pt x="262749" y="54463"/>
                  <a:pt x="262749" y="54251"/>
                </a:cubicBezTo>
                <a:lnTo>
                  <a:pt x="262749" y="18534"/>
                </a:lnTo>
                <a:cubicBezTo>
                  <a:pt x="262749" y="18322"/>
                  <a:pt x="262788" y="18143"/>
                  <a:pt x="262868" y="17998"/>
                </a:cubicBezTo>
                <a:cubicBezTo>
                  <a:pt x="262947" y="17852"/>
                  <a:pt x="263106" y="17720"/>
                  <a:pt x="263344" y="17601"/>
                </a:cubicBezTo>
                <a:cubicBezTo>
                  <a:pt x="263582" y="17482"/>
                  <a:pt x="263886" y="17402"/>
                  <a:pt x="264257" y="17363"/>
                </a:cubicBezTo>
                <a:cubicBezTo>
                  <a:pt x="264627" y="17323"/>
                  <a:pt x="265117" y="17303"/>
                  <a:pt x="265725" y="17303"/>
                </a:cubicBezTo>
                <a:cubicBezTo>
                  <a:pt x="266307" y="17303"/>
                  <a:pt x="266790" y="17323"/>
                  <a:pt x="267174" y="17363"/>
                </a:cubicBezTo>
                <a:cubicBezTo>
                  <a:pt x="267557" y="17402"/>
                  <a:pt x="267855" y="17482"/>
                  <a:pt x="268067" y="17601"/>
                </a:cubicBezTo>
                <a:cubicBezTo>
                  <a:pt x="268278" y="17720"/>
                  <a:pt x="268430" y="17852"/>
                  <a:pt x="268523" y="17998"/>
                </a:cubicBezTo>
                <a:cubicBezTo>
                  <a:pt x="268616" y="18143"/>
                  <a:pt x="268662" y="18322"/>
                  <a:pt x="268662" y="18534"/>
                </a:cubicBezTo>
                <a:lnTo>
                  <a:pt x="268662" y="23256"/>
                </a:lnTo>
                <a:cubicBezTo>
                  <a:pt x="270673" y="21007"/>
                  <a:pt x="272677" y="19360"/>
                  <a:pt x="274674" y="18315"/>
                </a:cubicBezTo>
                <a:cubicBezTo>
                  <a:pt x="276672" y="17270"/>
                  <a:pt x="278689" y="16748"/>
                  <a:pt x="280727" y="16748"/>
                </a:cubicBezTo>
                <a:cubicBezTo>
                  <a:pt x="283108" y="16748"/>
                  <a:pt x="285112" y="17151"/>
                  <a:pt x="286739" y="17958"/>
                </a:cubicBezTo>
                <a:cubicBezTo>
                  <a:pt x="288366" y="18765"/>
                  <a:pt x="289683" y="19843"/>
                  <a:pt x="290688" y="21193"/>
                </a:cubicBezTo>
                <a:cubicBezTo>
                  <a:pt x="291693" y="22542"/>
                  <a:pt x="292414" y="24123"/>
                  <a:pt x="292851" y="25935"/>
                </a:cubicBezTo>
                <a:cubicBezTo>
                  <a:pt x="293287" y="27747"/>
                  <a:pt x="293506" y="29924"/>
                  <a:pt x="293506" y="32463"/>
                </a:cubicBezTo>
                <a:lnTo>
                  <a:pt x="293506" y="54251"/>
                </a:lnTo>
                <a:close/>
                <a:moveTo>
                  <a:pt x="335573" y="34845"/>
                </a:moveTo>
                <a:cubicBezTo>
                  <a:pt x="335573" y="35876"/>
                  <a:pt x="335315" y="36611"/>
                  <a:pt x="334800" y="37047"/>
                </a:cubicBezTo>
                <a:cubicBezTo>
                  <a:pt x="334284" y="37484"/>
                  <a:pt x="333695" y="37702"/>
                  <a:pt x="333033" y="37702"/>
                </a:cubicBezTo>
                <a:lnTo>
                  <a:pt x="309619" y="37702"/>
                </a:lnTo>
                <a:cubicBezTo>
                  <a:pt x="309619" y="39692"/>
                  <a:pt x="309817" y="41483"/>
                  <a:pt x="310214" y="43076"/>
                </a:cubicBezTo>
                <a:cubicBezTo>
                  <a:pt x="310611" y="44668"/>
                  <a:pt x="311272" y="46035"/>
                  <a:pt x="312198" y="47176"/>
                </a:cubicBezTo>
                <a:cubicBezTo>
                  <a:pt x="313124" y="48317"/>
                  <a:pt x="314328" y="49193"/>
                  <a:pt x="315810" y="49804"/>
                </a:cubicBezTo>
                <a:cubicBezTo>
                  <a:pt x="317291" y="50414"/>
                  <a:pt x="319104" y="50719"/>
                  <a:pt x="321247" y="50719"/>
                </a:cubicBezTo>
                <a:cubicBezTo>
                  <a:pt x="322940" y="50719"/>
                  <a:pt x="324448" y="50580"/>
                  <a:pt x="325771" y="50302"/>
                </a:cubicBezTo>
                <a:cubicBezTo>
                  <a:pt x="327094" y="50025"/>
                  <a:pt x="328238" y="49714"/>
                  <a:pt x="329204" y="49370"/>
                </a:cubicBezTo>
                <a:cubicBezTo>
                  <a:pt x="330169" y="49026"/>
                  <a:pt x="330963" y="48715"/>
                  <a:pt x="331585" y="48437"/>
                </a:cubicBezTo>
                <a:cubicBezTo>
                  <a:pt x="332207" y="48159"/>
                  <a:pt x="332676" y="48021"/>
                  <a:pt x="332994" y="48021"/>
                </a:cubicBezTo>
                <a:cubicBezTo>
                  <a:pt x="333179" y="48021"/>
                  <a:pt x="333344" y="48067"/>
                  <a:pt x="333490" y="48159"/>
                </a:cubicBezTo>
                <a:cubicBezTo>
                  <a:pt x="333635" y="48252"/>
                  <a:pt x="333748" y="48391"/>
                  <a:pt x="333827" y="48576"/>
                </a:cubicBezTo>
                <a:cubicBezTo>
                  <a:pt x="333907" y="48761"/>
                  <a:pt x="333966" y="49019"/>
                  <a:pt x="334006" y="49350"/>
                </a:cubicBezTo>
                <a:cubicBezTo>
                  <a:pt x="334045" y="49681"/>
                  <a:pt x="334065" y="50084"/>
                  <a:pt x="334065" y="50560"/>
                </a:cubicBezTo>
                <a:cubicBezTo>
                  <a:pt x="334065" y="50904"/>
                  <a:pt x="334052" y="51202"/>
                  <a:pt x="334026" y="51453"/>
                </a:cubicBezTo>
                <a:cubicBezTo>
                  <a:pt x="333999" y="51705"/>
                  <a:pt x="333966" y="51930"/>
                  <a:pt x="333926" y="52128"/>
                </a:cubicBezTo>
                <a:cubicBezTo>
                  <a:pt x="333887" y="52326"/>
                  <a:pt x="333821" y="52505"/>
                  <a:pt x="333728" y="52664"/>
                </a:cubicBezTo>
                <a:cubicBezTo>
                  <a:pt x="333635" y="52823"/>
                  <a:pt x="333516" y="52975"/>
                  <a:pt x="333371" y="53120"/>
                </a:cubicBezTo>
                <a:cubicBezTo>
                  <a:pt x="333225" y="53266"/>
                  <a:pt x="332795" y="53504"/>
                  <a:pt x="332081" y="53835"/>
                </a:cubicBezTo>
                <a:cubicBezTo>
                  <a:pt x="331367" y="54165"/>
                  <a:pt x="330441" y="54489"/>
                  <a:pt x="329303" y="54807"/>
                </a:cubicBezTo>
                <a:cubicBezTo>
                  <a:pt x="328165" y="55124"/>
                  <a:pt x="326849" y="55409"/>
                  <a:pt x="325354" y="55660"/>
                </a:cubicBezTo>
                <a:cubicBezTo>
                  <a:pt x="323859" y="55911"/>
                  <a:pt x="322265" y="56037"/>
                  <a:pt x="320572" y="56037"/>
                </a:cubicBezTo>
                <a:cubicBezTo>
                  <a:pt x="317635" y="56037"/>
                  <a:pt x="315062" y="55627"/>
                  <a:pt x="312853" y="54806"/>
                </a:cubicBezTo>
                <a:cubicBezTo>
                  <a:pt x="310644" y="53985"/>
                  <a:pt x="308785" y="52766"/>
                  <a:pt x="307277" y="51151"/>
                </a:cubicBezTo>
                <a:cubicBezTo>
                  <a:pt x="305769" y="49535"/>
                  <a:pt x="304631" y="47509"/>
                  <a:pt x="303864" y="45073"/>
                </a:cubicBezTo>
                <a:cubicBezTo>
                  <a:pt x="303097" y="42636"/>
                  <a:pt x="302713" y="39802"/>
                  <a:pt x="302713" y="36571"/>
                </a:cubicBezTo>
                <a:cubicBezTo>
                  <a:pt x="302713" y="33499"/>
                  <a:pt x="303110" y="30738"/>
                  <a:pt x="303904" y="28288"/>
                </a:cubicBezTo>
                <a:cubicBezTo>
                  <a:pt x="304697" y="25838"/>
                  <a:pt x="305842" y="23759"/>
                  <a:pt x="307337" y="22051"/>
                </a:cubicBezTo>
                <a:cubicBezTo>
                  <a:pt x="308831" y="20343"/>
                  <a:pt x="310637" y="19032"/>
                  <a:pt x="312754" y="18118"/>
                </a:cubicBezTo>
                <a:cubicBezTo>
                  <a:pt x="314870" y="17204"/>
                  <a:pt x="317238" y="16748"/>
                  <a:pt x="319858" y="16748"/>
                </a:cubicBezTo>
                <a:cubicBezTo>
                  <a:pt x="322662" y="16748"/>
                  <a:pt x="325050" y="17197"/>
                  <a:pt x="327021" y="18097"/>
                </a:cubicBezTo>
                <a:cubicBezTo>
                  <a:pt x="328992" y="18997"/>
                  <a:pt x="330613" y="20207"/>
                  <a:pt x="331883" y="21728"/>
                </a:cubicBezTo>
                <a:cubicBezTo>
                  <a:pt x="333153" y="23250"/>
                  <a:pt x="334085" y="25035"/>
                  <a:pt x="334680" y="27086"/>
                </a:cubicBezTo>
                <a:cubicBezTo>
                  <a:pt x="335276" y="29136"/>
                  <a:pt x="335573" y="31326"/>
                  <a:pt x="335573" y="33654"/>
                </a:cubicBezTo>
                <a:lnTo>
                  <a:pt x="335573" y="34845"/>
                </a:lnTo>
                <a:moveTo>
                  <a:pt x="328985" y="32900"/>
                </a:moveTo>
                <a:cubicBezTo>
                  <a:pt x="329065" y="29461"/>
                  <a:pt x="328304" y="26762"/>
                  <a:pt x="326703" y="24804"/>
                </a:cubicBezTo>
                <a:cubicBezTo>
                  <a:pt x="325103" y="22846"/>
                  <a:pt x="322728" y="21867"/>
                  <a:pt x="319580" y="21867"/>
                </a:cubicBezTo>
                <a:cubicBezTo>
                  <a:pt x="317966" y="21867"/>
                  <a:pt x="316550" y="22171"/>
                  <a:pt x="315333" y="22780"/>
                </a:cubicBezTo>
                <a:cubicBezTo>
                  <a:pt x="314116" y="23389"/>
                  <a:pt x="313098" y="24195"/>
                  <a:pt x="312277" y="25201"/>
                </a:cubicBezTo>
                <a:cubicBezTo>
                  <a:pt x="311457" y="26206"/>
                  <a:pt x="310822" y="27377"/>
                  <a:pt x="310373" y="28713"/>
                </a:cubicBezTo>
                <a:cubicBezTo>
                  <a:pt x="309923" y="30049"/>
                  <a:pt x="309671" y="31445"/>
                  <a:pt x="309619" y="32900"/>
                </a:cubicBezTo>
                <a:lnTo>
                  <a:pt x="328985" y="32900"/>
                </a:lnTo>
                <a:close/>
                <a:moveTo>
                  <a:pt x="418024" y="18414"/>
                </a:moveTo>
                <a:cubicBezTo>
                  <a:pt x="418024" y="18706"/>
                  <a:pt x="417984" y="19063"/>
                  <a:pt x="417905" y="19486"/>
                </a:cubicBezTo>
                <a:cubicBezTo>
                  <a:pt x="417825" y="19909"/>
                  <a:pt x="417680" y="20518"/>
                  <a:pt x="417468" y="21312"/>
                </a:cubicBezTo>
                <a:lnTo>
                  <a:pt x="408023" y="53338"/>
                </a:lnTo>
                <a:cubicBezTo>
                  <a:pt x="407891" y="53788"/>
                  <a:pt x="407719" y="54152"/>
                  <a:pt x="407507" y="54430"/>
                </a:cubicBezTo>
                <a:cubicBezTo>
                  <a:pt x="407295" y="54708"/>
                  <a:pt x="406971" y="54926"/>
                  <a:pt x="406535" y="55085"/>
                </a:cubicBezTo>
                <a:cubicBezTo>
                  <a:pt x="406098" y="55243"/>
                  <a:pt x="405476" y="55349"/>
                  <a:pt x="404669" y="55402"/>
                </a:cubicBezTo>
                <a:cubicBezTo>
                  <a:pt x="403862" y="55455"/>
                  <a:pt x="402811" y="55482"/>
                  <a:pt x="401514" y="55482"/>
                </a:cubicBezTo>
                <a:cubicBezTo>
                  <a:pt x="400218" y="55482"/>
                  <a:pt x="399160" y="55448"/>
                  <a:pt x="398339" y="55382"/>
                </a:cubicBezTo>
                <a:cubicBezTo>
                  <a:pt x="397519" y="55316"/>
                  <a:pt x="396878" y="55204"/>
                  <a:pt x="396415" y="55045"/>
                </a:cubicBezTo>
                <a:cubicBezTo>
                  <a:pt x="395952" y="54886"/>
                  <a:pt x="395614" y="54668"/>
                  <a:pt x="395403" y="54390"/>
                </a:cubicBezTo>
                <a:cubicBezTo>
                  <a:pt x="395191" y="54112"/>
                  <a:pt x="395032" y="53762"/>
                  <a:pt x="394926" y="53338"/>
                </a:cubicBezTo>
                <a:lnTo>
                  <a:pt x="388973" y="31828"/>
                </a:lnTo>
                <a:lnTo>
                  <a:pt x="388894" y="31471"/>
                </a:lnTo>
                <a:lnTo>
                  <a:pt x="388815" y="31828"/>
                </a:lnTo>
                <a:lnTo>
                  <a:pt x="383338" y="53338"/>
                </a:lnTo>
                <a:cubicBezTo>
                  <a:pt x="383232" y="53788"/>
                  <a:pt x="383080" y="54152"/>
                  <a:pt x="382882" y="54430"/>
                </a:cubicBezTo>
                <a:cubicBezTo>
                  <a:pt x="382683" y="54708"/>
                  <a:pt x="382346" y="54926"/>
                  <a:pt x="381870" y="55085"/>
                </a:cubicBezTo>
                <a:cubicBezTo>
                  <a:pt x="381393" y="55243"/>
                  <a:pt x="380745" y="55349"/>
                  <a:pt x="379925" y="55402"/>
                </a:cubicBezTo>
                <a:cubicBezTo>
                  <a:pt x="379105" y="55455"/>
                  <a:pt x="378046" y="55482"/>
                  <a:pt x="376750" y="55482"/>
                </a:cubicBezTo>
                <a:cubicBezTo>
                  <a:pt x="375427" y="55482"/>
                  <a:pt x="374362" y="55448"/>
                  <a:pt x="373555" y="55382"/>
                </a:cubicBezTo>
                <a:cubicBezTo>
                  <a:pt x="372748" y="55316"/>
                  <a:pt x="372113" y="55204"/>
                  <a:pt x="371650" y="55045"/>
                </a:cubicBezTo>
                <a:cubicBezTo>
                  <a:pt x="371187" y="54886"/>
                  <a:pt x="370850" y="54668"/>
                  <a:pt x="370638" y="54390"/>
                </a:cubicBezTo>
                <a:cubicBezTo>
                  <a:pt x="370427" y="54112"/>
                  <a:pt x="370268" y="53762"/>
                  <a:pt x="370162" y="53338"/>
                </a:cubicBezTo>
                <a:lnTo>
                  <a:pt x="360796" y="21312"/>
                </a:lnTo>
                <a:cubicBezTo>
                  <a:pt x="360558" y="20544"/>
                  <a:pt x="360406" y="19942"/>
                  <a:pt x="360340" y="19506"/>
                </a:cubicBezTo>
                <a:cubicBezTo>
                  <a:pt x="360274" y="19069"/>
                  <a:pt x="360240" y="18706"/>
                  <a:pt x="360240" y="18414"/>
                </a:cubicBezTo>
                <a:cubicBezTo>
                  <a:pt x="360240" y="18150"/>
                  <a:pt x="360313" y="17918"/>
                  <a:pt x="360459" y="17720"/>
                </a:cubicBezTo>
                <a:cubicBezTo>
                  <a:pt x="360604" y="17522"/>
                  <a:pt x="360869" y="17363"/>
                  <a:pt x="361252" y="17244"/>
                </a:cubicBezTo>
                <a:cubicBezTo>
                  <a:pt x="361636" y="17125"/>
                  <a:pt x="362152" y="17039"/>
                  <a:pt x="362800" y="16986"/>
                </a:cubicBezTo>
                <a:cubicBezTo>
                  <a:pt x="363448" y="16933"/>
                  <a:pt x="364262" y="16906"/>
                  <a:pt x="365241" y="16906"/>
                </a:cubicBezTo>
                <a:cubicBezTo>
                  <a:pt x="366299" y="16906"/>
                  <a:pt x="367159" y="16933"/>
                  <a:pt x="367821" y="16986"/>
                </a:cubicBezTo>
                <a:cubicBezTo>
                  <a:pt x="368482" y="17039"/>
                  <a:pt x="368998" y="17131"/>
                  <a:pt x="369368" y="17264"/>
                </a:cubicBezTo>
                <a:cubicBezTo>
                  <a:pt x="369739" y="17396"/>
                  <a:pt x="369997" y="17574"/>
                  <a:pt x="370142" y="17799"/>
                </a:cubicBezTo>
                <a:cubicBezTo>
                  <a:pt x="370288" y="18024"/>
                  <a:pt x="370400" y="18295"/>
                  <a:pt x="370480" y="18613"/>
                </a:cubicBezTo>
                <a:lnTo>
                  <a:pt x="377504" y="44607"/>
                </a:lnTo>
                <a:lnTo>
                  <a:pt x="377583" y="45084"/>
                </a:lnTo>
                <a:lnTo>
                  <a:pt x="377663" y="44607"/>
                </a:lnTo>
                <a:lnTo>
                  <a:pt x="384251" y="18613"/>
                </a:lnTo>
                <a:cubicBezTo>
                  <a:pt x="384330" y="18295"/>
                  <a:pt x="384456" y="18024"/>
                  <a:pt x="384628" y="17799"/>
                </a:cubicBezTo>
                <a:cubicBezTo>
                  <a:pt x="384800" y="17574"/>
                  <a:pt x="385058" y="17396"/>
                  <a:pt x="385402" y="17264"/>
                </a:cubicBezTo>
                <a:cubicBezTo>
                  <a:pt x="385746" y="17131"/>
                  <a:pt x="386228" y="17039"/>
                  <a:pt x="386850" y="16986"/>
                </a:cubicBezTo>
                <a:cubicBezTo>
                  <a:pt x="387472" y="16933"/>
                  <a:pt x="388272" y="16906"/>
                  <a:pt x="389251" y="16906"/>
                </a:cubicBezTo>
                <a:cubicBezTo>
                  <a:pt x="390230" y="16906"/>
                  <a:pt x="391024" y="16939"/>
                  <a:pt x="391632" y="17006"/>
                </a:cubicBezTo>
                <a:cubicBezTo>
                  <a:pt x="392241" y="17072"/>
                  <a:pt x="392724" y="17164"/>
                  <a:pt x="393081" y="17283"/>
                </a:cubicBezTo>
                <a:cubicBezTo>
                  <a:pt x="393438" y="17402"/>
                  <a:pt x="393689" y="17561"/>
                  <a:pt x="393835" y="17760"/>
                </a:cubicBezTo>
                <a:cubicBezTo>
                  <a:pt x="393980" y="17958"/>
                  <a:pt x="394093" y="18190"/>
                  <a:pt x="394172" y="18454"/>
                </a:cubicBezTo>
                <a:lnTo>
                  <a:pt x="401236" y="44647"/>
                </a:lnTo>
                <a:lnTo>
                  <a:pt x="401356" y="45084"/>
                </a:lnTo>
                <a:lnTo>
                  <a:pt x="401435" y="44607"/>
                </a:lnTo>
                <a:lnTo>
                  <a:pt x="408182" y="18613"/>
                </a:lnTo>
                <a:cubicBezTo>
                  <a:pt x="408235" y="18295"/>
                  <a:pt x="408340" y="18024"/>
                  <a:pt x="408499" y="17799"/>
                </a:cubicBezTo>
                <a:cubicBezTo>
                  <a:pt x="408658" y="17574"/>
                  <a:pt x="408922" y="17396"/>
                  <a:pt x="409293" y="17264"/>
                </a:cubicBezTo>
                <a:cubicBezTo>
                  <a:pt x="409663" y="17131"/>
                  <a:pt x="410166" y="17039"/>
                  <a:pt x="410801" y="16986"/>
                </a:cubicBezTo>
                <a:cubicBezTo>
                  <a:pt x="411436" y="16933"/>
                  <a:pt x="412243" y="16906"/>
                  <a:pt x="413222" y="16906"/>
                </a:cubicBezTo>
                <a:cubicBezTo>
                  <a:pt x="414201" y="16906"/>
                  <a:pt x="415001" y="16933"/>
                  <a:pt x="415623" y="16986"/>
                </a:cubicBezTo>
                <a:cubicBezTo>
                  <a:pt x="416245" y="17039"/>
                  <a:pt x="416734" y="17125"/>
                  <a:pt x="417091" y="17244"/>
                </a:cubicBezTo>
                <a:cubicBezTo>
                  <a:pt x="417448" y="17363"/>
                  <a:pt x="417693" y="17522"/>
                  <a:pt x="417825" y="17720"/>
                </a:cubicBezTo>
                <a:cubicBezTo>
                  <a:pt x="417958" y="17918"/>
                  <a:pt x="418024" y="18150"/>
                  <a:pt x="418024" y="18414"/>
                </a:cubicBezTo>
                <a:close/>
                <a:moveTo>
                  <a:pt x="458103" y="53893"/>
                </a:moveTo>
                <a:cubicBezTo>
                  <a:pt x="458103" y="54157"/>
                  <a:pt x="458023" y="54389"/>
                  <a:pt x="457865" y="54589"/>
                </a:cubicBezTo>
                <a:cubicBezTo>
                  <a:pt x="457706" y="54787"/>
                  <a:pt x="457441" y="54952"/>
                  <a:pt x="457071" y="55085"/>
                </a:cubicBezTo>
                <a:cubicBezTo>
                  <a:pt x="456701" y="55217"/>
                  <a:pt x="456191" y="55316"/>
                  <a:pt x="455543" y="55382"/>
                </a:cubicBezTo>
                <a:cubicBezTo>
                  <a:pt x="454895" y="55448"/>
                  <a:pt x="454095" y="55482"/>
                  <a:pt x="453142" y="55482"/>
                </a:cubicBezTo>
                <a:cubicBezTo>
                  <a:pt x="452163" y="55482"/>
                  <a:pt x="451350" y="55448"/>
                  <a:pt x="450701" y="55382"/>
                </a:cubicBezTo>
                <a:cubicBezTo>
                  <a:pt x="450053" y="55316"/>
                  <a:pt x="449544" y="55217"/>
                  <a:pt x="449173" y="55085"/>
                </a:cubicBezTo>
                <a:cubicBezTo>
                  <a:pt x="448803" y="54952"/>
                  <a:pt x="448538" y="54787"/>
                  <a:pt x="448380" y="54589"/>
                </a:cubicBezTo>
                <a:cubicBezTo>
                  <a:pt x="448221" y="54390"/>
                  <a:pt x="448142" y="54159"/>
                  <a:pt x="448142" y="53894"/>
                </a:cubicBezTo>
                <a:lnTo>
                  <a:pt x="448142" y="33694"/>
                </a:lnTo>
                <a:cubicBezTo>
                  <a:pt x="448142" y="31974"/>
                  <a:pt x="448016" y="30625"/>
                  <a:pt x="447765" y="29646"/>
                </a:cubicBezTo>
                <a:cubicBezTo>
                  <a:pt x="447513" y="28667"/>
                  <a:pt x="447149" y="27827"/>
                  <a:pt x="446673" y="27126"/>
                </a:cubicBezTo>
                <a:cubicBezTo>
                  <a:pt x="446197" y="26425"/>
                  <a:pt x="445582" y="25882"/>
                  <a:pt x="444828" y="25498"/>
                </a:cubicBezTo>
                <a:cubicBezTo>
                  <a:pt x="444074" y="25115"/>
                  <a:pt x="443194" y="24923"/>
                  <a:pt x="442189" y="24923"/>
                </a:cubicBezTo>
                <a:cubicBezTo>
                  <a:pt x="440919" y="24923"/>
                  <a:pt x="439635" y="25386"/>
                  <a:pt x="438339" y="26312"/>
                </a:cubicBezTo>
                <a:cubicBezTo>
                  <a:pt x="437043" y="27238"/>
                  <a:pt x="435693" y="28587"/>
                  <a:pt x="434291" y="30360"/>
                </a:cubicBezTo>
                <a:lnTo>
                  <a:pt x="434291" y="53894"/>
                </a:lnTo>
                <a:cubicBezTo>
                  <a:pt x="434291" y="54159"/>
                  <a:pt x="434212" y="54390"/>
                  <a:pt x="434053" y="54589"/>
                </a:cubicBezTo>
                <a:cubicBezTo>
                  <a:pt x="433894" y="54787"/>
                  <a:pt x="433623" y="54952"/>
                  <a:pt x="433239" y="55085"/>
                </a:cubicBezTo>
                <a:cubicBezTo>
                  <a:pt x="432856" y="55217"/>
                  <a:pt x="432346" y="55316"/>
                  <a:pt x="431711" y="55382"/>
                </a:cubicBezTo>
                <a:cubicBezTo>
                  <a:pt x="431076" y="55448"/>
                  <a:pt x="430269" y="55482"/>
                  <a:pt x="429291" y="55482"/>
                </a:cubicBezTo>
                <a:cubicBezTo>
                  <a:pt x="428312" y="55482"/>
                  <a:pt x="427505" y="55448"/>
                  <a:pt x="426870" y="55382"/>
                </a:cubicBezTo>
                <a:cubicBezTo>
                  <a:pt x="426235" y="55316"/>
                  <a:pt x="425725" y="55217"/>
                  <a:pt x="425342" y="55085"/>
                </a:cubicBezTo>
                <a:cubicBezTo>
                  <a:pt x="424958" y="54952"/>
                  <a:pt x="424687" y="54787"/>
                  <a:pt x="424528" y="54589"/>
                </a:cubicBezTo>
                <a:cubicBezTo>
                  <a:pt x="424369" y="54390"/>
                  <a:pt x="424290" y="54159"/>
                  <a:pt x="424290" y="53894"/>
                </a:cubicBezTo>
                <a:lnTo>
                  <a:pt x="424290" y="1707"/>
                </a:lnTo>
                <a:cubicBezTo>
                  <a:pt x="424290" y="1442"/>
                  <a:pt x="424369" y="1204"/>
                  <a:pt x="424528" y="992"/>
                </a:cubicBezTo>
                <a:cubicBezTo>
                  <a:pt x="424687" y="780"/>
                  <a:pt x="424958" y="602"/>
                  <a:pt x="425342" y="456"/>
                </a:cubicBezTo>
                <a:cubicBezTo>
                  <a:pt x="425725" y="311"/>
                  <a:pt x="426235" y="198"/>
                  <a:pt x="426870" y="119"/>
                </a:cubicBezTo>
                <a:cubicBezTo>
                  <a:pt x="427505" y="40"/>
                  <a:pt x="428312" y="0"/>
                  <a:pt x="429291" y="0"/>
                </a:cubicBezTo>
                <a:cubicBezTo>
                  <a:pt x="430269" y="0"/>
                  <a:pt x="431076" y="40"/>
                  <a:pt x="431711" y="119"/>
                </a:cubicBezTo>
                <a:cubicBezTo>
                  <a:pt x="432346" y="198"/>
                  <a:pt x="432856" y="311"/>
                  <a:pt x="433239" y="456"/>
                </a:cubicBezTo>
                <a:cubicBezTo>
                  <a:pt x="433623" y="601"/>
                  <a:pt x="433894" y="779"/>
                  <a:pt x="434053" y="991"/>
                </a:cubicBezTo>
                <a:cubicBezTo>
                  <a:pt x="434212" y="1202"/>
                  <a:pt x="434291" y="1439"/>
                  <a:pt x="434291" y="1704"/>
                </a:cubicBezTo>
                <a:lnTo>
                  <a:pt x="434291" y="21237"/>
                </a:lnTo>
                <a:cubicBezTo>
                  <a:pt x="436011" y="19542"/>
                  <a:pt x="437764" y="18278"/>
                  <a:pt x="439549" y="17443"/>
                </a:cubicBezTo>
                <a:cubicBezTo>
                  <a:pt x="441335" y="16609"/>
                  <a:pt x="443194" y="16192"/>
                  <a:pt x="445125" y="16192"/>
                </a:cubicBezTo>
                <a:cubicBezTo>
                  <a:pt x="447533" y="16192"/>
                  <a:pt x="449564" y="16589"/>
                  <a:pt x="451217" y="17384"/>
                </a:cubicBezTo>
                <a:cubicBezTo>
                  <a:pt x="452871" y="18178"/>
                  <a:pt x="454207" y="19264"/>
                  <a:pt x="455226" y="20642"/>
                </a:cubicBezTo>
                <a:cubicBezTo>
                  <a:pt x="456244" y="22018"/>
                  <a:pt x="456978" y="23627"/>
                  <a:pt x="457428" y="25469"/>
                </a:cubicBezTo>
                <a:cubicBezTo>
                  <a:pt x="457878" y="27309"/>
                  <a:pt x="458103" y="29540"/>
                  <a:pt x="458103" y="32162"/>
                </a:cubicBezTo>
                <a:lnTo>
                  <a:pt x="458103" y="53893"/>
                </a:lnTo>
                <a:close/>
                <a:moveTo>
                  <a:pt x="500751" y="35156"/>
                </a:moveTo>
                <a:cubicBezTo>
                  <a:pt x="500751" y="36375"/>
                  <a:pt x="500480" y="37277"/>
                  <a:pt x="499938" y="37860"/>
                </a:cubicBezTo>
                <a:cubicBezTo>
                  <a:pt x="499395" y="38442"/>
                  <a:pt x="498648" y="38734"/>
                  <a:pt x="497696" y="38734"/>
                </a:cubicBezTo>
                <a:lnTo>
                  <a:pt x="476146" y="38734"/>
                </a:lnTo>
                <a:cubicBezTo>
                  <a:pt x="476146" y="40248"/>
                  <a:pt x="476324" y="41622"/>
                  <a:pt x="476682" y="42858"/>
                </a:cubicBezTo>
                <a:cubicBezTo>
                  <a:pt x="477039" y="44093"/>
                  <a:pt x="477608" y="45142"/>
                  <a:pt x="478388" y="46006"/>
                </a:cubicBezTo>
                <a:cubicBezTo>
                  <a:pt x="479169" y="46870"/>
                  <a:pt x="480174" y="47527"/>
                  <a:pt x="481404" y="47978"/>
                </a:cubicBezTo>
                <a:cubicBezTo>
                  <a:pt x="482635" y="48430"/>
                  <a:pt x="484110" y="48655"/>
                  <a:pt x="485829" y="48655"/>
                </a:cubicBezTo>
                <a:cubicBezTo>
                  <a:pt x="487575" y="48655"/>
                  <a:pt x="489110" y="48528"/>
                  <a:pt x="490433" y="48272"/>
                </a:cubicBezTo>
                <a:cubicBezTo>
                  <a:pt x="491756" y="48017"/>
                  <a:pt x="492900" y="47734"/>
                  <a:pt x="493866" y="47425"/>
                </a:cubicBezTo>
                <a:cubicBezTo>
                  <a:pt x="494831" y="47116"/>
                  <a:pt x="495632" y="46834"/>
                  <a:pt x="496267" y="46578"/>
                </a:cubicBezTo>
                <a:cubicBezTo>
                  <a:pt x="496902" y="46323"/>
                  <a:pt x="497418" y="46195"/>
                  <a:pt x="497815" y="46195"/>
                </a:cubicBezTo>
                <a:cubicBezTo>
                  <a:pt x="498053" y="46195"/>
                  <a:pt x="498251" y="46242"/>
                  <a:pt x="498410" y="46335"/>
                </a:cubicBezTo>
                <a:cubicBezTo>
                  <a:pt x="498569" y="46428"/>
                  <a:pt x="498701" y="46594"/>
                  <a:pt x="498807" y="46834"/>
                </a:cubicBezTo>
                <a:cubicBezTo>
                  <a:pt x="498913" y="47073"/>
                  <a:pt x="498985" y="47412"/>
                  <a:pt x="499025" y="47851"/>
                </a:cubicBezTo>
                <a:cubicBezTo>
                  <a:pt x="499065" y="48290"/>
                  <a:pt x="499085" y="48842"/>
                  <a:pt x="499085" y="49506"/>
                </a:cubicBezTo>
                <a:cubicBezTo>
                  <a:pt x="499085" y="50092"/>
                  <a:pt x="499071" y="50591"/>
                  <a:pt x="499045" y="51003"/>
                </a:cubicBezTo>
                <a:cubicBezTo>
                  <a:pt x="499018" y="51415"/>
                  <a:pt x="498979" y="51767"/>
                  <a:pt x="498926" y="52060"/>
                </a:cubicBezTo>
                <a:cubicBezTo>
                  <a:pt x="498873" y="52353"/>
                  <a:pt x="498794" y="52599"/>
                  <a:pt x="498688" y="52799"/>
                </a:cubicBezTo>
                <a:cubicBezTo>
                  <a:pt x="498582" y="52998"/>
                  <a:pt x="498443" y="53191"/>
                  <a:pt x="498271" y="53377"/>
                </a:cubicBezTo>
                <a:cubicBezTo>
                  <a:pt x="498099" y="53563"/>
                  <a:pt x="497629" y="53815"/>
                  <a:pt x="496862" y="54132"/>
                </a:cubicBezTo>
                <a:cubicBezTo>
                  <a:pt x="496095" y="54450"/>
                  <a:pt x="495116" y="54761"/>
                  <a:pt x="493925" y="55065"/>
                </a:cubicBezTo>
                <a:cubicBezTo>
                  <a:pt x="492735" y="55369"/>
                  <a:pt x="491372" y="55634"/>
                  <a:pt x="489838" y="55859"/>
                </a:cubicBezTo>
                <a:cubicBezTo>
                  <a:pt x="488303" y="56083"/>
                  <a:pt x="486663" y="56196"/>
                  <a:pt x="484917" y="56196"/>
                </a:cubicBezTo>
                <a:cubicBezTo>
                  <a:pt x="481768" y="56196"/>
                  <a:pt x="479010" y="55798"/>
                  <a:pt x="476642" y="55003"/>
                </a:cubicBezTo>
                <a:cubicBezTo>
                  <a:pt x="474274" y="54207"/>
                  <a:pt x="472296" y="53001"/>
                  <a:pt x="470709" y="51384"/>
                </a:cubicBezTo>
                <a:cubicBezTo>
                  <a:pt x="469121" y="49767"/>
                  <a:pt x="467937" y="47726"/>
                  <a:pt x="467157" y="45261"/>
                </a:cubicBezTo>
                <a:cubicBezTo>
                  <a:pt x="466376" y="42796"/>
                  <a:pt x="465986" y="39906"/>
                  <a:pt x="465986" y="36592"/>
                </a:cubicBezTo>
                <a:cubicBezTo>
                  <a:pt x="465986" y="33437"/>
                  <a:pt x="466396" y="30594"/>
                  <a:pt x="467216" y="28062"/>
                </a:cubicBezTo>
                <a:cubicBezTo>
                  <a:pt x="468037" y="25530"/>
                  <a:pt x="469227" y="23383"/>
                  <a:pt x="470788" y="21620"/>
                </a:cubicBezTo>
                <a:cubicBezTo>
                  <a:pt x="472349" y="19857"/>
                  <a:pt x="474247" y="18511"/>
                  <a:pt x="476483" y="17584"/>
                </a:cubicBezTo>
                <a:cubicBezTo>
                  <a:pt x="478719" y="16656"/>
                  <a:pt x="481239" y="16192"/>
                  <a:pt x="484043" y="16192"/>
                </a:cubicBezTo>
                <a:cubicBezTo>
                  <a:pt x="487007" y="16192"/>
                  <a:pt x="489540" y="16629"/>
                  <a:pt x="491643" y="17504"/>
                </a:cubicBezTo>
                <a:cubicBezTo>
                  <a:pt x="493747" y="18379"/>
                  <a:pt x="495473" y="19591"/>
                  <a:pt x="496822" y="21142"/>
                </a:cubicBezTo>
                <a:cubicBezTo>
                  <a:pt x="498172" y="22692"/>
                  <a:pt x="499164" y="24527"/>
                  <a:pt x="499799" y="26648"/>
                </a:cubicBezTo>
                <a:cubicBezTo>
                  <a:pt x="500434" y="28768"/>
                  <a:pt x="500751" y="31074"/>
                  <a:pt x="500751" y="33566"/>
                </a:cubicBezTo>
                <a:lnTo>
                  <a:pt x="500751" y="35156"/>
                </a:lnTo>
                <a:moveTo>
                  <a:pt x="491068" y="32305"/>
                </a:moveTo>
                <a:cubicBezTo>
                  <a:pt x="491147" y="29488"/>
                  <a:pt x="490585" y="27276"/>
                  <a:pt x="489381" y="25668"/>
                </a:cubicBezTo>
                <a:cubicBezTo>
                  <a:pt x="488177" y="24060"/>
                  <a:pt x="486319" y="23256"/>
                  <a:pt x="483805" y="23256"/>
                </a:cubicBezTo>
                <a:cubicBezTo>
                  <a:pt x="482535" y="23256"/>
                  <a:pt x="481431" y="23496"/>
                  <a:pt x="480491" y="23974"/>
                </a:cubicBezTo>
                <a:cubicBezTo>
                  <a:pt x="479552" y="24452"/>
                  <a:pt x="478772" y="25097"/>
                  <a:pt x="478150" y="25908"/>
                </a:cubicBezTo>
                <a:cubicBezTo>
                  <a:pt x="477528" y="26718"/>
                  <a:pt x="477052" y="27675"/>
                  <a:pt x="476721" y="28778"/>
                </a:cubicBezTo>
                <a:cubicBezTo>
                  <a:pt x="476391" y="29880"/>
                  <a:pt x="476199" y="31055"/>
                  <a:pt x="476146" y="32305"/>
                </a:cubicBezTo>
                <a:lnTo>
                  <a:pt x="491068" y="32305"/>
                </a:lnTo>
                <a:close/>
                <a:moveTo>
                  <a:pt x="529302" y="50374"/>
                </a:moveTo>
                <a:cubicBezTo>
                  <a:pt x="529302" y="51544"/>
                  <a:pt x="529229" y="52442"/>
                  <a:pt x="529083" y="53067"/>
                </a:cubicBezTo>
                <a:cubicBezTo>
                  <a:pt x="528938" y="53691"/>
                  <a:pt x="528746" y="54130"/>
                  <a:pt x="528508" y="54383"/>
                </a:cubicBezTo>
                <a:cubicBezTo>
                  <a:pt x="528270" y="54635"/>
                  <a:pt x="527919" y="54861"/>
                  <a:pt x="527456" y="55060"/>
                </a:cubicBezTo>
                <a:cubicBezTo>
                  <a:pt x="526993" y="55259"/>
                  <a:pt x="526451" y="55432"/>
                  <a:pt x="525829" y="55578"/>
                </a:cubicBezTo>
                <a:cubicBezTo>
                  <a:pt x="525207" y="55725"/>
                  <a:pt x="524533" y="55837"/>
                  <a:pt x="523805" y="55917"/>
                </a:cubicBezTo>
                <a:cubicBezTo>
                  <a:pt x="523077" y="55997"/>
                  <a:pt x="522343" y="56037"/>
                  <a:pt x="521602" y="56037"/>
                </a:cubicBezTo>
                <a:cubicBezTo>
                  <a:pt x="519618" y="56037"/>
                  <a:pt x="517898" y="55786"/>
                  <a:pt x="516443" y="55283"/>
                </a:cubicBezTo>
                <a:cubicBezTo>
                  <a:pt x="514988" y="54780"/>
                  <a:pt x="513784" y="54007"/>
                  <a:pt x="512832" y="52961"/>
                </a:cubicBezTo>
                <a:cubicBezTo>
                  <a:pt x="511879" y="51916"/>
                  <a:pt x="511178" y="50600"/>
                  <a:pt x="510728" y="49013"/>
                </a:cubicBezTo>
                <a:cubicBezTo>
                  <a:pt x="510279" y="47425"/>
                  <a:pt x="510054" y="45547"/>
                  <a:pt x="510054" y="43377"/>
                </a:cubicBezTo>
                <a:lnTo>
                  <a:pt x="510054" y="25241"/>
                </a:lnTo>
                <a:lnTo>
                  <a:pt x="505807" y="25241"/>
                </a:lnTo>
                <a:cubicBezTo>
                  <a:pt x="505304" y="25241"/>
                  <a:pt x="504921" y="24930"/>
                  <a:pt x="504656" y="24308"/>
                </a:cubicBezTo>
                <a:cubicBezTo>
                  <a:pt x="504392" y="23686"/>
                  <a:pt x="504259" y="22648"/>
                  <a:pt x="504259" y="21193"/>
                </a:cubicBezTo>
                <a:cubicBezTo>
                  <a:pt x="504259" y="20425"/>
                  <a:pt x="504292" y="19777"/>
                  <a:pt x="504359" y="19248"/>
                </a:cubicBezTo>
                <a:cubicBezTo>
                  <a:pt x="504425" y="18719"/>
                  <a:pt x="504524" y="18302"/>
                  <a:pt x="504656" y="17998"/>
                </a:cubicBezTo>
                <a:cubicBezTo>
                  <a:pt x="504789" y="17694"/>
                  <a:pt x="504954" y="17475"/>
                  <a:pt x="505152" y="17343"/>
                </a:cubicBezTo>
                <a:cubicBezTo>
                  <a:pt x="505351" y="17211"/>
                  <a:pt x="505582" y="17145"/>
                  <a:pt x="505847" y="17145"/>
                </a:cubicBezTo>
                <a:lnTo>
                  <a:pt x="510054" y="17145"/>
                </a:lnTo>
                <a:lnTo>
                  <a:pt x="510054" y="9215"/>
                </a:lnTo>
                <a:cubicBezTo>
                  <a:pt x="510054" y="8948"/>
                  <a:pt x="510126" y="8709"/>
                  <a:pt x="510272" y="8497"/>
                </a:cubicBezTo>
                <a:cubicBezTo>
                  <a:pt x="510417" y="8284"/>
                  <a:pt x="510682" y="8105"/>
                  <a:pt x="511066" y="7960"/>
                </a:cubicBezTo>
                <a:cubicBezTo>
                  <a:pt x="511449" y="7813"/>
                  <a:pt x="511965" y="7707"/>
                  <a:pt x="512613" y="7641"/>
                </a:cubicBezTo>
                <a:cubicBezTo>
                  <a:pt x="513262" y="7574"/>
                  <a:pt x="514062" y="7540"/>
                  <a:pt x="515014" y="7540"/>
                </a:cubicBezTo>
                <a:cubicBezTo>
                  <a:pt x="515993" y="7540"/>
                  <a:pt x="516807" y="7574"/>
                  <a:pt x="517455" y="7641"/>
                </a:cubicBezTo>
                <a:cubicBezTo>
                  <a:pt x="518103" y="7707"/>
                  <a:pt x="518613" y="7813"/>
                  <a:pt x="518983" y="7960"/>
                </a:cubicBezTo>
                <a:cubicBezTo>
                  <a:pt x="519353" y="8105"/>
                  <a:pt x="519618" y="8284"/>
                  <a:pt x="519777" y="8497"/>
                </a:cubicBezTo>
                <a:cubicBezTo>
                  <a:pt x="519936" y="8709"/>
                  <a:pt x="520015" y="8948"/>
                  <a:pt x="520015" y="9215"/>
                </a:cubicBezTo>
                <a:lnTo>
                  <a:pt x="520015" y="17145"/>
                </a:lnTo>
                <a:lnTo>
                  <a:pt x="527714" y="17145"/>
                </a:lnTo>
                <a:cubicBezTo>
                  <a:pt x="527979" y="17145"/>
                  <a:pt x="528210" y="17211"/>
                  <a:pt x="528409" y="17343"/>
                </a:cubicBezTo>
                <a:cubicBezTo>
                  <a:pt x="528607" y="17475"/>
                  <a:pt x="528772" y="17694"/>
                  <a:pt x="528905" y="17998"/>
                </a:cubicBezTo>
                <a:cubicBezTo>
                  <a:pt x="529037" y="18302"/>
                  <a:pt x="529136" y="18719"/>
                  <a:pt x="529202" y="19248"/>
                </a:cubicBezTo>
                <a:cubicBezTo>
                  <a:pt x="529268" y="19777"/>
                  <a:pt x="529302" y="20425"/>
                  <a:pt x="529302" y="21193"/>
                </a:cubicBezTo>
                <a:cubicBezTo>
                  <a:pt x="529302" y="22648"/>
                  <a:pt x="529169" y="23686"/>
                  <a:pt x="528905" y="24308"/>
                </a:cubicBezTo>
                <a:cubicBezTo>
                  <a:pt x="528640" y="24930"/>
                  <a:pt x="528256" y="25241"/>
                  <a:pt x="527754" y="25241"/>
                </a:cubicBezTo>
                <a:lnTo>
                  <a:pt x="520015" y="25241"/>
                </a:lnTo>
                <a:lnTo>
                  <a:pt x="520015" y="41839"/>
                </a:lnTo>
                <a:cubicBezTo>
                  <a:pt x="520015" y="43767"/>
                  <a:pt x="520319" y="45214"/>
                  <a:pt x="520928" y="46178"/>
                </a:cubicBezTo>
                <a:cubicBezTo>
                  <a:pt x="521536" y="47142"/>
                  <a:pt x="522621" y="47624"/>
                  <a:pt x="524182" y="47624"/>
                </a:cubicBezTo>
                <a:cubicBezTo>
                  <a:pt x="524711" y="47624"/>
                  <a:pt x="525187" y="47577"/>
                  <a:pt x="525611" y="47485"/>
                </a:cubicBezTo>
                <a:cubicBezTo>
                  <a:pt x="526034" y="47392"/>
                  <a:pt x="526411" y="47286"/>
                  <a:pt x="526742" y="47167"/>
                </a:cubicBezTo>
                <a:cubicBezTo>
                  <a:pt x="527072" y="47048"/>
                  <a:pt x="527350" y="46942"/>
                  <a:pt x="527575" y="46850"/>
                </a:cubicBezTo>
                <a:cubicBezTo>
                  <a:pt x="527800" y="46757"/>
                  <a:pt x="528005" y="46711"/>
                  <a:pt x="528190" y="46711"/>
                </a:cubicBezTo>
                <a:cubicBezTo>
                  <a:pt x="528349" y="46711"/>
                  <a:pt x="528501" y="46757"/>
                  <a:pt x="528647" y="46850"/>
                </a:cubicBezTo>
                <a:cubicBezTo>
                  <a:pt x="528792" y="46942"/>
                  <a:pt x="528905" y="47128"/>
                  <a:pt x="528984" y="47407"/>
                </a:cubicBezTo>
                <a:cubicBezTo>
                  <a:pt x="529063" y="47684"/>
                  <a:pt x="529136" y="48063"/>
                  <a:pt x="529202" y="48541"/>
                </a:cubicBezTo>
                <a:cubicBezTo>
                  <a:pt x="529268" y="49019"/>
                  <a:pt x="529302" y="49630"/>
                  <a:pt x="529302" y="50374"/>
                </a:cubicBezTo>
                <a:close/>
                <a:moveTo>
                  <a:pt x="570640" y="53893"/>
                </a:moveTo>
                <a:cubicBezTo>
                  <a:pt x="570640" y="54157"/>
                  <a:pt x="570561" y="54389"/>
                  <a:pt x="570402" y="54589"/>
                </a:cubicBezTo>
                <a:cubicBezTo>
                  <a:pt x="570243" y="54787"/>
                  <a:pt x="569979" y="54952"/>
                  <a:pt x="569608" y="55085"/>
                </a:cubicBezTo>
                <a:cubicBezTo>
                  <a:pt x="569238" y="55217"/>
                  <a:pt x="568728" y="55316"/>
                  <a:pt x="568080" y="55382"/>
                </a:cubicBezTo>
                <a:cubicBezTo>
                  <a:pt x="567432" y="55448"/>
                  <a:pt x="566632" y="55482"/>
                  <a:pt x="565679" y="55482"/>
                </a:cubicBezTo>
                <a:cubicBezTo>
                  <a:pt x="564700" y="55482"/>
                  <a:pt x="563887" y="55448"/>
                  <a:pt x="563239" y="55382"/>
                </a:cubicBezTo>
                <a:cubicBezTo>
                  <a:pt x="562590" y="55316"/>
                  <a:pt x="562081" y="55217"/>
                  <a:pt x="561711" y="55085"/>
                </a:cubicBezTo>
                <a:cubicBezTo>
                  <a:pt x="561340" y="54952"/>
                  <a:pt x="561076" y="54787"/>
                  <a:pt x="560917" y="54589"/>
                </a:cubicBezTo>
                <a:cubicBezTo>
                  <a:pt x="560758" y="54390"/>
                  <a:pt x="560679" y="54159"/>
                  <a:pt x="560679" y="53894"/>
                </a:cubicBezTo>
                <a:lnTo>
                  <a:pt x="560679" y="33694"/>
                </a:lnTo>
                <a:cubicBezTo>
                  <a:pt x="560679" y="31974"/>
                  <a:pt x="560553" y="30625"/>
                  <a:pt x="560302" y="29646"/>
                </a:cubicBezTo>
                <a:cubicBezTo>
                  <a:pt x="560050" y="28667"/>
                  <a:pt x="559687" y="27827"/>
                  <a:pt x="559210" y="27126"/>
                </a:cubicBezTo>
                <a:cubicBezTo>
                  <a:pt x="558734" y="26425"/>
                  <a:pt x="558119" y="25882"/>
                  <a:pt x="557365" y="25498"/>
                </a:cubicBezTo>
                <a:cubicBezTo>
                  <a:pt x="556611" y="25115"/>
                  <a:pt x="555731" y="24923"/>
                  <a:pt x="554726" y="24923"/>
                </a:cubicBezTo>
                <a:cubicBezTo>
                  <a:pt x="553456" y="24923"/>
                  <a:pt x="552173" y="25386"/>
                  <a:pt x="550876" y="26312"/>
                </a:cubicBezTo>
                <a:cubicBezTo>
                  <a:pt x="549580" y="27238"/>
                  <a:pt x="548230" y="28587"/>
                  <a:pt x="546828" y="30360"/>
                </a:cubicBezTo>
                <a:lnTo>
                  <a:pt x="546828" y="53894"/>
                </a:lnTo>
                <a:cubicBezTo>
                  <a:pt x="546828" y="54159"/>
                  <a:pt x="546749" y="54390"/>
                  <a:pt x="546590" y="54589"/>
                </a:cubicBezTo>
                <a:cubicBezTo>
                  <a:pt x="546431" y="54787"/>
                  <a:pt x="546160" y="54952"/>
                  <a:pt x="545777" y="55085"/>
                </a:cubicBezTo>
                <a:cubicBezTo>
                  <a:pt x="545393" y="55217"/>
                  <a:pt x="544884" y="55316"/>
                  <a:pt x="544249" y="55382"/>
                </a:cubicBezTo>
                <a:cubicBezTo>
                  <a:pt x="543614" y="55448"/>
                  <a:pt x="542807" y="55482"/>
                  <a:pt x="541828" y="55482"/>
                </a:cubicBezTo>
                <a:cubicBezTo>
                  <a:pt x="540849" y="55482"/>
                  <a:pt x="540042" y="55448"/>
                  <a:pt x="539407" y="55382"/>
                </a:cubicBezTo>
                <a:cubicBezTo>
                  <a:pt x="538772" y="55316"/>
                  <a:pt x="538263" y="55217"/>
                  <a:pt x="537879" y="55085"/>
                </a:cubicBezTo>
                <a:cubicBezTo>
                  <a:pt x="537495" y="54952"/>
                  <a:pt x="537224" y="54787"/>
                  <a:pt x="537065" y="54589"/>
                </a:cubicBezTo>
                <a:cubicBezTo>
                  <a:pt x="536907" y="54390"/>
                  <a:pt x="536827" y="54159"/>
                  <a:pt x="536827" y="53894"/>
                </a:cubicBezTo>
                <a:lnTo>
                  <a:pt x="536827" y="1707"/>
                </a:lnTo>
                <a:cubicBezTo>
                  <a:pt x="536827" y="1442"/>
                  <a:pt x="536907" y="1204"/>
                  <a:pt x="537065" y="992"/>
                </a:cubicBezTo>
                <a:cubicBezTo>
                  <a:pt x="537224" y="780"/>
                  <a:pt x="537495" y="602"/>
                  <a:pt x="537879" y="456"/>
                </a:cubicBezTo>
                <a:cubicBezTo>
                  <a:pt x="538263" y="311"/>
                  <a:pt x="538772" y="198"/>
                  <a:pt x="539407" y="119"/>
                </a:cubicBezTo>
                <a:cubicBezTo>
                  <a:pt x="540042" y="40"/>
                  <a:pt x="540849" y="0"/>
                  <a:pt x="541828" y="0"/>
                </a:cubicBezTo>
                <a:cubicBezTo>
                  <a:pt x="542807" y="0"/>
                  <a:pt x="543614" y="40"/>
                  <a:pt x="544249" y="119"/>
                </a:cubicBezTo>
                <a:cubicBezTo>
                  <a:pt x="544884" y="198"/>
                  <a:pt x="545393" y="311"/>
                  <a:pt x="545777" y="456"/>
                </a:cubicBezTo>
                <a:cubicBezTo>
                  <a:pt x="546160" y="601"/>
                  <a:pt x="546431" y="779"/>
                  <a:pt x="546590" y="991"/>
                </a:cubicBezTo>
                <a:cubicBezTo>
                  <a:pt x="546749" y="1202"/>
                  <a:pt x="546828" y="1439"/>
                  <a:pt x="546828" y="1704"/>
                </a:cubicBezTo>
                <a:lnTo>
                  <a:pt x="546828" y="21237"/>
                </a:lnTo>
                <a:cubicBezTo>
                  <a:pt x="548548" y="19542"/>
                  <a:pt x="550301" y="18278"/>
                  <a:pt x="552087" y="17443"/>
                </a:cubicBezTo>
                <a:cubicBezTo>
                  <a:pt x="553873" y="16609"/>
                  <a:pt x="555731" y="16192"/>
                  <a:pt x="557663" y="16192"/>
                </a:cubicBezTo>
                <a:cubicBezTo>
                  <a:pt x="560070" y="16192"/>
                  <a:pt x="562101" y="16589"/>
                  <a:pt x="563754" y="17384"/>
                </a:cubicBezTo>
                <a:cubicBezTo>
                  <a:pt x="565408" y="18178"/>
                  <a:pt x="566744" y="19264"/>
                  <a:pt x="567763" y="20642"/>
                </a:cubicBezTo>
                <a:cubicBezTo>
                  <a:pt x="568781" y="22018"/>
                  <a:pt x="569516" y="23627"/>
                  <a:pt x="569965" y="25469"/>
                </a:cubicBezTo>
                <a:cubicBezTo>
                  <a:pt x="570415" y="27309"/>
                  <a:pt x="570640" y="29540"/>
                  <a:pt x="570640" y="32162"/>
                </a:cubicBezTo>
                <a:lnTo>
                  <a:pt x="570640" y="53893"/>
                </a:lnTo>
                <a:close/>
                <a:moveTo>
                  <a:pt x="613297" y="35156"/>
                </a:moveTo>
                <a:cubicBezTo>
                  <a:pt x="613297" y="36375"/>
                  <a:pt x="613026" y="37277"/>
                  <a:pt x="612483" y="37860"/>
                </a:cubicBezTo>
                <a:cubicBezTo>
                  <a:pt x="611941" y="38442"/>
                  <a:pt x="611193" y="38734"/>
                  <a:pt x="610241" y="38734"/>
                </a:cubicBezTo>
                <a:lnTo>
                  <a:pt x="588691" y="38734"/>
                </a:lnTo>
                <a:cubicBezTo>
                  <a:pt x="588691" y="40248"/>
                  <a:pt x="588870" y="41622"/>
                  <a:pt x="589227" y="42858"/>
                </a:cubicBezTo>
                <a:cubicBezTo>
                  <a:pt x="589584" y="44093"/>
                  <a:pt x="590153" y="45142"/>
                  <a:pt x="590934" y="46006"/>
                </a:cubicBezTo>
                <a:cubicBezTo>
                  <a:pt x="591714" y="46870"/>
                  <a:pt x="592719" y="47527"/>
                  <a:pt x="593950" y="47978"/>
                </a:cubicBezTo>
                <a:cubicBezTo>
                  <a:pt x="595180" y="48430"/>
                  <a:pt x="596655" y="48655"/>
                  <a:pt x="598375" y="48655"/>
                </a:cubicBezTo>
                <a:cubicBezTo>
                  <a:pt x="600121" y="48655"/>
                  <a:pt x="601656" y="48528"/>
                  <a:pt x="602978" y="48272"/>
                </a:cubicBezTo>
                <a:cubicBezTo>
                  <a:pt x="604301" y="48017"/>
                  <a:pt x="605446" y="47734"/>
                  <a:pt x="606411" y="47425"/>
                </a:cubicBezTo>
                <a:cubicBezTo>
                  <a:pt x="607377" y="47116"/>
                  <a:pt x="608177" y="46834"/>
                  <a:pt x="608812" y="46578"/>
                </a:cubicBezTo>
                <a:cubicBezTo>
                  <a:pt x="609447" y="46323"/>
                  <a:pt x="609963" y="46195"/>
                  <a:pt x="610360" y="46195"/>
                </a:cubicBezTo>
                <a:cubicBezTo>
                  <a:pt x="610598" y="46195"/>
                  <a:pt x="610797" y="46242"/>
                  <a:pt x="610955" y="46335"/>
                </a:cubicBezTo>
                <a:cubicBezTo>
                  <a:pt x="611114" y="46428"/>
                  <a:pt x="611246" y="46594"/>
                  <a:pt x="611352" y="46834"/>
                </a:cubicBezTo>
                <a:cubicBezTo>
                  <a:pt x="611458" y="47073"/>
                  <a:pt x="611531" y="47412"/>
                  <a:pt x="611571" y="47851"/>
                </a:cubicBezTo>
                <a:cubicBezTo>
                  <a:pt x="611610" y="48290"/>
                  <a:pt x="611630" y="48842"/>
                  <a:pt x="611630" y="49506"/>
                </a:cubicBezTo>
                <a:cubicBezTo>
                  <a:pt x="611630" y="50092"/>
                  <a:pt x="611617" y="50591"/>
                  <a:pt x="611590" y="51003"/>
                </a:cubicBezTo>
                <a:cubicBezTo>
                  <a:pt x="611564" y="51415"/>
                  <a:pt x="611524" y="51767"/>
                  <a:pt x="611471" y="52060"/>
                </a:cubicBezTo>
                <a:cubicBezTo>
                  <a:pt x="611418" y="52353"/>
                  <a:pt x="611339" y="52599"/>
                  <a:pt x="611233" y="52799"/>
                </a:cubicBezTo>
                <a:cubicBezTo>
                  <a:pt x="611127" y="52998"/>
                  <a:pt x="610988" y="53191"/>
                  <a:pt x="610816" y="53377"/>
                </a:cubicBezTo>
                <a:cubicBezTo>
                  <a:pt x="610644" y="53563"/>
                  <a:pt x="610175" y="53815"/>
                  <a:pt x="609408" y="54132"/>
                </a:cubicBezTo>
                <a:cubicBezTo>
                  <a:pt x="608640" y="54450"/>
                  <a:pt x="607661" y="54761"/>
                  <a:pt x="606471" y="55065"/>
                </a:cubicBezTo>
                <a:cubicBezTo>
                  <a:pt x="605280" y="55369"/>
                  <a:pt x="603918" y="55634"/>
                  <a:pt x="602383" y="55859"/>
                </a:cubicBezTo>
                <a:cubicBezTo>
                  <a:pt x="600849" y="56083"/>
                  <a:pt x="599208" y="56196"/>
                  <a:pt x="597462" y="56196"/>
                </a:cubicBezTo>
                <a:cubicBezTo>
                  <a:pt x="594314" y="56196"/>
                  <a:pt x="591555" y="55798"/>
                  <a:pt x="589187" y="55003"/>
                </a:cubicBezTo>
                <a:cubicBezTo>
                  <a:pt x="586819" y="54207"/>
                  <a:pt x="584842" y="53001"/>
                  <a:pt x="583254" y="51384"/>
                </a:cubicBezTo>
                <a:cubicBezTo>
                  <a:pt x="581667" y="49767"/>
                  <a:pt x="580483" y="47726"/>
                  <a:pt x="579702" y="45261"/>
                </a:cubicBezTo>
                <a:cubicBezTo>
                  <a:pt x="578922" y="42796"/>
                  <a:pt x="578532" y="39906"/>
                  <a:pt x="578532" y="36592"/>
                </a:cubicBezTo>
                <a:cubicBezTo>
                  <a:pt x="578532" y="33437"/>
                  <a:pt x="578942" y="30594"/>
                  <a:pt x="579762" y="28062"/>
                </a:cubicBezTo>
                <a:cubicBezTo>
                  <a:pt x="580582" y="25530"/>
                  <a:pt x="581773" y="23383"/>
                  <a:pt x="583334" y="21620"/>
                </a:cubicBezTo>
                <a:cubicBezTo>
                  <a:pt x="584895" y="19857"/>
                  <a:pt x="586793" y="18511"/>
                  <a:pt x="589029" y="17584"/>
                </a:cubicBezTo>
                <a:cubicBezTo>
                  <a:pt x="591264" y="16656"/>
                  <a:pt x="593784" y="16192"/>
                  <a:pt x="596589" y="16192"/>
                </a:cubicBezTo>
                <a:cubicBezTo>
                  <a:pt x="599552" y="16192"/>
                  <a:pt x="602085" y="16629"/>
                  <a:pt x="604189" y="17504"/>
                </a:cubicBezTo>
                <a:cubicBezTo>
                  <a:pt x="606292" y="18379"/>
                  <a:pt x="608019" y="19591"/>
                  <a:pt x="609368" y="21142"/>
                </a:cubicBezTo>
                <a:cubicBezTo>
                  <a:pt x="610717" y="22692"/>
                  <a:pt x="611709" y="24527"/>
                  <a:pt x="612344" y="26648"/>
                </a:cubicBezTo>
                <a:cubicBezTo>
                  <a:pt x="612979" y="28768"/>
                  <a:pt x="613297" y="31074"/>
                  <a:pt x="613297" y="33566"/>
                </a:cubicBezTo>
                <a:lnTo>
                  <a:pt x="613297" y="35156"/>
                </a:lnTo>
                <a:moveTo>
                  <a:pt x="603613" y="32305"/>
                </a:moveTo>
                <a:cubicBezTo>
                  <a:pt x="603693" y="29488"/>
                  <a:pt x="603131" y="27276"/>
                  <a:pt x="601927" y="25668"/>
                </a:cubicBezTo>
                <a:cubicBezTo>
                  <a:pt x="600723" y="24060"/>
                  <a:pt x="598864" y="23256"/>
                  <a:pt x="596351" y="23256"/>
                </a:cubicBezTo>
                <a:cubicBezTo>
                  <a:pt x="595081" y="23256"/>
                  <a:pt x="593976" y="23496"/>
                  <a:pt x="593037" y="23974"/>
                </a:cubicBezTo>
                <a:cubicBezTo>
                  <a:pt x="592098" y="24452"/>
                  <a:pt x="591317" y="25097"/>
                  <a:pt x="590695" y="25908"/>
                </a:cubicBezTo>
                <a:cubicBezTo>
                  <a:pt x="590074" y="26718"/>
                  <a:pt x="589597" y="27675"/>
                  <a:pt x="589267" y="28778"/>
                </a:cubicBezTo>
                <a:cubicBezTo>
                  <a:pt x="588936" y="29880"/>
                  <a:pt x="588744" y="31055"/>
                  <a:pt x="588691" y="32305"/>
                </a:cubicBezTo>
                <a:lnTo>
                  <a:pt x="603613" y="32305"/>
                </a:lnTo>
                <a:close/>
                <a:moveTo>
                  <a:pt x="644316" y="21748"/>
                </a:moveTo>
                <a:cubicBezTo>
                  <a:pt x="644316" y="22701"/>
                  <a:pt x="644289" y="23481"/>
                  <a:pt x="644236" y="24090"/>
                </a:cubicBezTo>
                <a:cubicBezTo>
                  <a:pt x="644184" y="24698"/>
                  <a:pt x="644104" y="25174"/>
                  <a:pt x="643998" y="25518"/>
                </a:cubicBezTo>
                <a:cubicBezTo>
                  <a:pt x="643893" y="25862"/>
                  <a:pt x="643754" y="26100"/>
                  <a:pt x="643582" y="26233"/>
                </a:cubicBezTo>
                <a:cubicBezTo>
                  <a:pt x="643410" y="26365"/>
                  <a:pt x="643191" y="26431"/>
                  <a:pt x="642927" y="26431"/>
                </a:cubicBezTo>
                <a:cubicBezTo>
                  <a:pt x="642715" y="26431"/>
                  <a:pt x="642477" y="26385"/>
                  <a:pt x="642212" y="26292"/>
                </a:cubicBezTo>
                <a:cubicBezTo>
                  <a:pt x="641948" y="26200"/>
                  <a:pt x="641650" y="26100"/>
                  <a:pt x="641320" y="25995"/>
                </a:cubicBezTo>
                <a:cubicBezTo>
                  <a:pt x="640989" y="25889"/>
                  <a:pt x="640625" y="25790"/>
                  <a:pt x="640228" y="25697"/>
                </a:cubicBezTo>
                <a:cubicBezTo>
                  <a:pt x="639831" y="25604"/>
                  <a:pt x="639395" y="25558"/>
                  <a:pt x="638919" y="25558"/>
                </a:cubicBezTo>
                <a:cubicBezTo>
                  <a:pt x="638363" y="25558"/>
                  <a:pt x="637807" y="25671"/>
                  <a:pt x="637252" y="25898"/>
                </a:cubicBezTo>
                <a:cubicBezTo>
                  <a:pt x="636696" y="26124"/>
                  <a:pt x="636121" y="26476"/>
                  <a:pt x="635525" y="26956"/>
                </a:cubicBezTo>
                <a:cubicBezTo>
                  <a:pt x="634930" y="27435"/>
                  <a:pt x="634308" y="28074"/>
                  <a:pt x="633660" y="28873"/>
                </a:cubicBezTo>
                <a:cubicBezTo>
                  <a:pt x="633012" y="29672"/>
                  <a:pt x="632317" y="30657"/>
                  <a:pt x="631577" y="31828"/>
                </a:cubicBezTo>
                <a:lnTo>
                  <a:pt x="631577" y="53894"/>
                </a:lnTo>
                <a:cubicBezTo>
                  <a:pt x="631577" y="54159"/>
                  <a:pt x="631497" y="54390"/>
                  <a:pt x="631338" y="54589"/>
                </a:cubicBezTo>
                <a:cubicBezTo>
                  <a:pt x="631180" y="54787"/>
                  <a:pt x="630908" y="54952"/>
                  <a:pt x="630525" y="55085"/>
                </a:cubicBezTo>
                <a:cubicBezTo>
                  <a:pt x="630141" y="55217"/>
                  <a:pt x="629632" y="55316"/>
                  <a:pt x="628997" y="55382"/>
                </a:cubicBezTo>
                <a:cubicBezTo>
                  <a:pt x="628362" y="55448"/>
                  <a:pt x="627555" y="55482"/>
                  <a:pt x="626576" y="55482"/>
                </a:cubicBezTo>
                <a:cubicBezTo>
                  <a:pt x="625597" y="55482"/>
                  <a:pt x="624790" y="55448"/>
                  <a:pt x="624155" y="55382"/>
                </a:cubicBezTo>
                <a:cubicBezTo>
                  <a:pt x="623520" y="55316"/>
                  <a:pt x="623011" y="55217"/>
                  <a:pt x="622627" y="55085"/>
                </a:cubicBezTo>
                <a:cubicBezTo>
                  <a:pt x="622244" y="54952"/>
                  <a:pt x="621972" y="54787"/>
                  <a:pt x="621814" y="54589"/>
                </a:cubicBezTo>
                <a:cubicBezTo>
                  <a:pt x="621655" y="54390"/>
                  <a:pt x="621576" y="54159"/>
                  <a:pt x="621576" y="53894"/>
                </a:cubicBezTo>
                <a:lnTo>
                  <a:pt x="621576" y="18494"/>
                </a:lnTo>
                <a:cubicBezTo>
                  <a:pt x="621576" y="18229"/>
                  <a:pt x="621642" y="17998"/>
                  <a:pt x="621774" y="17799"/>
                </a:cubicBezTo>
                <a:cubicBezTo>
                  <a:pt x="621906" y="17601"/>
                  <a:pt x="622144" y="17436"/>
                  <a:pt x="622488" y="17303"/>
                </a:cubicBezTo>
                <a:cubicBezTo>
                  <a:pt x="622832" y="17171"/>
                  <a:pt x="623275" y="17072"/>
                  <a:pt x="623818" y="17006"/>
                </a:cubicBezTo>
                <a:cubicBezTo>
                  <a:pt x="624360" y="16939"/>
                  <a:pt x="625042" y="16906"/>
                  <a:pt x="625862" y="16906"/>
                </a:cubicBezTo>
                <a:cubicBezTo>
                  <a:pt x="626708" y="16906"/>
                  <a:pt x="627409" y="16939"/>
                  <a:pt x="627965" y="17006"/>
                </a:cubicBezTo>
                <a:cubicBezTo>
                  <a:pt x="628521" y="17072"/>
                  <a:pt x="628951" y="17171"/>
                  <a:pt x="629255" y="17303"/>
                </a:cubicBezTo>
                <a:cubicBezTo>
                  <a:pt x="629559" y="17436"/>
                  <a:pt x="629777" y="17601"/>
                  <a:pt x="629910" y="17799"/>
                </a:cubicBezTo>
                <a:cubicBezTo>
                  <a:pt x="630042" y="17998"/>
                  <a:pt x="630108" y="18229"/>
                  <a:pt x="630108" y="18494"/>
                </a:cubicBezTo>
                <a:lnTo>
                  <a:pt x="630108" y="22899"/>
                </a:lnTo>
                <a:cubicBezTo>
                  <a:pt x="631034" y="21568"/>
                  <a:pt x="631907" y="20470"/>
                  <a:pt x="632727" y="19605"/>
                </a:cubicBezTo>
                <a:cubicBezTo>
                  <a:pt x="633548" y="18740"/>
                  <a:pt x="634328" y="18055"/>
                  <a:pt x="635069" y="17550"/>
                </a:cubicBezTo>
                <a:cubicBezTo>
                  <a:pt x="635810" y="17044"/>
                  <a:pt x="636551" y="16691"/>
                  <a:pt x="637291" y="16492"/>
                </a:cubicBezTo>
                <a:cubicBezTo>
                  <a:pt x="638032" y="16292"/>
                  <a:pt x="638773" y="16192"/>
                  <a:pt x="639514" y="16192"/>
                </a:cubicBezTo>
                <a:cubicBezTo>
                  <a:pt x="639858" y="16192"/>
                  <a:pt x="640228" y="16212"/>
                  <a:pt x="640625" y="16252"/>
                </a:cubicBezTo>
                <a:cubicBezTo>
                  <a:pt x="641022" y="16291"/>
                  <a:pt x="641432" y="16357"/>
                  <a:pt x="641855" y="16450"/>
                </a:cubicBezTo>
                <a:cubicBezTo>
                  <a:pt x="642279" y="16543"/>
                  <a:pt x="642649" y="16648"/>
                  <a:pt x="642967" y="16767"/>
                </a:cubicBezTo>
                <a:cubicBezTo>
                  <a:pt x="643284" y="16887"/>
                  <a:pt x="643516" y="17012"/>
                  <a:pt x="643661" y="17145"/>
                </a:cubicBezTo>
                <a:cubicBezTo>
                  <a:pt x="643807" y="17277"/>
                  <a:pt x="643912" y="17422"/>
                  <a:pt x="643979" y="17581"/>
                </a:cubicBezTo>
                <a:cubicBezTo>
                  <a:pt x="644045" y="17740"/>
                  <a:pt x="644104" y="17958"/>
                  <a:pt x="644157" y="18236"/>
                </a:cubicBezTo>
                <a:cubicBezTo>
                  <a:pt x="644210" y="18514"/>
                  <a:pt x="644250" y="18930"/>
                  <a:pt x="644276" y="19486"/>
                </a:cubicBezTo>
                <a:cubicBezTo>
                  <a:pt x="644303" y="20042"/>
                  <a:pt x="644316" y="20796"/>
                  <a:pt x="644316" y="21748"/>
                </a:cubicBezTo>
                <a:close/>
                <a:moveTo>
                  <a:pt x="687720" y="50374"/>
                </a:moveTo>
                <a:cubicBezTo>
                  <a:pt x="687720" y="51544"/>
                  <a:pt x="687647" y="52442"/>
                  <a:pt x="687502" y="53067"/>
                </a:cubicBezTo>
                <a:cubicBezTo>
                  <a:pt x="687356" y="53691"/>
                  <a:pt x="687165" y="54130"/>
                  <a:pt x="686926" y="54383"/>
                </a:cubicBezTo>
                <a:cubicBezTo>
                  <a:pt x="686688" y="54635"/>
                  <a:pt x="686338" y="54861"/>
                  <a:pt x="685875" y="55060"/>
                </a:cubicBezTo>
                <a:cubicBezTo>
                  <a:pt x="685412" y="55259"/>
                  <a:pt x="684869" y="55432"/>
                  <a:pt x="684248" y="55578"/>
                </a:cubicBezTo>
                <a:cubicBezTo>
                  <a:pt x="683626" y="55725"/>
                  <a:pt x="682951" y="55837"/>
                  <a:pt x="682224" y="55917"/>
                </a:cubicBezTo>
                <a:cubicBezTo>
                  <a:pt x="681496" y="55997"/>
                  <a:pt x="680762" y="56037"/>
                  <a:pt x="680021" y="56037"/>
                </a:cubicBezTo>
                <a:cubicBezTo>
                  <a:pt x="678037" y="56037"/>
                  <a:pt x="676317" y="55786"/>
                  <a:pt x="674862" y="55283"/>
                </a:cubicBezTo>
                <a:cubicBezTo>
                  <a:pt x="673407" y="54780"/>
                  <a:pt x="672203" y="54007"/>
                  <a:pt x="671250" y="52961"/>
                </a:cubicBezTo>
                <a:cubicBezTo>
                  <a:pt x="670298" y="51916"/>
                  <a:pt x="669597" y="50600"/>
                  <a:pt x="669147" y="49013"/>
                </a:cubicBezTo>
                <a:cubicBezTo>
                  <a:pt x="668697" y="47425"/>
                  <a:pt x="668472" y="45547"/>
                  <a:pt x="668472" y="43377"/>
                </a:cubicBezTo>
                <a:lnTo>
                  <a:pt x="668472" y="25241"/>
                </a:lnTo>
                <a:lnTo>
                  <a:pt x="664226" y="25241"/>
                </a:lnTo>
                <a:cubicBezTo>
                  <a:pt x="663723" y="25241"/>
                  <a:pt x="663340" y="24930"/>
                  <a:pt x="663075" y="24308"/>
                </a:cubicBezTo>
                <a:cubicBezTo>
                  <a:pt x="662810" y="23686"/>
                  <a:pt x="662678" y="22648"/>
                  <a:pt x="662678" y="21193"/>
                </a:cubicBezTo>
                <a:cubicBezTo>
                  <a:pt x="662678" y="20425"/>
                  <a:pt x="662711" y="19777"/>
                  <a:pt x="662777" y="19248"/>
                </a:cubicBezTo>
                <a:cubicBezTo>
                  <a:pt x="662843" y="18719"/>
                  <a:pt x="662943" y="18302"/>
                  <a:pt x="663075" y="17998"/>
                </a:cubicBezTo>
                <a:cubicBezTo>
                  <a:pt x="663207" y="17694"/>
                  <a:pt x="663373" y="17475"/>
                  <a:pt x="663571" y="17343"/>
                </a:cubicBezTo>
                <a:cubicBezTo>
                  <a:pt x="663769" y="17211"/>
                  <a:pt x="664001" y="17145"/>
                  <a:pt x="664266" y="17145"/>
                </a:cubicBezTo>
                <a:lnTo>
                  <a:pt x="668472" y="17145"/>
                </a:lnTo>
                <a:lnTo>
                  <a:pt x="668472" y="9215"/>
                </a:lnTo>
                <a:cubicBezTo>
                  <a:pt x="668472" y="8948"/>
                  <a:pt x="668545" y="8709"/>
                  <a:pt x="668691" y="8497"/>
                </a:cubicBezTo>
                <a:cubicBezTo>
                  <a:pt x="668836" y="8284"/>
                  <a:pt x="669101" y="8105"/>
                  <a:pt x="669484" y="7960"/>
                </a:cubicBezTo>
                <a:cubicBezTo>
                  <a:pt x="669868" y="7813"/>
                  <a:pt x="670384" y="7707"/>
                  <a:pt x="671032" y="7641"/>
                </a:cubicBezTo>
                <a:cubicBezTo>
                  <a:pt x="671680" y="7574"/>
                  <a:pt x="672481" y="7540"/>
                  <a:pt x="673433" y="7540"/>
                </a:cubicBezTo>
                <a:cubicBezTo>
                  <a:pt x="674412" y="7540"/>
                  <a:pt x="675226" y="7574"/>
                  <a:pt x="675874" y="7641"/>
                </a:cubicBezTo>
                <a:cubicBezTo>
                  <a:pt x="676522" y="7707"/>
                  <a:pt x="677031" y="7813"/>
                  <a:pt x="677402" y="7960"/>
                </a:cubicBezTo>
                <a:cubicBezTo>
                  <a:pt x="677772" y="8105"/>
                  <a:pt x="678037" y="8284"/>
                  <a:pt x="678195" y="8497"/>
                </a:cubicBezTo>
                <a:cubicBezTo>
                  <a:pt x="678354" y="8709"/>
                  <a:pt x="678434" y="8948"/>
                  <a:pt x="678434" y="9215"/>
                </a:cubicBezTo>
                <a:lnTo>
                  <a:pt x="678434" y="17145"/>
                </a:lnTo>
                <a:lnTo>
                  <a:pt x="686133" y="17145"/>
                </a:lnTo>
                <a:cubicBezTo>
                  <a:pt x="686397" y="17145"/>
                  <a:pt x="686629" y="17211"/>
                  <a:pt x="686827" y="17343"/>
                </a:cubicBezTo>
                <a:cubicBezTo>
                  <a:pt x="687026" y="17475"/>
                  <a:pt x="687191" y="17694"/>
                  <a:pt x="687323" y="17998"/>
                </a:cubicBezTo>
                <a:cubicBezTo>
                  <a:pt x="687456" y="18302"/>
                  <a:pt x="687555" y="18719"/>
                  <a:pt x="687621" y="19248"/>
                </a:cubicBezTo>
                <a:cubicBezTo>
                  <a:pt x="687687" y="19777"/>
                  <a:pt x="687720" y="20425"/>
                  <a:pt x="687720" y="21193"/>
                </a:cubicBezTo>
                <a:cubicBezTo>
                  <a:pt x="687720" y="22648"/>
                  <a:pt x="687588" y="23686"/>
                  <a:pt x="687323" y="24308"/>
                </a:cubicBezTo>
                <a:cubicBezTo>
                  <a:pt x="687059" y="24930"/>
                  <a:pt x="686675" y="25241"/>
                  <a:pt x="686172" y="25241"/>
                </a:cubicBezTo>
                <a:lnTo>
                  <a:pt x="678434" y="25241"/>
                </a:lnTo>
                <a:lnTo>
                  <a:pt x="678434" y="41839"/>
                </a:lnTo>
                <a:cubicBezTo>
                  <a:pt x="678434" y="43767"/>
                  <a:pt x="678738" y="45214"/>
                  <a:pt x="679346" y="46178"/>
                </a:cubicBezTo>
                <a:cubicBezTo>
                  <a:pt x="679955" y="47142"/>
                  <a:pt x="681040" y="47624"/>
                  <a:pt x="682601" y="47624"/>
                </a:cubicBezTo>
                <a:cubicBezTo>
                  <a:pt x="683130" y="47624"/>
                  <a:pt x="683606" y="47577"/>
                  <a:pt x="684029" y="47485"/>
                </a:cubicBezTo>
                <a:cubicBezTo>
                  <a:pt x="684453" y="47392"/>
                  <a:pt x="684830" y="47286"/>
                  <a:pt x="685160" y="47167"/>
                </a:cubicBezTo>
                <a:cubicBezTo>
                  <a:pt x="685491" y="47048"/>
                  <a:pt x="685769" y="46942"/>
                  <a:pt x="685994" y="46850"/>
                </a:cubicBezTo>
                <a:cubicBezTo>
                  <a:pt x="686219" y="46757"/>
                  <a:pt x="686424" y="46711"/>
                  <a:pt x="686609" y="46711"/>
                </a:cubicBezTo>
                <a:cubicBezTo>
                  <a:pt x="686768" y="46711"/>
                  <a:pt x="686920" y="46757"/>
                  <a:pt x="687065" y="46850"/>
                </a:cubicBezTo>
                <a:cubicBezTo>
                  <a:pt x="687211" y="46942"/>
                  <a:pt x="687323" y="47128"/>
                  <a:pt x="687403" y="47407"/>
                </a:cubicBezTo>
                <a:cubicBezTo>
                  <a:pt x="687482" y="47684"/>
                  <a:pt x="687555" y="48063"/>
                  <a:pt x="687621" y="48541"/>
                </a:cubicBezTo>
                <a:cubicBezTo>
                  <a:pt x="687687" y="49019"/>
                  <a:pt x="687720" y="49630"/>
                  <a:pt x="687720" y="50374"/>
                </a:cubicBezTo>
                <a:close/>
                <a:moveTo>
                  <a:pt x="729058" y="53893"/>
                </a:moveTo>
                <a:cubicBezTo>
                  <a:pt x="729058" y="54157"/>
                  <a:pt x="728979" y="54389"/>
                  <a:pt x="728820" y="54589"/>
                </a:cubicBezTo>
                <a:cubicBezTo>
                  <a:pt x="728661" y="54787"/>
                  <a:pt x="728397" y="54952"/>
                  <a:pt x="728026" y="55085"/>
                </a:cubicBezTo>
                <a:cubicBezTo>
                  <a:pt x="727656" y="55217"/>
                  <a:pt x="727147" y="55316"/>
                  <a:pt x="726498" y="55382"/>
                </a:cubicBezTo>
                <a:cubicBezTo>
                  <a:pt x="725850" y="55448"/>
                  <a:pt x="725050" y="55482"/>
                  <a:pt x="724097" y="55482"/>
                </a:cubicBezTo>
                <a:cubicBezTo>
                  <a:pt x="723118" y="55482"/>
                  <a:pt x="722305" y="55448"/>
                  <a:pt x="721657" y="55382"/>
                </a:cubicBezTo>
                <a:cubicBezTo>
                  <a:pt x="721008" y="55316"/>
                  <a:pt x="720499" y="55217"/>
                  <a:pt x="720129" y="55085"/>
                </a:cubicBezTo>
                <a:cubicBezTo>
                  <a:pt x="719758" y="54952"/>
                  <a:pt x="719494" y="54787"/>
                  <a:pt x="719335" y="54589"/>
                </a:cubicBezTo>
                <a:cubicBezTo>
                  <a:pt x="719176" y="54390"/>
                  <a:pt x="719097" y="54159"/>
                  <a:pt x="719097" y="53894"/>
                </a:cubicBezTo>
                <a:lnTo>
                  <a:pt x="719097" y="33694"/>
                </a:lnTo>
                <a:cubicBezTo>
                  <a:pt x="719097" y="31974"/>
                  <a:pt x="718971" y="30625"/>
                  <a:pt x="718720" y="29646"/>
                </a:cubicBezTo>
                <a:cubicBezTo>
                  <a:pt x="718468" y="28667"/>
                  <a:pt x="718105" y="27827"/>
                  <a:pt x="717628" y="27126"/>
                </a:cubicBezTo>
                <a:cubicBezTo>
                  <a:pt x="717152" y="26425"/>
                  <a:pt x="716537" y="25882"/>
                  <a:pt x="715783" y="25498"/>
                </a:cubicBezTo>
                <a:cubicBezTo>
                  <a:pt x="715029" y="25115"/>
                  <a:pt x="714149" y="24923"/>
                  <a:pt x="713144" y="24923"/>
                </a:cubicBezTo>
                <a:cubicBezTo>
                  <a:pt x="711874" y="24923"/>
                  <a:pt x="710591" y="25386"/>
                  <a:pt x="709294" y="26312"/>
                </a:cubicBezTo>
                <a:cubicBezTo>
                  <a:pt x="707998" y="27238"/>
                  <a:pt x="706649" y="28587"/>
                  <a:pt x="705246" y="30360"/>
                </a:cubicBezTo>
                <a:lnTo>
                  <a:pt x="705246" y="53894"/>
                </a:lnTo>
                <a:cubicBezTo>
                  <a:pt x="705246" y="54159"/>
                  <a:pt x="705167" y="54390"/>
                  <a:pt x="705008" y="54589"/>
                </a:cubicBezTo>
                <a:cubicBezTo>
                  <a:pt x="704849" y="54787"/>
                  <a:pt x="704578" y="54952"/>
                  <a:pt x="704195" y="55085"/>
                </a:cubicBezTo>
                <a:cubicBezTo>
                  <a:pt x="703811" y="55217"/>
                  <a:pt x="703302" y="55316"/>
                  <a:pt x="702667" y="55382"/>
                </a:cubicBezTo>
                <a:cubicBezTo>
                  <a:pt x="702032" y="55448"/>
                  <a:pt x="701225" y="55482"/>
                  <a:pt x="700246" y="55482"/>
                </a:cubicBezTo>
                <a:cubicBezTo>
                  <a:pt x="699267" y="55482"/>
                  <a:pt x="698460" y="55448"/>
                  <a:pt x="697825" y="55382"/>
                </a:cubicBezTo>
                <a:cubicBezTo>
                  <a:pt x="697190" y="55316"/>
                  <a:pt x="696681" y="55217"/>
                  <a:pt x="696297" y="55085"/>
                </a:cubicBezTo>
                <a:cubicBezTo>
                  <a:pt x="695913" y="54952"/>
                  <a:pt x="695642" y="54787"/>
                  <a:pt x="695483" y="54589"/>
                </a:cubicBezTo>
                <a:cubicBezTo>
                  <a:pt x="695325" y="54390"/>
                  <a:pt x="695245" y="54159"/>
                  <a:pt x="695245" y="53894"/>
                </a:cubicBezTo>
                <a:lnTo>
                  <a:pt x="695245" y="1707"/>
                </a:lnTo>
                <a:cubicBezTo>
                  <a:pt x="695245" y="1442"/>
                  <a:pt x="695325" y="1204"/>
                  <a:pt x="695483" y="992"/>
                </a:cubicBezTo>
                <a:cubicBezTo>
                  <a:pt x="695642" y="780"/>
                  <a:pt x="695913" y="602"/>
                  <a:pt x="696297" y="456"/>
                </a:cubicBezTo>
                <a:cubicBezTo>
                  <a:pt x="696681" y="311"/>
                  <a:pt x="697190" y="198"/>
                  <a:pt x="697825" y="119"/>
                </a:cubicBezTo>
                <a:cubicBezTo>
                  <a:pt x="698460" y="40"/>
                  <a:pt x="699267" y="0"/>
                  <a:pt x="700246" y="0"/>
                </a:cubicBezTo>
                <a:cubicBezTo>
                  <a:pt x="701225" y="0"/>
                  <a:pt x="702032" y="40"/>
                  <a:pt x="702667" y="119"/>
                </a:cubicBezTo>
                <a:cubicBezTo>
                  <a:pt x="703302" y="198"/>
                  <a:pt x="703811" y="311"/>
                  <a:pt x="704195" y="456"/>
                </a:cubicBezTo>
                <a:cubicBezTo>
                  <a:pt x="704578" y="601"/>
                  <a:pt x="704849" y="779"/>
                  <a:pt x="705008" y="991"/>
                </a:cubicBezTo>
                <a:cubicBezTo>
                  <a:pt x="705167" y="1202"/>
                  <a:pt x="705246" y="1439"/>
                  <a:pt x="705246" y="1704"/>
                </a:cubicBezTo>
                <a:lnTo>
                  <a:pt x="705246" y="21237"/>
                </a:lnTo>
                <a:cubicBezTo>
                  <a:pt x="706966" y="19542"/>
                  <a:pt x="708719" y="18278"/>
                  <a:pt x="710505" y="17443"/>
                </a:cubicBezTo>
                <a:cubicBezTo>
                  <a:pt x="712291" y="16609"/>
                  <a:pt x="714149" y="16192"/>
                  <a:pt x="716081" y="16192"/>
                </a:cubicBezTo>
                <a:cubicBezTo>
                  <a:pt x="718488" y="16192"/>
                  <a:pt x="720519" y="16589"/>
                  <a:pt x="722173" y="17384"/>
                </a:cubicBezTo>
                <a:cubicBezTo>
                  <a:pt x="723826" y="18178"/>
                  <a:pt x="725162" y="19264"/>
                  <a:pt x="726181" y="20642"/>
                </a:cubicBezTo>
                <a:cubicBezTo>
                  <a:pt x="727199" y="22018"/>
                  <a:pt x="727934" y="23627"/>
                  <a:pt x="728383" y="25469"/>
                </a:cubicBezTo>
                <a:cubicBezTo>
                  <a:pt x="728833" y="27309"/>
                  <a:pt x="729058" y="29540"/>
                  <a:pt x="729058" y="32162"/>
                </a:cubicBezTo>
                <a:lnTo>
                  <a:pt x="729058" y="53893"/>
                </a:lnTo>
                <a:close/>
                <a:moveTo>
                  <a:pt x="771715" y="35156"/>
                </a:moveTo>
                <a:cubicBezTo>
                  <a:pt x="771715" y="36375"/>
                  <a:pt x="771444" y="37277"/>
                  <a:pt x="770902" y="37860"/>
                </a:cubicBezTo>
                <a:cubicBezTo>
                  <a:pt x="770359" y="38442"/>
                  <a:pt x="769612" y="38734"/>
                  <a:pt x="768659" y="38734"/>
                </a:cubicBezTo>
                <a:lnTo>
                  <a:pt x="747110" y="38734"/>
                </a:lnTo>
                <a:cubicBezTo>
                  <a:pt x="747110" y="40248"/>
                  <a:pt x="747288" y="41622"/>
                  <a:pt x="747645" y="42858"/>
                </a:cubicBezTo>
                <a:cubicBezTo>
                  <a:pt x="748003" y="44093"/>
                  <a:pt x="748571" y="45142"/>
                  <a:pt x="749352" y="46006"/>
                </a:cubicBezTo>
                <a:cubicBezTo>
                  <a:pt x="750132" y="46870"/>
                  <a:pt x="751138" y="47527"/>
                  <a:pt x="752368" y="47978"/>
                </a:cubicBezTo>
                <a:cubicBezTo>
                  <a:pt x="753598" y="48430"/>
                  <a:pt x="755073" y="48655"/>
                  <a:pt x="756793" y="48655"/>
                </a:cubicBezTo>
                <a:cubicBezTo>
                  <a:pt x="758539" y="48655"/>
                  <a:pt x="760074" y="48528"/>
                  <a:pt x="761397" y="48272"/>
                </a:cubicBezTo>
                <a:cubicBezTo>
                  <a:pt x="762720" y="48017"/>
                  <a:pt x="763864" y="47734"/>
                  <a:pt x="764830" y="47425"/>
                </a:cubicBezTo>
                <a:cubicBezTo>
                  <a:pt x="765795" y="47116"/>
                  <a:pt x="766596" y="46834"/>
                  <a:pt x="767231" y="46578"/>
                </a:cubicBezTo>
                <a:cubicBezTo>
                  <a:pt x="767866" y="46323"/>
                  <a:pt x="768382" y="46195"/>
                  <a:pt x="768778" y="46195"/>
                </a:cubicBezTo>
                <a:cubicBezTo>
                  <a:pt x="769017" y="46195"/>
                  <a:pt x="769215" y="46242"/>
                  <a:pt x="769374" y="46335"/>
                </a:cubicBezTo>
                <a:cubicBezTo>
                  <a:pt x="769532" y="46428"/>
                  <a:pt x="769665" y="46594"/>
                  <a:pt x="769771" y="46834"/>
                </a:cubicBezTo>
                <a:cubicBezTo>
                  <a:pt x="769876" y="47073"/>
                  <a:pt x="769949" y="47412"/>
                  <a:pt x="769989" y="47851"/>
                </a:cubicBezTo>
                <a:cubicBezTo>
                  <a:pt x="770029" y="48290"/>
                  <a:pt x="770048" y="48842"/>
                  <a:pt x="770048" y="49506"/>
                </a:cubicBezTo>
                <a:cubicBezTo>
                  <a:pt x="770048" y="50092"/>
                  <a:pt x="770035" y="50591"/>
                  <a:pt x="770009" y="51003"/>
                </a:cubicBezTo>
                <a:cubicBezTo>
                  <a:pt x="769982" y="51415"/>
                  <a:pt x="769943" y="51767"/>
                  <a:pt x="769890" y="52060"/>
                </a:cubicBezTo>
                <a:cubicBezTo>
                  <a:pt x="769837" y="52353"/>
                  <a:pt x="769757" y="52599"/>
                  <a:pt x="769652" y="52799"/>
                </a:cubicBezTo>
                <a:cubicBezTo>
                  <a:pt x="769546" y="52998"/>
                  <a:pt x="769407" y="53191"/>
                  <a:pt x="769235" y="53377"/>
                </a:cubicBezTo>
                <a:cubicBezTo>
                  <a:pt x="769063" y="53563"/>
                  <a:pt x="768593" y="53815"/>
                  <a:pt x="767826" y="54132"/>
                </a:cubicBezTo>
                <a:cubicBezTo>
                  <a:pt x="767059" y="54450"/>
                  <a:pt x="766080" y="54761"/>
                  <a:pt x="764889" y="55065"/>
                </a:cubicBezTo>
                <a:cubicBezTo>
                  <a:pt x="763699" y="55369"/>
                  <a:pt x="762336" y="55634"/>
                  <a:pt x="760801" y="55859"/>
                </a:cubicBezTo>
                <a:cubicBezTo>
                  <a:pt x="759267" y="56083"/>
                  <a:pt x="757627" y="56196"/>
                  <a:pt x="755880" y="56196"/>
                </a:cubicBezTo>
                <a:cubicBezTo>
                  <a:pt x="752732" y="56196"/>
                  <a:pt x="749974" y="55798"/>
                  <a:pt x="747606" y="55003"/>
                </a:cubicBezTo>
                <a:cubicBezTo>
                  <a:pt x="745238" y="54207"/>
                  <a:pt x="743260" y="53001"/>
                  <a:pt x="741673" y="51384"/>
                </a:cubicBezTo>
                <a:cubicBezTo>
                  <a:pt x="740085" y="49767"/>
                  <a:pt x="738901" y="47726"/>
                  <a:pt x="738121" y="45261"/>
                </a:cubicBezTo>
                <a:cubicBezTo>
                  <a:pt x="737340" y="42796"/>
                  <a:pt x="736950" y="39906"/>
                  <a:pt x="736950" y="36592"/>
                </a:cubicBezTo>
                <a:cubicBezTo>
                  <a:pt x="736950" y="33437"/>
                  <a:pt x="737360" y="30594"/>
                  <a:pt x="738180" y="28062"/>
                </a:cubicBezTo>
                <a:cubicBezTo>
                  <a:pt x="739000" y="25530"/>
                  <a:pt x="740191" y="23383"/>
                  <a:pt x="741752" y="21620"/>
                </a:cubicBezTo>
                <a:cubicBezTo>
                  <a:pt x="743313" y="19857"/>
                  <a:pt x="745211" y="18511"/>
                  <a:pt x="747447" y="17584"/>
                </a:cubicBezTo>
                <a:cubicBezTo>
                  <a:pt x="749683" y="16656"/>
                  <a:pt x="752203" y="16192"/>
                  <a:pt x="755007" y="16192"/>
                </a:cubicBezTo>
                <a:cubicBezTo>
                  <a:pt x="757971" y="16192"/>
                  <a:pt x="760504" y="16629"/>
                  <a:pt x="762607" y="17504"/>
                </a:cubicBezTo>
                <a:cubicBezTo>
                  <a:pt x="764711" y="18379"/>
                  <a:pt x="766437" y="19591"/>
                  <a:pt x="767786" y="21142"/>
                </a:cubicBezTo>
                <a:cubicBezTo>
                  <a:pt x="769136" y="22692"/>
                  <a:pt x="770128" y="24527"/>
                  <a:pt x="770763" y="26648"/>
                </a:cubicBezTo>
                <a:cubicBezTo>
                  <a:pt x="771398" y="28768"/>
                  <a:pt x="771715" y="31074"/>
                  <a:pt x="771715" y="33566"/>
                </a:cubicBezTo>
                <a:lnTo>
                  <a:pt x="771715" y="35156"/>
                </a:lnTo>
                <a:moveTo>
                  <a:pt x="762032" y="32305"/>
                </a:moveTo>
                <a:cubicBezTo>
                  <a:pt x="762111" y="29488"/>
                  <a:pt x="761549" y="27276"/>
                  <a:pt x="760345" y="25668"/>
                </a:cubicBezTo>
                <a:cubicBezTo>
                  <a:pt x="759141" y="24060"/>
                  <a:pt x="757283" y="23256"/>
                  <a:pt x="754769" y="23256"/>
                </a:cubicBezTo>
                <a:cubicBezTo>
                  <a:pt x="753499" y="23256"/>
                  <a:pt x="752395" y="23496"/>
                  <a:pt x="751455" y="23974"/>
                </a:cubicBezTo>
                <a:cubicBezTo>
                  <a:pt x="750516" y="24452"/>
                  <a:pt x="749736" y="25097"/>
                  <a:pt x="749114" y="25908"/>
                </a:cubicBezTo>
                <a:cubicBezTo>
                  <a:pt x="748492" y="26718"/>
                  <a:pt x="748016" y="27675"/>
                  <a:pt x="747685" y="28778"/>
                </a:cubicBezTo>
                <a:cubicBezTo>
                  <a:pt x="747354" y="29880"/>
                  <a:pt x="747163" y="31055"/>
                  <a:pt x="747110" y="32305"/>
                </a:cubicBezTo>
                <a:lnTo>
                  <a:pt x="762032" y="32305"/>
                </a:lnTo>
                <a:close/>
                <a:moveTo>
                  <a:pt x="832310" y="35677"/>
                </a:moveTo>
                <a:cubicBezTo>
                  <a:pt x="832310" y="38832"/>
                  <a:pt x="831973" y="41675"/>
                  <a:pt x="831298" y="44207"/>
                </a:cubicBezTo>
                <a:cubicBezTo>
                  <a:pt x="830624" y="46739"/>
                  <a:pt x="829638" y="48892"/>
                  <a:pt x="828342" y="50668"/>
                </a:cubicBezTo>
                <a:cubicBezTo>
                  <a:pt x="827045" y="52444"/>
                  <a:pt x="825431" y="53810"/>
                  <a:pt x="823500" y="54765"/>
                </a:cubicBezTo>
                <a:cubicBezTo>
                  <a:pt x="821569" y="55719"/>
                  <a:pt x="819359" y="56196"/>
                  <a:pt x="816872" y="56196"/>
                </a:cubicBezTo>
                <a:cubicBezTo>
                  <a:pt x="815841" y="56196"/>
                  <a:pt x="814895" y="56096"/>
                  <a:pt x="814035" y="55897"/>
                </a:cubicBezTo>
                <a:cubicBezTo>
                  <a:pt x="813175" y="55699"/>
                  <a:pt x="812342" y="55394"/>
                  <a:pt x="811535" y="54983"/>
                </a:cubicBezTo>
                <a:cubicBezTo>
                  <a:pt x="810728" y="54572"/>
                  <a:pt x="809927" y="54062"/>
                  <a:pt x="809134" y="53453"/>
                </a:cubicBezTo>
                <a:cubicBezTo>
                  <a:pt x="808340" y="52842"/>
                  <a:pt x="807520" y="52126"/>
                  <a:pt x="806673" y="51305"/>
                </a:cubicBezTo>
                <a:lnTo>
                  <a:pt x="806673" y="67982"/>
                </a:lnTo>
                <a:cubicBezTo>
                  <a:pt x="806673" y="68246"/>
                  <a:pt x="806594" y="68484"/>
                  <a:pt x="806435" y="68696"/>
                </a:cubicBezTo>
                <a:cubicBezTo>
                  <a:pt x="806276" y="68908"/>
                  <a:pt x="806005" y="69087"/>
                  <a:pt x="805621" y="69233"/>
                </a:cubicBezTo>
                <a:cubicBezTo>
                  <a:pt x="805238" y="69378"/>
                  <a:pt x="804728" y="69491"/>
                  <a:pt x="804093" y="69570"/>
                </a:cubicBezTo>
                <a:cubicBezTo>
                  <a:pt x="803458" y="69650"/>
                  <a:pt x="802651" y="69689"/>
                  <a:pt x="801672" y="69689"/>
                </a:cubicBezTo>
                <a:cubicBezTo>
                  <a:pt x="800694" y="69689"/>
                  <a:pt x="799887" y="69650"/>
                  <a:pt x="799252" y="69570"/>
                </a:cubicBezTo>
                <a:cubicBezTo>
                  <a:pt x="798617" y="69491"/>
                  <a:pt x="798107" y="69378"/>
                  <a:pt x="797724" y="69233"/>
                </a:cubicBezTo>
                <a:cubicBezTo>
                  <a:pt x="797340" y="69087"/>
                  <a:pt x="797069" y="68908"/>
                  <a:pt x="796910" y="68696"/>
                </a:cubicBezTo>
                <a:cubicBezTo>
                  <a:pt x="796751" y="68484"/>
                  <a:pt x="796672" y="68246"/>
                  <a:pt x="796672" y="67982"/>
                </a:cubicBezTo>
                <a:lnTo>
                  <a:pt x="796672" y="18495"/>
                </a:lnTo>
                <a:cubicBezTo>
                  <a:pt x="796672" y="18231"/>
                  <a:pt x="796738" y="17999"/>
                  <a:pt x="796870" y="17801"/>
                </a:cubicBezTo>
                <a:cubicBezTo>
                  <a:pt x="797003" y="17601"/>
                  <a:pt x="797234" y="17436"/>
                  <a:pt x="797565" y="17303"/>
                </a:cubicBezTo>
                <a:cubicBezTo>
                  <a:pt x="797896" y="17171"/>
                  <a:pt x="798332" y="17072"/>
                  <a:pt x="798875" y="17006"/>
                </a:cubicBezTo>
                <a:cubicBezTo>
                  <a:pt x="799417" y="16939"/>
                  <a:pt x="800098" y="16906"/>
                  <a:pt x="800918" y="16906"/>
                </a:cubicBezTo>
                <a:cubicBezTo>
                  <a:pt x="801712" y="16906"/>
                  <a:pt x="802380" y="16939"/>
                  <a:pt x="802923" y="17006"/>
                </a:cubicBezTo>
                <a:cubicBezTo>
                  <a:pt x="803465" y="17071"/>
                  <a:pt x="803902" y="17170"/>
                  <a:pt x="804232" y="17302"/>
                </a:cubicBezTo>
                <a:cubicBezTo>
                  <a:pt x="804563" y="17433"/>
                  <a:pt x="804794" y="17598"/>
                  <a:pt x="804927" y="17796"/>
                </a:cubicBezTo>
                <a:cubicBezTo>
                  <a:pt x="805059" y="17992"/>
                  <a:pt x="805125" y="18223"/>
                  <a:pt x="805125" y="18486"/>
                </a:cubicBezTo>
                <a:lnTo>
                  <a:pt x="805125" y="22634"/>
                </a:lnTo>
                <a:cubicBezTo>
                  <a:pt x="806157" y="21574"/>
                  <a:pt x="807169" y="20639"/>
                  <a:pt x="808161" y="19831"/>
                </a:cubicBezTo>
                <a:cubicBezTo>
                  <a:pt x="809153" y="19022"/>
                  <a:pt x="810165" y="18346"/>
                  <a:pt x="811197" y="17803"/>
                </a:cubicBezTo>
                <a:cubicBezTo>
                  <a:pt x="812229" y="17259"/>
                  <a:pt x="813294" y="16855"/>
                  <a:pt x="814392" y="16590"/>
                </a:cubicBezTo>
                <a:cubicBezTo>
                  <a:pt x="815490" y="16325"/>
                  <a:pt x="816661" y="16192"/>
                  <a:pt x="817904" y="16192"/>
                </a:cubicBezTo>
                <a:cubicBezTo>
                  <a:pt x="820497" y="16192"/>
                  <a:pt x="822706" y="16703"/>
                  <a:pt x="824532" y="17724"/>
                </a:cubicBezTo>
                <a:cubicBezTo>
                  <a:pt x="826357" y="18744"/>
                  <a:pt x="827846" y="20142"/>
                  <a:pt x="828997" y="21918"/>
                </a:cubicBezTo>
                <a:cubicBezTo>
                  <a:pt x="830147" y="23694"/>
                  <a:pt x="830988" y="25762"/>
                  <a:pt x="831517" y="28122"/>
                </a:cubicBezTo>
                <a:cubicBezTo>
                  <a:pt x="832046" y="30481"/>
                  <a:pt x="832310" y="33000"/>
                  <a:pt x="832310" y="35677"/>
                </a:cubicBezTo>
                <a:moveTo>
                  <a:pt x="821913" y="36412"/>
                </a:moveTo>
                <a:cubicBezTo>
                  <a:pt x="821913" y="34902"/>
                  <a:pt x="821800" y="33451"/>
                  <a:pt x="821575" y="32059"/>
                </a:cubicBezTo>
                <a:cubicBezTo>
                  <a:pt x="821350" y="30668"/>
                  <a:pt x="820967" y="29429"/>
                  <a:pt x="820424" y="28342"/>
                </a:cubicBezTo>
                <a:cubicBezTo>
                  <a:pt x="819882" y="27256"/>
                  <a:pt x="819168" y="26388"/>
                  <a:pt x="818281" y="25739"/>
                </a:cubicBezTo>
                <a:cubicBezTo>
                  <a:pt x="817395" y="25089"/>
                  <a:pt x="816290" y="24764"/>
                  <a:pt x="814967" y="24764"/>
                </a:cubicBezTo>
                <a:cubicBezTo>
                  <a:pt x="814306" y="24764"/>
                  <a:pt x="813651" y="24864"/>
                  <a:pt x="813003" y="25062"/>
                </a:cubicBezTo>
                <a:cubicBezTo>
                  <a:pt x="812355" y="25260"/>
                  <a:pt x="811693" y="25583"/>
                  <a:pt x="811019" y="26032"/>
                </a:cubicBezTo>
                <a:cubicBezTo>
                  <a:pt x="810344" y="26481"/>
                  <a:pt x="809649" y="27062"/>
                  <a:pt x="808935" y="27776"/>
                </a:cubicBezTo>
                <a:cubicBezTo>
                  <a:pt x="808221" y="28488"/>
                  <a:pt x="807467" y="29372"/>
                  <a:pt x="806673" y="30428"/>
                </a:cubicBezTo>
                <a:lnTo>
                  <a:pt x="806673" y="42118"/>
                </a:lnTo>
                <a:cubicBezTo>
                  <a:pt x="808075" y="43900"/>
                  <a:pt x="809411" y="45276"/>
                  <a:pt x="810681" y="46247"/>
                </a:cubicBezTo>
                <a:cubicBezTo>
                  <a:pt x="811951" y="47218"/>
                  <a:pt x="813274" y="47703"/>
                  <a:pt x="814650" y="47703"/>
                </a:cubicBezTo>
                <a:cubicBezTo>
                  <a:pt x="815946" y="47703"/>
                  <a:pt x="817051" y="47372"/>
                  <a:pt x="817964" y="46710"/>
                </a:cubicBezTo>
                <a:cubicBezTo>
                  <a:pt x="818877" y="46047"/>
                  <a:pt x="819624" y="45178"/>
                  <a:pt x="820206" y="44105"/>
                </a:cubicBezTo>
                <a:cubicBezTo>
                  <a:pt x="820788" y="43032"/>
                  <a:pt x="821218" y="41820"/>
                  <a:pt x="821496" y="40468"/>
                </a:cubicBezTo>
                <a:cubicBezTo>
                  <a:pt x="821774" y="39116"/>
                  <a:pt x="821913" y="37764"/>
                  <a:pt x="821913" y="36412"/>
                </a:cubicBezTo>
                <a:close/>
                <a:moveTo>
                  <a:pt x="863180" y="21748"/>
                </a:moveTo>
                <a:cubicBezTo>
                  <a:pt x="863180" y="22701"/>
                  <a:pt x="863154" y="23481"/>
                  <a:pt x="863101" y="24090"/>
                </a:cubicBezTo>
                <a:cubicBezTo>
                  <a:pt x="863048" y="24698"/>
                  <a:pt x="862969" y="25174"/>
                  <a:pt x="862863" y="25518"/>
                </a:cubicBezTo>
                <a:cubicBezTo>
                  <a:pt x="862757" y="25862"/>
                  <a:pt x="862618" y="26100"/>
                  <a:pt x="862446" y="26233"/>
                </a:cubicBezTo>
                <a:cubicBezTo>
                  <a:pt x="862274" y="26365"/>
                  <a:pt x="862056" y="26431"/>
                  <a:pt x="861791" y="26431"/>
                </a:cubicBezTo>
                <a:cubicBezTo>
                  <a:pt x="861580" y="26431"/>
                  <a:pt x="861342" y="26385"/>
                  <a:pt x="861077" y="26292"/>
                </a:cubicBezTo>
                <a:cubicBezTo>
                  <a:pt x="860812" y="26200"/>
                  <a:pt x="860515" y="26100"/>
                  <a:pt x="860184" y="25995"/>
                </a:cubicBezTo>
                <a:cubicBezTo>
                  <a:pt x="859853" y="25889"/>
                  <a:pt x="859490" y="25790"/>
                  <a:pt x="859093" y="25697"/>
                </a:cubicBezTo>
                <a:cubicBezTo>
                  <a:pt x="858696" y="25604"/>
                  <a:pt x="858259" y="25558"/>
                  <a:pt x="857783" y="25558"/>
                </a:cubicBezTo>
                <a:cubicBezTo>
                  <a:pt x="857227" y="25558"/>
                  <a:pt x="856672" y="25671"/>
                  <a:pt x="856116" y="25898"/>
                </a:cubicBezTo>
                <a:cubicBezTo>
                  <a:pt x="855561" y="26124"/>
                  <a:pt x="854985" y="26476"/>
                  <a:pt x="854390" y="26956"/>
                </a:cubicBezTo>
                <a:cubicBezTo>
                  <a:pt x="853795" y="27435"/>
                  <a:pt x="853173" y="28074"/>
                  <a:pt x="852525" y="28873"/>
                </a:cubicBezTo>
                <a:cubicBezTo>
                  <a:pt x="851876" y="29672"/>
                  <a:pt x="851182" y="30657"/>
                  <a:pt x="850441" y="31828"/>
                </a:cubicBezTo>
                <a:lnTo>
                  <a:pt x="850441" y="53894"/>
                </a:lnTo>
                <a:cubicBezTo>
                  <a:pt x="850441" y="54159"/>
                  <a:pt x="850362" y="54390"/>
                  <a:pt x="850203" y="54589"/>
                </a:cubicBezTo>
                <a:cubicBezTo>
                  <a:pt x="850044" y="54787"/>
                  <a:pt x="849773" y="54952"/>
                  <a:pt x="849389" y="55085"/>
                </a:cubicBezTo>
                <a:cubicBezTo>
                  <a:pt x="849006" y="55217"/>
                  <a:pt x="848496" y="55316"/>
                  <a:pt x="847861" y="55382"/>
                </a:cubicBezTo>
                <a:cubicBezTo>
                  <a:pt x="847226" y="55448"/>
                  <a:pt x="846419" y="55482"/>
                  <a:pt x="845441" y="55482"/>
                </a:cubicBezTo>
                <a:cubicBezTo>
                  <a:pt x="844462" y="55482"/>
                  <a:pt x="843655" y="55448"/>
                  <a:pt x="843020" y="55382"/>
                </a:cubicBezTo>
                <a:cubicBezTo>
                  <a:pt x="842385" y="55316"/>
                  <a:pt x="841875" y="55217"/>
                  <a:pt x="841492" y="55085"/>
                </a:cubicBezTo>
                <a:cubicBezTo>
                  <a:pt x="841108" y="54952"/>
                  <a:pt x="840837" y="54787"/>
                  <a:pt x="840678" y="54589"/>
                </a:cubicBezTo>
                <a:cubicBezTo>
                  <a:pt x="840519" y="54390"/>
                  <a:pt x="840440" y="54159"/>
                  <a:pt x="840440" y="53894"/>
                </a:cubicBezTo>
                <a:lnTo>
                  <a:pt x="840440" y="18494"/>
                </a:lnTo>
                <a:cubicBezTo>
                  <a:pt x="840440" y="18229"/>
                  <a:pt x="840506" y="17998"/>
                  <a:pt x="840638" y="17799"/>
                </a:cubicBezTo>
                <a:cubicBezTo>
                  <a:pt x="840771" y="17601"/>
                  <a:pt x="841009" y="17436"/>
                  <a:pt x="841353" y="17303"/>
                </a:cubicBezTo>
                <a:cubicBezTo>
                  <a:pt x="841697" y="17171"/>
                  <a:pt x="842140" y="17072"/>
                  <a:pt x="842682" y="17006"/>
                </a:cubicBezTo>
                <a:cubicBezTo>
                  <a:pt x="843225" y="16939"/>
                  <a:pt x="843906" y="16906"/>
                  <a:pt x="844726" y="16906"/>
                </a:cubicBezTo>
                <a:cubicBezTo>
                  <a:pt x="845573" y="16906"/>
                  <a:pt x="846274" y="16939"/>
                  <a:pt x="846830" y="17006"/>
                </a:cubicBezTo>
                <a:cubicBezTo>
                  <a:pt x="847385" y="17072"/>
                  <a:pt x="847815" y="17171"/>
                  <a:pt x="848119" y="17303"/>
                </a:cubicBezTo>
                <a:cubicBezTo>
                  <a:pt x="848424" y="17436"/>
                  <a:pt x="848642" y="17601"/>
                  <a:pt x="848774" y="17799"/>
                </a:cubicBezTo>
                <a:cubicBezTo>
                  <a:pt x="848906" y="17998"/>
                  <a:pt x="848973" y="18229"/>
                  <a:pt x="848973" y="18494"/>
                </a:cubicBezTo>
                <a:lnTo>
                  <a:pt x="848973" y="22899"/>
                </a:lnTo>
                <a:cubicBezTo>
                  <a:pt x="849899" y="21568"/>
                  <a:pt x="850772" y="20470"/>
                  <a:pt x="851592" y="19605"/>
                </a:cubicBezTo>
                <a:cubicBezTo>
                  <a:pt x="852412" y="18740"/>
                  <a:pt x="853193" y="18055"/>
                  <a:pt x="853933" y="17550"/>
                </a:cubicBezTo>
                <a:cubicBezTo>
                  <a:pt x="854674" y="17044"/>
                  <a:pt x="855415" y="16691"/>
                  <a:pt x="856156" y="16492"/>
                </a:cubicBezTo>
                <a:cubicBezTo>
                  <a:pt x="856897" y="16292"/>
                  <a:pt x="857637" y="16192"/>
                  <a:pt x="858378" y="16192"/>
                </a:cubicBezTo>
                <a:cubicBezTo>
                  <a:pt x="858722" y="16192"/>
                  <a:pt x="859093" y="16212"/>
                  <a:pt x="859490" y="16252"/>
                </a:cubicBezTo>
                <a:cubicBezTo>
                  <a:pt x="859886" y="16291"/>
                  <a:pt x="860296" y="16357"/>
                  <a:pt x="860720" y="16450"/>
                </a:cubicBezTo>
                <a:cubicBezTo>
                  <a:pt x="861143" y="16543"/>
                  <a:pt x="861514" y="16648"/>
                  <a:pt x="861831" y="16767"/>
                </a:cubicBezTo>
                <a:cubicBezTo>
                  <a:pt x="862149" y="16887"/>
                  <a:pt x="862380" y="17012"/>
                  <a:pt x="862526" y="17145"/>
                </a:cubicBezTo>
                <a:cubicBezTo>
                  <a:pt x="862671" y="17277"/>
                  <a:pt x="862777" y="17422"/>
                  <a:pt x="862843" y="17581"/>
                </a:cubicBezTo>
                <a:cubicBezTo>
                  <a:pt x="862909" y="17740"/>
                  <a:pt x="862969" y="17958"/>
                  <a:pt x="863022" y="18236"/>
                </a:cubicBezTo>
                <a:cubicBezTo>
                  <a:pt x="863075" y="18514"/>
                  <a:pt x="863114" y="18930"/>
                  <a:pt x="863141" y="19486"/>
                </a:cubicBezTo>
                <a:cubicBezTo>
                  <a:pt x="863167" y="20042"/>
                  <a:pt x="863180" y="20796"/>
                  <a:pt x="863180" y="21748"/>
                </a:cubicBezTo>
                <a:close/>
                <a:moveTo>
                  <a:pt x="904717" y="35836"/>
                </a:moveTo>
                <a:cubicBezTo>
                  <a:pt x="904717" y="38858"/>
                  <a:pt x="904320" y="41616"/>
                  <a:pt x="903526" y="44108"/>
                </a:cubicBezTo>
                <a:cubicBezTo>
                  <a:pt x="902732" y="46600"/>
                  <a:pt x="901529" y="48747"/>
                  <a:pt x="899915" y="50549"/>
                </a:cubicBezTo>
                <a:cubicBezTo>
                  <a:pt x="898301" y="52352"/>
                  <a:pt x="896277" y="53744"/>
                  <a:pt x="893843" y="54725"/>
                </a:cubicBezTo>
                <a:cubicBezTo>
                  <a:pt x="891409" y="55706"/>
                  <a:pt x="888564" y="56196"/>
                  <a:pt x="885310" y="56196"/>
                </a:cubicBezTo>
                <a:cubicBezTo>
                  <a:pt x="882162" y="56196"/>
                  <a:pt x="879423" y="55759"/>
                  <a:pt x="877095" y="54884"/>
                </a:cubicBezTo>
                <a:cubicBezTo>
                  <a:pt x="874767" y="54009"/>
                  <a:pt x="872835" y="52737"/>
                  <a:pt x="871301" y="51066"/>
                </a:cubicBezTo>
                <a:cubicBezTo>
                  <a:pt x="869766" y="49396"/>
                  <a:pt x="868629" y="47342"/>
                  <a:pt x="867888" y="44903"/>
                </a:cubicBezTo>
                <a:cubicBezTo>
                  <a:pt x="867147" y="42464"/>
                  <a:pt x="866777" y="39680"/>
                  <a:pt x="866777" y="36552"/>
                </a:cubicBezTo>
                <a:cubicBezTo>
                  <a:pt x="866777" y="33530"/>
                  <a:pt x="867180" y="30766"/>
                  <a:pt x="867987" y="28260"/>
                </a:cubicBezTo>
                <a:cubicBezTo>
                  <a:pt x="868794" y="25755"/>
                  <a:pt x="870004" y="23608"/>
                  <a:pt x="871618" y="21819"/>
                </a:cubicBezTo>
                <a:cubicBezTo>
                  <a:pt x="873232" y="20030"/>
                  <a:pt x="875250" y="18645"/>
                  <a:pt x="877670" y="17664"/>
                </a:cubicBezTo>
                <a:cubicBezTo>
                  <a:pt x="880091" y="16683"/>
                  <a:pt x="882929" y="16192"/>
                  <a:pt x="886183" y="16192"/>
                </a:cubicBezTo>
                <a:cubicBezTo>
                  <a:pt x="889358" y="16192"/>
                  <a:pt x="892110" y="16623"/>
                  <a:pt x="894438" y="17484"/>
                </a:cubicBezTo>
                <a:cubicBezTo>
                  <a:pt x="896766" y="18346"/>
                  <a:pt x="898691" y="19612"/>
                  <a:pt x="900212" y="21282"/>
                </a:cubicBezTo>
                <a:cubicBezTo>
                  <a:pt x="901734" y="22952"/>
                  <a:pt x="902865" y="25007"/>
                  <a:pt x="903606" y="27446"/>
                </a:cubicBezTo>
                <a:cubicBezTo>
                  <a:pt x="904346" y="29885"/>
                  <a:pt x="904717" y="32681"/>
                  <a:pt x="904717" y="35836"/>
                </a:cubicBezTo>
                <a:moveTo>
                  <a:pt x="894438" y="36234"/>
                </a:moveTo>
                <a:cubicBezTo>
                  <a:pt x="894438" y="34487"/>
                  <a:pt x="894299" y="32880"/>
                  <a:pt x="894021" y="31412"/>
                </a:cubicBezTo>
                <a:cubicBezTo>
                  <a:pt x="893743" y="29943"/>
                  <a:pt x="893274" y="28667"/>
                  <a:pt x="892612" y="27582"/>
                </a:cubicBezTo>
                <a:cubicBezTo>
                  <a:pt x="891951" y="26497"/>
                  <a:pt x="891071" y="25651"/>
                  <a:pt x="889973" y="25042"/>
                </a:cubicBezTo>
                <a:cubicBezTo>
                  <a:pt x="888875" y="24434"/>
                  <a:pt x="887493" y="24129"/>
                  <a:pt x="885826" y="24129"/>
                </a:cubicBezTo>
                <a:cubicBezTo>
                  <a:pt x="884344" y="24129"/>
                  <a:pt x="883048" y="24401"/>
                  <a:pt x="881937" y="24943"/>
                </a:cubicBezTo>
                <a:cubicBezTo>
                  <a:pt x="880826" y="25485"/>
                  <a:pt x="879913" y="26279"/>
                  <a:pt x="879198" y="27324"/>
                </a:cubicBezTo>
                <a:cubicBezTo>
                  <a:pt x="878484" y="28369"/>
                  <a:pt x="877948" y="29626"/>
                  <a:pt x="877591" y="31094"/>
                </a:cubicBezTo>
                <a:cubicBezTo>
                  <a:pt x="877234" y="32563"/>
                  <a:pt x="877055" y="34236"/>
                  <a:pt x="877055" y="36115"/>
                </a:cubicBezTo>
                <a:cubicBezTo>
                  <a:pt x="877055" y="37861"/>
                  <a:pt x="877201" y="39468"/>
                  <a:pt x="877492" y="40936"/>
                </a:cubicBezTo>
                <a:cubicBezTo>
                  <a:pt x="877783" y="42405"/>
                  <a:pt x="878253" y="43681"/>
                  <a:pt x="878901" y="44766"/>
                </a:cubicBezTo>
                <a:cubicBezTo>
                  <a:pt x="879549" y="45851"/>
                  <a:pt x="880429" y="46691"/>
                  <a:pt x="881540" y="47286"/>
                </a:cubicBezTo>
                <a:cubicBezTo>
                  <a:pt x="882651" y="47882"/>
                  <a:pt x="884027" y="48179"/>
                  <a:pt x="885667" y="48179"/>
                </a:cubicBezTo>
                <a:cubicBezTo>
                  <a:pt x="887175" y="48179"/>
                  <a:pt x="888485" y="47908"/>
                  <a:pt x="889596" y="47366"/>
                </a:cubicBezTo>
                <a:cubicBezTo>
                  <a:pt x="890707" y="46823"/>
                  <a:pt x="891620" y="46036"/>
                  <a:pt x="892335" y="45004"/>
                </a:cubicBezTo>
                <a:cubicBezTo>
                  <a:pt x="893049" y="43973"/>
                  <a:pt x="893578" y="42722"/>
                  <a:pt x="893922" y="41254"/>
                </a:cubicBezTo>
                <a:cubicBezTo>
                  <a:pt x="894266" y="39786"/>
                  <a:pt x="894438" y="38112"/>
                  <a:pt x="894438" y="36234"/>
                </a:cubicBezTo>
                <a:close/>
                <a:moveTo>
                  <a:pt x="945270" y="18454"/>
                </a:moveTo>
                <a:cubicBezTo>
                  <a:pt x="945270" y="18586"/>
                  <a:pt x="945264" y="18745"/>
                  <a:pt x="945250" y="18930"/>
                </a:cubicBezTo>
                <a:cubicBezTo>
                  <a:pt x="945237" y="19116"/>
                  <a:pt x="945211" y="19321"/>
                  <a:pt x="945171" y="19546"/>
                </a:cubicBezTo>
                <a:cubicBezTo>
                  <a:pt x="945131" y="19770"/>
                  <a:pt x="945078" y="20028"/>
                  <a:pt x="945012" y="20319"/>
                </a:cubicBezTo>
                <a:cubicBezTo>
                  <a:pt x="944946" y="20610"/>
                  <a:pt x="944860" y="20941"/>
                  <a:pt x="944754" y="21312"/>
                </a:cubicBezTo>
                <a:lnTo>
                  <a:pt x="934118" y="53338"/>
                </a:lnTo>
                <a:cubicBezTo>
                  <a:pt x="933986" y="53788"/>
                  <a:pt x="933807" y="54152"/>
                  <a:pt x="933583" y="54430"/>
                </a:cubicBezTo>
                <a:cubicBezTo>
                  <a:pt x="933358" y="54708"/>
                  <a:pt x="932987" y="54926"/>
                  <a:pt x="932471" y="55085"/>
                </a:cubicBezTo>
                <a:cubicBezTo>
                  <a:pt x="931955" y="55243"/>
                  <a:pt x="931254" y="55349"/>
                  <a:pt x="930368" y="55402"/>
                </a:cubicBezTo>
                <a:cubicBezTo>
                  <a:pt x="929482" y="55455"/>
                  <a:pt x="928324" y="55482"/>
                  <a:pt x="926895" y="55482"/>
                </a:cubicBezTo>
                <a:cubicBezTo>
                  <a:pt x="925493" y="55482"/>
                  <a:pt x="924349" y="55448"/>
                  <a:pt x="923463" y="55382"/>
                </a:cubicBezTo>
                <a:cubicBezTo>
                  <a:pt x="922576" y="55316"/>
                  <a:pt x="921882" y="55204"/>
                  <a:pt x="921379" y="55045"/>
                </a:cubicBezTo>
                <a:cubicBezTo>
                  <a:pt x="920876" y="54886"/>
                  <a:pt x="920512" y="54668"/>
                  <a:pt x="920288" y="54390"/>
                </a:cubicBezTo>
                <a:cubicBezTo>
                  <a:pt x="920063" y="54112"/>
                  <a:pt x="919884" y="53762"/>
                  <a:pt x="919752" y="53338"/>
                </a:cubicBezTo>
                <a:lnTo>
                  <a:pt x="909116" y="21312"/>
                </a:lnTo>
                <a:cubicBezTo>
                  <a:pt x="908957" y="20782"/>
                  <a:pt x="908831" y="20306"/>
                  <a:pt x="908739" y="19883"/>
                </a:cubicBezTo>
                <a:cubicBezTo>
                  <a:pt x="908646" y="19460"/>
                  <a:pt x="908593" y="19155"/>
                  <a:pt x="908580" y="18970"/>
                </a:cubicBezTo>
                <a:cubicBezTo>
                  <a:pt x="908567" y="18785"/>
                  <a:pt x="908560" y="18613"/>
                  <a:pt x="908560" y="18454"/>
                </a:cubicBezTo>
                <a:cubicBezTo>
                  <a:pt x="908560" y="18190"/>
                  <a:pt x="908633" y="17958"/>
                  <a:pt x="908779" y="17760"/>
                </a:cubicBezTo>
                <a:cubicBezTo>
                  <a:pt x="908924" y="17561"/>
                  <a:pt x="909182" y="17396"/>
                  <a:pt x="909552" y="17264"/>
                </a:cubicBezTo>
                <a:cubicBezTo>
                  <a:pt x="909923" y="17131"/>
                  <a:pt x="910432" y="17039"/>
                  <a:pt x="911080" y="16986"/>
                </a:cubicBezTo>
                <a:cubicBezTo>
                  <a:pt x="911729" y="16933"/>
                  <a:pt x="912542" y="16906"/>
                  <a:pt x="913521" y="16906"/>
                </a:cubicBezTo>
                <a:cubicBezTo>
                  <a:pt x="914606" y="16906"/>
                  <a:pt x="915479" y="16939"/>
                  <a:pt x="916140" y="17006"/>
                </a:cubicBezTo>
                <a:cubicBezTo>
                  <a:pt x="916802" y="17072"/>
                  <a:pt x="917324" y="17164"/>
                  <a:pt x="917708" y="17283"/>
                </a:cubicBezTo>
                <a:cubicBezTo>
                  <a:pt x="918092" y="17402"/>
                  <a:pt x="918363" y="17574"/>
                  <a:pt x="918522" y="17799"/>
                </a:cubicBezTo>
                <a:cubicBezTo>
                  <a:pt x="918680" y="18024"/>
                  <a:pt x="918813" y="18295"/>
                  <a:pt x="918918" y="18613"/>
                </a:cubicBezTo>
                <a:lnTo>
                  <a:pt x="926975" y="44607"/>
                </a:lnTo>
                <a:lnTo>
                  <a:pt x="927213" y="45600"/>
                </a:lnTo>
                <a:lnTo>
                  <a:pt x="927451" y="44607"/>
                </a:lnTo>
                <a:lnTo>
                  <a:pt x="935388" y="18613"/>
                </a:lnTo>
                <a:cubicBezTo>
                  <a:pt x="935468" y="18295"/>
                  <a:pt x="935593" y="18024"/>
                  <a:pt x="935765" y="17799"/>
                </a:cubicBezTo>
                <a:cubicBezTo>
                  <a:pt x="935937" y="17574"/>
                  <a:pt x="936208" y="17402"/>
                  <a:pt x="936579" y="17283"/>
                </a:cubicBezTo>
                <a:cubicBezTo>
                  <a:pt x="936949" y="17164"/>
                  <a:pt x="937445" y="17072"/>
                  <a:pt x="938067" y="17006"/>
                </a:cubicBezTo>
                <a:cubicBezTo>
                  <a:pt x="938689" y="16939"/>
                  <a:pt x="939502" y="16906"/>
                  <a:pt x="940508" y="16906"/>
                </a:cubicBezTo>
                <a:cubicBezTo>
                  <a:pt x="941487" y="16906"/>
                  <a:pt x="942287" y="16933"/>
                  <a:pt x="942909" y="16986"/>
                </a:cubicBezTo>
                <a:cubicBezTo>
                  <a:pt x="943531" y="17039"/>
                  <a:pt x="944013" y="17131"/>
                  <a:pt x="944357" y="17264"/>
                </a:cubicBezTo>
                <a:cubicBezTo>
                  <a:pt x="944701" y="17396"/>
                  <a:pt x="944939" y="17561"/>
                  <a:pt x="945072" y="17760"/>
                </a:cubicBezTo>
                <a:cubicBezTo>
                  <a:pt x="945204" y="17958"/>
                  <a:pt x="945270" y="18190"/>
                  <a:pt x="945270" y="18454"/>
                </a:cubicBezTo>
                <a:close/>
                <a:moveTo>
                  <a:pt x="960889" y="53894"/>
                </a:moveTo>
                <a:cubicBezTo>
                  <a:pt x="960889" y="54159"/>
                  <a:pt x="960810" y="54390"/>
                  <a:pt x="960651" y="54589"/>
                </a:cubicBezTo>
                <a:cubicBezTo>
                  <a:pt x="960492" y="54787"/>
                  <a:pt x="960221" y="54952"/>
                  <a:pt x="959837" y="55085"/>
                </a:cubicBezTo>
                <a:cubicBezTo>
                  <a:pt x="959454" y="55217"/>
                  <a:pt x="958944" y="55316"/>
                  <a:pt x="958309" y="55382"/>
                </a:cubicBezTo>
                <a:cubicBezTo>
                  <a:pt x="957675" y="55448"/>
                  <a:pt x="956868" y="55482"/>
                  <a:pt x="955889" y="55482"/>
                </a:cubicBezTo>
                <a:cubicBezTo>
                  <a:pt x="954910" y="55482"/>
                  <a:pt x="954103" y="55448"/>
                  <a:pt x="953468" y="55382"/>
                </a:cubicBezTo>
                <a:cubicBezTo>
                  <a:pt x="952833" y="55316"/>
                  <a:pt x="952323" y="55217"/>
                  <a:pt x="951940" y="55085"/>
                </a:cubicBezTo>
                <a:cubicBezTo>
                  <a:pt x="951556" y="54952"/>
                  <a:pt x="951285" y="54787"/>
                  <a:pt x="951126" y="54589"/>
                </a:cubicBezTo>
                <a:cubicBezTo>
                  <a:pt x="950968" y="54390"/>
                  <a:pt x="950888" y="54159"/>
                  <a:pt x="950888" y="53894"/>
                </a:cubicBezTo>
                <a:lnTo>
                  <a:pt x="950888" y="18573"/>
                </a:lnTo>
                <a:cubicBezTo>
                  <a:pt x="950888" y="18309"/>
                  <a:pt x="950968" y="18077"/>
                  <a:pt x="951126" y="17879"/>
                </a:cubicBezTo>
                <a:cubicBezTo>
                  <a:pt x="951285" y="17680"/>
                  <a:pt x="951556" y="17508"/>
                  <a:pt x="951940" y="17363"/>
                </a:cubicBezTo>
                <a:cubicBezTo>
                  <a:pt x="952323" y="17217"/>
                  <a:pt x="952833" y="17105"/>
                  <a:pt x="953468" y="17025"/>
                </a:cubicBezTo>
                <a:cubicBezTo>
                  <a:pt x="954103" y="16946"/>
                  <a:pt x="954910" y="16906"/>
                  <a:pt x="955889" y="16906"/>
                </a:cubicBezTo>
                <a:cubicBezTo>
                  <a:pt x="956868" y="16906"/>
                  <a:pt x="957675" y="16946"/>
                  <a:pt x="958309" y="17025"/>
                </a:cubicBezTo>
                <a:cubicBezTo>
                  <a:pt x="958944" y="17105"/>
                  <a:pt x="959454" y="17217"/>
                  <a:pt x="959837" y="17363"/>
                </a:cubicBezTo>
                <a:cubicBezTo>
                  <a:pt x="960221" y="17508"/>
                  <a:pt x="960492" y="17680"/>
                  <a:pt x="960651" y="17879"/>
                </a:cubicBezTo>
                <a:cubicBezTo>
                  <a:pt x="960810" y="18077"/>
                  <a:pt x="960889" y="18309"/>
                  <a:pt x="960889" y="18573"/>
                </a:cubicBezTo>
                <a:lnTo>
                  <a:pt x="960889" y="53894"/>
                </a:lnTo>
                <a:moveTo>
                  <a:pt x="961643" y="6509"/>
                </a:moveTo>
                <a:cubicBezTo>
                  <a:pt x="961643" y="8519"/>
                  <a:pt x="961233" y="9908"/>
                  <a:pt x="960413" y="10676"/>
                </a:cubicBezTo>
                <a:cubicBezTo>
                  <a:pt x="959593" y="11443"/>
                  <a:pt x="958071" y="11827"/>
                  <a:pt x="955849" y="11827"/>
                </a:cubicBezTo>
                <a:cubicBezTo>
                  <a:pt x="953600" y="11827"/>
                  <a:pt x="952085" y="11456"/>
                  <a:pt x="951305" y="10715"/>
                </a:cubicBezTo>
                <a:cubicBezTo>
                  <a:pt x="950524" y="9975"/>
                  <a:pt x="950134" y="8638"/>
                  <a:pt x="950134" y="6707"/>
                </a:cubicBezTo>
                <a:cubicBezTo>
                  <a:pt x="950134" y="4696"/>
                  <a:pt x="950538" y="3301"/>
                  <a:pt x="951345" y="2520"/>
                </a:cubicBezTo>
                <a:cubicBezTo>
                  <a:pt x="952151" y="1740"/>
                  <a:pt x="953679" y="1349"/>
                  <a:pt x="955928" y="1349"/>
                </a:cubicBezTo>
                <a:cubicBezTo>
                  <a:pt x="958151" y="1349"/>
                  <a:pt x="959659" y="1726"/>
                  <a:pt x="960453" y="2480"/>
                </a:cubicBezTo>
                <a:cubicBezTo>
                  <a:pt x="961246" y="3234"/>
                  <a:pt x="961643" y="4577"/>
                  <a:pt x="961643" y="6509"/>
                </a:cubicBezTo>
                <a:close/>
                <a:moveTo>
                  <a:pt x="1004620" y="53893"/>
                </a:moveTo>
                <a:cubicBezTo>
                  <a:pt x="1004620" y="54184"/>
                  <a:pt x="1004553" y="54429"/>
                  <a:pt x="1004421" y="54628"/>
                </a:cubicBezTo>
                <a:cubicBezTo>
                  <a:pt x="1004289" y="54827"/>
                  <a:pt x="1004064" y="54992"/>
                  <a:pt x="1003747" y="55124"/>
                </a:cubicBezTo>
                <a:cubicBezTo>
                  <a:pt x="1003429" y="55257"/>
                  <a:pt x="1002999" y="55349"/>
                  <a:pt x="1002457" y="55402"/>
                </a:cubicBezTo>
                <a:cubicBezTo>
                  <a:pt x="1001914" y="55455"/>
                  <a:pt x="1001246" y="55482"/>
                  <a:pt x="1000453" y="55482"/>
                </a:cubicBezTo>
                <a:cubicBezTo>
                  <a:pt x="999606" y="55482"/>
                  <a:pt x="998918" y="55455"/>
                  <a:pt x="998389" y="55402"/>
                </a:cubicBezTo>
                <a:cubicBezTo>
                  <a:pt x="997860" y="55350"/>
                  <a:pt x="997430" y="55258"/>
                  <a:pt x="997099" y="55127"/>
                </a:cubicBezTo>
                <a:cubicBezTo>
                  <a:pt x="996768" y="54995"/>
                  <a:pt x="996530" y="54830"/>
                  <a:pt x="996385" y="54633"/>
                </a:cubicBezTo>
                <a:cubicBezTo>
                  <a:pt x="996239" y="54436"/>
                  <a:pt x="996166" y="54192"/>
                  <a:pt x="996166" y="53902"/>
                </a:cubicBezTo>
                <a:lnTo>
                  <a:pt x="996166" y="49992"/>
                </a:lnTo>
                <a:cubicBezTo>
                  <a:pt x="994341" y="51954"/>
                  <a:pt x="992429" y="53479"/>
                  <a:pt x="990432" y="54566"/>
                </a:cubicBezTo>
                <a:cubicBezTo>
                  <a:pt x="988434" y="55653"/>
                  <a:pt x="986218" y="56196"/>
                  <a:pt x="983784" y="56196"/>
                </a:cubicBezTo>
                <a:cubicBezTo>
                  <a:pt x="981086" y="56196"/>
                  <a:pt x="978804" y="55673"/>
                  <a:pt x="976938" y="54626"/>
                </a:cubicBezTo>
                <a:cubicBezTo>
                  <a:pt x="975073" y="53578"/>
                  <a:pt x="973552" y="52166"/>
                  <a:pt x="972374" y="50391"/>
                </a:cubicBezTo>
                <a:cubicBezTo>
                  <a:pt x="971197" y="48614"/>
                  <a:pt x="970344" y="46539"/>
                  <a:pt x="969815" y="44167"/>
                </a:cubicBezTo>
                <a:cubicBezTo>
                  <a:pt x="969286" y="41794"/>
                  <a:pt x="969021" y="39296"/>
                  <a:pt x="969021" y="36671"/>
                </a:cubicBezTo>
                <a:cubicBezTo>
                  <a:pt x="969021" y="33516"/>
                  <a:pt x="969358" y="30680"/>
                  <a:pt x="970033" y="28161"/>
                </a:cubicBezTo>
                <a:cubicBezTo>
                  <a:pt x="970708" y="25643"/>
                  <a:pt x="971693" y="23496"/>
                  <a:pt x="972990" y="21720"/>
                </a:cubicBezTo>
                <a:cubicBezTo>
                  <a:pt x="974286" y="19944"/>
                  <a:pt x="975900" y="18579"/>
                  <a:pt x="977831" y="17624"/>
                </a:cubicBezTo>
                <a:cubicBezTo>
                  <a:pt x="979763" y="16670"/>
                  <a:pt x="981985" y="16192"/>
                  <a:pt x="984499" y="16192"/>
                </a:cubicBezTo>
                <a:cubicBezTo>
                  <a:pt x="986483" y="16192"/>
                  <a:pt x="988282" y="16596"/>
                  <a:pt x="989896" y="17405"/>
                </a:cubicBezTo>
                <a:cubicBezTo>
                  <a:pt x="991510" y="18214"/>
                  <a:pt x="993111" y="19400"/>
                  <a:pt x="994698" y="20964"/>
                </a:cubicBezTo>
                <a:lnTo>
                  <a:pt x="994698" y="1787"/>
                </a:lnTo>
                <a:cubicBezTo>
                  <a:pt x="994698" y="1522"/>
                  <a:pt x="994771" y="1283"/>
                  <a:pt x="994916" y="1072"/>
                </a:cubicBezTo>
                <a:cubicBezTo>
                  <a:pt x="995062" y="860"/>
                  <a:pt x="995326" y="681"/>
                  <a:pt x="995710" y="536"/>
                </a:cubicBezTo>
                <a:cubicBezTo>
                  <a:pt x="996094" y="390"/>
                  <a:pt x="996603" y="278"/>
                  <a:pt x="997238" y="198"/>
                </a:cubicBezTo>
                <a:cubicBezTo>
                  <a:pt x="997873" y="119"/>
                  <a:pt x="998680" y="79"/>
                  <a:pt x="999659" y="79"/>
                </a:cubicBezTo>
                <a:cubicBezTo>
                  <a:pt x="1000638" y="79"/>
                  <a:pt x="1001445" y="119"/>
                  <a:pt x="1002080" y="198"/>
                </a:cubicBezTo>
                <a:cubicBezTo>
                  <a:pt x="1002715" y="278"/>
                  <a:pt x="1003217" y="390"/>
                  <a:pt x="1003588" y="536"/>
                </a:cubicBezTo>
                <a:cubicBezTo>
                  <a:pt x="1003958" y="681"/>
                  <a:pt x="1004223" y="860"/>
                  <a:pt x="1004382" y="1073"/>
                </a:cubicBezTo>
                <a:cubicBezTo>
                  <a:pt x="1004540" y="1284"/>
                  <a:pt x="1004620" y="1523"/>
                  <a:pt x="1004620" y="1787"/>
                </a:cubicBezTo>
                <a:lnTo>
                  <a:pt x="1004620" y="53893"/>
                </a:lnTo>
                <a:moveTo>
                  <a:pt x="994698" y="30229"/>
                </a:moveTo>
                <a:cubicBezTo>
                  <a:pt x="993269" y="28434"/>
                  <a:pt x="991900" y="27061"/>
                  <a:pt x="990590" y="26111"/>
                </a:cubicBezTo>
                <a:cubicBezTo>
                  <a:pt x="989281" y="25160"/>
                  <a:pt x="987912" y="24685"/>
                  <a:pt x="986483" y="24685"/>
                </a:cubicBezTo>
                <a:cubicBezTo>
                  <a:pt x="985187" y="24685"/>
                  <a:pt x="984069" y="25009"/>
                  <a:pt x="983129" y="25657"/>
                </a:cubicBezTo>
                <a:cubicBezTo>
                  <a:pt x="982190" y="26305"/>
                  <a:pt x="981436" y="27172"/>
                  <a:pt x="980867" y="28257"/>
                </a:cubicBezTo>
                <a:cubicBezTo>
                  <a:pt x="980298" y="29341"/>
                  <a:pt x="979875" y="30552"/>
                  <a:pt x="979597" y="31888"/>
                </a:cubicBezTo>
                <a:cubicBezTo>
                  <a:pt x="979320" y="33224"/>
                  <a:pt x="979181" y="34593"/>
                  <a:pt x="979181" y="35996"/>
                </a:cubicBezTo>
                <a:cubicBezTo>
                  <a:pt x="979181" y="37477"/>
                  <a:pt x="979300" y="38919"/>
                  <a:pt x="979538" y="40321"/>
                </a:cubicBezTo>
                <a:cubicBezTo>
                  <a:pt x="979776" y="41724"/>
                  <a:pt x="980166" y="42974"/>
                  <a:pt x="980709" y="44072"/>
                </a:cubicBezTo>
                <a:cubicBezTo>
                  <a:pt x="981251" y="45170"/>
                  <a:pt x="981972" y="46049"/>
                  <a:pt x="982871" y="46711"/>
                </a:cubicBezTo>
                <a:cubicBezTo>
                  <a:pt x="983771" y="47372"/>
                  <a:pt x="984909" y="47703"/>
                  <a:pt x="986285" y="47703"/>
                </a:cubicBezTo>
                <a:cubicBezTo>
                  <a:pt x="986972" y="47703"/>
                  <a:pt x="987640" y="47604"/>
                  <a:pt x="988289" y="47407"/>
                </a:cubicBezTo>
                <a:cubicBezTo>
                  <a:pt x="988937" y="47208"/>
                  <a:pt x="989598" y="46884"/>
                  <a:pt x="990273" y="46436"/>
                </a:cubicBezTo>
                <a:cubicBezTo>
                  <a:pt x="990948" y="45987"/>
                  <a:pt x="991642" y="45399"/>
                  <a:pt x="992357" y="44673"/>
                </a:cubicBezTo>
                <a:cubicBezTo>
                  <a:pt x="993071" y="43946"/>
                  <a:pt x="993851" y="43055"/>
                  <a:pt x="994698" y="41999"/>
                </a:cubicBezTo>
                <a:lnTo>
                  <a:pt x="994698" y="30229"/>
                </a:lnTo>
                <a:close/>
                <a:moveTo>
                  <a:pt x="1047515" y="35156"/>
                </a:moveTo>
                <a:cubicBezTo>
                  <a:pt x="1047515" y="36375"/>
                  <a:pt x="1047243" y="37277"/>
                  <a:pt x="1046701" y="37860"/>
                </a:cubicBezTo>
                <a:cubicBezTo>
                  <a:pt x="1046159" y="38442"/>
                  <a:pt x="1045411" y="38734"/>
                  <a:pt x="1044459" y="38734"/>
                </a:cubicBezTo>
                <a:lnTo>
                  <a:pt x="1022909" y="38734"/>
                </a:lnTo>
                <a:cubicBezTo>
                  <a:pt x="1022909" y="40248"/>
                  <a:pt x="1023088" y="41622"/>
                  <a:pt x="1023445" y="42858"/>
                </a:cubicBezTo>
                <a:cubicBezTo>
                  <a:pt x="1023802" y="44093"/>
                  <a:pt x="1024371" y="45142"/>
                  <a:pt x="1025151" y="46006"/>
                </a:cubicBezTo>
                <a:cubicBezTo>
                  <a:pt x="1025932" y="46870"/>
                  <a:pt x="1026937" y="47527"/>
                  <a:pt x="1028167" y="47978"/>
                </a:cubicBezTo>
                <a:cubicBezTo>
                  <a:pt x="1029398" y="48430"/>
                  <a:pt x="1030873" y="48655"/>
                  <a:pt x="1032592" y="48655"/>
                </a:cubicBezTo>
                <a:cubicBezTo>
                  <a:pt x="1034339" y="48655"/>
                  <a:pt x="1035873" y="48528"/>
                  <a:pt x="1037196" y="48272"/>
                </a:cubicBezTo>
                <a:cubicBezTo>
                  <a:pt x="1038519" y="48017"/>
                  <a:pt x="1039663" y="47734"/>
                  <a:pt x="1040629" y="47425"/>
                </a:cubicBezTo>
                <a:cubicBezTo>
                  <a:pt x="1041595" y="47116"/>
                  <a:pt x="1042395" y="46834"/>
                  <a:pt x="1043030" y="46578"/>
                </a:cubicBezTo>
                <a:cubicBezTo>
                  <a:pt x="1043665" y="46323"/>
                  <a:pt x="1044181" y="46195"/>
                  <a:pt x="1044578" y="46195"/>
                </a:cubicBezTo>
                <a:cubicBezTo>
                  <a:pt x="1044816" y="46195"/>
                  <a:pt x="1045014" y="46242"/>
                  <a:pt x="1045173" y="46335"/>
                </a:cubicBezTo>
                <a:cubicBezTo>
                  <a:pt x="1045332" y="46428"/>
                  <a:pt x="1045464" y="46594"/>
                  <a:pt x="1045570" y="46834"/>
                </a:cubicBezTo>
                <a:cubicBezTo>
                  <a:pt x="1045676" y="47073"/>
                  <a:pt x="1045749" y="47412"/>
                  <a:pt x="1045788" y="47851"/>
                </a:cubicBezTo>
                <a:cubicBezTo>
                  <a:pt x="1045828" y="48290"/>
                  <a:pt x="1045848" y="48842"/>
                  <a:pt x="1045848" y="49506"/>
                </a:cubicBezTo>
                <a:cubicBezTo>
                  <a:pt x="1045848" y="50092"/>
                  <a:pt x="1045835" y="50591"/>
                  <a:pt x="1045808" y="51003"/>
                </a:cubicBezTo>
                <a:cubicBezTo>
                  <a:pt x="1045782" y="51415"/>
                  <a:pt x="1045742" y="51767"/>
                  <a:pt x="1045689" y="52060"/>
                </a:cubicBezTo>
                <a:cubicBezTo>
                  <a:pt x="1045636" y="52353"/>
                  <a:pt x="1045557" y="52599"/>
                  <a:pt x="1045451" y="52799"/>
                </a:cubicBezTo>
                <a:cubicBezTo>
                  <a:pt x="1045345" y="52998"/>
                  <a:pt x="1045206" y="53191"/>
                  <a:pt x="1045034" y="53377"/>
                </a:cubicBezTo>
                <a:cubicBezTo>
                  <a:pt x="1044862" y="53563"/>
                  <a:pt x="1044393" y="53815"/>
                  <a:pt x="1043625" y="54132"/>
                </a:cubicBezTo>
                <a:cubicBezTo>
                  <a:pt x="1042858" y="54450"/>
                  <a:pt x="1041879" y="54761"/>
                  <a:pt x="1040689" y="55065"/>
                </a:cubicBezTo>
                <a:cubicBezTo>
                  <a:pt x="1039498" y="55369"/>
                  <a:pt x="1038135" y="55634"/>
                  <a:pt x="1036601" y="55859"/>
                </a:cubicBezTo>
                <a:cubicBezTo>
                  <a:pt x="1035066" y="56083"/>
                  <a:pt x="1033426" y="56196"/>
                  <a:pt x="1031680" y="56196"/>
                </a:cubicBezTo>
                <a:cubicBezTo>
                  <a:pt x="1028531" y="56196"/>
                  <a:pt x="1025773" y="55798"/>
                  <a:pt x="1023405" y="55003"/>
                </a:cubicBezTo>
                <a:cubicBezTo>
                  <a:pt x="1021037" y="54207"/>
                  <a:pt x="1019059" y="53001"/>
                  <a:pt x="1017472" y="51384"/>
                </a:cubicBezTo>
                <a:cubicBezTo>
                  <a:pt x="1015885" y="49767"/>
                  <a:pt x="1014701" y="47726"/>
                  <a:pt x="1013920" y="45261"/>
                </a:cubicBezTo>
                <a:cubicBezTo>
                  <a:pt x="1013140" y="42796"/>
                  <a:pt x="1012749" y="39906"/>
                  <a:pt x="1012749" y="36592"/>
                </a:cubicBezTo>
                <a:cubicBezTo>
                  <a:pt x="1012749" y="33437"/>
                  <a:pt x="1013159" y="30594"/>
                  <a:pt x="1013980" y="28062"/>
                </a:cubicBezTo>
                <a:cubicBezTo>
                  <a:pt x="1014800" y="25530"/>
                  <a:pt x="1015990" y="23383"/>
                  <a:pt x="1017551" y="21620"/>
                </a:cubicBezTo>
                <a:cubicBezTo>
                  <a:pt x="1019112" y="19857"/>
                  <a:pt x="1021011" y="18511"/>
                  <a:pt x="1023246" y="17584"/>
                </a:cubicBezTo>
                <a:cubicBezTo>
                  <a:pt x="1025482" y="16656"/>
                  <a:pt x="1028002" y="16192"/>
                  <a:pt x="1030807" y="16192"/>
                </a:cubicBezTo>
                <a:cubicBezTo>
                  <a:pt x="1033770" y="16192"/>
                  <a:pt x="1036303" y="16629"/>
                  <a:pt x="1038407" y="17504"/>
                </a:cubicBezTo>
                <a:cubicBezTo>
                  <a:pt x="1040510" y="18379"/>
                  <a:pt x="1042236" y="19591"/>
                  <a:pt x="1043586" y="21142"/>
                </a:cubicBezTo>
                <a:cubicBezTo>
                  <a:pt x="1044935" y="22692"/>
                  <a:pt x="1045927" y="24527"/>
                  <a:pt x="1046562" y="26648"/>
                </a:cubicBezTo>
                <a:cubicBezTo>
                  <a:pt x="1047197" y="28768"/>
                  <a:pt x="1047515" y="31074"/>
                  <a:pt x="1047515" y="33566"/>
                </a:cubicBezTo>
                <a:lnTo>
                  <a:pt x="1047515" y="35156"/>
                </a:lnTo>
                <a:moveTo>
                  <a:pt x="1037831" y="32305"/>
                </a:moveTo>
                <a:cubicBezTo>
                  <a:pt x="1037910" y="29488"/>
                  <a:pt x="1037348" y="27276"/>
                  <a:pt x="1036144" y="25668"/>
                </a:cubicBezTo>
                <a:cubicBezTo>
                  <a:pt x="1034941" y="24060"/>
                  <a:pt x="1033082" y="23256"/>
                  <a:pt x="1030568" y="23256"/>
                </a:cubicBezTo>
                <a:cubicBezTo>
                  <a:pt x="1029299" y="23256"/>
                  <a:pt x="1028194" y="23496"/>
                  <a:pt x="1027255" y="23974"/>
                </a:cubicBezTo>
                <a:cubicBezTo>
                  <a:pt x="1026315" y="24452"/>
                  <a:pt x="1025535" y="25097"/>
                  <a:pt x="1024913" y="25908"/>
                </a:cubicBezTo>
                <a:cubicBezTo>
                  <a:pt x="1024291" y="26718"/>
                  <a:pt x="1023815" y="27675"/>
                  <a:pt x="1023484" y="28778"/>
                </a:cubicBezTo>
                <a:cubicBezTo>
                  <a:pt x="1023154" y="29880"/>
                  <a:pt x="1022962" y="31055"/>
                  <a:pt x="1022909" y="32305"/>
                </a:cubicBezTo>
                <a:lnTo>
                  <a:pt x="1037831" y="32305"/>
                </a:lnTo>
                <a:close/>
                <a:moveTo>
                  <a:pt x="1089369" y="53893"/>
                </a:moveTo>
                <a:cubicBezTo>
                  <a:pt x="1089369" y="54184"/>
                  <a:pt x="1089302" y="54429"/>
                  <a:pt x="1089170" y="54628"/>
                </a:cubicBezTo>
                <a:cubicBezTo>
                  <a:pt x="1089038" y="54827"/>
                  <a:pt x="1088813" y="54992"/>
                  <a:pt x="1088495" y="55124"/>
                </a:cubicBezTo>
                <a:cubicBezTo>
                  <a:pt x="1088178" y="55257"/>
                  <a:pt x="1087748" y="55349"/>
                  <a:pt x="1087206" y="55402"/>
                </a:cubicBezTo>
                <a:cubicBezTo>
                  <a:pt x="1086663" y="55455"/>
                  <a:pt x="1085995" y="55482"/>
                  <a:pt x="1085201" y="55482"/>
                </a:cubicBezTo>
                <a:cubicBezTo>
                  <a:pt x="1084355" y="55482"/>
                  <a:pt x="1083667" y="55455"/>
                  <a:pt x="1083138" y="55402"/>
                </a:cubicBezTo>
                <a:cubicBezTo>
                  <a:pt x="1082609" y="55350"/>
                  <a:pt x="1082179" y="55258"/>
                  <a:pt x="1081848" y="55127"/>
                </a:cubicBezTo>
                <a:cubicBezTo>
                  <a:pt x="1081517" y="54995"/>
                  <a:pt x="1081279" y="54830"/>
                  <a:pt x="1081134" y="54633"/>
                </a:cubicBezTo>
                <a:cubicBezTo>
                  <a:pt x="1080988" y="54436"/>
                  <a:pt x="1080915" y="54192"/>
                  <a:pt x="1080915" y="53902"/>
                </a:cubicBezTo>
                <a:lnTo>
                  <a:pt x="1080915" y="49992"/>
                </a:lnTo>
                <a:cubicBezTo>
                  <a:pt x="1079090" y="51954"/>
                  <a:pt x="1077178" y="53479"/>
                  <a:pt x="1075181" y="54566"/>
                </a:cubicBezTo>
                <a:cubicBezTo>
                  <a:pt x="1073183" y="55653"/>
                  <a:pt x="1070967" y="56196"/>
                  <a:pt x="1068533" y="56196"/>
                </a:cubicBezTo>
                <a:cubicBezTo>
                  <a:pt x="1065834" y="56196"/>
                  <a:pt x="1063553" y="55673"/>
                  <a:pt x="1061687" y="54626"/>
                </a:cubicBezTo>
                <a:cubicBezTo>
                  <a:pt x="1059822" y="53578"/>
                  <a:pt x="1058301" y="52166"/>
                  <a:pt x="1057123" y="50391"/>
                </a:cubicBezTo>
                <a:cubicBezTo>
                  <a:pt x="1055946" y="48614"/>
                  <a:pt x="1055093" y="46539"/>
                  <a:pt x="1054564" y="44167"/>
                </a:cubicBezTo>
                <a:cubicBezTo>
                  <a:pt x="1054034" y="41794"/>
                  <a:pt x="1053770" y="39296"/>
                  <a:pt x="1053770" y="36671"/>
                </a:cubicBezTo>
                <a:cubicBezTo>
                  <a:pt x="1053770" y="33516"/>
                  <a:pt x="1054107" y="30680"/>
                  <a:pt x="1054782" y="28161"/>
                </a:cubicBezTo>
                <a:cubicBezTo>
                  <a:pt x="1055456" y="25643"/>
                  <a:pt x="1056442" y="23496"/>
                  <a:pt x="1057738" y="21720"/>
                </a:cubicBezTo>
                <a:cubicBezTo>
                  <a:pt x="1059035" y="19944"/>
                  <a:pt x="1060649" y="18579"/>
                  <a:pt x="1062580" y="17624"/>
                </a:cubicBezTo>
                <a:cubicBezTo>
                  <a:pt x="1064512" y="16670"/>
                  <a:pt x="1066734" y="16192"/>
                  <a:pt x="1069248" y="16192"/>
                </a:cubicBezTo>
                <a:cubicBezTo>
                  <a:pt x="1071232" y="16192"/>
                  <a:pt x="1073031" y="16596"/>
                  <a:pt x="1074645" y="17405"/>
                </a:cubicBezTo>
                <a:cubicBezTo>
                  <a:pt x="1076259" y="18214"/>
                  <a:pt x="1077859" y="19400"/>
                  <a:pt x="1079447" y="20964"/>
                </a:cubicBezTo>
                <a:lnTo>
                  <a:pt x="1079447" y="1787"/>
                </a:lnTo>
                <a:cubicBezTo>
                  <a:pt x="1079447" y="1522"/>
                  <a:pt x="1079520" y="1283"/>
                  <a:pt x="1079665" y="1072"/>
                </a:cubicBezTo>
                <a:cubicBezTo>
                  <a:pt x="1079811" y="860"/>
                  <a:pt x="1080075" y="681"/>
                  <a:pt x="1080459" y="536"/>
                </a:cubicBezTo>
                <a:cubicBezTo>
                  <a:pt x="1080843" y="390"/>
                  <a:pt x="1081352" y="278"/>
                  <a:pt x="1081987" y="198"/>
                </a:cubicBezTo>
                <a:cubicBezTo>
                  <a:pt x="1082622" y="119"/>
                  <a:pt x="1083429" y="79"/>
                  <a:pt x="1084408" y="79"/>
                </a:cubicBezTo>
                <a:cubicBezTo>
                  <a:pt x="1085387" y="79"/>
                  <a:pt x="1086194" y="119"/>
                  <a:pt x="1086829" y="198"/>
                </a:cubicBezTo>
                <a:cubicBezTo>
                  <a:pt x="1087464" y="278"/>
                  <a:pt x="1087966" y="390"/>
                  <a:pt x="1088337" y="536"/>
                </a:cubicBezTo>
                <a:cubicBezTo>
                  <a:pt x="1088707" y="681"/>
                  <a:pt x="1088972" y="860"/>
                  <a:pt x="1089130" y="1073"/>
                </a:cubicBezTo>
                <a:cubicBezTo>
                  <a:pt x="1089289" y="1284"/>
                  <a:pt x="1089369" y="1523"/>
                  <a:pt x="1089369" y="1787"/>
                </a:cubicBezTo>
                <a:lnTo>
                  <a:pt x="1089369" y="53893"/>
                </a:lnTo>
                <a:moveTo>
                  <a:pt x="1079447" y="30229"/>
                </a:moveTo>
                <a:cubicBezTo>
                  <a:pt x="1078018" y="28434"/>
                  <a:pt x="1076649" y="27061"/>
                  <a:pt x="1075339" y="26111"/>
                </a:cubicBezTo>
                <a:cubicBezTo>
                  <a:pt x="1074030" y="25160"/>
                  <a:pt x="1072661" y="24685"/>
                  <a:pt x="1071232" y="24685"/>
                </a:cubicBezTo>
                <a:cubicBezTo>
                  <a:pt x="1069935" y="24685"/>
                  <a:pt x="1068818" y="25009"/>
                  <a:pt x="1067878" y="25657"/>
                </a:cubicBezTo>
                <a:cubicBezTo>
                  <a:pt x="1066939" y="26305"/>
                  <a:pt x="1066185" y="27172"/>
                  <a:pt x="1065616" y="28257"/>
                </a:cubicBezTo>
                <a:cubicBezTo>
                  <a:pt x="1065047" y="29341"/>
                  <a:pt x="1064624" y="30552"/>
                  <a:pt x="1064346" y="31888"/>
                </a:cubicBezTo>
                <a:cubicBezTo>
                  <a:pt x="1064068" y="33224"/>
                  <a:pt x="1063930" y="34593"/>
                  <a:pt x="1063930" y="35996"/>
                </a:cubicBezTo>
                <a:cubicBezTo>
                  <a:pt x="1063930" y="37477"/>
                  <a:pt x="1064049" y="38919"/>
                  <a:pt x="1064287" y="40321"/>
                </a:cubicBezTo>
                <a:cubicBezTo>
                  <a:pt x="1064525" y="41724"/>
                  <a:pt x="1064915" y="42974"/>
                  <a:pt x="1065457" y="44072"/>
                </a:cubicBezTo>
                <a:cubicBezTo>
                  <a:pt x="1066000" y="45170"/>
                  <a:pt x="1066721" y="46049"/>
                  <a:pt x="1067620" y="46711"/>
                </a:cubicBezTo>
                <a:cubicBezTo>
                  <a:pt x="1068520" y="47372"/>
                  <a:pt x="1069658" y="47703"/>
                  <a:pt x="1071033" y="47703"/>
                </a:cubicBezTo>
                <a:cubicBezTo>
                  <a:pt x="1071721" y="47703"/>
                  <a:pt x="1072389" y="47604"/>
                  <a:pt x="1073038" y="47407"/>
                </a:cubicBezTo>
                <a:cubicBezTo>
                  <a:pt x="1073686" y="47208"/>
                  <a:pt x="1074347" y="46884"/>
                  <a:pt x="1075022" y="46436"/>
                </a:cubicBezTo>
                <a:cubicBezTo>
                  <a:pt x="1075697" y="45987"/>
                  <a:pt x="1076391" y="45399"/>
                  <a:pt x="1077105" y="44673"/>
                </a:cubicBezTo>
                <a:cubicBezTo>
                  <a:pt x="1077820" y="43946"/>
                  <a:pt x="1078600" y="43055"/>
                  <a:pt x="1079447" y="41999"/>
                </a:cubicBezTo>
                <a:lnTo>
                  <a:pt x="1079447" y="30229"/>
                </a:lnTo>
                <a:close/>
                <a:moveTo>
                  <a:pt x="1142362" y="48259"/>
                </a:moveTo>
                <a:cubicBezTo>
                  <a:pt x="1142362" y="48947"/>
                  <a:pt x="1142342" y="49522"/>
                  <a:pt x="1142302" y="49985"/>
                </a:cubicBezTo>
                <a:cubicBezTo>
                  <a:pt x="1142262" y="50448"/>
                  <a:pt x="1142209" y="50838"/>
                  <a:pt x="1142143" y="51156"/>
                </a:cubicBezTo>
                <a:cubicBezTo>
                  <a:pt x="1142077" y="51473"/>
                  <a:pt x="1141998" y="51731"/>
                  <a:pt x="1141905" y="51930"/>
                </a:cubicBezTo>
                <a:cubicBezTo>
                  <a:pt x="1141813" y="52128"/>
                  <a:pt x="1141608" y="52379"/>
                  <a:pt x="1141290" y="52684"/>
                </a:cubicBezTo>
                <a:cubicBezTo>
                  <a:pt x="1140973" y="52988"/>
                  <a:pt x="1140430" y="53358"/>
                  <a:pt x="1139663" y="53795"/>
                </a:cubicBezTo>
                <a:cubicBezTo>
                  <a:pt x="1138896" y="54231"/>
                  <a:pt x="1138023" y="54622"/>
                  <a:pt x="1137044" y="54966"/>
                </a:cubicBezTo>
                <a:cubicBezTo>
                  <a:pt x="1136065" y="55310"/>
                  <a:pt x="1135000" y="55587"/>
                  <a:pt x="1133849" y="55799"/>
                </a:cubicBezTo>
                <a:cubicBezTo>
                  <a:pt x="1132698" y="56011"/>
                  <a:pt x="1131514" y="56117"/>
                  <a:pt x="1130297" y="56117"/>
                </a:cubicBezTo>
                <a:cubicBezTo>
                  <a:pt x="1127572" y="56117"/>
                  <a:pt x="1125158" y="55693"/>
                  <a:pt x="1123054" y="54847"/>
                </a:cubicBezTo>
                <a:cubicBezTo>
                  <a:pt x="1120951" y="54000"/>
                  <a:pt x="1119185" y="52750"/>
                  <a:pt x="1117756" y="51096"/>
                </a:cubicBezTo>
                <a:cubicBezTo>
                  <a:pt x="1116327" y="49443"/>
                  <a:pt x="1115249" y="47425"/>
                  <a:pt x="1114522" y="45044"/>
                </a:cubicBezTo>
                <a:cubicBezTo>
                  <a:pt x="1113794" y="42663"/>
                  <a:pt x="1113430" y="39938"/>
                  <a:pt x="1113430" y="36869"/>
                </a:cubicBezTo>
                <a:cubicBezTo>
                  <a:pt x="1113430" y="33323"/>
                  <a:pt x="1113873" y="30261"/>
                  <a:pt x="1114760" y="27681"/>
                </a:cubicBezTo>
                <a:cubicBezTo>
                  <a:pt x="1115646" y="25102"/>
                  <a:pt x="1116883" y="22965"/>
                  <a:pt x="1118470" y="21272"/>
                </a:cubicBezTo>
                <a:cubicBezTo>
                  <a:pt x="1120058" y="19579"/>
                  <a:pt x="1121936" y="18322"/>
                  <a:pt x="1124106" y="17502"/>
                </a:cubicBezTo>
                <a:cubicBezTo>
                  <a:pt x="1126275" y="16682"/>
                  <a:pt x="1128657" y="16271"/>
                  <a:pt x="1131249" y="16271"/>
                </a:cubicBezTo>
                <a:cubicBezTo>
                  <a:pt x="1132308" y="16271"/>
                  <a:pt x="1133346" y="16364"/>
                  <a:pt x="1134365" y="16549"/>
                </a:cubicBezTo>
                <a:cubicBezTo>
                  <a:pt x="1135383" y="16734"/>
                  <a:pt x="1136336" y="16986"/>
                  <a:pt x="1137222" y="17303"/>
                </a:cubicBezTo>
                <a:cubicBezTo>
                  <a:pt x="1138109" y="17621"/>
                  <a:pt x="1138902" y="17978"/>
                  <a:pt x="1139603" y="18375"/>
                </a:cubicBezTo>
                <a:cubicBezTo>
                  <a:pt x="1140305" y="18772"/>
                  <a:pt x="1140801" y="19116"/>
                  <a:pt x="1141092" y="19407"/>
                </a:cubicBezTo>
                <a:cubicBezTo>
                  <a:pt x="1141383" y="19698"/>
                  <a:pt x="1141588" y="19942"/>
                  <a:pt x="1141707" y="20141"/>
                </a:cubicBezTo>
                <a:cubicBezTo>
                  <a:pt x="1141826" y="20339"/>
                  <a:pt x="1141918" y="20597"/>
                  <a:pt x="1141985" y="20915"/>
                </a:cubicBezTo>
                <a:cubicBezTo>
                  <a:pt x="1142051" y="21232"/>
                  <a:pt x="1142104" y="21622"/>
                  <a:pt x="1142143" y="22085"/>
                </a:cubicBezTo>
                <a:cubicBezTo>
                  <a:pt x="1142183" y="22548"/>
                  <a:pt x="1142203" y="23111"/>
                  <a:pt x="1142203" y="23772"/>
                </a:cubicBezTo>
                <a:cubicBezTo>
                  <a:pt x="1142203" y="25307"/>
                  <a:pt x="1142071" y="26385"/>
                  <a:pt x="1141806" y="27007"/>
                </a:cubicBezTo>
                <a:cubicBezTo>
                  <a:pt x="1141541" y="27628"/>
                  <a:pt x="1141197" y="27939"/>
                  <a:pt x="1140774" y="27939"/>
                </a:cubicBezTo>
                <a:cubicBezTo>
                  <a:pt x="1140324" y="27939"/>
                  <a:pt x="1139848" y="27754"/>
                  <a:pt x="1139345" y="27384"/>
                </a:cubicBezTo>
                <a:cubicBezTo>
                  <a:pt x="1138843" y="27013"/>
                  <a:pt x="1138247" y="26603"/>
                  <a:pt x="1137560" y="26153"/>
                </a:cubicBezTo>
                <a:cubicBezTo>
                  <a:pt x="1136872" y="25704"/>
                  <a:pt x="1136051" y="25293"/>
                  <a:pt x="1135099" y="24923"/>
                </a:cubicBezTo>
                <a:cubicBezTo>
                  <a:pt x="1134147" y="24553"/>
                  <a:pt x="1133009" y="24367"/>
                  <a:pt x="1131686" y="24367"/>
                </a:cubicBezTo>
                <a:cubicBezTo>
                  <a:pt x="1129093" y="24367"/>
                  <a:pt x="1127109" y="25366"/>
                  <a:pt x="1125733" y="27364"/>
                </a:cubicBezTo>
                <a:cubicBezTo>
                  <a:pt x="1124357" y="29361"/>
                  <a:pt x="1123669" y="32291"/>
                  <a:pt x="1123669" y="36154"/>
                </a:cubicBezTo>
                <a:cubicBezTo>
                  <a:pt x="1123669" y="38059"/>
                  <a:pt x="1123841" y="39739"/>
                  <a:pt x="1124185" y="41194"/>
                </a:cubicBezTo>
                <a:cubicBezTo>
                  <a:pt x="1124529" y="42650"/>
                  <a:pt x="1125039" y="43867"/>
                  <a:pt x="1125713" y="44846"/>
                </a:cubicBezTo>
                <a:cubicBezTo>
                  <a:pt x="1126388" y="45825"/>
                  <a:pt x="1127234" y="46559"/>
                  <a:pt x="1128253" y="47048"/>
                </a:cubicBezTo>
                <a:cubicBezTo>
                  <a:pt x="1129272" y="47538"/>
                  <a:pt x="1130456" y="47782"/>
                  <a:pt x="1131805" y="47782"/>
                </a:cubicBezTo>
                <a:cubicBezTo>
                  <a:pt x="1133181" y="47782"/>
                  <a:pt x="1134365" y="47577"/>
                  <a:pt x="1135357" y="47167"/>
                </a:cubicBezTo>
                <a:cubicBezTo>
                  <a:pt x="1136349" y="46757"/>
                  <a:pt x="1137216" y="46301"/>
                  <a:pt x="1137956" y="45798"/>
                </a:cubicBezTo>
                <a:cubicBezTo>
                  <a:pt x="1138697" y="45295"/>
                  <a:pt x="1139319" y="44839"/>
                  <a:pt x="1139822" y="44429"/>
                </a:cubicBezTo>
                <a:cubicBezTo>
                  <a:pt x="1140324" y="44019"/>
                  <a:pt x="1140748" y="43814"/>
                  <a:pt x="1141092" y="43814"/>
                </a:cubicBezTo>
                <a:cubicBezTo>
                  <a:pt x="1141330" y="43814"/>
                  <a:pt x="1141528" y="43880"/>
                  <a:pt x="1141687" y="44012"/>
                </a:cubicBezTo>
                <a:cubicBezTo>
                  <a:pt x="1141846" y="44144"/>
                  <a:pt x="1141971" y="44389"/>
                  <a:pt x="1142064" y="44746"/>
                </a:cubicBezTo>
                <a:cubicBezTo>
                  <a:pt x="1142157" y="45104"/>
                  <a:pt x="1142229" y="45560"/>
                  <a:pt x="1142282" y="46116"/>
                </a:cubicBezTo>
                <a:cubicBezTo>
                  <a:pt x="1142335" y="46671"/>
                  <a:pt x="1142362" y="47386"/>
                  <a:pt x="1142362" y="48259"/>
                </a:cubicBezTo>
                <a:close/>
                <a:moveTo>
                  <a:pt x="1184719" y="35836"/>
                </a:moveTo>
                <a:cubicBezTo>
                  <a:pt x="1184719" y="38858"/>
                  <a:pt x="1184322" y="41616"/>
                  <a:pt x="1183528" y="44108"/>
                </a:cubicBezTo>
                <a:cubicBezTo>
                  <a:pt x="1182734" y="46600"/>
                  <a:pt x="1181530" y="48747"/>
                  <a:pt x="1179917" y="50549"/>
                </a:cubicBezTo>
                <a:cubicBezTo>
                  <a:pt x="1178303" y="52352"/>
                  <a:pt x="1176279" y="53744"/>
                  <a:pt x="1173845" y="54725"/>
                </a:cubicBezTo>
                <a:cubicBezTo>
                  <a:pt x="1171410" y="55706"/>
                  <a:pt x="1168566" y="56196"/>
                  <a:pt x="1165312" y="56196"/>
                </a:cubicBezTo>
                <a:cubicBezTo>
                  <a:pt x="1162163" y="56196"/>
                  <a:pt x="1159425" y="55759"/>
                  <a:pt x="1157097" y="54884"/>
                </a:cubicBezTo>
                <a:cubicBezTo>
                  <a:pt x="1154769" y="54009"/>
                  <a:pt x="1152837" y="52737"/>
                  <a:pt x="1151303" y="51066"/>
                </a:cubicBezTo>
                <a:cubicBezTo>
                  <a:pt x="1149768" y="49396"/>
                  <a:pt x="1148630" y="47342"/>
                  <a:pt x="1147890" y="44903"/>
                </a:cubicBezTo>
                <a:cubicBezTo>
                  <a:pt x="1147149" y="42464"/>
                  <a:pt x="1146778" y="39680"/>
                  <a:pt x="1146778" y="36552"/>
                </a:cubicBezTo>
                <a:cubicBezTo>
                  <a:pt x="1146778" y="33530"/>
                  <a:pt x="1147182" y="30766"/>
                  <a:pt x="1147989" y="28260"/>
                </a:cubicBezTo>
                <a:cubicBezTo>
                  <a:pt x="1148796" y="25755"/>
                  <a:pt x="1150006" y="23608"/>
                  <a:pt x="1151620" y="21819"/>
                </a:cubicBezTo>
                <a:cubicBezTo>
                  <a:pt x="1153234" y="20030"/>
                  <a:pt x="1155251" y="18645"/>
                  <a:pt x="1157672" y="17664"/>
                </a:cubicBezTo>
                <a:cubicBezTo>
                  <a:pt x="1160093" y="16683"/>
                  <a:pt x="1162931" y="16192"/>
                  <a:pt x="1166185" y="16192"/>
                </a:cubicBezTo>
                <a:cubicBezTo>
                  <a:pt x="1169360" y="16192"/>
                  <a:pt x="1172112" y="16623"/>
                  <a:pt x="1174440" y="17484"/>
                </a:cubicBezTo>
                <a:cubicBezTo>
                  <a:pt x="1176768" y="18346"/>
                  <a:pt x="1178693" y="19612"/>
                  <a:pt x="1180214" y="21282"/>
                </a:cubicBezTo>
                <a:cubicBezTo>
                  <a:pt x="1181735" y="22952"/>
                  <a:pt x="1182867" y="25007"/>
                  <a:pt x="1183607" y="27446"/>
                </a:cubicBezTo>
                <a:cubicBezTo>
                  <a:pt x="1184348" y="29885"/>
                  <a:pt x="1184719" y="32681"/>
                  <a:pt x="1184719" y="35836"/>
                </a:cubicBezTo>
                <a:moveTo>
                  <a:pt x="1174440" y="36234"/>
                </a:moveTo>
                <a:cubicBezTo>
                  <a:pt x="1174440" y="34487"/>
                  <a:pt x="1174301" y="32880"/>
                  <a:pt x="1174023" y="31412"/>
                </a:cubicBezTo>
                <a:cubicBezTo>
                  <a:pt x="1173745" y="29943"/>
                  <a:pt x="1173276" y="28667"/>
                  <a:pt x="1172614" y="27582"/>
                </a:cubicBezTo>
                <a:cubicBezTo>
                  <a:pt x="1171953" y="26497"/>
                  <a:pt x="1171073" y="25651"/>
                  <a:pt x="1169975" y="25042"/>
                </a:cubicBezTo>
                <a:cubicBezTo>
                  <a:pt x="1168877" y="24434"/>
                  <a:pt x="1167495" y="24129"/>
                  <a:pt x="1165828" y="24129"/>
                </a:cubicBezTo>
                <a:cubicBezTo>
                  <a:pt x="1164346" y="24129"/>
                  <a:pt x="1163050" y="24401"/>
                  <a:pt x="1161939" y="24943"/>
                </a:cubicBezTo>
                <a:cubicBezTo>
                  <a:pt x="1160827" y="25485"/>
                  <a:pt x="1159915" y="26279"/>
                  <a:pt x="1159200" y="27324"/>
                </a:cubicBezTo>
                <a:cubicBezTo>
                  <a:pt x="1158486" y="28369"/>
                  <a:pt x="1157950" y="29626"/>
                  <a:pt x="1157593" y="31094"/>
                </a:cubicBezTo>
                <a:cubicBezTo>
                  <a:pt x="1157236" y="32563"/>
                  <a:pt x="1157057" y="34236"/>
                  <a:pt x="1157057" y="36115"/>
                </a:cubicBezTo>
                <a:cubicBezTo>
                  <a:pt x="1157057" y="37861"/>
                  <a:pt x="1157203" y="39468"/>
                  <a:pt x="1157494" y="40936"/>
                </a:cubicBezTo>
                <a:cubicBezTo>
                  <a:pt x="1157785" y="42405"/>
                  <a:pt x="1158254" y="43681"/>
                  <a:pt x="1158903" y="44766"/>
                </a:cubicBezTo>
                <a:cubicBezTo>
                  <a:pt x="1159551" y="45851"/>
                  <a:pt x="1160431" y="46691"/>
                  <a:pt x="1161542" y="47286"/>
                </a:cubicBezTo>
                <a:cubicBezTo>
                  <a:pt x="1162653" y="47882"/>
                  <a:pt x="1164029" y="48179"/>
                  <a:pt x="1165669" y="48179"/>
                </a:cubicBezTo>
                <a:cubicBezTo>
                  <a:pt x="1167177" y="48179"/>
                  <a:pt x="1168487" y="47908"/>
                  <a:pt x="1169598" y="47366"/>
                </a:cubicBezTo>
                <a:cubicBezTo>
                  <a:pt x="1170709" y="46823"/>
                  <a:pt x="1171622" y="46036"/>
                  <a:pt x="1172336" y="45004"/>
                </a:cubicBezTo>
                <a:cubicBezTo>
                  <a:pt x="1173051" y="43973"/>
                  <a:pt x="1173580" y="42722"/>
                  <a:pt x="1173924" y="41254"/>
                </a:cubicBezTo>
                <a:cubicBezTo>
                  <a:pt x="1174268" y="39786"/>
                  <a:pt x="1174440" y="38112"/>
                  <a:pt x="1174440" y="36234"/>
                </a:cubicBezTo>
                <a:close/>
                <a:moveTo>
                  <a:pt x="1226256" y="53893"/>
                </a:moveTo>
                <a:cubicBezTo>
                  <a:pt x="1226256" y="54184"/>
                  <a:pt x="1226190" y="54429"/>
                  <a:pt x="1226057" y="54628"/>
                </a:cubicBezTo>
                <a:cubicBezTo>
                  <a:pt x="1225925" y="54827"/>
                  <a:pt x="1225700" y="54992"/>
                  <a:pt x="1225383" y="55124"/>
                </a:cubicBezTo>
                <a:cubicBezTo>
                  <a:pt x="1225065" y="55257"/>
                  <a:pt x="1224635" y="55349"/>
                  <a:pt x="1224093" y="55402"/>
                </a:cubicBezTo>
                <a:cubicBezTo>
                  <a:pt x="1223551" y="55455"/>
                  <a:pt x="1222883" y="55482"/>
                  <a:pt x="1222089" y="55482"/>
                </a:cubicBezTo>
                <a:cubicBezTo>
                  <a:pt x="1221242" y="55482"/>
                  <a:pt x="1220554" y="55455"/>
                  <a:pt x="1220025" y="55402"/>
                </a:cubicBezTo>
                <a:cubicBezTo>
                  <a:pt x="1219496" y="55350"/>
                  <a:pt x="1219066" y="55258"/>
                  <a:pt x="1218735" y="55127"/>
                </a:cubicBezTo>
                <a:cubicBezTo>
                  <a:pt x="1218405" y="54995"/>
                  <a:pt x="1218166" y="54830"/>
                  <a:pt x="1218021" y="54633"/>
                </a:cubicBezTo>
                <a:cubicBezTo>
                  <a:pt x="1217875" y="54436"/>
                  <a:pt x="1217803" y="54192"/>
                  <a:pt x="1217803" y="53902"/>
                </a:cubicBezTo>
                <a:lnTo>
                  <a:pt x="1217803" y="49992"/>
                </a:lnTo>
                <a:cubicBezTo>
                  <a:pt x="1215977" y="51954"/>
                  <a:pt x="1214066" y="53479"/>
                  <a:pt x="1212068" y="54566"/>
                </a:cubicBezTo>
                <a:cubicBezTo>
                  <a:pt x="1210070" y="55653"/>
                  <a:pt x="1207855" y="56196"/>
                  <a:pt x="1205421" y="56196"/>
                </a:cubicBezTo>
                <a:cubicBezTo>
                  <a:pt x="1202722" y="56196"/>
                  <a:pt x="1200440" y="55673"/>
                  <a:pt x="1198575" y="54626"/>
                </a:cubicBezTo>
                <a:cubicBezTo>
                  <a:pt x="1196709" y="53578"/>
                  <a:pt x="1195188" y="52166"/>
                  <a:pt x="1194011" y="50391"/>
                </a:cubicBezTo>
                <a:cubicBezTo>
                  <a:pt x="1192833" y="48614"/>
                  <a:pt x="1191980" y="46539"/>
                  <a:pt x="1191451" y="44167"/>
                </a:cubicBezTo>
                <a:cubicBezTo>
                  <a:pt x="1190922" y="41794"/>
                  <a:pt x="1190657" y="39296"/>
                  <a:pt x="1190657" y="36671"/>
                </a:cubicBezTo>
                <a:cubicBezTo>
                  <a:pt x="1190657" y="33516"/>
                  <a:pt x="1190995" y="30680"/>
                  <a:pt x="1191669" y="28161"/>
                </a:cubicBezTo>
                <a:cubicBezTo>
                  <a:pt x="1192344" y="25643"/>
                  <a:pt x="1193329" y="23496"/>
                  <a:pt x="1194626" y="21720"/>
                </a:cubicBezTo>
                <a:cubicBezTo>
                  <a:pt x="1195922" y="19944"/>
                  <a:pt x="1197536" y="18579"/>
                  <a:pt x="1199468" y="17624"/>
                </a:cubicBezTo>
                <a:cubicBezTo>
                  <a:pt x="1201399" y="16670"/>
                  <a:pt x="1203621" y="16192"/>
                  <a:pt x="1206135" y="16192"/>
                </a:cubicBezTo>
                <a:cubicBezTo>
                  <a:pt x="1208119" y="16192"/>
                  <a:pt x="1209918" y="16596"/>
                  <a:pt x="1211532" y="17405"/>
                </a:cubicBezTo>
                <a:cubicBezTo>
                  <a:pt x="1213146" y="18214"/>
                  <a:pt x="1214747" y="19400"/>
                  <a:pt x="1216334" y="20964"/>
                </a:cubicBezTo>
                <a:lnTo>
                  <a:pt x="1216334" y="1787"/>
                </a:lnTo>
                <a:cubicBezTo>
                  <a:pt x="1216334" y="1522"/>
                  <a:pt x="1216407" y="1283"/>
                  <a:pt x="1216553" y="1072"/>
                </a:cubicBezTo>
                <a:cubicBezTo>
                  <a:pt x="1216698" y="860"/>
                  <a:pt x="1216963" y="681"/>
                  <a:pt x="1217346" y="536"/>
                </a:cubicBezTo>
                <a:cubicBezTo>
                  <a:pt x="1217730" y="390"/>
                  <a:pt x="1218239" y="278"/>
                  <a:pt x="1218874" y="198"/>
                </a:cubicBezTo>
                <a:cubicBezTo>
                  <a:pt x="1219509" y="119"/>
                  <a:pt x="1220316" y="79"/>
                  <a:pt x="1221295" y="79"/>
                </a:cubicBezTo>
                <a:cubicBezTo>
                  <a:pt x="1222274" y="79"/>
                  <a:pt x="1223081" y="119"/>
                  <a:pt x="1223716" y="198"/>
                </a:cubicBezTo>
                <a:cubicBezTo>
                  <a:pt x="1224351" y="278"/>
                  <a:pt x="1224854" y="390"/>
                  <a:pt x="1225224" y="536"/>
                </a:cubicBezTo>
                <a:cubicBezTo>
                  <a:pt x="1225594" y="681"/>
                  <a:pt x="1225859" y="860"/>
                  <a:pt x="1226018" y="1073"/>
                </a:cubicBezTo>
                <a:cubicBezTo>
                  <a:pt x="1226177" y="1284"/>
                  <a:pt x="1226256" y="1523"/>
                  <a:pt x="1226256" y="1787"/>
                </a:cubicBezTo>
                <a:lnTo>
                  <a:pt x="1226256" y="53893"/>
                </a:lnTo>
                <a:moveTo>
                  <a:pt x="1216334" y="30229"/>
                </a:moveTo>
                <a:cubicBezTo>
                  <a:pt x="1214906" y="28434"/>
                  <a:pt x="1213536" y="27061"/>
                  <a:pt x="1212227" y="26111"/>
                </a:cubicBezTo>
                <a:cubicBezTo>
                  <a:pt x="1210917" y="25160"/>
                  <a:pt x="1209548" y="24685"/>
                  <a:pt x="1208119" y="24685"/>
                </a:cubicBezTo>
                <a:cubicBezTo>
                  <a:pt x="1206823" y="24685"/>
                  <a:pt x="1205705" y="25009"/>
                  <a:pt x="1204766" y="25657"/>
                </a:cubicBezTo>
                <a:cubicBezTo>
                  <a:pt x="1203826" y="26305"/>
                  <a:pt x="1203072" y="27172"/>
                  <a:pt x="1202504" y="28257"/>
                </a:cubicBezTo>
                <a:cubicBezTo>
                  <a:pt x="1201935" y="29341"/>
                  <a:pt x="1201511" y="30552"/>
                  <a:pt x="1201234" y="31888"/>
                </a:cubicBezTo>
                <a:cubicBezTo>
                  <a:pt x="1200956" y="33224"/>
                  <a:pt x="1200817" y="34593"/>
                  <a:pt x="1200817" y="35996"/>
                </a:cubicBezTo>
                <a:cubicBezTo>
                  <a:pt x="1200817" y="37477"/>
                  <a:pt x="1200936" y="38919"/>
                  <a:pt x="1201174" y="40321"/>
                </a:cubicBezTo>
                <a:cubicBezTo>
                  <a:pt x="1201412" y="41724"/>
                  <a:pt x="1201802" y="42974"/>
                  <a:pt x="1202345" y="44072"/>
                </a:cubicBezTo>
                <a:cubicBezTo>
                  <a:pt x="1202887" y="45170"/>
                  <a:pt x="1203608" y="46049"/>
                  <a:pt x="1204508" y="46711"/>
                </a:cubicBezTo>
                <a:cubicBezTo>
                  <a:pt x="1205407" y="47372"/>
                  <a:pt x="1206545" y="47703"/>
                  <a:pt x="1207921" y="47703"/>
                </a:cubicBezTo>
                <a:cubicBezTo>
                  <a:pt x="1208609" y="47703"/>
                  <a:pt x="1209277" y="47604"/>
                  <a:pt x="1209925" y="47407"/>
                </a:cubicBezTo>
                <a:cubicBezTo>
                  <a:pt x="1210573" y="47208"/>
                  <a:pt x="1211235" y="46884"/>
                  <a:pt x="1211909" y="46436"/>
                </a:cubicBezTo>
                <a:cubicBezTo>
                  <a:pt x="1212584" y="45987"/>
                  <a:pt x="1213278" y="45399"/>
                  <a:pt x="1213993" y="44673"/>
                </a:cubicBezTo>
                <a:cubicBezTo>
                  <a:pt x="1214707" y="43946"/>
                  <a:pt x="1215488" y="43055"/>
                  <a:pt x="1216334" y="41999"/>
                </a:cubicBezTo>
                <a:lnTo>
                  <a:pt x="1216334" y="30229"/>
                </a:lnTo>
                <a:close/>
                <a:moveTo>
                  <a:pt x="1269151" y="35156"/>
                </a:moveTo>
                <a:cubicBezTo>
                  <a:pt x="1269151" y="36375"/>
                  <a:pt x="1268880" y="37277"/>
                  <a:pt x="1268338" y="37860"/>
                </a:cubicBezTo>
                <a:cubicBezTo>
                  <a:pt x="1267795" y="38442"/>
                  <a:pt x="1267048" y="38734"/>
                  <a:pt x="1266095" y="38734"/>
                </a:cubicBezTo>
                <a:lnTo>
                  <a:pt x="1244546" y="38734"/>
                </a:lnTo>
                <a:cubicBezTo>
                  <a:pt x="1244546" y="40248"/>
                  <a:pt x="1244724" y="41622"/>
                  <a:pt x="1245081" y="42858"/>
                </a:cubicBezTo>
                <a:cubicBezTo>
                  <a:pt x="1245439" y="44093"/>
                  <a:pt x="1246007" y="45142"/>
                  <a:pt x="1246788" y="46006"/>
                </a:cubicBezTo>
                <a:cubicBezTo>
                  <a:pt x="1247568" y="46870"/>
                  <a:pt x="1248574" y="47527"/>
                  <a:pt x="1249804" y="47978"/>
                </a:cubicBezTo>
                <a:cubicBezTo>
                  <a:pt x="1251034" y="48430"/>
                  <a:pt x="1252509" y="48655"/>
                  <a:pt x="1254229" y="48655"/>
                </a:cubicBezTo>
                <a:cubicBezTo>
                  <a:pt x="1255975" y="48655"/>
                  <a:pt x="1257510" y="48528"/>
                  <a:pt x="1258833" y="48272"/>
                </a:cubicBezTo>
                <a:cubicBezTo>
                  <a:pt x="1260156" y="48017"/>
                  <a:pt x="1261300" y="47734"/>
                  <a:pt x="1262266" y="47425"/>
                </a:cubicBezTo>
                <a:cubicBezTo>
                  <a:pt x="1263231" y="47116"/>
                  <a:pt x="1264032" y="46834"/>
                  <a:pt x="1264667" y="46578"/>
                </a:cubicBezTo>
                <a:cubicBezTo>
                  <a:pt x="1265302" y="46323"/>
                  <a:pt x="1265817" y="46195"/>
                  <a:pt x="1266214" y="46195"/>
                </a:cubicBezTo>
                <a:cubicBezTo>
                  <a:pt x="1266452" y="46195"/>
                  <a:pt x="1266651" y="46242"/>
                  <a:pt x="1266810" y="46335"/>
                </a:cubicBezTo>
                <a:cubicBezTo>
                  <a:pt x="1266968" y="46428"/>
                  <a:pt x="1267101" y="46594"/>
                  <a:pt x="1267206" y="46834"/>
                </a:cubicBezTo>
                <a:cubicBezTo>
                  <a:pt x="1267312" y="47073"/>
                  <a:pt x="1267385" y="47412"/>
                  <a:pt x="1267425" y="47851"/>
                </a:cubicBezTo>
                <a:cubicBezTo>
                  <a:pt x="1267464" y="48290"/>
                  <a:pt x="1267484" y="48842"/>
                  <a:pt x="1267484" y="49506"/>
                </a:cubicBezTo>
                <a:cubicBezTo>
                  <a:pt x="1267484" y="50092"/>
                  <a:pt x="1267471" y="50591"/>
                  <a:pt x="1267445" y="51003"/>
                </a:cubicBezTo>
                <a:cubicBezTo>
                  <a:pt x="1267418" y="51415"/>
                  <a:pt x="1267378" y="51767"/>
                  <a:pt x="1267326" y="52060"/>
                </a:cubicBezTo>
                <a:cubicBezTo>
                  <a:pt x="1267273" y="52353"/>
                  <a:pt x="1267193" y="52599"/>
                  <a:pt x="1267087" y="52799"/>
                </a:cubicBezTo>
                <a:cubicBezTo>
                  <a:pt x="1266982" y="52998"/>
                  <a:pt x="1266843" y="53191"/>
                  <a:pt x="1266671" y="53377"/>
                </a:cubicBezTo>
                <a:cubicBezTo>
                  <a:pt x="1266499" y="53563"/>
                  <a:pt x="1266029" y="53815"/>
                  <a:pt x="1265262" y="54132"/>
                </a:cubicBezTo>
                <a:cubicBezTo>
                  <a:pt x="1264495" y="54450"/>
                  <a:pt x="1263516" y="54761"/>
                  <a:pt x="1262325" y="55065"/>
                </a:cubicBezTo>
                <a:cubicBezTo>
                  <a:pt x="1261134" y="55369"/>
                  <a:pt x="1259772" y="55634"/>
                  <a:pt x="1258237" y="55859"/>
                </a:cubicBezTo>
                <a:cubicBezTo>
                  <a:pt x="1256703" y="56083"/>
                  <a:pt x="1255062" y="56196"/>
                  <a:pt x="1253316" y="56196"/>
                </a:cubicBezTo>
                <a:cubicBezTo>
                  <a:pt x="1250168" y="56196"/>
                  <a:pt x="1247410" y="55798"/>
                  <a:pt x="1245042" y="55003"/>
                </a:cubicBezTo>
                <a:cubicBezTo>
                  <a:pt x="1242674" y="54207"/>
                  <a:pt x="1240696" y="53001"/>
                  <a:pt x="1239109" y="51384"/>
                </a:cubicBezTo>
                <a:cubicBezTo>
                  <a:pt x="1237521" y="49767"/>
                  <a:pt x="1236337" y="47726"/>
                  <a:pt x="1235557" y="45261"/>
                </a:cubicBezTo>
                <a:cubicBezTo>
                  <a:pt x="1234776" y="42796"/>
                  <a:pt x="1234386" y="39906"/>
                  <a:pt x="1234386" y="36592"/>
                </a:cubicBezTo>
                <a:cubicBezTo>
                  <a:pt x="1234386" y="33437"/>
                  <a:pt x="1234796" y="30594"/>
                  <a:pt x="1235616" y="28062"/>
                </a:cubicBezTo>
                <a:cubicBezTo>
                  <a:pt x="1236436" y="25530"/>
                  <a:pt x="1237627" y="23383"/>
                  <a:pt x="1239188" y="21620"/>
                </a:cubicBezTo>
                <a:cubicBezTo>
                  <a:pt x="1240749" y="19857"/>
                  <a:pt x="1242647" y="18511"/>
                  <a:pt x="1244883" y="17584"/>
                </a:cubicBezTo>
                <a:cubicBezTo>
                  <a:pt x="1247119" y="16656"/>
                  <a:pt x="1249639" y="16192"/>
                  <a:pt x="1252443" y="16192"/>
                </a:cubicBezTo>
                <a:cubicBezTo>
                  <a:pt x="1255406" y="16192"/>
                  <a:pt x="1257940" y="16629"/>
                  <a:pt x="1260043" y="17504"/>
                </a:cubicBezTo>
                <a:cubicBezTo>
                  <a:pt x="1262146" y="18379"/>
                  <a:pt x="1263873" y="19591"/>
                  <a:pt x="1265222" y="21142"/>
                </a:cubicBezTo>
                <a:cubicBezTo>
                  <a:pt x="1266572" y="22692"/>
                  <a:pt x="1267564" y="24527"/>
                  <a:pt x="1268199" y="26648"/>
                </a:cubicBezTo>
                <a:cubicBezTo>
                  <a:pt x="1268834" y="28768"/>
                  <a:pt x="1269151" y="31074"/>
                  <a:pt x="1269151" y="33566"/>
                </a:cubicBezTo>
                <a:lnTo>
                  <a:pt x="1269151" y="35156"/>
                </a:lnTo>
                <a:moveTo>
                  <a:pt x="1259468" y="32305"/>
                </a:moveTo>
                <a:cubicBezTo>
                  <a:pt x="1259547" y="29488"/>
                  <a:pt x="1258985" y="27276"/>
                  <a:pt x="1257781" y="25668"/>
                </a:cubicBezTo>
                <a:cubicBezTo>
                  <a:pt x="1256577" y="24060"/>
                  <a:pt x="1254719" y="23256"/>
                  <a:pt x="1252205" y="23256"/>
                </a:cubicBezTo>
                <a:cubicBezTo>
                  <a:pt x="1250935" y="23256"/>
                  <a:pt x="1249830" y="23496"/>
                  <a:pt x="1248891" y="23974"/>
                </a:cubicBezTo>
                <a:cubicBezTo>
                  <a:pt x="1247952" y="24452"/>
                  <a:pt x="1247171" y="25097"/>
                  <a:pt x="1246550" y="25908"/>
                </a:cubicBezTo>
                <a:cubicBezTo>
                  <a:pt x="1245928" y="26718"/>
                  <a:pt x="1245452" y="27675"/>
                  <a:pt x="1245121" y="28778"/>
                </a:cubicBezTo>
                <a:cubicBezTo>
                  <a:pt x="1244790" y="29880"/>
                  <a:pt x="1244598" y="31055"/>
                  <a:pt x="1244546" y="32305"/>
                </a:cubicBezTo>
                <a:lnTo>
                  <a:pt x="1259468" y="32305"/>
                </a:lnTo>
                <a:close/>
                <a:moveTo>
                  <a:pt x="1319722" y="43908"/>
                </a:moveTo>
                <a:cubicBezTo>
                  <a:pt x="1319722" y="45923"/>
                  <a:pt x="1319345" y="47699"/>
                  <a:pt x="1318591" y="49237"/>
                </a:cubicBezTo>
                <a:cubicBezTo>
                  <a:pt x="1317837" y="50774"/>
                  <a:pt x="1316772" y="52060"/>
                  <a:pt x="1315396" y="53094"/>
                </a:cubicBezTo>
                <a:cubicBezTo>
                  <a:pt x="1314020" y="54128"/>
                  <a:pt x="1312393" y="54903"/>
                  <a:pt x="1310515" y="55420"/>
                </a:cubicBezTo>
                <a:cubicBezTo>
                  <a:pt x="1308636" y="55937"/>
                  <a:pt x="1306599" y="56196"/>
                  <a:pt x="1304403" y="56196"/>
                </a:cubicBezTo>
                <a:cubicBezTo>
                  <a:pt x="1303080" y="56196"/>
                  <a:pt x="1301817" y="56095"/>
                  <a:pt x="1300613" y="55895"/>
                </a:cubicBezTo>
                <a:cubicBezTo>
                  <a:pt x="1299409" y="55694"/>
                  <a:pt x="1298331" y="55439"/>
                  <a:pt x="1297378" y="55132"/>
                </a:cubicBezTo>
                <a:cubicBezTo>
                  <a:pt x="1296426" y="54823"/>
                  <a:pt x="1295632" y="54509"/>
                  <a:pt x="1294997" y="54188"/>
                </a:cubicBezTo>
                <a:cubicBezTo>
                  <a:pt x="1294362" y="53866"/>
                  <a:pt x="1293899" y="53565"/>
                  <a:pt x="1293608" y="53284"/>
                </a:cubicBezTo>
                <a:cubicBezTo>
                  <a:pt x="1293317" y="53003"/>
                  <a:pt x="1293092" y="52563"/>
                  <a:pt x="1292934" y="51964"/>
                </a:cubicBezTo>
                <a:cubicBezTo>
                  <a:pt x="1292775" y="51366"/>
                  <a:pt x="1292695" y="50481"/>
                  <a:pt x="1292695" y="49310"/>
                </a:cubicBezTo>
                <a:cubicBezTo>
                  <a:pt x="1292695" y="48539"/>
                  <a:pt x="1292722" y="47920"/>
                  <a:pt x="1292775" y="47455"/>
                </a:cubicBezTo>
                <a:cubicBezTo>
                  <a:pt x="1292828" y="46989"/>
                  <a:pt x="1292907" y="46617"/>
                  <a:pt x="1293013" y="46338"/>
                </a:cubicBezTo>
                <a:cubicBezTo>
                  <a:pt x="1293119" y="46058"/>
                  <a:pt x="1293251" y="45872"/>
                  <a:pt x="1293410" y="45779"/>
                </a:cubicBezTo>
                <a:cubicBezTo>
                  <a:pt x="1293569" y="45686"/>
                  <a:pt x="1293767" y="45639"/>
                  <a:pt x="1294005" y="45639"/>
                </a:cubicBezTo>
                <a:cubicBezTo>
                  <a:pt x="1294296" y="45639"/>
                  <a:pt x="1294726" y="45807"/>
                  <a:pt x="1295295" y="46142"/>
                </a:cubicBezTo>
                <a:cubicBezTo>
                  <a:pt x="1295864" y="46476"/>
                  <a:pt x="1296572" y="46845"/>
                  <a:pt x="1297418" y="47247"/>
                </a:cubicBezTo>
                <a:cubicBezTo>
                  <a:pt x="1298265" y="47648"/>
                  <a:pt x="1299250" y="48023"/>
                  <a:pt x="1300375" y="48371"/>
                </a:cubicBezTo>
                <a:cubicBezTo>
                  <a:pt x="1301499" y="48720"/>
                  <a:pt x="1302776" y="48894"/>
                  <a:pt x="1304205" y="48894"/>
                </a:cubicBezTo>
                <a:cubicBezTo>
                  <a:pt x="1305104" y="48894"/>
                  <a:pt x="1305904" y="48801"/>
                  <a:pt x="1306606" y="48617"/>
                </a:cubicBezTo>
                <a:cubicBezTo>
                  <a:pt x="1307307" y="48433"/>
                  <a:pt x="1307915" y="48169"/>
                  <a:pt x="1308431" y="47827"/>
                </a:cubicBezTo>
                <a:cubicBezTo>
                  <a:pt x="1308947" y="47484"/>
                  <a:pt x="1309337" y="47049"/>
                  <a:pt x="1309602" y="46522"/>
                </a:cubicBezTo>
                <a:cubicBezTo>
                  <a:pt x="1309866" y="45996"/>
                  <a:pt x="1309999" y="45390"/>
                  <a:pt x="1309999" y="44704"/>
                </a:cubicBezTo>
                <a:cubicBezTo>
                  <a:pt x="1309999" y="43909"/>
                  <a:pt x="1309754" y="43226"/>
                  <a:pt x="1309265" y="42657"/>
                </a:cubicBezTo>
                <a:cubicBezTo>
                  <a:pt x="1308775" y="42086"/>
                  <a:pt x="1308127" y="41589"/>
                  <a:pt x="1307320" y="41165"/>
                </a:cubicBezTo>
                <a:cubicBezTo>
                  <a:pt x="1306513" y="40741"/>
                  <a:pt x="1305600" y="40343"/>
                  <a:pt x="1304582" y="39972"/>
                </a:cubicBezTo>
                <a:cubicBezTo>
                  <a:pt x="1303563" y="39600"/>
                  <a:pt x="1302518" y="39189"/>
                  <a:pt x="1301446" y="38739"/>
                </a:cubicBezTo>
                <a:cubicBezTo>
                  <a:pt x="1300375" y="38288"/>
                  <a:pt x="1299330" y="37772"/>
                  <a:pt x="1298311" y="37189"/>
                </a:cubicBezTo>
                <a:cubicBezTo>
                  <a:pt x="1297292" y="36605"/>
                  <a:pt x="1296380" y="35889"/>
                  <a:pt x="1295573" y="35041"/>
                </a:cubicBezTo>
                <a:cubicBezTo>
                  <a:pt x="1294766" y="34192"/>
                  <a:pt x="1294118" y="33172"/>
                  <a:pt x="1293628" y="31980"/>
                </a:cubicBezTo>
                <a:cubicBezTo>
                  <a:pt x="1293139" y="30787"/>
                  <a:pt x="1292894" y="29355"/>
                  <a:pt x="1292894" y="27685"/>
                </a:cubicBezTo>
                <a:cubicBezTo>
                  <a:pt x="1292894" y="25988"/>
                  <a:pt x="1293225" y="24430"/>
                  <a:pt x="1293886" y="23012"/>
                </a:cubicBezTo>
                <a:cubicBezTo>
                  <a:pt x="1294547" y="21594"/>
                  <a:pt x="1295500" y="20381"/>
                  <a:pt x="1296743" y="19374"/>
                </a:cubicBezTo>
                <a:cubicBezTo>
                  <a:pt x="1297987" y="18367"/>
                  <a:pt x="1299502" y="17584"/>
                  <a:pt x="1301288" y="17028"/>
                </a:cubicBezTo>
                <a:cubicBezTo>
                  <a:pt x="1303073" y="16471"/>
                  <a:pt x="1305078" y="16192"/>
                  <a:pt x="1307300" y="16192"/>
                </a:cubicBezTo>
                <a:cubicBezTo>
                  <a:pt x="1308411" y="16192"/>
                  <a:pt x="1309489" y="16271"/>
                  <a:pt x="1310534" y="16430"/>
                </a:cubicBezTo>
                <a:cubicBezTo>
                  <a:pt x="1311580" y="16589"/>
                  <a:pt x="1312525" y="16787"/>
                  <a:pt x="1313372" y="17025"/>
                </a:cubicBezTo>
                <a:cubicBezTo>
                  <a:pt x="1314219" y="17264"/>
                  <a:pt x="1314933" y="17522"/>
                  <a:pt x="1315515" y="17799"/>
                </a:cubicBezTo>
                <a:cubicBezTo>
                  <a:pt x="1316097" y="18077"/>
                  <a:pt x="1316514" y="18315"/>
                  <a:pt x="1316765" y="18514"/>
                </a:cubicBezTo>
                <a:cubicBezTo>
                  <a:pt x="1317017" y="18712"/>
                  <a:pt x="1317195" y="18911"/>
                  <a:pt x="1317301" y="19109"/>
                </a:cubicBezTo>
                <a:cubicBezTo>
                  <a:pt x="1317407" y="19307"/>
                  <a:pt x="1317486" y="19546"/>
                  <a:pt x="1317539" y="19823"/>
                </a:cubicBezTo>
                <a:cubicBezTo>
                  <a:pt x="1317592" y="20101"/>
                  <a:pt x="1317638" y="20445"/>
                  <a:pt x="1317678" y="20855"/>
                </a:cubicBezTo>
                <a:cubicBezTo>
                  <a:pt x="1317718" y="21265"/>
                  <a:pt x="1317738" y="21775"/>
                  <a:pt x="1317738" y="22383"/>
                </a:cubicBezTo>
                <a:cubicBezTo>
                  <a:pt x="1317738" y="23097"/>
                  <a:pt x="1317718" y="23680"/>
                  <a:pt x="1317678" y="24129"/>
                </a:cubicBezTo>
                <a:cubicBezTo>
                  <a:pt x="1317638" y="24579"/>
                  <a:pt x="1317572" y="24936"/>
                  <a:pt x="1317480" y="25201"/>
                </a:cubicBezTo>
                <a:cubicBezTo>
                  <a:pt x="1317387" y="25465"/>
                  <a:pt x="1317261" y="25644"/>
                  <a:pt x="1317103" y="25737"/>
                </a:cubicBezTo>
                <a:cubicBezTo>
                  <a:pt x="1316944" y="25829"/>
                  <a:pt x="1316759" y="25876"/>
                  <a:pt x="1316547" y="25876"/>
                </a:cubicBezTo>
                <a:cubicBezTo>
                  <a:pt x="1316309" y="25876"/>
                  <a:pt x="1315938" y="25737"/>
                  <a:pt x="1315436" y="25459"/>
                </a:cubicBezTo>
                <a:cubicBezTo>
                  <a:pt x="1314933" y="25181"/>
                  <a:pt x="1314305" y="24883"/>
                  <a:pt x="1313551" y="24566"/>
                </a:cubicBezTo>
                <a:cubicBezTo>
                  <a:pt x="1312797" y="24248"/>
                  <a:pt x="1311924" y="23951"/>
                  <a:pt x="1310931" y="23673"/>
                </a:cubicBezTo>
                <a:cubicBezTo>
                  <a:pt x="1309939" y="23395"/>
                  <a:pt x="1308808" y="23256"/>
                  <a:pt x="1307538" y="23256"/>
                </a:cubicBezTo>
                <a:cubicBezTo>
                  <a:pt x="1306639" y="23256"/>
                  <a:pt x="1305858" y="23350"/>
                  <a:pt x="1305197" y="23537"/>
                </a:cubicBezTo>
                <a:cubicBezTo>
                  <a:pt x="1304535" y="23723"/>
                  <a:pt x="1303993" y="23988"/>
                  <a:pt x="1303570" y="24334"/>
                </a:cubicBezTo>
                <a:cubicBezTo>
                  <a:pt x="1303146" y="24680"/>
                  <a:pt x="1302829" y="25085"/>
                  <a:pt x="1302617" y="25551"/>
                </a:cubicBezTo>
                <a:cubicBezTo>
                  <a:pt x="1302405" y="26016"/>
                  <a:pt x="1302300" y="26515"/>
                  <a:pt x="1302300" y="27048"/>
                </a:cubicBezTo>
                <a:cubicBezTo>
                  <a:pt x="1302300" y="27869"/>
                  <a:pt x="1302551" y="28559"/>
                  <a:pt x="1303054" y="29116"/>
                </a:cubicBezTo>
                <a:cubicBezTo>
                  <a:pt x="1303556" y="29673"/>
                  <a:pt x="1304218" y="30163"/>
                  <a:pt x="1305038" y="30587"/>
                </a:cubicBezTo>
                <a:cubicBezTo>
                  <a:pt x="1305858" y="31011"/>
                  <a:pt x="1306791" y="31409"/>
                  <a:pt x="1307836" y="31780"/>
                </a:cubicBezTo>
                <a:cubicBezTo>
                  <a:pt x="1308881" y="32151"/>
                  <a:pt x="1309939" y="32556"/>
                  <a:pt x="1311011" y="32993"/>
                </a:cubicBezTo>
                <a:cubicBezTo>
                  <a:pt x="1312082" y="33430"/>
                  <a:pt x="1313141" y="33941"/>
                  <a:pt x="1314186" y="34523"/>
                </a:cubicBezTo>
                <a:cubicBezTo>
                  <a:pt x="1315231" y="35106"/>
                  <a:pt x="1316163" y="35822"/>
                  <a:pt x="1316984" y="36671"/>
                </a:cubicBezTo>
                <a:cubicBezTo>
                  <a:pt x="1317804" y="37520"/>
                  <a:pt x="1318465" y="38534"/>
                  <a:pt x="1318968" y="39714"/>
                </a:cubicBezTo>
                <a:cubicBezTo>
                  <a:pt x="1319471" y="40893"/>
                  <a:pt x="1319722" y="42291"/>
                  <a:pt x="1319722" y="43908"/>
                </a:cubicBezTo>
                <a:close/>
                <a:moveTo>
                  <a:pt x="1361269" y="53893"/>
                </a:moveTo>
                <a:cubicBezTo>
                  <a:pt x="1361269" y="54157"/>
                  <a:pt x="1361190" y="54389"/>
                  <a:pt x="1361031" y="54589"/>
                </a:cubicBezTo>
                <a:cubicBezTo>
                  <a:pt x="1360872" y="54787"/>
                  <a:pt x="1360608" y="54952"/>
                  <a:pt x="1360237" y="55085"/>
                </a:cubicBezTo>
                <a:cubicBezTo>
                  <a:pt x="1359867" y="55217"/>
                  <a:pt x="1359358" y="55316"/>
                  <a:pt x="1358709" y="55382"/>
                </a:cubicBezTo>
                <a:cubicBezTo>
                  <a:pt x="1358061" y="55448"/>
                  <a:pt x="1357261" y="55482"/>
                  <a:pt x="1356308" y="55482"/>
                </a:cubicBezTo>
                <a:cubicBezTo>
                  <a:pt x="1355329" y="55482"/>
                  <a:pt x="1354516" y="55448"/>
                  <a:pt x="1353868" y="55382"/>
                </a:cubicBezTo>
                <a:cubicBezTo>
                  <a:pt x="1353219" y="55316"/>
                  <a:pt x="1352710" y="55217"/>
                  <a:pt x="1352340" y="55085"/>
                </a:cubicBezTo>
                <a:cubicBezTo>
                  <a:pt x="1351969" y="54952"/>
                  <a:pt x="1351705" y="54787"/>
                  <a:pt x="1351546" y="54589"/>
                </a:cubicBezTo>
                <a:cubicBezTo>
                  <a:pt x="1351387" y="54390"/>
                  <a:pt x="1351308" y="54159"/>
                  <a:pt x="1351308" y="53894"/>
                </a:cubicBezTo>
                <a:lnTo>
                  <a:pt x="1351308" y="33694"/>
                </a:lnTo>
                <a:cubicBezTo>
                  <a:pt x="1351308" y="31974"/>
                  <a:pt x="1351182" y="30625"/>
                  <a:pt x="1350931" y="29646"/>
                </a:cubicBezTo>
                <a:cubicBezTo>
                  <a:pt x="1350679" y="28667"/>
                  <a:pt x="1350316" y="27827"/>
                  <a:pt x="1349839" y="27126"/>
                </a:cubicBezTo>
                <a:cubicBezTo>
                  <a:pt x="1349363" y="26425"/>
                  <a:pt x="1348748" y="25882"/>
                  <a:pt x="1347994" y="25498"/>
                </a:cubicBezTo>
                <a:cubicBezTo>
                  <a:pt x="1347240" y="25115"/>
                  <a:pt x="1346360" y="24923"/>
                  <a:pt x="1345355" y="24923"/>
                </a:cubicBezTo>
                <a:cubicBezTo>
                  <a:pt x="1344085" y="24923"/>
                  <a:pt x="1342802" y="25386"/>
                  <a:pt x="1341505" y="26312"/>
                </a:cubicBezTo>
                <a:cubicBezTo>
                  <a:pt x="1340209" y="27238"/>
                  <a:pt x="1338860" y="28587"/>
                  <a:pt x="1337457" y="30360"/>
                </a:cubicBezTo>
                <a:lnTo>
                  <a:pt x="1337457" y="53894"/>
                </a:lnTo>
                <a:cubicBezTo>
                  <a:pt x="1337457" y="54159"/>
                  <a:pt x="1337378" y="54390"/>
                  <a:pt x="1337219" y="54589"/>
                </a:cubicBezTo>
                <a:cubicBezTo>
                  <a:pt x="1337060" y="54787"/>
                  <a:pt x="1336789" y="54952"/>
                  <a:pt x="1336406" y="55085"/>
                </a:cubicBezTo>
                <a:cubicBezTo>
                  <a:pt x="1336022" y="55217"/>
                  <a:pt x="1335513" y="55316"/>
                  <a:pt x="1334878" y="55382"/>
                </a:cubicBezTo>
                <a:cubicBezTo>
                  <a:pt x="1334243" y="55448"/>
                  <a:pt x="1333436" y="55482"/>
                  <a:pt x="1332457" y="55482"/>
                </a:cubicBezTo>
                <a:cubicBezTo>
                  <a:pt x="1331478" y="55482"/>
                  <a:pt x="1330671" y="55448"/>
                  <a:pt x="1330036" y="55382"/>
                </a:cubicBezTo>
                <a:cubicBezTo>
                  <a:pt x="1329401" y="55316"/>
                  <a:pt x="1328892" y="55217"/>
                  <a:pt x="1328508" y="55085"/>
                </a:cubicBezTo>
                <a:cubicBezTo>
                  <a:pt x="1328124" y="54952"/>
                  <a:pt x="1327853" y="54787"/>
                  <a:pt x="1327694" y="54589"/>
                </a:cubicBezTo>
                <a:cubicBezTo>
                  <a:pt x="1327536" y="54390"/>
                  <a:pt x="1327456" y="54159"/>
                  <a:pt x="1327456" y="53894"/>
                </a:cubicBezTo>
                <a:lnTo>
                  <a:pt x="1327456" y="18494"/>
                </a:lnTo>
                <a:cubicBezTo>
                  <a:pt x="1327456" y="18229"/>
                  <a:pt x="1327522" y="17998"/>
                  <a:pt x="1327655" y="17799"/>
                </a:cubicBezTo>
                <a:cubicBezTo>
                  <a:pt x="1327787" y="17601"/>
                  <a:pt x="1328025" y="17436"/>
                  <a:pt x="1328369" y="17303"/>
                </a:cubicBezTo>
                <a:cubicBezTo>
                  <a:pt x="1328713" y="17171"/>
                  <a:pt x="1329156" y="17072"/>
                  <a:pt x="1329699" y="17006"/>
                </a:cubicBezTo>
                <a:cubicBezTo>
                  <a:pt x="1330241" y="16939"/>
                  <a:pt x="1330922" y="16906"/>
                  <a:pt x="1331742" y="16906"/>
                </a:cubicBezTo>
                <a:cubicBezTo>
                  <a:pt x="1332589" y="16906"/>
                  <a:pt x="1333290" y="16939"/>
                  <a:pt x="1333846" y="17006"/>
                </a:cubicBezTo>
                <a:cubicBezTo>
                  <a:pt x="1334401" y="17072"/>
                  <a:pt x="1334831" y="17171"/>
                  <a:pt x="1335136" y="17303"/>
                </a:cubicBezTo>
                <a:cubicBezTo>
                  <a:pt x="1335440" y="17436"/>
                  <a:pt x="1335658" y="17601"/>
                  <a:pt x="1335790" y="17799"/>
                </a:cubicBezTo>
                <a:cubicBezTo>
                  <a:pt x="1335923" y="17998"/>
                  <a:pt x="1335989" y="18229"/>
                  <a:pt x="1335989" y="18494"/>
                </a:cubicBezTo>
                <a:lnTo>
                  <a:pt x="1335989" y="22582"/>
                </a:lnTo>
                <a:cubicBezTo>
                  <a:pt x="1337947" y="20452"/>
                  <a:pt x="1339938" y="18854"/>
                  <a:pt x="1341962" y="17789"/>
                </a:cubicBezTo>
                <a:cubicBezTo>
                  <a:pt x="1343986" y="16725"/>
                  <a:pt x="1346096" y="16192"/>
                  <a:pt x="1348292" y="16192"/>
                </a:cubicBezTo>
                <a:cubicBezTo>
                  <a:pt x="1350699" y="16192"/>
                  <a:pt x="1352730" y="16589"/>
                  <a:pt x="1354384" y="17384"/>
                </a:cubicBezTo>
                <a:cubicBezTo>
                  <a:pt x="1356037" y="18178"/>
                  <a:pt x="1357373" y="19258"/>
                  <a:pt x="1358392" y="20622"/>
                </a:cubicBezTo>
                <a:cubicBezTo>
                  <a:pt x="1359411" y="21985"/>
                  <a:pt x="1360145" y="23581"/>
                  <a:pt x="1360594" y="25409"/>
                </a:cubicBezTo>
                <a:cubicBezTo>
                  <a:pt x="1361044" y="27236"/>
                  <a:pt x="1361269" y="29434"/>
                  <a:pt x="1361269" y="32003"/>
                </a:cubicBezTo>
                <a:lnTo>
                  <a:pt x="1361269" y="53893"/>
                </a:lnTo>
                <a:close/>
                <a:moveTo>
                  <a:pt x="1381218" y="53894"/>
                </a:moveTo>
                <a:cubicBezTo>
                  <a:pt x="1381218" y="54159"/>
                  <a:pt x="1381138" y="54390"/>
                  <a:pt x="1380980" y="54589"/>
                </a:cubicBezTo>
                <a:cubicBezTo>
                  <a:pt x="1380821" y="54787"/>
                  <a:pt x="1380550" y="54952"/>
                  <a:pt x="1380166" y="55085"/>
                </a:cubicBezTo>
                <a:cubicBezTo>
                  <a:pt x="1379782" y="55217"/>
                  <a:pt x="1379273" y="55316"/>
                  <a:pt x="1378638" y="55382"/>
                </a:cubicBezTo>
                <a:cubicBezTo>
                  <a:pt x="1378003" y="55448"/>
                  <a:pt x="1377196" y="55482"/>
                  <a:pt x="1376217" y="55482"/>
                </a:cubicBezTo>
                <a:cubicBezTo>
                  <a:pt x="1375238" y="55482"/>
                  <a:pt x="1374431" y="55448"/>
                  <a:pt x="1373796" y="55382"/>
                </a:cubicBezTo>
                <a:cubicBezTo>
                  <a:pt x="1373161" y="55316"/>
                  <a:pt x="1372652" y="55217"/>
                  <a:pt x="1372268" y="55085"/>
                </a:cubicBezTo>
                <a:cubicBezTo>
                  <a:pt x="1371885" y="54952"/>
                  <a:pt x="1371614" y="54787"/>
                  <a:pt x="1371455" y="54589"/>
                </a:cubicBezTo>
                <a:cubicBezTo>
                  <a:pt x="1371296" y="54390"/>
                  <a:pt x="1371217" y="54159"/>
                  <a:pt x="1371217" y="53894"/>
                </a:cubicBezTo>
                <a:lnTo>
                  <a:pt x="1371217" y="18573"/>
                </a:lnTo>
                <a:cubicBezTo>
                  <a:pt x="1371217" y="18309"/>
                  <a:pt x="1371296" y="18077"/>
                  <a:pt x="1371455" y="17879"/>
                </a:cubicBezTo>
                <a:cubicBezTo>
                  <a:pt x="1371614" y="17680"/>
                  <a:pt x="1371885" y="17508"/>
                  <a:pt x="1372268" y="17363"/>
                </a:cubicBezTo>
                <a:cubicBezTo>
                  <a:pt x="1372652" y="17217"/>
                  <a:pt x="1373161" y="17105"/>
                  <a:pt x="1373796" y="17025"/>
                </a:cubicBezTo>
                <a:cubicBezTo>
                  <a:pt x="1374431" y="16946"/>
                  <a:pt x="1375238" y="16906"/>
                  <a:pt x="1376217" y="16906"/>
                </a:cubicBezTo>
                <a:cubicBezTo>
                  <a:pt x="1377196" y="16906"/>
                  <a:pt x="1378003" y="16946"/>
                  <a:pt x="1378638" y="17025"/>
                </a:cubicBezTo>
                <a:cubicBezTo>
                  <a:pt x="1379273" y="17105"/>
                  <a:pt x="1379782" y="17217"/>
                  <a:pt x="1380166" y="17363"/>
                </a:cubicBezTo>
                <a:cubicBezTo>
                  <a:pt x="1380550" y="17508"/>
                  <a:pt x="1380821" y="17680"/>
                  <a:pt x="1380980" y="17879"/>
                </a:cubicBezTo>
                <a:cubicBezTo>
                  <a:pt x="1381138" y="18077"/>
                  <a:pt x="1381218" y="18309"/>
                  <a:pt x="1381218" y="18573"/>
                </a:cubicBezTo>
                <a:lnTo>
                  <a:pt x="1381218" y="53894"/>
                </a:lnTo>
                <a:moveTo>
                  <a:pt x="1381972" y="6509"/>
                </a:moveTo>
                <a:cubicBezTo>
                  <a:pt x="1381972" y="8519"/>
                  <a:pt x="1381562" y="9908"/>
                  <a:pt x="1380741" y="10676"/>
                </a:cubicBezTo>
                <a:cubicBezTo>
                  <a:pt x="1379921" y="11443"/>
                  <a:pt x="1378400" y="11827"/>
                  <a:pt x="1376177" y="11827"/>
                </a:cubicBezTo>
                <a:cubicBezTo>
                  <a:pt x="1373929" y="11827"/>
                  <a:pt x="1372414" y="11456"/>
                  <a:pt x="1371633" y="10715"/>
                </a:cubicBezTo>
                <a:cubicBezTo>
                  <a:pt x="1370853" y="9975"/>
                  <a:pt x="1370463" y="8638"/>
                  <a:pt x="1370463" y="6707"/>
                </a:cubicBezTo>
                <a:cubicBezTo>
                  <a:pt x="1370463" y="4696"/>
                  <a:pt x="1370866" y="3301"/>
                  <a:pt x="1371673" y="2520"/>
                </a:cubicBezTo>
                <a:cubicBezTo>
                  <a:pt x="1372480" y="1740"/>
                  <a:pt x="1374008" y="1349"/>
                  <a:pt x="1376257" y="1349"/>
                </a:cubicBezTo>
                <a:cubicBezTo>
                  <a:pt x="1378479" y="1349"/>
                  <a:pt x="1379987" y="1726"/>
                  <a:pt x="1380781" y="2480"/>
                </a:cubicBezTo>
                <a:cubicBezTo>
                  <a:pt x="1381575" y="3234"/>
                  <a:pt x="1381972" y="4577"/>
                  <a:pt x="1381972" y="6509"/>
                </a:cubicBezTo>
                <a:close/>
                <a:moveTo>
                  <a:pt x="1427012" y="35677"/>
                </a:moveTo>
                <a:cubicBezTo>
                  <a:pt x="1427012" y="38832"/>
                  <a:pt x="1426675" y="41675"/>
                  <a:pt x="1426000" y="44207"/>
                </a:cubicBezTo>
                <a:cubicBezTo>
                  <a:pt x="1425325" y="46739"/>
                  <a:pt x="1424340" y="48892"/>
                  <a:pt x="1423043" y="50668"/>
                </a:cubicBezTo>
                <a:cubicBezTo>
                  <a:pt x="1421747" y="52444"/>
                  <a:pt x="1420133" y="53810"/>
                  <a:pt x="1418201" y="54765"/>
                </a:cubicBezTo>
                <a:cubicBezTo>
                  <a:pt x="1416270" y="55719"/>
                  <a:pt x="1414061" y="56196"/>
                  <a:pt x="1411574" y="56196"/>
                </a:cubicBezTo>
                <a:cubicBezTo>
                  <a:pt x="1410542" y="56196"/>
                  <a:pt x="1409596" y="56096"/>
                  <a:pt x="1408736" y="55897"/>
                </a:cubicBezTo>
                <a:cubicBezTo>
                  <a:pt x="1407876" y="55699"/>
                  <a:pt x="1407043" y="55394"/>
                  <a:pt x="1406236" y="54983"/>
                </a:cubicBezTo>
                <a:cubicBezTo>
                  <a:pt x="1405429" y="54572"/>
                  <a:pt x="1404629" y="54062"/>
                  <a:pt x="1403835" y="53453"/>
                </a:cubicBezTo>
                <a:cubicBezTo>
                  <a:pt x="1403041" y="52842"/>
                  <a:pt x="1402221" y="52126"/>
                  <a:pt x="1401374" y="51305"/>
                </a:cubicBezTo>
                <a:lnTo>
                  <a:pt x="1401374" y="67982"/>
                </a:lnTo>
                <a:cubicBezTo>
                  <a:pt x="1401374" y="68246"/>
                  <a:pt x="1401295" y="68484"/>
                  <a:pt x="1401136" y="68696"/>
                </a:cubicBezTo>
                <a:cubicBezTo>
                  <a:pt x="1400978" y="68908"/>
                  <a:pt x="1400706" y="69087"/>
                  <a:pt x="1400323" y="69233"/>
                </a:cubicBezTo>
                <a:cubicBezTo>
                  <a:pt x="1399939" y="69378"/>
                  <a:pt x="1399430" y="69491"/>
                  <a:pt x="1398795" y="69570"/>
                </a:cubicBezTo>
                <a:cubicBezTo>
                  <a:pt x="1398160" y="69650"/>
                  <a:pt x="1397353" y="69689"/>
                  <a:pt x="1396374" y="69689"/>
                </a:cubicBezTo>
                <a:cubicBezTo>
                  <a:pt x="1395395" y="69689"/>
                  <a:pt x="1394588" y="69650"/>
                  <a:pt x="1393953" y="69570"/>
                </a:cubicBezTo>
                <a:cubicBezTo>
                  <a:pt x="1393318" y="69491"/>
                  <a:pt x="1392809" y="69378"/>
                  <a:pt x="1392425" y="69233"/>
                </a:cubicBezTo>
                <a:cubicBezTo>
                  <a:pt x="1392042" y="69087"/>
                  <a:pt x="1391770" y="68908"/>
                  <a:pt x="1391612" y="68696"/>
                </a:cubicBezTo>
                <a:cubicBezTo>
                  <a:pt x="1391453" y="68484"/>
                  <a:pt x="1391373" y="68246"/>
                  <a:pt x="1391373" y="67982"/>
                </a:cubicBezTo>
                <a:lnTo>
                  <a:pt x="1391373" y="18495"/>
                </a:lnTo>
                <a:cubicBezTo>
                  <a:pt x="1391373" y="18231"/>
                  <a:pt x="1391440" y="17999"/>
                  <a:pt x="1391572" y="17801"/>
                </a:cubicBezTo>
                <a:cubicBezTo>
                  <a:pt x="1391704" y="17601"/>
                  <a:pt x="1391936" y="17436"/>
                  <a:pt x="1392266" y="17303"/>
                </a:cubicBezTo>
                <a:cubicBezTo>
                  <a:pt x="1392597" y="17171"/>
                  <a:pt x="1393034" y="17072"/>
                  <a:pt x="1393576" y="17006"/>
                </a:cubicBezTo>
                <a:cubicBezTo>
                  <a:pt x="1394118" y="16939"/>
                  <a:pt x="1394800" y="16906"/>
                  <a:pt x="1395620" y="16906"/>
                </a:cubicBezTo>
                <a:cubicBezTo>
                  <a:pt x="1396414" y="16906"/>
                  <a:pt x="1397082" y="16939"/>
                  <a:pt x="1397624" y="17006"/>
                </a:cubicBezTo>
                <a:cubicBezTo>
                  <a:pt x="1398166" y="17071"/>
                  <a:pt x="1398603" y="17170"/>
                  <a:pt x="1398934" y="17302"/>
                </a:cubicBezTo>
                <a:cubicBezTo>
                  <a:pt x="1399264" y="17433"/>
                  <a:pt x="1399496" y="17598"/>
                  <a:pt x="1399628" y="17796"/>
                </a:cubicBezTo>
                <a:cubicBezTo>
                  <a:pt x="1399761" y="17992"/>
                  <a:pt x="1399827" y="18223"/>
                  <a:pt x="1399827" y="18486"/>
                </a:cubicBezTo>
                <a:lnTo>
                  <a:pt x="1399827" y="22634"/>
                </a:lnTo>
                <a:cubicBezTo>
                  <a:pt x="1400859" y="21574"/>
                  <a:pt x="1401871" y="20639"/>
                  <a:pt x="1402863" y="19831"/>
                </a:cubicBezTo>
                <a:cubicBezTo>
                  <a:pt x="1403855" y="19022"/>
                  <a:pt x="1404867" y="18346"/>
                  <a:pt x="1405899" y="17803"/>
                </a:cubicBezTo>
                <a:cubicBezTo>
                  <a:pt x="1406931" y="17259"/>
                  <a:pt x="1407995" y="16855"/>
                  <a:pt x="1409093" y="16590"/>
                </a:cubicBezTo>
                <a:cubicBezTo>
                  <a:pt x="1410191" y="16325"/>
                  <a:pt x="1411362" y="16192"/>
                  <a:pt x="1412606" y="16192"/>
                </a:cubicBezTo>
                <a:cubicBezTo>
                  <a:pt x="1415199" y="16192"/>
                  <a:pt x="1417408" y="16703"/>
                  <a:pt x="1419233" y="17724"/>
                </a:cubicBezTo>
                <a:cubicBezTo>
                  <a:pt x="1421059" y="18744"/>
                  <a:pt x="1422547" y="20142"/>
                  <a:pt x="1423698" y="21918"/>
                </a:cubicBezTo>
                <a:cubicBezTo>
                  <a:pt x="1424849" y="23694"/>
                  <a:pt x="1425689" y="25762"/>
                  <a:pt x="1426218" y="28122"/>
                </a:cubicBezTo>
                <a:cubicBezTo>
                  <a:pt x="1426747" y="30481"/>
                  <a:pt x="1427012" y="33000"/>
                  <a:pt x="1427012" y="35677"/>
                </a:cubicBezTo>
                <a:moveTo>
                  <a:pt x="1416614" y="36412"/>
                </a:moveTo>
                <a:cubicBezTo>
                  <a:pt x="1416614" y="34902"/>
                  <a:pt x="1416502" y="33451"/>
                  <a:pt x="1416277" y="32059"/>
                </a:cubicBezTo>
                <a:cubicBezTo>
                  <a:pt x="1416052" y="30668"/>
                  <a:pt x="1415668" y="29429"/>
                  <a:pt x="1415126" y="28342"/>
                </a:cubicBezTo>
                <a:cubicBezTo>
                  <a:pt x="1414583" y="27256"/>
                  <a:pt x="1413869" y="26388"/>
                  <a:pt x="1412983" y="25739"/>
                </a:cubicBezTo>
                <a:cubicBezTo>
                  <a:pt x="1412096" y="25089"/>
                  <a:pt x="1410992" y="24764"/>
                  <a:pt x="1409669" y="24764"/>
                </a:cubicBezTo>
                <a:cubicBezTo>
                  <a:pt x="1409007" y="24764"/>
                  <a:pt x="1408353" y="24864"/>
                  <a:pt x="1407704" y="25062"/>
                </a:cubicBezTo>
                <a:cubicBezTo>
                  <a:pt x="1407056" y="25260"/>
                  <a:pt x="1406395" y="25583"/>
                  <a:pt x="1405720" y="26032"/>
                </a:cubicBezTo>
                <a:cubicBezTo>
                  <a:pt x="1405045" y="26481"/>
                  <a:pt x="1404351" y="27062"/>
                  <a:pt x="1403637" y="27776"/>
                </a:cubicBezTo>
                <a:cubicBezTo>
                  <a:pt x="1402922" y="28488"/>
                  <a:pt x="1402168" y="29372"/>
                  <a:pt x="1401374" y="30428"/>
                </a:cubicBezTo>
                <a:lnTo>
                  <a:pt x="1401374" y="42118"/>
                </a:lnTo>
                <a:cubicBezTo>
                  <a:pt x="1402777" y="43900"/>
                  <a:pt x="1404113" y="45276"/>
                  <a:pt x="1405383" y="46247"/>
                </a:cubicBezTo>
                <a:cubicBezTo>
                  <a:pt x="1406653" y="47218"/>
                  <a:pt x="1407976" y="47703"/>
                  <a:pt x="1409351" y="47703"/>
                </a:cubicBezTo>
                <a:cubicBezTo>
                  <a:pt x="1410648" y="47703"/>
                  <a:pt x="1411752" y="47372"/>
                  <a:pt x="1412665" y="46710"/>
                </a:cubicBezTo>
                <a:cubicBezTo>
                  <a:pt x="1413578" y="46047"/>
                  <a:pt x="1414325" y="45178"/>
                  <a:pt x="1414908" y="44105"/>
                </a:cubicBezTo>
                <a:cubicBezTo>
                  <a:pt x="1415490" y="43032"/>
                  <a:pt x="1415920" y="41820"/>
                  <a:pt x="1416197" y="40468"/>
                </a:cubicBezTo>
                <a:cubicBezTo>
                  <a:pt x="1416475" y="39116"/>
                  <a:pt x="1416614" y="37764"/>
                  <a:pt x="1416614" y="36412"/>
                </a:cubicBezTo>
                <a:close/>
                <a:moveTo>
                  <a:pt x="1470772" y="35677"/>
                </a:moveTo>
                <a:cubicBezTo>
                  <a:pt x="1470772" y="38832"/>
                  <a:pt x="1470434" y="41675"/>
                  <a:pt x="1469760" y="44207"/>
                </a:cubicBezTo>
                <a:cubicBezTo>
                  <a:pt x="1469085" y="46739"/>
                  <a:pt x="1468099" y="48892"/>
                  <a:pt x="1466803" y="50668"/>
                </a:cubicBezTo>
                <a:cubicBezTo>
                  <a:pt x="1465507" y="52444"/>
                  <a:pt x="1463893" y="53810"/>
                  <a:pt x="1461961" y="54765"/>
                </a:cubicBezTo>
                <a:cubicBezTo>
                  <a:pt x="1460030" y="55719"/>
                  <a:pt x="1457821" y="56196"/>
                  <a:pt x="1455334" y="56196"/>
                </a:cubicBezTo>
                <a:cubicBezTo>
                  <a:pt x="1454302" y="56196"/>
                  <a:pt x="1453356" y="56096"/>
                  <a:pt x="1452496" y="55897"/>
                </a:cubicBezTo>
                <a:cubicBezTo>
                  <a:pt x="1451636" y="55699"/>
                  <a:pt x="1450803" y="55394"/>
                  <a:pt x="1449996" y="54983"/>
                </a:cubicBezTo>
                <a:cubicBezTo>
                  <a:pt x="1449189" y="54572"/>
                  <a:pt x="1448388" y="54062"/>
                  <a:pt x="1447595" y="53453"/>
                </a:cubicBezTo>
                <a:cubicBezTo>
                  <a:pt x="1446801" y="52842"/>
                  <a:pt x="1445981" y="52126"/>
                  <a:pt x="1445134" y="51305"/>
                </a:cubicBezTo>
                <a:lnTo>
                  <a:pt x="1445134" y="67982"/>
                </a:lnTo>
                <a:cubicBezTo>
                  <a:pt x="1445134" y="68246"/>
                  <a:pt x="1445055" y="68484"/>
                  <a:pt x="1444896" y="68696"/>
                </a:cubicBezTo>
                <a:cubicBezTo>
                  <a:pt x="1444737" y="68908"/>
                  <a:pt x="1444466" y="69087"/>
                  <a:pt x="1444083" y="69233"/>
                </a:cubicBezTo>
                <a:cubicBezTo>
                  <a:pt x="1443699" y="69378"/>
                  <a:pt x="1443190" y="69491"/>
                  <a:pt x="1442555" y="69570"/>
                </a:cubicBezTo>
                <a:cubicBezTo>
                  <a:pt x="1441920" y="69650"/>
                  <a:pt x="1441113" y="69689"/>
                  <a:pt x="1440134" y="69689"/>
                </a:cubicBezTo>
                <a:cubicBezTo>
                  <a:pt x="1439155" y="69689"/>
                  <a:pt x="1438348" y="69650"/>
                  <a:pt x="1437713" y="69570"/>
                </a:cubicBezTo>
                <a:cubicBezTo>
                  <a:pt x="1437078" y="69491"/>
                  <a:pt x="1436569" y="69378"/>
                  <a:pt x="1436185" y="69233"/>
                </a:cubicBezTo>
                <a:cubicBezTo>
                  <a:pt x="1435801" y="69087"/>
                  <a:pt x="1435530" y="68908"/>
                  <a:pt x="1435371" y="68696"/>
                </a:cubicBezTo>
                <a:cubicBezTo>
                  <a:pt x="1435213" y="68484"/>
                  <a:pt x="1435133" y="68246"/>
                  <a:pt x="1435133" y="67982"/>
                </a:cubicBezTo>
                <a:lnTo>
                  <a:pt x="1435133" y="18495"/>
                </a:lnTo>
                <a:cubicBezTo>
                  <a:pt x="1435133" y="18231"/>
                  <a:pt x="1435199" y="17999"/>
                  <a:pt x="1435332" y="17801"/>
                </a:cubicBezTo>
                <a:cubicBezTo>
                  <a:pt x="1435464" y="17601"/>
                  <a:pt x="1435695" y="17436"/>
                  <a:pt x="1436026" y="17303"/>
                </a:cubicBezTo>
                <a:cubicBezTo>
                  <a:pt x="1436357" y="17171"/>
                  <a:pt x="1436793" y="17072"/>
                  <a:pt x="1437336" y="17006"/>
                </a:cubicBezTo>
                <a:cubicBezTo>
                  <a:pt x="1437878" y="16939"/>
                  <a:pt x="1438559" y="16906"/>
                  <a:pt x="1439380" y="16906"/>
                </a:cubicBezTo>
                <a:cubicBezTo>
                  <a:pt x="1440173" y="16906"/>
                  <a:pt x="1440841" y="16939"/>
                  <a:pt x="1441384" y="17006"/>
                </a:cubicBezTo>
                <a:cubicBezTo>
                  <a:pt x="1441926" y="17071"/>
                  <a:pt x="1442363" y="17170"/>
                  <a:pt x="1442693" y="17302"/>
                </a:cubicBezTo>
                <a:cubicBezTo>
                  <a:pt x="1443024" y="17433"/>
                  <a:pt x="1443256" y="17598"/>
                  <a:pt x="1443388" y="17796"/>
                </a:cubicBezTo>
                <a:cubicBezTo>
                  <a:pt x="1443520" y="17992"/>
                  <a:pt x="1443586" y="18223"/>
                  <a:pt x="1443586" y="18486"/>
                </a:cubicBezTo>
                <a:lnTo>
                  <a:pt x="1443586" y="22634"/>
                </a:lnTo>
                <a:cubicBezTo>
                  <a:pt x="1444618" y="21574"/>
                  <a:pt x="1445630" y="20639"/>
                  <a:pt x="1446622" y="19831"/>
                </a:cubicBezTo>
                <a:cubicBezTo>
                  <a:pt x="1447615" y="19022"/>
                  <a:pt x="1448627" y="18346"/>
                  <a:pt x="1449658" y="17803"/>
                </a:cubicBezTo>
                <a:cubicBezTo>
                  <a:pt x="1450690" y="17259"/>
                  <a:pt x="1451755" y="16855"/>
                  <a:pt x="1452853" y="16590"/>
                </a:cubicBezTo>
                <a:cubicBezTo>
                  <a:pt x="1453951" y="16325"/>
                  <a:pt x="1455122" y="16192"/>
                  <a:pt x="1456365" y="16192"/>
                </a:cubicBezTo>
                <a:cubicBezTo>
                  <a:pt x="1458958" y="16192"/>
                  <a:pt x="1461168" y="16703"/>
                  <a:pt x="1462993" y="17724"/>
                </a:cubicBezTo>
                <a:cubicBezTo>
                  <a:pt x="1464819" y="18744"/>
                  <a:pt x="1466307" y="20142"/>
                  <a:pt x="1467458" y="21918"/>
                </a:cubicBezTo>
                <a:cubicBezTo>
                  <a:pt x="1468609" y="23694"/>
                  <a:pt x="1469449" y="25762"/>
                  <a:pt x="1469978" y="28122"/>
                </a:cubicBezTo>
                <a:cubicBezTo>
                  <a:pt x="1470507" y="30481"/>
                  <a:pt x="1470772" y="33000"/>
                  <a:pt x="1470772" y="35677"/>
                </a:cubicBezTo>
                <a:moveTo>
                  <a:pt x="1460374" y="36412"/>
                </a:moveTo>
                <a:cubicBezTo>
                  <a:pt x="1460374" y="34902"/>
                  <a:pt x="1460261" y="33451"/>
                  <a:pt x="1460036" y="32059"/>
                </a:cubicBezTo>
                <a:cubicBezTo>
                  <a:pt x="1459812" y="30668"/>
                  <a:pt x="1459428" y="29429"/>
                  <a:pt x="1458886" y="28342"/>
                </a:cubicBezTo>
                <a:cubicBezTo>
                  <a:pt x="1458343" y="27256"/>
                  <a:pt x="1457629" y="26388"/>
                  <a:pt x="1456742" y="25739"/>
                </a:cubicBezTo>
                <a:cubicBezTo>
                  <a:pt x="1455856" y="25089"/>
                  <a:pt x="1454752" y="24764"/>
                  <a:pt x="1453429" y="24764"/>
                </a:cubicBezTo>
                <a:cubicBezTo>
                  <a:pt x="1452767" y="24764"/>
                  <a:pt x="1452112" y="24864"/>
                  <a:pt x="1451464" y="25062"/>
                </a:cubicBezTo>
                <a:cubicBezTo>
                  <a:pt x="1450816" y="25260"/>
                  <a:pt x="1450155" y="25583"/>
                  <a:pt x="1449480" y="26032"/>
                </a:cubicBezTo>
                <a:cubicBezTo>
                  <a:pt x="1448805" y="26481"/>
                  <a:pt x="1448111" y="27062"/>
                  <a:pt x="1447396" y="27776"/>
                </a:cubicBezTo>
                <a:cubicBezTo>
                  <a:pt x="1446682" y="28488"/>
                  <a:pt x="1445928" y="29372"/>
                  <a:pt x="1445134" y="30428"/>
                </a:cubicBezTo>
                <a:lnTo>
                  <a:pt x="1445134" y="42118"/>
                </a:lnTo>
                <a:cubicBezTo>
                  <a:pt x="1446536" y="43900"/>
                  <a:pt x="1447873" y="45276"/>
                  <a:pt x="1449143" y="46247"/>
                </a:cubicBezTo>
                <a:cubicBezTo>
                  <a:pt x="1450412" y="47218"/>
                  <a:pt x="1451735" y="47703"/>
                  <a:pt x="1453111" y="47703"/>
                </a:cubicBezTo>
                <a:cubicBezTo>
                  <a:pt x="1454408" y="47703"/>
                  <a:pt x="1455512" y="47372"/>
                  <a:pt x="1456425" y="46710"/>
                </a:cubicBezTo>
                <a:cubicBezTo>
                  <a:pt x="1457338" y="46047"/>
                  <a:pt x="1458085" y="45178"/>
                  <a:pt x="1458667" y="44105"/>
                </a:cubicBezTo>
                <a:cubicBezTo>
                  <a:pt x="1459249" y="43032"/>
                  <a:pt x="1459679" y="41820"/>
                  <a:pt x="1459957" y="40468"/>
                </a:cubicBezTo>
                <a:cubicBezTo>
                  <a:pt x="1460235" y="39116"/>
                  <a:pt x="1460374" y="37764"/>
                  <a:pt x="1460374" y="36412"/>
                </a:cubicBezTo>
                <a:close/>
                <a:moveTo>
                  <a:pt x="1511603" y="35156"/>
                </a:moveTo>
                <a:cubicBezTo>
                  <a:pt x="1511603" y="36375"/>
                  <a:pt x="1511332" y="37277"/>
                  <a:pt x="1510789" y="37860"/>
                </a:cubicBezTo>
                <a:cubicBezTo>
                  <a:pt x="1510247" y="38442"/>
                  <a:pt x="1509499" y="38734"/>
                  <a:pt x="1508547" y="38734"/>
                </a:cubicBezTo>
                <a:lnTo>
                  <a:pt x="1486997" y="38734"/>
                </a:lnTo>
                <a:cubicBezTo>
                  <a:pt x="1486997" y="40248"/>
                  <a:pt x="1487176" y="41622"/>
                  <a:pt x="1487533" y="42858"/>
                </a:cubicBezTo>
                <a:cubicBezTo>
                  <a:pt x="1487890" y="44093"/>
                  <a:pt x="1488459" y="45142"/>
                  <a:pt x="1489240" y="46006"/>
                </a:cubicBezTo>
                <a:cubicBezTo>
                  <a:pt x="1490020" y="46870"/>
                  <a:pt x="1491025" y="47527"/>
                  <a:pt x="1492256" y="47978"/>
                </a:cubicBezTo>
                <a:cubicBezTo>
                  <a:pt x="1493486" y="48430"/>
                  <a:pt x="1494961" y="48655"/>
                  <a:pt x="1496681" y="48655"/>
                </a:cubicBezTo>
                <a:cubicBezTo>
                  <a:pt x="1498427" y="48655"/>
                  <a:pt x="1499962" y="48528"/>
                  <a:pt x="1501284" y="48272"/>
                </a:cubicBezTo>
                <a:cubicBezTo>
                  <a:pt x="1502607" y="48017"/>
                  <a:pt x="1503752" y="47734"/>
                  <a:pt x="1504717" y="47425"/>
                </a:cubicBezTo>
                <a:cubicBezTo>
                  <a:pt x="1505683" y="47116"/>
                  <a:pt x="1506483" y="46834"/>
                  <a:pt x="1507118" y="46578"/>
                </a:cubicBezTo>
                <a:cubicBezTo>
                  <a:pt x="1507753" y="46323"/>
                  <a:pt x="1508269" y="46195"/>
                  <a:pt x="1508666" y="46195"/>
                </a:cubicBezTo>
                <a:cubicBezTo>
                  <a:pt x="1508904" y="46195"/>
                  <a:pt x="1509103" y="46242"/>
                  <a:pt x="1509261" y="46335"/>
                </a:cubicBezTo>
                <a:cubicBezTo>
                  <a:pt x="1509420" y="46428"/>
                  <a:pt x="1509552" y="46594"/>
                  <a:pt x="1509658" y="46834"/>
                </a:cubicBezTo>
                <a:cubicBezTo>
                  <a:pt x="1509764" y="47073"/>
                  <a:pt x="1509837" y="47412"/>
                  <a:pt x="1509876" y="47851"/>
                </a:cubicBezTo>
                <a:cubicBezTo>
                  <a:pt x="1509916" y="48290"/>
                  <a:pt x="1509936" y="48842"/>
                  <a:pt x="1509936" y="49506"/>
                </a:cubicBezTo>
                <a:cubicBezTo>
                  <a:pt x="1509936" y="50092"/>
                  <a:pt x="1509923" y="50591"/>
                  <a:pt x="1509896" y="51003"/>
                </a:cubicBezTo>
                <a:cubicBezTo>
                  <a:pt x="1509870" y="51415"/>
                  <a:pt x="1509830" y="51767"/>
                  <a:pt x="1509777" y="52060"/>
                </a:cubicBezTo>
                <a:cubicBezTo>
                  <a:pt x="1509724" y="52353"/>
                  <a:pt x="1509645" y="52599"/>
                  <a:pt x="1509539" y="52799"/>
                </a:cubicBezTo>
                <a:cubicBezTo>
                  <a:pt x="1509433" y="52998"/>
                  <a:pt x="1509294" y="53191"/>
                  <a:pt x="1509122" y="53377"/>
                </a:cubicBezTo>
                <a:cubicBezTo>
                  <a:pt x="1508950" y="53563"/>
                  <a:pt x="1508481" y="53815"/>
                  <a:pt x="1507714" y="54132"/>
                </a:cubicBezTo>
                <a:cubicBezTo>
                  <a:pt x="1506946" y="54450"/>
                  <a:pt x="1505967" y="54761"/>
                  <a:pt x="1504777" y="55065"/>
                </a:cubicBezTo>
                <a:cubicBezTo>
                  <a:pt x="1503586" y="55369"/>
                  <a:pt x="1502224" y="55634"/>
                  <a:pt x="1500689" y="55859"/>
                </a:cubicBezTo>
                <a:cubicBezTo>
                  <a:pt x="1499155" y="56083"/>
                  <a:pt x="1497514" y="56196"/>
                  <a:pt x="1495768" y="56196"/>
                </a:cubicBezTo>
                <a:cubicBezTo>
                  <a:pt x="1492620" y="56196"/>
                  <a:pt x="1489861" y="55798"/>
                  <a:pt x="1487493" y="55003"/>
                </a:cubicBezTo>
                <a:cubicBezTo>
                  <a:pt x="1485125" y="54207"/>
                  <a:pt x="1483148" y="53001"/>
                  <a:pt x="1481560" y="51384"/>
                </a:cubicBezTo>
                <a:cubicBezTo>
                  <a:pt x="1479973" y="49767"/>
                  <a:pt x="1478789" y="47726"/>
                  <a:pt x="1478008" y="45261"/>
                </a:cubicBezTo>
                <a:cubicBezTo>
                  <a:pt x="1477228" y="42796"/>
                  <a:pt x="1476838" y="39906"/>
                  <a:pt x="1476838" y="36592"/>
                </a:cubicBezTo>
                <a:cubicBezTo>
                  <a:pt x="1476838" y="33437"/>
                  <a:pt x="1477248" y="30594"/>
                  <a:pt x="1478068" y="28062"/>
                </a:cubicBezTo>
                <a:cubicBezTo>
                  <a:pt x="1478888" y="25530"/>
                  <a:pt x="1480079" y="23383"/>
                  <a:pt x="1481640" y="21620"/>
                </a:cubicBezTo>
                <a:cubicBezTo>
                  <a:pt x="1483201" y="19857"/>
                  <a:pt x="1485099" y="18511"/>
                  <a:pt x="1487335" y="17584"/>
                </a:cubicBezTo>
                <a:cubicBezTo>
                  <a:pt x="1489570" y="16656"/>
                  <a:pt x="1492090" y="16192"/>
                  <a:pt x="1494895" y="16192"/>
                </a:cubicBezTo>
                <a:cubicBezTo>
                  <a:pt x="1497858" y="16192"/>
                  <a:pt x="1500391" y="16629"/>
                  <a:pt x="1502495" y="17504"/>
                </a:cubicBezTo>
                <a:cubicBezTo>
                  <a:pt x="1504598" y="18379"/>
                  <a:pt x="1506325" y="19591"/>
                  <a:pt x="1507674" y="21142"/>
                </a:cubicBezTo>
                <a:cubicBezTo>
                  <a:pt x="1509023" y="22692"/>
                  <a:pt x="1510015" y="24527"/>
                  <a:pt x="1510650" y="26648"/>
                </a:cubicBezTo>
                <a:cubicBezTo>
                  <a:pt x="1511285" y="28768"/>
                  <a:pt x="1511603" y="31074"/>
                  <a:pt x="1511603" y="33566"/>
                </a:cubicBezTo>
                <a:lnTo>
                  <a:pt x="1511603" y="35156"/>
                </a:lnTo>
                <a:moveTo>
                  <a:pt x="1501919" y="32305"/>
                </a:moveTo>
                <a:cubicBezTo>
                  <a:pt x="1501999" y="29488"/>
                  <a:pt x="1501437" y="27276"/>
                  <a:pt x="1500233" y="25668"/>
                </a:cubicBezTo>
                <a:cubicBezTo>
                  <a:pt x="1499029" y="24060"/>
                  <a:pt x="1497170" y="23256"/>
                  <a:pt x="1494657" y="23256"/>
                </a:cubicBezTo>
                <a:cubicBezTo>
                  <a:pt x="1493387" y="23256"/>
                  <a:pt x="1492282" y="23496"/>
                  <a:pt x="1491343" y="23974"/>
                </a:cubicBezTo>
                <a:cubicBezTo>
                  <a:pt x="1490404" y="24452"/>
                  <a:pt x="1489623" y="25097"/>
                  <a:pt x="1489001" y="25908"/>
                </a:cubicBezTo>
                <a:cubicBezTo>
                  <a:pt x="1488380" y="26718"/>
                  <a:pt x="1487903" y="27675"/>
                  <a:pt x="1487573" y="28778"/>
                </a:cubicBezTo>
                <a:cubicBezTo>
                  <a:pt x="1487242" y="29880"/>
                  <a:pt x="1487050" y="31055"/>
                  <a:pt x="1486997" y="32305"/>
                </a:cubicBezTo>
                <a:lnTo>
                  <a:pt x="1501919" y="32305"/>
                </a:lnTo>
                <a:close/>
                <a:moveTo>
                  <a:pt x="1540145" y="50374"/>
                </a:moveTo>
                <a:cubicBezTo>
                  <a:pt x="1540145" y="51544"/>
                  <a:pt x="1540073" y="52442"/>
                  <a:pt x="1539927" y="53067"/>
                </a:cubicBezTo>
                <a:cubicBezTo>
                  <a:pt x="1539782" y="53691"/>
                  <a:pt x="1539590" y="54130"/>
                  <a:pt x="1539352" y="54383"/>
                </a:cubicBezTo>
                <a:cubicBezTo>
                  <a:pt x="1539113" y="54635"/>
                  <a:pt x="1538763" y="54861"/>
                  <a:pt x="1538300" y="55060"/>
                </a:cubicBezTo>
                <a:cubicBezTo>
                  <a:pt x="1537837" y="55259"/>
                  <a:pt x="1537294" y="55432"/>
                  <a:pt x="1536673" y="55578"/>
                </a:cubicBezTo>
                <a:cubicBezTo>
                  <a:pt x="1536051" y="55725"/>
                  <a:pt x="1535376" y="55837"/>
                  <a:pt x="1534649" y="55917"/>
                </a:cubicBezTo>
                <a:cubicBezTo>
                  <a:pt x="1533921" y="55997"/>
                  <a:pt x="1533187" y="56037"/>
                  <a:pt x="1532446" y="56037"/>
                </a:cubicBezTo>
                <a:cubicBezTo>
                  <a:pt x="1530462" y="56037"/>
                  <a:pt x="1528742" y="55786"/>
                  <a:pt x="1527287" y="55283"/>
                </a:cubicBezTo>
                <a:cubicBezTo>
                  <a:pt x="1525832" y="54780"/>
                  <a:pt x="1524628" y="54007"/>
                  <a:pt x="1523675" y="52961"/>
                </a:cubicBezTo>
                <a:cubicBezTo>
                  <a:pt x="1522723" y="51916"/>
                  <a:pt x="1522022" y="50600"/>
                  <a:pt x="1521572" y="49013"/>
                </a:cubicBezTo>
                <a:cubicBezTo>
                  <a:pt x="1521122" y="47425"/>
                  <a:pt x="1520897" y="45547"/>
                  <a:pt x="1520897" y="43377"/>
                </a:cubicBezTo>
                <a:lnTo>
                  <a:pt x="1520897" y="25241"/>
                </a:lnTo>
                <a:lnTo>
                  <a:pt x="1516651" y="25241"/>
                </a:lnTo>
                <a:cubicBezTo>
                  <a:pt x="1516148" y="25241"/>
                  <a:pt x="1515765" y="24930"/>
                  <a:pt x="1515500" y="24308"/>
                </a:cubicBezTo>
                <a:cubicBezTo>
                  <a:pt x="1515235" y="23686"/>
                  <a:pt x="1515103" y="22648"/>
                  <a:pt x="1515103" y="21193"/>
                </a:cubicBezTo>
                <a:cubicBezTo>
                  <a:pt x="1515103" y="20425"/>
                  <a:pt x="1515136" y="19777"/>
                  <a:pt x="1515202" y="19248"/>
                </a:cubicBezTo>
                <a:cubicBezTo>
                  <a:pt x="1515269" y="18719"/>
                  <a:pt x="1515368" y="18302"/>
                  <a:pt x="1515500" y="17998"/>
                </a:cubicBezTo>
                <a:cubicBezTo>
                  <a:pt x="1515632" y="17694"/>
                  <a:pt x="1515798" y="17475"/>
                  <a:pt x="1515996" y="17343"/>
                </a:cubicBezTo>
                <a:cubicBezTo>
                  <a:pt x="1516195" y="17211"/>
                  <a:pt x="1516426" y="17145"/>
                  <a:pt x="1516691" y="17145"/>
                </a:cubicBezTo>
                <a:lnTo>
                  <a:pt x="1520897" y="17145"/>
                </a:lnTo>
                <a:lnTo>
                  <a:pt x="1520897" y="9215"/>
                </a:lnTo>
                <a:cubicBezTo>
                  <a:pt x="1520897" y="8948"/>
                  <a:pt x="1520970" y="8709"/>
                  <a:pt x="1521116" y="8497"/>
                </a:cubicBezTo>
                <a:cubicBezTo>
                  <a:pt x="1521261" y="8284"/>
                  <a:pt x="1521526" y="8105"/>
                  <a:pt x="1521909" y="7960"/>
                </a:cubicBezTo>
                <a:cubicBezTo>
                  <a:pt x="1522293" y="7813"/>
                  <a:pt x="1522809" y="7707"/>
                  <a:pt x="1523457" y="7641"/>
                </a:cubicBezTo>
                <a:cubicBezTo>
                  <a:pt x="1524105" y="7574"/>
                  <a:pt x="1524906" y="7540"/>
                  <a:pt x="1525858" y="7540"/>
                </a:cubicBezTo>
                <a:cubicBezTo>
                  <a:pt x="1526837" y="7540"/>
                  <a:pt x="1527651" y="7574"/>
                  <a:pt x="1528299" y="7641"/>
                </a:cubicBezTo>
                <a:cubicBezTo>
                  <a:pt x="1528947" y="7707"/>
                  <a:pt x="1529456" y="7813"/>
                  <a:pt x="1529827" y="7960"/>
                </a:cubicBezTo>
                <a:cubicBezTo>
                  <a:pt x="1530197" y="8105"/>
                  <a:pt x="1530462" y="8284"/>
                  <a:pt x="1530621" y="8497"/>
                </a:cubicBezTo>
                <a:cubicBezTo>
                  <a:pt x="1530779" y="8709"/>
                  <a:pt x="1530859" y="8948"/>
                  <a:pt x="1530859" y="9215"/>
                </a:cubicBezTo>
                <a:lnTo>
                  <a:pt x="1530859" y="17145"/>
                </a:lnTo>
                <a:lnTo>
                  <a:pt x="1538558" y="17145"/>
                </a:lnTo>
                <a:cubicBezTo>
                  <a:pt x="1538822" y="17145"/>
                  <a:pt x="1539054" y="17211"/>
                  <a:pt x="1539252" y="17343"/>
                </a:cubicBezTo>
                <a:cubicBezTo>
                  <a:pt x="1539451" y="17475"/>
                  <a:pt x="1539616" y="17694"/>
                  <a:pt x="1539748" y="17998"/>
                </a:cubicBezTo>
                <a:cubicBezTo>
                  <a:pt x="1539881" y="18302"/>
                  <a:pt x="1539980" y="18719"/>
                  <a:pt x="1540046" y="19248"/>
                </a:cubicBezTo>
                <a:cubicBezTo>
                  <a:pt x="1540112" y="19777"/>
                  <a:pt x="1540145" y="20425"/>
                  <a:pt x="1540145" y="21193"/>
                </a:cubicBezTo>
                <a:cubicBezTo>
                  <a:pt x="1540145" y="22648"/>
                  <a:pt x="1540013" y="23686"/>
                  <a:pt x="1539748" y="24308"/>
                </a:cubicBezTo>
                <a:cubicBezTo>
                  <a:pt x="1539484" y="24930"/>
                  <a:pt x="1539100" y="25241"/>
                  <a:pt x="1538598" y="25241"/>
                </a:cubicBezTo>
                <a:lnTo>
                  <a:pt x="1530859" y="25241"/>
                </a:lnTo>
                <a:lnTo>
                  <a:pt x="1530859" y="41839"/>
                </a:lnTo>
                <a:cubicBezTo>
                  <a:pt x="1530859" y="43767"/>
                  <a:pt x="1531163" y="45214"/>
                  <a:pt x="1531771" y="46178"/>
                </a:cubicBezTo>
                <a:cubicBezTo>
                  <a:pt x="1532380" y="47142"/>
                  <a:pt x="1533465" y="47624"/>
                  <a:pt x="1535026" y="47624"/>
                </a:cubicBezTo>
                <a:cubicBezTo>
                  <a:pt x="1535555" y="47624"/>
                  <a:pt x="1536031" y="47577"/>
                  <a:pt x="1536454" y="47485"/>
                </a:cubicBezTo>
                <a:cubicBezTo>
                  <a:pt x="1536878" y="47392"/>
                  <a:pt x="1537255" y="47286"/>
                  <a:pt x="1537586" y="47167"/>
                </a:cubicBezTo>
                <a:cubicBezTo>
                  <a:pt x="1537916" y="47048"/>
                  <a:pt x="1538194" y="46942"/>
                  <a:pt x="1538419" y="46850"/>
                </a:cubicBezTo>
                <a:cubicBezTo>
                  <a:pt x="1538644" y="46757"/>
                  <a:pt x="1538849" y="46711"/>
                  <a:pt x="1539034" y="46711"/>
                </a:cubicBezTo>
                <a:cubicBezTo>
                  <a:pt x="1539193" y="46711"/>
                  <a:pt x="1539345" y="46757"/>
                  <a:pt x="1539490" y="46850"/>
                </a:cubicBezTo>
                <a:cubicBezTo>
                  <a:pt x="1539636" y="46942"/>
                  <a:pt x="1539748" y="47128"/>
                  <a:pt x="1539828" y="47407"/>
                </a:cubicBezTo>
                <a:cubicBezTo>
                  <a:pt x="1539907" y="47684"/>
                  <a:pt x="1539980" y="48063"/>
                  <a:pt x="1540046" y="48541"/>
                </a:cubicBezTo>
                <a:cubicBezTo>
                  <a:pt x="1540112" y="49019"/>
                  <a:pt x="1540145" y="49630"/>
                  <a:pt x="1540145" y="503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containsthebug.">
            <a:extLst xmlns:a="http://schemas.openxmlformats.org/drawingml/2006/main">
              <a:ext uri="{FF2B5EF4-FFF2-40B4-BE49-F238E27FC236}">
                <a16:creationId xmlns:a16="http://schemas.microsoft.com/office/drawing/2014/main" id="{7A757D9E-00E2-4852-B332-4ABCC354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256" y="941603"/>
            <a:ext cx="568826" cy="69769"/>
          </a:xfrm>
          <a:custGeom xmlns:a="http://schemas.openxmlformats.org/drawingml/2006/main">
            <a:pathLst>
              <a:path w="568826" h="69769">
                <a:moveTo>
                  <a:pt x="28931" y="48259"/>
                </a:moveTo>
                <a:cubicBezTo>
                  <a:pt x="28931" y="48947"/>
                  <a:pt x="28912" y="49522"/>
                  <a:pt x="28872" y="49985"/>
                </a:cubicBezTo>
                <a:cubicBezTo>
                  <a:pt x="28832" y="50448"/>
                  <a:pt x="28779" y="50838"/>
                  <a:pt x="28713" y="51156"/>
                </a:cubicBezTo>
                <a:cubicBezTo>
                  <a:pt x="28647" y="51473"/>
                  <a:pt x="28568" y="51731"/>
                  <a:pt x="28475" y="51930"/>
                </a:cubicBezTo>
                <a:cubicBezTo>
                  <a:pt x="28382" y="52128"/>
                  <a:pt x="28177" y="52379"/>
                  <a:pt x="27860" y="52684"/>
                </a:cubicBezTo>
                <a:cubicBezTo>
                  <a:pt x="27542" y="52988"/>
                  <a:pt x="27000" y="53358"/>
                  <a:pt x="26233" y="53795"/>
                </a:cubicBezTo>
                <a:cubicBezTo>
                  <a:pt x="25465" y="54231"/>
                  <a:pt x="24592" y="54622"/>
                  <a:pt x="23613" y="54966"/>
                </a:cubicBezTo>
                <a:cubicBezTo>
                  <a:pt x="22634" y="55310"/>
                  <a:pt x="21570" y="55587"/>
                  <a:pt x="20419" y="55799"/>
                </a:cubicBezTo>
                <a:cubicBezTo>
                  <a:pt x="19268" y="56011"/>
                  <a:pt x="18084" y="56117"/>
                  <a:pt x="16867" y="56117"/>
                </a:cubicBezTo>
                <a:cubicBezTo>
                  <a:pt x="14142" y="56117"/>
                  <a:pt x="11727" y="55693"/>
                  <a:pt x="9624" y="54847"/>
                </a:cubicBezTo>
                <a:cubicBezTo>
                  <a:pt x="7521" y="54000"/>
                  <a:pt x="5755" y="52750"/>
                  <a:pt x="4326" y="51096"/>
                </a:cubicBezTo>
                <a:cubicBezTo>
                  <a:pt x="2897" y="49443"/>
                  <a:pt x="1819" y="47425"/>
                  <a:pt x="1091" y="45044"/>
                </a:cubicBezTo>
                <a:cubicBezTo>
                  <a:pt x="364" y="42663"/>
                  <a:pt x="0" y="39938"/>
                  <a:pt x="0" y="36869"/>
                </a:cubicBezTo>
                <a:cubicBezTo>
                  <a:pt x="0" y="33323"/>
                  <a:pt x="443" y="30261"/>
                  <a:pt x="1329" y="27681"/>
                </a:cubicBezTo>
                <a:cubicBezTo>
                  <a:pt x="2216" y="25102"/>
                  <a:pt x="3453" y="22965"/>
                  <a:pt x="5040" y="21272"/>
                </a:cubicBezTo>
                <a:cubicBezTo>
                  <a:pt x="6628" y="19579"/>
                  <a:pt x="8506" y="18322"/>
                  <a:pt x="10676" y="17502"/>
                </a:cubicBezTo>
                <a:cubicBezTo>
                  <a:pt x="12845" y="16682"/>
                  <a:pt x="15226" y="16271"/>
                  <a:pt x="17819" y="16271"/>
                </a:cubicBezTo>
                <a:cubicBezTo>
                  <a:pt x="18877" y="16271"/>
                  <a:pt x="19916" y="16364"/>
                  <a:pt x="20935" y="16549"/>
                </a:cubicBezTo>
                <a:cubicBezTo>
                  <a:pt x="21953" y="16734"/>
                  <a:pt x="22906" y="16986"/>
                  <a:pt x="23792" y="17303"/>
                </a:cubicBezTo>
                <a:cubicBezTo>
                  <a:pt x="24678" y="17621"/>
                  <a:pt x="25472" y="17978"/>
                  <a:pt x="26173" y="18375"/>
                </a:cubicBezTo>
                <a:cubicBezTo>
                  <a:pt x="26874" y="18772"/>
                  <a:pt x="27370" y="19116"/>
                  <a:pt x="27661" y="19407"/>
                </a:cubicBezTo>
                <a:cubicBezTo>
                  <a:pt x="27952" y="19698"/>
                  <a:pt x="28157" y="19942"/>
                  <a:pt x="28277" y="20141"/>
                </a:cubicBezTo>
                <a:cubicBezTo>
                  <a:pt x="28396" y="20339"/>
                  <a:pt x="28488" y="20597"/>
                  <a:pt x="28554" y="20915"/>
                </a:cubicBezTo>
                <a:cubicBezTo>
                  <a:pt x="28620" y="21232"/>
                  <a:pt x="28673" y="21622"/>
                  <a:pt x="28713" y="22085"/>
                </a:cubicBezTo>
                <a:cubicBezTo>
                  <a:pt x="28753" y="22548"/>
                  <a:pt x="28773" y="23111"/>
                  <a:pt x="28773" y="23772"/>
                </a:cubicBezTo>
                <a:cubicBezTo>
                  <a:pt x="28773" y="25307"/>
                  <a:pt x="28640" y="26385"/>
                  <a:pt x="28376" y="27007"/>
                </a:cubicBezTo>
                <a:cubicBezTo>
                  <a:pt x="28111" y="27628"/>
                  <a:pt x="27767" y="27939"/>
                  <a:pt x="27344" y="27939"/>
                </a:cubicBezTo>
                <a:cubicBezTo>
                  <a:pt x="26894" y="27939"/>
                  <a:pt x="26418" y="27754"/>
                  <a:pt x="25915" y="27384"/>
                </a:cubicBezTo>
                <a:cubicBezTo>
                  <a:pt x="25413" y="27013"/>
                  <a:pt x="24817" y="26603"/>
                  <a:pt x="24129" y="26153"/>
                </a:cubicBezTo>
                <a:cubicBezTo>
                  <a:pt x="23441" y="25704"/>
                  <a:pt x="22621" y="25293"/>
                  <a:pt x="21669" y="24923"/>
                </a:cubicBezTo>
                <a:cubicBezTo>
                  <a:pt x="20716" y="24553"/>
                  <a:pt x="19579" y="24367"/>
                  <a:pt x="18256" y="24367"/>
                </a:cubicBezTo>
                <a:cubicBezTo>
                  <a:pt x="15663" y="24367"/>
                  <a:pt x="13679" y="25366"/>
                  <a:pt x="12303" y="27364"/>
                </a:cubicBezTo>
                <a:cubicBezTo>
                  <a:pt x="10927" y="29361"/>
                  <a:pt x="10239" y="32291"/>
                  <a:pt x="10239" y="36154"/>
                </a:cubicBezTo>
                <a:cubicBezTo>
                  <a:pt x="10239" y="38059"/>
                  <a:pt x="10411" y="39739"/>
                  <a:pt x="10755" y="41194"/>
                </a:cubicBezTo>
                <a:cubicBezTo>
                  <a:pt x="11099" y="42650"/>
                  <a:pt x="11608" y="43867"/>
                  <a:pt x="12283" y="44846"/>
                </a:cubicBezTo>
                <a:cubicBezTo>
                  <a:pt x="12958" y="45825"/>
                  <a:pt x="13804" y="46559"/>
                  <a:pt x="14823" y="47048"/>
                </a:cubicBezTo>
                <a:cubicBezTo>
                  <a:pt x="15841" y="47538"/>
                  <a:pt x="17025" y="47782"/>
                  <a:pt x="18375" y="47782"/>
                </a:cubicBezTo>
                <a:cubicBezTo>
                  <a:pt x="19751" y="47782"/>
                  <a:pt x="20935" y="47577"/>
                  <a:pt x="21927" y="47167"/>
                </a:cubicBezTo>
                <a:cubicBezTo>
                  <a:pt x="22919" y="46757"/>
                  <a:pt x="23785" y="46301"/>
                  <a:pt x="24526" y="45798"/>
                </a:cubicBezTo>
                <a:cubicBezTo>
                  <a:pt x="25267" y="45295"/>
                  <a:pt x="25889" y="44839"/>
                  <a:pt x="26391" y="44429"/>
                </a:cubicBezTo>
                <a:cubicBezTo>
                  <a:pt x="26894" y="44019"/>
                  <a:pt x="27317" y="43814"/>
                  <a:pt x="27661" y="43814"/>
                </a:cubicBezTo>
                <a:cubicBezTo>
                  <a:pt x="27900" y="43814"/>
                  <a:pt x="28098" y="43880"/>
                  <a:pt x="28257" y="44012"/>
                </a:cubicBezTo>
                <a:cubicBezTo>
                  <a:pt x="28415" y="44144"/>
                  <a:pt x="28541" y="44389"/>
                  <a:pt x="28634" y="44746"/>
                </a:cubicBezTo>
                <a:cubicBezTo>
                  <a:pt x="28726" y="45104"/>
                  <a:pt x="28799" y="45560"/>
                  <a:pt x="28852" y="46116"/>
                </a:cubicBezTo>
                <a:cubicBezTo>
                  <a:pt x="28905" y="46671"/>
                  <a:pt x="28931" y="47386"/>
                  <a:pt x="28931" y="48259"/>
                </a:cubicBezTo>
                <a:close/>
                <a:moveTo>
                  <a:pt x="71289" y="35836"/>
                </a:moveTo>
                <a:cubicBezTo>
                  <a:pt x="71289" y="38858"/>
                  <a:pt x="70892" y="41616"/>
                  <a:pt x="70098" y="44108"/>
                </a:cubicBezTo>
                <a:cubicBezTo>
                  <a:pt x="69305" y="46600"/>
                  <a:pt x="68101" y="48747"/>
                  <a:pt x="66487" y="50549"/>
                </a:cubicBezTo>
                <a:cubicBezTo>
                  <a:pt x="64873" y="52352"/>
                  <a:pt x="62849" y="53744"/>
                  <a:pt x="60415" y="54725"/>
                </a:cubicBezTo>
                <a:cubicBezTo>
                  <a:pt x="57981" y="55706"/>
                  <a:pt x="55137" y="56196"/>
                  <a:pt x="51882" y="56196"/>
                </a:cubicBezTo>
                <a:cubicBezTo>
                  <a:pt x="48734" y="56196"/>
                  <a:pt x="45995" y="55759"/>
                  <a:pt x="43667" y="54884"/>
                </a:cubicBezTo>
                <a:cubicBezTo>
                  <a:pt x="41339" y="54009"/>
                  <a:pt x="39408" y="52737"/>
                  <a:pt x="37873" y="51066"/>
                </a:cubicBezTo>
                <a:cubicBezTo>
                  <a:pt x="36338" y="49396"/>
                  <a:pt x="35201" y="47342"/>
                  <a:pt x="34460" y="44903"/>
                </a:cubicBezTo>
                <a:cubicBezTo>
                  <a:pt x="33719" y="42464"/>
                  <a:pt x="33349" y="39680"/>
                  <a:pt x="33349" y="36552"/>
                </a:cubicBezTo>
                <a:cubicBezTo>
                  <a:pt x="33349" y="33530"/>
                  <a:pt x="33752" y="30766"/>
                  <a:pt x="34559" y="28260"/>
                </a:cubicBezTo>
                <a:cubicBezTo>
                  <a:pt x="35366" y="25755"/>
                  <a:pt x="36577" y="23608"/>
                  <a:pt x="38190" y="21819"/>
                </a:cubicBezTo>
                <a:cubicBezTo>
                  <a:pt x="39804" y="20030"/>
                  <a:pt x="41822" y="18645"/>
                  <a:pt x="44243" y="17664"/>
                </a:cubicBezTo>
                <a:cubicBezTo>
                  <a:pt x="46664" y="16683"/>
                  <a:pt x="49501" y="16192"/>
                  <a:pt x="52755" y="16192"/>
                </a:cubicBezTo>
                <a:cubicBezTo>
                  <a:pt x="55930" y="16192"/>
                  <a:pt x="58682" y="16623"/>
                  <a:pt x="61010" y="17484"/>
                </a:cubicBezTo>
                <a:cubicBezTo>
                  <a:pt x="63338" y="18346"/>
                  <a:pt x="65263" y="19612"/>
                  <a:pt x="66785" y="21282"/>
                </a:cubicBezTo>
                <a:cubicBezTo>
                  <a:pt x="68306" y="22952"/>
                  <a:pt x="69437" y="25007"/>
                  <a:pt x="70178" y="27446"/>
                </a:cubicBezTo>
                <a:cubicBezTo>
                  <a:pt x="70919" y="29885"/>
                  <a:pt x="71289" y="32681"/>
                  <a:pt x="71289" y="35836"/>
                </a:cubicBezTo>
                <a:moveTo>
                  <a:pt x="61010" y="36234"/>
                </a:moveTo>
                <a:cubicBezTo>
                  <a:pt x="61010" y="34487"/>
                  <a:pt x="60871" y="32880"/>
                  <a:pt x="60593" y="31412"/>
                </a:cubicBezTo>
                <a:cubicBezTo>
                  <a:pt x="60316" y="29943"/>
                  <a:pt x="59846" y="28667"/>
                  <a:pt x="59185" y="27582"/>
                </a:cubicBezTo>
                <a:cubicBezTo>
                  <a:pt x="58523" y="26497"/>
                  <a:pt x="57643" y="25651"/>
                  <a:pt x="56545" y="25042"/>
                </a:cubicBezTo>
                <a:cubicBezTo>
                  <a:pt x="55447" y="24434"/>
                  <a:pt x="54065" y="24129"/>
                  <a:pt x="52398" y="24129"/>
                </a:cubicBezTo>
                <a:cubicBezTo>
                  <a:pt x="50917" y="24129"/>
                  <a:pt x="49620" y="24401"/>
                  <a:pt x="48509" y="24943"/>
                </a:cubicBezTo>
                <a:cubicBezTo>
                  <a:pt x="47398" y="25485"/>
                  <a:pt x="46485" y="26279"/>
                  <a:pt x="45771" y="27324"/>
                </a:cubicBezTo>
                <a:cubicBezTo>
                  <a:pt x="45056" y="28369"/>
                  <a:pt x="44520" y="29626"/>
                  <a:pt x="44163" y="31094"/>
                </a:cubicBezTo>
                <a:cubicBezTo>
                  <a:pt x="43806" y="32563"/>
                  <a:pt x="43628" y="34236"/>
                  <a:pt x="43628" y="36115"/>
                </a:cubicBezTo>
                <a:cubicBezTo>
                  <a:pt x="43628" y="37861"/>
                  <a:pt x="43773" y="39468"/>
                  <a:pt x="44064" y="40936"/>
                </a:cubicBezTo>
                <a:cubicBezTo>
                  <a:pt x="44355" y="42405"/>
                  <a:pt x="44825" y="43681"/>
                  <a:pt x="45473" y="44766"/>
                </a:cubicBezTo>
                <a:cubicBezTo>
                  <a:pt x="46121" y="45851"/>
                  <a:pt x="47001" y="46691"/>
                  <a:pt x="48112" y="47286"/>
                </a:cubicBezTo>
                <a:cubicBezTo>
                  <a:pt x="49223" y="47882"/>
                  <a:pt x="50599" y="48179"/>
                  <a:pt x="52239" y="48179"/>
                </a:cubicBezTo>
                <a:cubicBezTo>
                  <a:pt x="53748" y="48179"/>
                  <a:pt x="55057" y="47908"/>
                  <a:pt x="56168" y="47366"/>
                </a:cubicBezTo>
                <a:cubicBezTo>
                  <a:pt x="57280" y="46823"/>
                  <a:pt x="58192" y="46036"/>
                  <a:pt x="58907" y="45004"/>
                </a:cubicBezTo>
                <a:cubicBezTo>
                  <a:pt x="59621" y="43973"/>
                  <a:pt x="60150" y="42722"/>
                  <a:pt x="60494" y="41254"/>
                </a:cubicBezTo>
                <a:cubicBezTo>
                  <a:pt x="60838" y="39786"/>
                  <a:pt x="61010" y="38112"/>
                  <a:pt x="61010" y="36234"/>
                </a:cubicBezTo>
                <a:close/>
                <a:moveTo>
                  <a:pt x="113064" y="53893"/>
                </a:moveTo>
                <a:cubicBezTo>
                  <a:pt x="113064" y="54157"/>
                  <a:pt x="112985" y="54389"/>
                  <a:pt x="112826" y="54589"/>
                </a:cubicBezTo>
                <a:cubicBezTo>
                  <a:pt x="112667" y="54787"/>
                  <a:pt x="112403" y="54952"/>
                  <a:pt x="112033" y="55085"/>
                </a:cubicBezTo>
                <a:cubicBezTo>
                  <a:pt x="111662" y="55217"/>
                  <a:pt x="111153" y="55316"/>
                  <a:pt x="110505" y="55382"/>
                </a:cubicBezTo>
                <a:cubicBezTo>
                  <a:pt x="109856" y="55448"/>
                  <a:pt x="109056" y="55482"/>
                  <a:pt x="108104" y="55482"/>
                </a:cubicBezTo>
                <a:cubicBezTo>
                  <a:pt x="107125" y="55482"/>
                  <a:pt x="106311" y="55448"/>
                  <a:pt x="105663" y="55382"/>
                </a:cubicBezTo>
                <a:cubicBezTo>
                  <a:pt x="105015" y="55316"/>
                  <a:pt x="104505" y="55217"/>
                  <a:pt x="104135" y="55085"/>
                </a:cubicBezTo>
                <a:cubicBezTo>
                  <a:pt x="103765" y="54952"/>
                  <a:pt x="103500" y="54787"/>
                  <a:pt x="103341" y="54589"/>
                </a:cubicBezTo>
                <a:cubicBezTo>
                  <a:pt x="103182" y="54390"/>
                  <a:pt x="103103" y="54159"/>
                  <a:pt x="103103" y="53894"/>
                </a:cubicBezTo>
                <a:lnTo>
                  <a:pt x="103103" y="33694"/>
                </a:lnTo>
                <a:cubicBezTo>
                  <a:pt x="103103" y="31974"/>
                  <a:pt x="102977" y="30625"/>
                  <a:pt x="102726" y="29646"/>
                </a:cubicBezTo>
                <a:cubicBezTo>
                  <a:pt x="102475" y="28667"/>
                  <a:pt x="102111" y="27827"/>
                  <a:pt x="101635" y="27126"/>
                </a:cubicBezTo>
                <a:cubicBezTo>
                  <a:pt x="101158" y="26425"/>
                  <a:pt x="100543" y="25882"/>
                  <a:pt x="99789" y="25498"/>
                </a:cubicBezTo>
                <a:cubicBezTo>
                  <a:pt x="99035" y="25115"/>
                  <a:pt x="98156" y="24923"/>
                  <a:pt x="97150" y="24923"/>
                </a:cubicBezTo>
                <a:cubicBezTo>
                  <a:pt x="95880" y="24923"/>
                  <a:pt x="94597" y="25386"/>
                  <a:pt x="93301" y="26312"/>
                </a:cubicBezTo>
                <a:cubicBezTo>
                  <a:pt x="92004" y="27238"/>
                  <a:pt x="90655" y="28587"/>
                  <a:pt x="89253" y="30360"/>
                </a:cubicBezTo>
                <a:lnTo>
                  <a:pt x="89253" y="53894"/>
                </a:lnTo>
                <a:cubicBezTo>
                  <a:pt x="89253" y="54159"/>
                  <a:pt x="89173" y="54390"/>
                  <a:pt x="89014" y="54589"/>
                </a:cubicBezTo>
                <a:cubicBezTo>
                  <a:pt x="88856" y="54787"/>
                  <a:pt x="88584" y="54952"/>
                  <a:pt x="88201" y="55085"/>
                </a:cubicBezTo>
                <a:cubicBezTo>
                  <a:pt x="87817" y="55217"/>
                  <a:pt x="87308" y="55316"/>
                  <a:pt x="86673" y="55382"/>
                </a:cubicBezTo>
                <a:cubicBezTo>
                  <a:pt x="86038" y="55448"/>
                  <a:pt x="85231" y="55482"/>
                  <a:pt x="84252" y="55482"/>
                </a:cubicBezTo>
                <a:cubicBezTo>
                  <a:pt x="83273" y="55482"/>
                  <a:pt x="82466" y="55448"/>
                  <a:pt x="81831" y="55382"/>
                </a:cubicBezTo>
                <a:cubicBezTo>
                  <a:pt x="81196" y="55316"/>
                  <a:pt x="80687" y="55217"/>
                  <a:pt x="80303" y="55085"/>
                </a:cubicBezTo>
                <a:cubicBezTo>
                  <a:pt x="79920" y="54952"/>
                  <a:pt x="79648" y="54787"/>
                  <a:pt x="79490" y="54589"/>
                </a:cubicBezTo>
                <a:cubicBezTo>
                  <a:pt x="79331" y="54390"/>
                  <a:pt x="79252" y="54159"/>
                  <a:pt x="79252" y="53894"/>
                </a:cubicBezTo>
                <a:lnTo>
                  <a:pt x="79252" y="18494"/>
                </a:lnTo>
                <a:cubicBezTo>
                  <a:pt x="79252" y="18229"/>
                  <a:pt x="79318" y="17998"/>
                  <a:pt x="79450" y="17799"/>
                </a:cubicBezTo>
                <a:cubicBezTo>
                  <a:pt x="79582" y="17601"/>
                  <a:pt x="79820" y="17436"/>
                  <a:pt x="80164" y="17303"/>
                </a:cubicBezTo>
                <a:cubicBezTo>
                  <a:pt x="80508" y="17171"/>
                  <a:pt x="80951" y="17072"/>
                  <a:pt x="81494" y="17006"/>
                </a:cubicBezTo>
                <a:cubicBezTo>
                  <a:pt x="82036" y="16939"/>
                  <a:pt x="82718" y="16906"/>
                  <a:pt x="83538" y="16906"/>
                </a:cubicBezTo>
                <a:cubicBezTo>
                  <a:pt x="84384" y="16906"/>
                  <a:pt x="85085" y="16939"/>
                  <a:pt x="85641" y="17006"/>
                </a:cubicBezTo>
                <a:cubicBezTo>
                  <a:pt x="86197" y="17072"/>
                  <a:pt x="86627" y="17171"/>
                  <a:pt x="86931" y="17303"/>
                </a:cubicBezTo>
                <a:cubicBezTo>
                  <a:pt x="87235" y="17436"/>
                  <a:pt x="87453" y="17601"/>
                  <a:pt x="87586" y="17799"/>
                </a:cubicBezTo>
                <a:cubicBezTo>
                  <a:pt x="87718" y="17998"/>
                  <a:pt x="87784" y="18229"/>
                  <a:pt x="87784" y="18494"/>
                </a:cubicBezTo>
                <a:lnTo>
                  <a:pt x="87784" y="22582"/>
                </a:lnTo>
                <a:cubicBezTo>
                  <a:pt x="89742" y="20452"/>
                  <a:pt x="91733" y="18854"/>
                  <a:pt x="93757" y="17789"/>
                </a:cubicBezTo>
                <a:cubicBezTo>
                  <a:pt x="95781" y="16725"/>
                  <a:pt x="97891" y="16192"/>
                  <a:pt x="100087" y="16192"/>
                </a:cubicBezTo>
                <a:cubicBezTo>
                  <a:pt x="102495" y="16192"/>
                  <a:pt x="104525" y="16589"/>
                  <a:pt x="106179" y="17384"/>
                </a:cubicBezTo>
                <a:cubicBezTo>
                  <a:pt x="107832" y="18178"/>
                  <a:pt x="109168" y="19258"/>
                  <a:pt x="110187" y="20622"/>
                </a:cubicBezTo>
                <a:cubicBezTo>
                  <a:pt x="111206" y="21985"/>
                  <a:pt x="111940" y="23581"/>
                  <a:pt x="112390" y="25409"/>
                </a:cubicBezTo>
                <a:cubicBezTo>
                  <a:pt x="112839" y="27236"/>
                  <a:pt x="113064" y="29434"/>
                  <a:pt x="113064" y="32003"/>
                </a:cubicBezTo>
                <a:lnTo>
                  <a:pt x="113064" y="53893"/>
                </a:lnTo>
                <a:close/>
                <a:moveTo>
                  <a:pt x="143275" y="50374"/>
                </a:moveTo>
                <a:cubicBezTo>
                  <a:pt x="143275" y="51544"/>
                  <a:pt x="143202" y="52442"/>
                  <a:pt x="143057" y="53067"/>
                </a:cubicBezTo>
                <a:cubicBezTo>
                  <a:pt x="142911" y="53691"/>
                  <a:pt x="142719" y="54130"/>
                  <a:pt x="142481" y="54383"/>
                </a:cubicBezTo>
                <a:cubicBezTo>
                  <a:pt x="142243" y="54635"/>
                  <a:pt x="141893" y="54861"/>
                  <a:pt x="141430" y="55060"/>
                </a:cubicBezTo>
                <a:cubicBezTo>
                  <a:pt x="140967" y="55259"/>
                  <a:pt x="140424" y="55432"/>
                  <a:pt x="139803" y="55578"/>
                </a:cubicBezTo>
                <a:cubicBezTo>
                  <a:pt x="139181" y="55725"/>
                  <a:pt x="138506" y="55837"/>
                  <a:pt x="137778" y="55917"/>
                </a:cubicBezTo>
                <a:cubicBezTo>
                  <a:pt x="137051" y="55997"/>
                  <a:pt x="136317" y="56037"/>
                  <a:pt x="135576" y="56037"/>
                </a:cubicBezTo>
                <a:cubicBezTo>
                  <a:pt x="133592" y="56037"/>
                  <a:pt x="131872" y="55786"/>
                  <a:pt x="130417" y="55283"/>
                </a:cubicBezTo>
                <a:cubicBezTo>
                  <a:pt x="128962" y="54780"/>
                  <a:pt x="127758" y="54007"/>
                  <a:pt x="126805" y="52961"/>
                </a:cubicBezTo>
                <a:cubicBezTo>
                  <a:pt x="125853" y="51916"/>
                  <a:pt x="125152" y="50600"/>
                  <a:pt x="124702" y="49013"/>
                </a:cubicBezTo>
                <a:cubicBezTo>
                  <a:pt x="124252" y="47425"/>
                  <a:pt x="124027" y="45547"/>
                  <a:pt x="124027" y="43377"/>
                </a:cubicBezTo>
                <a:lnTo>
                  <a:pt x="124027" y="25241"/>
                </a:lnTo>
                <a:lnTo>
                  <a:pt x="119781" y="25241"/>
                </a:lnTo>
                <a:cubicBezTo>
                  <a:pt x="119278" y="25241"/>
                  <a:pt x="118894" y="24930"/>
                  <a:pt x="118630" y="24308"/>
                </a:cubicBezTo>
                <a:cubicBezTo>
                  <a:pt x="118365" y="23686"/>
                  <a:pt x="118233" y="22648"/>
                  <a:pt x="118233" y="21193"/>
                </a:cubicBezTo>
                <a:cubicBezTo>
                  <a:pt x="118233" y="20425"/>
                  <a:pt x="118266" y="19777"/>
                  <a:pt x="118332" y="19248"/>
                </a:cubicBezTo>
                <a:cubicBezTo>
                  <a:pt x="118398" y="18719"/>
                  <a:pt x="118498" y="18302"/>
                  <a:pt x="118630" y="17998"/>
                </a:cubicBezTo>
                <a:cubicBezTo>
                  <a:pt x="118762" y="17694"/>
                  <a:pt x="118927" y="17475"/>
                  <a:pt x="119126" y="17343"/>
                </a:cubicBezTo>
                <a:cubicBezTo>
                  <a:pt x="119324" y="17211"/>
                  <a:pt x="119556" y="17145"/>
                  <a:pt x="119820" y="17145"/>
                </a:cubicBezTo>
                <a:lnTo>
                  <a:pt x="124027" y="17145"/>
                </a:lnTo>
                <a:lnTo>
                  <a:pt x="124027" y="9215"/>
                </a:lnTo>
                <a:cubicBezTo>
                  <a:pt x="124027" y="8948"/>
                  <a:pt x="124100" y="8709"/>
                  <a:pt x="124245" y="8497"/>
                </a:cubicBezTo>
                <a:cubicBezTo>
                  <a:pt x="124391" y="8284"/>
                  <a:pt x="124656" y="8105"/>
                  <a:pt x="125039" y="7960"/>
                </a:cubicBezTo>
                <a:cubicBezTo>
                  <a:pt x="125423" y="7813"/>
                  <a:pt x="125939" y="7707"/>
                  <a:pt x="126587" y="7641"/>
                </a:cubicBezTo>
                <a:cubicBezTo>
                  <a:pt x="127235" y="7574"/>
                  <a:pt x="128035" y="7540"/>
                  <a:pt x="128988" y="7540"/>
                </a:cubicBezTo>
                <a:cubicBezTo>
                  <a:pt x="129967" y="7540"/>
                  <a:pt x="130780" y="7574"/>
                  <a:pt x="131429" y="7641"/>
                </a:cubicBezTo>
                <a:cubicBezTo>
                  <a:pt x="132077" y="7707"/>
                  <a:pt x="132586" y="7813"/>
                  <a:pt x="132957" y="7960"/>
                </a:cubicBezTo>
                <a:cubicBezTo>
                  <a:pt x="133327" y="8105"/>
                  <a:pt x="133592" y="8284"/>
                  <a:pt x="133750" y="8497"/>
                </a:cubicBezTo>
                <a:cubicBezTo>
                  <a:pt x="133909" y="8709"/>
                  <a:pt x="133988" y="8948"/>
                  <a:pt x="133988" y="9215"/>
                </a:cubicBezTo>
                <a:lnTo>
                  <a:pt x="133988" y="17145"/>
                </a:lnTo>
                <a:lnTo>
                  <a:pt x="141688" y="17145"/>
                </a:lnTo>
                <a:cubicBezTo>
                  <a:pt x="141952" y="17145"/>
                  <a:pt x="142184" y="17211"/>
                  <a:pt x="142382" y="17343"/>
                </a:cubicBezTo>
                <a:cubicBezTo>
                  <a:pt x="142581" y="17475"/>
                  <a:pt x="142746" y="17694"/>
                  <a:pt x="142878" y="17998"/>
                </a:cubicBezTo>
                <a:cubicBezTo>
                  <a:pt x="143010" y="18302"/>
                  <a:pt x="143110" y="18719"/>
                  <a:pt x="143176" y="19248"/>
                </a:cubicBezTo>
                <a:cubicBezTo>
                  <a:pt x="143242" y="19777"/>
                  <a:pt x="143275" y="20425"/>
                  <a:pt x="143275" y="21193"/>
                </a:cubicBezTo>
                <a:cubicBezTo>
                  <a:pt x="143275" y="22648"/>
                  <a:pt x="143143" y="23686"/>
                  <a:pt x="142878" y="24308"/>
                </a:cubicBezTo>
                <a:cubicBezTo>
                  <a:pt x="142614" y="24930"/>
                  <a:pt x="142230" y="25241"/>
                  <a:pt x="141727" y="25241"/>
                </a:cubicBezTo>
                <a:lnTo>
                  <a:pt x="133988" y="25241"/>
                </a:lnTo>
                <a:lnTo>
                  <a:pt x="133988" y="41839"/>
                </a:lnTo>
                <a:cubicBezTo>
                  <a:pt x="133988" y="43767"/>
                  <a:pt x="134293" y="45214"/>
                  <a:pt x="134901" y="46178"/>
                </a:cubicBezTo>
                <a:cubicBezTo>
                  <a:pt x="135510" y="47142"/>
                  <a:pt x="136595" y="47624"/>
                  <a:pt x="138156" y="47624"/>
                </a:cubicBezTo>
                <a:cubicBezTo>
                  <a:pt x="138685" y="47624"/>
                  <a:pt x="139161" y="47577"/>
                  <a:pt x="139584" y="47485"/>
                </a:cubicBezTo>
                <a:cubicBezTo>
                  <a:pt x="140008" y="47392"/>
                  <a:pt x="140385" y="47286"/>
                  <a:pt x="140715" y="47167"/>
                </a:cubicBezTo>
                <a:cubicBezTo>
                  <a:pt x="141046" y="47048"/>
                  <a:pt x="141324" y="46942"/>
                  <a:pt x="141549" y="46850"/>
                </a:cubicBezTo>
                <a:cubicBezTo>
                  <a:pt x="141774" y="46757"/>
                  <a:pt x="141979" y="46711"/>
                  <a:pt x="142164" y="46711"/>
                </a:cubicBezTo>
                <a:cubicBezTo>
                  <a:pt x="142323" y="46711"/>
                  <a:pt x="142475" y="46757"/>
                  <a:pt x="142620" y="46850"/>
                </a:cubicBezTo>
                <a:cubicBezTo>
                  <a:pt x="142766" y="46942"/>
                  <a:pt x="142878" y="47128"/>
                  <a:pt x="142958" y="47407"/>
                </a:cubicBezTo>
                <a:cubicBezTo>
                  <a:pt x="143037" y="47684"/>
                  <a:pt x="143110" y="48063"/>
                  <a:pt x="143176" y="48541"/>
                </a:cubicBezTo>
                <a:cubicBezTo>
                  <a:pt x="143242" y="49019"/>
                  <a:pt x="143275" y="49630"/>
                  <a:pt x="143275" y="50374"/>
                </a:cubicBezTo>
                <a:close/>
                <a:moveTo>
                  <a:pt x="180271" y="54012"/>
                </a:moveTo>
                <a:cubicBezTo>
                  <a:pt x="180271" y="54382"/>
                  <a:pt x="180139" y="54674"/>
                  <a:pt x="179874" y="54886"/>
                </a:cubicBezTo>
                <a:cubicBezTo>
                  <a:pt x="179610" y="55098"/>
                  <a:pt x="179193" y="55250"/>
                  <a:pt x="178624" y="55343"/>
                </a:cubicBezTo>
                <a:cubicBezTo>
                  <a:pt x="178055" y="55435"/>
                  <a:pt x="177215" y="55482"/>
                  <a:pt x="176104" y="55482"/>
                </a:cubicBezTo>
                <a:cubicBezTo>
                  <a:pt x="174914" y="55482"/>
                  <a:pt x="174047" y="55435"/>
                  <a:pt x="173505" y="55343"/>
                </a:cubicBezTo>
                <a:cubicBezTo>
                  <a:pt x="172962" y="55250"/>
                  <a:pt x="172579" y="55098"/>
                  <a:pt x="172354" y="54886"/>
                </a:cubicBezTo>
                <a:cubicBezTo>
                  <a:pt x="172129" y="54675"/>
                  <a:pt x="172016" y="54384"/>
                  <a:pt x="172016" y="54013"/>
                </a:cubicBezTo>
                <a:lnTo>
                  <a:pt x="172016" y="51195"/>
                </a:lnTo>
                <a:cubicBezTo>
                  <a:pt x="170561" y="52756"/>
                  <a:pt x="168901" y="53980"/>
                  <a:pt x="167036" y="54866"/>
                </a:cubicBezTo>
                <a:cubicBezTo>
                  <a:pt x="165171" y="55753"/>
                  <a:pt x="163100" y="56196"/>
                  <a:pt x="160825" y="56196"/>
                </a:cubicBezTo>
                <a:cubicBezTo>
                  <a:pt x="158946" y="56196"/>
                  <a:pt x="157220" y="55950"/>
                  <a:pt x="155646" y="55459"/>
                </a:cubicBezTo>
                <a:cubicBezTo>
                  <a:pt x="154072" y="54968"/>
                  <a:pt x="152709" y="54238"/>
                  <a:pt x="151558" y="53269"/>
                </a:cubicBezTo>
                <a:cubicBezTo>
                  <a:pt x="150407" y="52300"/>
                  <a:pt x="149514" y="51099"/>
                  <a:pt x="148879" y="49666"/>
                </a:cubicBezTo>
                <a:cubicBezTo>
                  <a:pt x="148244" y="48233"/>
                  <a:pt x="147927" y="46560"/>
                  <a:pt x="147927" y="44648"/>
                </a:cubicBezTo>
                <a:cubicBezTo>
                  <a:pt x="147927" y="42577"/>
                  <a:pt x="148330" y="40779"/>
                  <a:pt x="149137" y="39252"/>
                </a:cubicBezTo>
                <a:cubicBezTo>
                  <a:pt x="149944" y="37726"/>
                  <a:pt x="151148" y="36465"/>
                  <a:pt x="152749" y="35470"/>
                </a:cubicBezTo>
                <a:cubicBezTo>
                  <a:pt x="154349" y="34474"/>
                  <a:pt x="156340" y="33738"/>
                  <a:pt x="158722" y="33260"/>
                </a:cubicBezTo>
                <a:cubicBezTo>
                  <a:pt x="161103" y="32782"/>
                  <a:pt x="163868" y="32543"/>
                  <a:pt x="167016" y="32543"/>
                </a:cubicBezTo>
                <a:lnTo>
                  <a:pt x="170469" y="32543"/>
                </a:lnTo>
                <a:lnTo>
                  <a:pt x="170469" y="30410"/>
                </a:lnTo>
                <a:cubicBezTo>
                  <a:pt x="170469" y="29303"/>
                  <a:pt x="170356" y="28336"/>
                  <a:pt x="170131" y="27506"/>
                </a:cubicBezTo>
                <a:cubicBezTo>
                  <a:pt x="169906" y="26676"/>
                  <a:pt x="169536" y="25985"/>
                  <a:pt x="169020" y="25432"/>
                </a:cubicBezTo>
                <a:cubicBezTo>
                  <a:pt x="168504" y="24878"/>
                  <a:pt x="167816" y="24470"/>
                  <a:pt x="166956" y="24207"/>
                </a:cubicBezTo>
                <a:cubicBezTo>
                  <a:pt x="166097" y="23944"/>
                  <a:pt x="165032" y="23812"/>
                  <a:pt x="163762" y="23812"/>
                </a:cubicBezTo>
                <a:cubicBezTo>
                  <a:pt x="162095" y="23812"/>
                  <a:pt x="160607" y="23997"/>
                  <a:pt x="159297" y="24367"/>
                </a:cubicBezTo>
                <a:cubicBezTo>
                  <a:pt x="157987" y="24738"/>
                  <a:pt x="156830" y="25148"/>
                  <a:pt x="155824" y="25598"/>
                </a:cubicBezTo>
                <a:cubicBezTo>
                  <a:pt x="154819" y="26047"/>
                  <a:pt x="153979" y="26458"/>
                  <a:pt x="153304" y="26828"/>
                </a:cubicBezTo>
                <a:cubicBezTo>
                  <a:pt x="152630" y="27198"/>
                  <a:pt x="152081" y="27384"/>
                  <a:pt x="151657" y="27384"/>
                </a:cubicBezTo>
                <a:cubicBezTo>
                  <a:pt x="151366" y="27384"/>
                  <a:pt x="151108" y="27291"/>
                  <a:pt x="150883" y="27105"/>
                </a:cubicBezTo>
                <a:cubicBezTo>
                  <a:pt x="150659" y="26919"/>
                  <a:pt x="150473" y="26653"/>
                  <a:pt x="150328" y="26307"/>
                </a:cubicBezTo>
                <a:cubicBezTo>
                  <a:pt x="150182" y="25962"/>
                  <a:pt x="150070" y="25536"/>
                  <a:pt x="149990" y="25031"/>
                </a:cubicBezTo>
                <a:cubicBezTo>
                  <a:pt x="149911" y="24525"/>
                  <a:pt x="149871" y="23966"/>
                  <a:pt x="149871" y="23355"/>
                </a:cubicBezTo>
                <a:cubicBezTo>
                  <a:pt x="149871" y="22531"/>
                  <a:pt x="149938" y="21880"/>
                  <a:pt x="150070" y="21401"/>
                </a:cubicBezTo>
                <a:cubicBezTo>
                  <a:pt x="150202" y="20922"/>
                  <a:pt x="150454" y="20490"/>
                  <a:pt x="150824" y="20105"/>
                </a:cubicBezTo>
                <a:cubicBezTo>
                  <a:pt x="151194" y="19719"/>
                  <a:pt x="151843" y="19294"/>
                  <a:pt x="152769" y="18831"/>
                </a:cubicBezTo>
                <a:cubicBezTo>
                  <a:pt x="153695" y="18368"/>
                  <a:pt x="154779" y="17938"/>
                  <a:pt x="156023" y="17541"/>
                </a:cubicBezTo>
                <a:cubicBezTo>
                  <a:pt x="157266" y="17145"/>
                  <a:pt x="158622" y="16820"/>
                  <a:pt x="160091" y="16569"/>
                </a:cubicBezTo>
                <a:cubicBezTo>
                  <a:pt x="161559" y="16318"/>
                  <a:pt x="163074" y="16192"/>
                  <a:pt x="164635" y="16192"/>
                </a:cubicBezTo>
                <a:cubicBezTo>
                  <a:pt x="167413" y="16192"/>
                  <a:pt x="169787" y="16464"/>
                  <a:pt x="171758" y="17007"/>
                </a:cubicBezTo>
                <a:cubicBezTo>
                  <a:pt x="173730" y="17549"/>
                  <a:pt x="175350" y="18383"/>
                  <a:pt x="176620" y="19510"/>
                </a:cubicBezTo>
                <a:cubicBezTo>
                  <a:pt x="177890" y="20635"/>
                  <a:pt x="178816" y="22085"/>
                  <a:pt x="179398" y="23859"/>
                </a:cubicBezTo>
                <a:cubicBezTo>
                  <a:pt x="179980" y="25633"/>
                  <a:pt x="180271" y="27739"/>
                  <a:pt x="180271" y="30175"/>
                </a:cubicBezTo>
                <a:lnTo>
                  <a:pt x="180271" y="54012"/>
                </a:lnTo>
                <a:moveTo>
                  <a:pt x="170469" y="38813"/>
                </a:moveTo>
                <a:lnTo>
                  <a:pt x="166659" y="38813"/>
                </a:lnTo>
                <a:cubicBezTo>
                  <a:pt x="165045" y="38813"/>
                  <a:pt x="163669" y="38933"/>
                  <a:pt x="162531" y="39173"/>
                </a:cubicBezTo>
                <a:cubicBezTo>
                  <a:pt x="161394" y="39413"/>
                  <a:pt x="160468" y="39773"/>
                  <a:pt x="159753" y="40253"/>
                </a:cubicBezTo>
                <a:cubicBezTo>
                  <a:pt x="159039" y="40733"/>
                  <a:pt x="158516" y="41313"/>
                  <a:pt x="158186" y="41993"/>
                </a:cubicBezTo>
                <a:cubicBezTo>
                  <a:pt x="157855" y="42673"/>
                  <a:pt x="157690" y="43452"/>
                  <a:pt x="157690" y="44332"/>
                </a:cubicBezTo>
                <a:cubicBezTo>
                  <a:pt x="157690" y="45825"/>
                  <a:pt x="158159" y="46999"/>
                  <a:pt x="159099" y="47852"/>
                </a:cubicBezTo>
                <a:cubicBezTo>
                  <a:pt x="160038" y="48705"/>
                  <a:pt x="161341" y="49132"/>
                  <a:pt x="163008" y="49132"/>
                </a:cubicBezTo>
                <a:cubicBezTo>
                  <a:pt x="164410" y="49132"/>
                  <a:pt x="165700" y="48772"/>
                  <a:pt x="166877" y="48053"/>
                </a:cubicBezTo>
                <a:cubicBezTo>
                  <a:pt x="168054" y="47333"/>
                  <a:pt x="169252" y="46279"/>
                  <a:pt x="170469" y="44893"/>
                </a:cubicBezTo>
                <a:lnTo>
                  <a:pt x="170469" y="38813"/>
                </a:lnTo>
                <a:close/>
                <a:moveTo>
                  <a:pt x="200424" y="53894"/>
                </a:moveTo>
                <a:cubicBezTo>
                  <a:pt x="200424" y="54159"/>
                  <a:pt x="200345" y="54390"/>
                  <a:pt x="200186" y="54589"/>
                </a:cubicBezTo>
                <a:cubicBezTo>
                  <a:pt x="200028" y="54787"/>
                  <a:pt x="199756" y="54952"/>
                  <a:pt x="199373" y="55085"/>
                </a:cubicBezTo>
                <a:cubicBezTo>
                  <a:pt x="198989" y="55217"/>
                  <a:pt x="198480" y="55316"/>
                  <a:pt x="197845" y="55382"/>
                </a:cubicBezTo>
                <a:cubicBezTo>
                  <a:pt x="197210" y="55448"/>
                  <a:pt x="196403" y="55482"/>
                  <a:pt x="195424" y="55482"/>
                </a:cubicBezTo>
                <a:cubicBezTo>
                  <a:pt x="194445" y="55482"/>
                  <a:pt x="193638" y="55448"/>
                  <a:pt x="193003" y="55382"/>
                </a:cubicBezTo>
                <a:cubicBezTo>
                  <a:pt x="192368" y="55316"/>
                  <a:pt x="191859" y="55217"/>
                  <a:pt x="191475" y="55085"/>
                </a:cubicBezTo>
                <a:cubicBezTo>
                  <a:pt x="191092" y="54952"/>
                  <a:pt x="190820" y="54787"/>
                  <a:pt x="190662" y="54589"/>
                </a:cubicBezTo>
                <a:cubicBezTo>
                  <a:pt x="190503" y="54390"/>
                  <a:pt x="190423" y="54159"/>
                  <a:pt x="190423" y="53894"/>
                </a:cubicBezTo>
                <a:lnTo>
                  <a:pt x="190423" y="18573"/>
                </a:lnTo>
                <a:cubicBezTo>
                  <a:pt x="190423" y="18309"/>
                  <a:pt x="190503" y="18077"/>
                  <a:pt x="190662" y="17879"/>
                </a:cubicBezTo>
                <a:cubicBezTo>
                  <a:pt x="190820" y="17680"/>
                  <a:pt x="191092" y="17508"/>
                  <a:pt x="191475" y="17363"/>
                </a:cubicBezTo>
                <a:cubicBezTo>
                  <a:pt x="191859" y="17217"/>
                  <a:pt x="192368" y="17105"/>
                  <a:pt x="193003" y="17025"/>
                </a:cubicBezTo>
                <a:cubicBezTo>
                  <a:pt x="193638" y="16946"/>
                  <a:pt x="194445" y="16906"/>
                  <a:pt x="195424" y="16906"/>
                </a:cubicBezTo>
                <a:cubicBezTo>
                  <a:pt x="196403" y="16906"/>
                  <a:pt x="197210" y="16946"/>
                  <a:pt x="197845" y="17025"/>
                </a:cubicBezTo>
                <a:cubicBezTo>
                  <a:pt x="198480" y="17105"/>
                  <a:pt x="198989" y="17217"/>
                  <a:pt x="199373" y="17363"/>
                </a:cubicBezTo>
                <a:cubicBezTo>
                  <a:pt x="199756" y="17508"/>
                  <a:pt x="200028" y="17680"/>
                  <a:pt x="200186" y="17879"/>
                </a:cubicBezTo>
                <a:cubicBezTo>
                  <a:pt x="200345" y="18077"/>
                  <a:pt x="200424" y="18309"/>
                  <a:pt x="200424" y="18573"/>
                </a:cubicBezTo>
                <a:lnTo>
                  <a:pt x="200424" y="53894"/>
                </a:lnTo>
                <a:moveTo>
                  <a:pt x="201178" y="6509"/>
                </a:moveTo>
                <a:cubicBezTo>
                  <a:pt x="201178" y="8519"/>
                  <a:pt x="200768" y="9908"/>
                  <a:pt x="199948" y="10676"/>
                </a:cubicBezTo>
                <a:cubicBezTo>
                  <a:pt x="199128" y="11443"/>
                  <a:pt x="197607" y="11827"/>
                  <a:pt x="195384" y="11827"/>
                </a:cubicBezTo>
                <a:cubicBezTo>
                  <a:pt x="193135" y="11827"/>
                  <a:pt x="191621" y="11456"/>
                  <a:pt x="190840" y="10715"/>
                </a:cubicBezTo>
                <a:cubicBezTo>
                  <a:pt x="190060" y="9975"/>
                  <a:pt x="189669" y="8638"/>
                  <a:pt x="189669" y="6707"/>
                </a:cubicBezTo>
                <a:cubicBezTo>
                  <a:pt x="189669" y="4696"/>
                  <a:pt x="190073" y="3301"/>
                  <a:pt x="190880" y="2520"/>
                </a:cubicBezTo>
                <a:cubicBezTo>
                  <a:pt x="191687" y="1740"/>
                  <a:pt x="193215" y="1349"/>
                  <a:pt x="195464" y="1349"/>
                </a:cubicBezTo>
                <a:cubicBezTo>
                  <a:pt x="197686" y="1349"/>
                  <a:pt x="199194" y="1726"/>
                  <a:pt x="199988" y="2480"/>
                </a:cubicBezTo>
                <a:cubicBezTo>
                  <a:pt x="200782" y="3234"/>
                  <a:pt x="201178" y="4577"/>
                  <a:pt x="201178" y="6509"/>
                </a:cubicBezTo>
                <a:close/>
                <a:moveTo>
                  <a:pt x="244393" y="53893"/>
                </a:moveTo>
                <a:cubicBezTo>
                  <a:pt x="244393" y="54157"/>
                  <a:pt x="244314" y="54389"/>
                  <a:pt x="244155" y="54589"/>
                </a:cubicBezTo>
                <a:cubicBezTo>
                  <a:pt x="243996" y="54787"/>
                  <a:pt x="243732" y="54952"/>
                  <a:pt x="243361" y="55085"/>
                </a:cubicBezTo>
                <a:cubicBezTo>
                  <a:pt x="242991" y="55217"/>
                  <a:pt x="242481" y="55316"/>
                  <a:pt x="241833" y="55382"/>
                </a:cubicBezTo>
                <a:cubicBezTo>
                  <a:pt x="241185" y="55448"/>
                  <a:pt x="240385" y="55482"/>
                  <a:pt x="239432" y="55482"/>
                </a:cubicBezTo>
                <a:cubicBezTo>
                  <a:pt x="238453" y="55482"/>
                  <a:pt x="237640" y="55448"/>
                  <a:pt x="236992" y="55382"/>
                </a:cubicBezTo>
                <a:cubicBezTo>
                  <a:pt x="236343" y="55316"/>
                  <a:pt x="235834" y="55217"/>
                  <a:pt x="235464" y="55085"/>
                </a:cubicBezTo>
                <a:cubicBezTo>
                  <a:pt x="235093" y="54952"/>
                  <a:pt x="234829" y="54787"/>
                  <a:pt x="234670" y="54589"/>
                </a:cubicBezTo>
                <a:cubicBezTo>
                  <a:pt x="234511" y="54390"/>
                  <a:pt x="234432" y="54159"/>
                  <a:pt x="234432" y="53894"/>
                </a:cubicBezTo>
                <a:lnTo>
                  <a:pt x="234432" y="33694"/>
                </a:lnTo>
                <a:cubicBezTo>
                  <a:pt x="234432" y="31974"/>
                  <a:pt x="234306" y="30625"/>
                  <a:pt x="234055" y="29646"/>
                </a:cubicBezTo>
                <a:cubicBezTo>
                  <a:pt x="233803" y="28667"/>
                  <a:pt x="233440" y="27827"/>
                  <a:pt x="232963" y="27126"/>
                </a:cubicBezTo>
                <a:cubicBezTo>
                  <a:pt x="232487" y="26425"/>
                  <a:pt x="231872" y="25882"/>
                  <a:pt x="231118" y="25498"/>
                </a:cubicBezTo>
                <a:cubicBezTo>
                  <a:pt x="230364" y="25115"/>
                  <a:pt x="229484" y="24923"/>
                  <a:pt x="228479" y="24923"/>
                </a:cubicBezTo>
                <a:cubicBezTo>
                  <a:pt x="227209" y="24923"/>
                  <a:pt x="225926" y="25386"/>
                  <a:pt x="224629" y="26312"/>
                </a:cubicBezTo>
                <a:cubicBezTo>
                  <a:pt x="223333" y="27238"/>
                  <a:pt x="221983" y="28587"/>
                  <a:pt x="220581" y="30360"/>
                </a:cubicBezTo>
                <a:lnTo>
                  <a:pt x="220581" y="53894"/>
                </a:lnTo>
                <a:cubicBezTo>
                  <a:pt x="220581" y="54159"/>
                  <a:pt x="220502" y="54390"/>
                  <a:pt x="220343" y="54589"/>
                </a:cubicBezTo>
                <a:cubicBezTo>
                  <a:pt x="220184" y="54787"/>
                  <a:pt x="219913" y="54952"/>
                  <a:pt x="219530" y="55085"/>
                </a:cubicBezTo>
                <a:cubicBezTo>
                  <a:pt x="219146" y="55217"/>
                  <a:pt x="218637" y="55316"/>
                  <a:pt x="218002" y="55382"/>
                </a:cubicBezTo>
                <a:cubicBezTo>
                  <a:pt x="217367" y="55448"/>
                  <a:pt x="216560" y="55482"/>
                  <a:pt x="215581" y="55482"/>
                </a:cubicBezTo>
                <a:cubicBezTo>
                  <a:pt x="214602" y="55482"/>
                  <a:pt x="213795" y="55448"/>
                  <a:pt x="213160" y="55382"/>
                </a:cubicBezTo>
                <a:cubicBezTo>
                  <a:pt x="212525" y="55316"/>
                  <a:pt x="212016" y="55217"/>
                  <a:pt x="211632" y="55085"/>
                </a:cubicBezTo>
                <a:cubicBezTo>
                  <a:pt x="211248" y="54952"/>
                  <a:pt x="210977" y="54787"/>
                  <a:pt x="210818" y="54589"/>
                </a:cubicBezTo>
                <a:cubicBezTo>
                  <a:pt x="210660" y="54390"/>
                  <a:pt x="210580" y="54159"/>
                  <a:pt x="210580" y="53894"/>
                </a:cubicBezTo>
                <a:lnTo>
                  <a:pt x="210580" y="18494"/>
                </a:lnTo>
                <a:cubicBezTo>
                  <a:pt x="210580" y="18229"/>
                  <a:pt x="210646" y="17998"/>
                  <a:pt x="210779" y="17799"/>
                </a:cubicBezTo>
                <a:cubicBezTo>
                  <a:pt x="210911" y="17601"/>
                  <a:pt x="211149" y="17436"/>
                  <a:pt x="211493" y="17303"/>
                </a:cubicBezTo>
                <a:cubicBezTo>
                  <a:pt x="211837" y="17171"/>
                  <a:pt x="212280" y="17072"/>
                  <a:pt x="212823" y="17006"/>
                </a:cubicBezTo>
                <a:cubicBezTo>
                  <a:pt x="213365" y="16939"/>
                  <a:pt x="214046" y="16906"/>
                  <a:pt x="214866" y="16906"/>
                </a:cubicBezTo>
                <a:cubicBezTo>
                  <a:pt x="215713" y="16906"/>
                  <a:pt x="216414" y="16939"/>
                  <a:pt x="216970" y="17006"/>
                </a:cubicBezTo>
                <a:cubicBezTo>
                  <a:pt x="217525" y="17072"/>
                  <a:pt x="217955" y="17171"/>
                  <a:pt x="218260" y="17303"/>
                </a:cubicBezTo>
                <a:cubicBezTo>
                  <a:pt x="218564" y="17436"/>
                  <a:pt x="218782" y="17601"/>
                  <a:pt x="218914" y="17799"/>
                </a:cubicBezTo>
                <a:cubicBezTo>
                  <a:pt x="219047" y="17998"/>
                  <a:pt x="219113" y="18229"/>
                  <a:pt x="219113" y="18494"/>
                </a:cubicBezTo>
                <a:lnTo>
                  <a:pt x="219113" y="22582"/>
                </a:lnTo>
                <a:cubicBezTo>
                  <a:pt x="221071" y="20452"/>
                  <a:pt x="223062" y="18854"/>
                  <a:pt x="225086" y="17789"/>
                </a:cubicBezTo>
                <a:cubicBezTo>
                  <a:pt x="227110" y="16725"/>
                  <a:pt x="229220" y="16192"/>
                  <a:pt x="231416" y="16192"/>
                </a:cubicBezTo>
                <a:cubicBezTo>
                  <a:pt x="233823" y="16192"/>
                  <a:pt x="235854" y="16589"/>
                  <a:pt x="237507" y="17384"/>
                </a:cubicBezTo>
                <a:cubicBezTo>
                  <a:pt x="239161" y="18178"/>
                  <a:pt x="240497" y="19258"/>
                  <a:pt x="241516" y="20622"/>
                </a:cubicBezTo>
                <a:cubicBezTo>
                  <a:pt x="242534" y="21985"/>
                  <a:pt x="243269" y="23581"/>
                  <a:pt x="243718" y="25409"/>
                </a:cubicBezTo>
                <a:cubicBezTo>
                  <a:pt x="244168" y="27236"/>
                  <a:pt x="244393" y="29434"/>
                  <a:pt x="244393" y="32003"/>
                </a:cubicBezTo>
                <a:lnTo>
                  <a:pt x="244393" y="53893"/>
                </a:lnTo>
                <a:close/>
                <a:moveTo>
                  <a:pt x="279271" y="43908"/>
                </a:moveTo>
                <a:cubicBezTo>
                  <a:pt x="279271" y="45923"/>
                  <a:pt x="278894" y="47699"/>
                  <a:pt x="278140" y="49237"/>
                </a:cubicBezTo>
                <a:cubicBezTo>
                  <a:pt x="277386" y="50774"/>
                  <a:pt x="276321" y="52060"/>
                  <a:pt x="274946" y="53094"/>
                </a:cubicBezTo>
                <a:cubicBezTo>
                  <a:pt x="273570" y="54128"/>
                  <a:pt x="271943" y="54903"/>
                  <a:pt x="270064" y="55420"/>
                </a:cubicBezTo>
                <a:cubicBezTo>
                  <a:pt x="268186" y="55937"/>
                  <a:pt x="266148" y="56196"/>
                  <a:pt x="263952" y="56196"/>
                </a:cubicBezTo>
                <a:cubicBezTo>
                  <a:pt x="262630" y="56196"/>
                  <a:pt x="261366" y="56095"/>
                  <a:pt x="260162" y="55895"/>
                </a:cubicBezTo>
                <a:cubicBezTo>
                  <a:pt x="258959" y="55694"/>
                  <a:pt x="257880" y="55439"/>
                  <a:pt x="256928" y="55132"/>
                </a:cubicBezTo>
                <a:cubicBezTo>
                  <a:pt x="255975" y="54823"/>
                  <a:pt x="255182" y="54509"/>
                  <a:pt x="254547" y="54188"/>
                </a:cubicBezTo>
                <a:cubicBezTo>
                  <a:pt x="253912" y="53866"/>
                  <a:pt x="253449" y="53565"/>
                  <a:pt x="253158" y="53284"/>
                </a:cubicBezTo>
                <a:cubicBezTo>
                  <a:pt x="252867" y="53003"/>
                  <a:pt x="252642" y="52563"/>
                  <a:pt x="252483" y="51964"/>
                </a:cubicBezTo>
                <a:cubicBezTo>
                  <a:pt x="252324" y="51366"/>
                  <a:pt x="252245" y="50481"/>
                  <a:pt x="252245" y="49310"/>
                </a:cubicBezTo>
                <a:cubicBezTo>
                  <a:pt x="252245" y="48539"/>
                  <a:pt x="252271" y="47920"/>
                  <a:pt x="252324" y="47455"/>
                </a:cubicBezTo>
                <a:cubicBezTo>
                  <a:pt x="252377" y="46989"/>
                  <a:pt x="252457" y="46617"/>
                  <a:pt x="252562" y="46338"/>
                </a:cubicBezTo>
                <a:cubicBezTo>
                  <a:pt x="252668" y="46058"/>
                  <a:pt x="252801" y="45872"/>
                  <a:pt x="252959" y="45779"/>
                </a:cubicBezTo>
                <a:cubicBezTo>
                  <a:pt x="253118" y="45686"/>
                  <a:pt x="253316" y="45639"/>
                  <a:pt x="253555" y="45639"/>
                </a:cubicBezTo>
                <a:cubicBezTo>
                  <a:pt x="253846" y="45639"/>
                  <a:pt x="254276" y="45807"/>
                  <a:pt x="254844" y="46142"/>
                </a:cubicBezTo>
                <a:cubicBezTo>
                  <a:pt x="255413" y="46476"/>
                  <a:pt x="256121" y="46845"/>
                  <a:pt x="256968" y="47247"/>
                </a:cubicBezTo>
                <a:cubicBezTo>
                  <a:pt x="257814" y="47648"/>
                  <a:pt x="258800" y="48023"/>
                  <a:pt x="259924" y="48371"/>
                </a:cubicBezTo>
                <a:cubicBezTo>
                  <a:pt x="261049" y="48720"/>
                  <a:pt x="262325" y="48894"/>
                  <a:pt x="263754" y="48894"/>
                </a:cubicBezTo>
                <a:cubicBezTo>
                  <a:pt x="264654" y="48894"/>
                  <a:pt x="265454" y="48801"/>
                  <a:pt x="266155" y="48617"/>
                </a:cubicBezTo>
                <a:cubicBezTo>
                  <a:pt x="266856" y="48433"/>
                  <a:pt x="267465" y="48169"/>
                  <a:pt x="267981" y="47827"/>
                </a:cubicBezTo>
                <a:cubicBezTo>
                  <a:pt x="268496" y="47484"/>
                  <a:pt x="268887" y="47049"/>
                  <a:pt x="269151" y="46522"/>
                </a:cubicBezTo>
                <a:cubicBezTo>
                  <a:pt x="269416" y="45996"/>
                  <a:pt x="269548" y="45390"/>
                  <a:pt x="269548" y="44704"/>
                </a:cubicBezTo>
                <a:cubicBezTo>
                  <a:pt x="269548" y="43909"/>
                  <a:pt x="269303" y="43226"/>
                  <a:pt x="268814" y="42657"/>
                </a:cubicBezTo>
                <a:cubicBezTo>
                  <a:pt x="268325" y="42086"/>
                  <a:pt x="267676" y="41589"/>
                  <a:pt x="266869" y="41165"/>
                </a:cubicBezTo>
                <a:cubicBezTo>
                  <a:pt x="266062" y="40741"/>
                  <a:pt x="265150" y="40343"/>
                  <a:pt x="264131" y="39972"/>
                </a:cubicBezTo>
                <a:cubicBezTo>
                  <a:pt x="263112" y="39600"/>
                  <a:pt x="262067" y="39189"/>
                  <a:pt x="260996" y="38739"/>
                </a:cubicBezTo>
                <a:cubicBezTo>
                  <a:pt x="259924" y="38288"/>
                  <a:pt x="258879" y="37772"/>
                  <a:pt x="257861" y="37189"/>
                </a:cubicBezTo>
                <a:cubicBezTo>
                  <a:pt x="256842" y="36605"/>
                  <a:pt x="255929" y="35889"/>
                  <a:pt x="255122" y="35041"/>
                </a:cubicBezTo>
                <a:cubicBezTo>
                  <a:pt x="254315" y="34192"/>
                  <a:pt x="253667" y="33172"/>
                  <a:pt x="253178" y="31980"/>
                </a:cubicBezTo>
                <a:cubicBezTo>
                  <a:pt x="252688" y="30787"/>
                  <a:pt x="252443" y="29355"/>
                  <a:pt x="252443" y="27685"/>
                </a:cubicBezTo>
                <a:cubicBezTo>
                  <a:pt x="252443" y="25988"/>
                  <a:pt x="252774" y="24430"/>
                  <a:pt x="253436" y="23012"/>
                </a:cubicBezTo>
                <a:cubicBezTo>
                  <a:pt x="254097" y="21594"/>
                  <a:pt x="255049" y="20381"/>
                  <a:pt x="256293" y="19374"/>
                </a:cubicBezTo>
                <a:cubicBezTo>
                  <a:pt x="257536" y="18367"/>
                  <a:pt x="259051" y="17584"/>
                  <a:pt x="260837" y="17028"/>
                </a:cubicBezTo>
                <a:cubicBezTo>
                  <a:pt x="262623" y="16471"/>
                  <a:pt x="264627" y="16192"/>
                  <a:pt x="266850" y="16192"/>
                </a:cubicBezTo>
                <a:cubicBezTo>
                  <a:pt x="267961" y="16192"/>
                  <a:pt x="269039" y="16271"/>
                  <a:pt x="270084" y="16430"/>
                </a:cubicBezTo>
                <a:cubicBezTo>
                  <a:pt x="271129" y="16589"/>
                  <a:pt x="272075" y="16787"/>
                  <a:pt x="272922" y="17025"/>
                </a:cubicBezTo>
                <a:cubicBezTo>
                  <a:pt x="273768" y="17264"/>
                  <a:pt x="274483" y="17522"/>
                  <a:pt x="275065" y="17799"/>
                </a:cubicBezTo>
                <a:cubicBezTo>
                  <a:pt x="275647" y="18077"/>
                  <a:pt x="276063" y="18315"/>
                  <a:pt x="276315" y="18514"/>
                </a:cubicBezTo>
                <a:cubicBezTo>
                  <a:pt x="276566" y="18712"/>
                  <a:pt x="276745" y="18911"/>
                  <a:pt x="276850" y="19109"/>
                </a:cubicBezTo>
                <a:cubicBezTo>
                  <a:pt x="276956" y="19307"/>
                  <a:pt x="277036" y="19546"/>
                  <a:pt x="277089" y="19823"/>
                </a:cubicBezTo>
                <a:cubicBezTo>
                  <a:pt x="277142" y="20101"/>
                  <a:pt x="277188" y="20445"/>
                  <a:pt x="277227" y="20855"/>
                </a:cubicBezTo>
                <a:cubicBezTo>
                  <a:pt x="277267" y="21265"/>
                  <a:pt x="277287" y="21775"/>
                  <a:pt x="277287" y="22383"/>
                </a:cubicBezTo>
                <a:cubicBezTo>
                  <a:pt x="277287" y="23097"/>
                  <a:pt x="277267" y="23680"/>
                  <a:pt x="277227" y="24129"/>
                </a:cubicBezTo>
                <a:cubicBezTo>
                  <a:pt x="277188" y="24579"/>
                  <a:pt x="277122" y="24936"/>
                  <a:pt x="277029" y="25201"/>
                </a:cubicBezTo>
                <a:cubicBezTo>
                  <a:pt x="276936" y="25465"/>
                  <a:pt x="276811" y="25644"/>
                  <a:pt x="276652" y="25737"/>
                </a:cubicBezTo>
                <a:cubicBezTo>
                  <a:pt x="276493" y="25829"/>
                  <a:pt x="276308" y="25876"/>
                  <a:pt x="276096" y="25876"/>
                </a:cubicBezTo>
                <a:cubicBezTo>
                  <a:pt x="275858" y="25876"/>
                  <a:pt x="275488" y="25737"/>
                  <a:pt x="274985" y="25459"/>
                </a:cubicBezTo>
                <a:cubicBezTo>
                  <a:pt x="274483" y="25181"/>
                  <a:pt x="273854" y="24883"/>
                  <a:pt x="273100" y="24566"/>
                </a:cubicBezTo>
                <a:cubicBezTo>
                  <a:pt x="272346" y="24248"/>
                  <a:pt x="271473" y="23951"/>
                  <a:pt x="270481" y="23673"/>
                </a:cubicBezTo>
                <a:cubicBezTo>
                  <a:pt x="269489" y="23395"/>
                  <a:pt x="268358" y="23256"/>
                  <a:pt x="267088" y="23256"/>
                </a:cubicBezTo>
                <a:cubicBezTo>
                  <a:pt x="266188" y="23256"/>
                  <a:pt x="265408" y="23350"/>
                  <a:pt x="264746" y="23537"/>
                </a:cubicBezTo>
                <a:cubicBezTo>
                  <a:pt x="264085" y="23723"/>
                  <a:pt x="263542" y="23988"/>
                  <a:pt x="263119" y="24334"/>
                </a:cubicBezTo>
                <a:cubicBezTo>
                  <a:pt x="262696" y="24680"/>
                  <a:pt x="262378" y="25085"/>
                  <a:pt x="262167" y="25551"/>
                </a:cubicBezTo>
                <a:cubicBezTo>
                  <a:pt x="261955" y="26016"/>
                  <a:pt x="261849" y="26515"/>
                  <a:pt x="261849" y="27048"/>
                </a:cubicBezTo>
                <a:cubicBezTo>
                  <a:pt x="261849" y="27869"/>
                  <a:pt x="262100" y="28559"/>
                  <a:pt x="262603" y="29116"/>
                </a:cubicBezTo>
                <a:cubicBezTo>
                  <a:pt x="263106" y="29673"/>
                  <a:pt x="263767" y="30163"/>
                  <a:pt x="264587" y="30587"/>
                </a:cubicBezTo>
                <a:cubicBezTo>
                  <a:pt x="265408" y="31011"/>
                  <a:pt x="266340" y="31409"/>
                  <a:pt x="267385" y="31780"/>
                </a:cubicBezTo>
                <a:cubicBezTo>
                  <a:pt x="268430" y="32151"/>
                  <a:pt x="269489" y="32556"/>
                  <a:pt x="270560" y="32993"/>
                </a:cubicBezTo>
                <a:cubicBezTo>
                  <a:pt x="271632" y="33430"/>
                  <a:pt x="272690" y="33941"/>
                  <a:pt x="273735" y="34523"/>
                </a:cubicBezTo>
                <a:cubicBezTo>
                  <a:pt x="274780" y="35106"/>
                  <a:pt x="275713" y="35822"/>
                  <a:pt x="276533" y="36671"/>
                </a:cubicBezTo>
                <a:cubicBezTo>
                  <a:pt x="277353" y="37520"/>
                  <a:pt x="278015" y="38534"/>
                  <a:pt x="278517" y="39714"/>
                </a:cubicBezTo>
                <a:cubicBezTo>
                  <a:pt x="279020" y="40893"/>
                  <a:pt x="279271" y="42291"/>
                  <a:pt x="279271" y="43908"/>
                </a:cubicBezTo>
                <a:close/>
                <a:moveTo>
                  <a:pt x="324614" y="50374"/>
                </a:moveTo>
                <a:cubicBezTo>
                  <a:pt x="324614" y="51544"/>
                  <a:pt x="324541" y="52442"/>
                  <a:pt x="324396" y="53067"/>
                </a:cubicBezTo>
                <a:cubicBezTo>
                  <a:pt x="324250" y="53691"/>
                  <a:pt x="324058" y="54130"/>
                  <a:pt x="323820" y="54383"/>
                </a:cubicBezTo>
                <a:cubicBezTo>
                  <a:pt x="323582" y="54635"/>
                  <a:pt x="323232" y="54861"/>
                  <a:pt x="322769" y="55060"/>
                </a:cubicBezTo>
                <a:cubicBezTo>
                  <a:pt x="322306" y="55259"/>
                  <a:pt x="321763" y="55432"/>
                  <a:pt x="321141" y="55578"/>
                </a:cubicBezTo>
                <a:cubicBezTo>
                  <a:pt x="320520" y="55725"/>
                  <a:pt x="319845" y="55837"/>
                  <a:pt x="319117" y="55917"/>
                </a:cubicBezTo>
                <a:cubicBezTo>
                  <a:pt x="318390" y="55997"/>
                  <a:pt x="317656" y="56037"/>
                  <a:pt x="316915" y="56037"/>
                </a:cubicBezTo>
                <a:cubicBezTo>
                  <a:pt x="314931" y="56037"/>
                  <a:pt x="313211" y="55786"/>
                  <a:pt x="311756" y="55283"/>
                </a:cubicBezTo>
                <a:cubicBezTo>
                  <a:pt x="310300" y="54780"/>
                  <a:pt x="309097" y="54007"/>
                  <a:pt x="308144" y="52961"/>
                </a:cubicBezTo>
                <a:cubicBezTo>
                  <a:pt x="307192" y="51916"/>
                  <a:pt x="306491" y="50600"/>
                  <a:pt x="306041" y="49013"/>
                </a:cubicBezTo>
                <a:cubicBezTo>
                  <a:pt x="305591" y="47425"/>
                  <a:pt x="305366" y="45547"/>
                  <a:pt x="305366" y="43377"/>
                </a:cubicBezTo>
                <a:lnTo>
                  <a:pt x="305366" y="25241"/>
                </a:lnTo>
                <a:lnTo>
                  <a:pt x="301120" y="25241"/>
                </a:lnTo>
                <a:cubicBezTo>
                  <a:pt x="300617" y="25241"/>
                  <a:pt x="300233" y="24930"/>
                  <a:pt x="299969" y="24308"/>
                </a:cubicBezTo>
                <a:cubicBezTo>
                  <a:pt x="299704" y="23686"/>
                  <a:pt x="299572" y="22648"/>
                  <a:pt x="299572" y="21193"/>
                </a:cubicBezTo>
                <a:cubicBezTo>
                  <a:pt x="299572" y="20425"/>
                  <a:pt x="299605" y="19777"/>
                  <a:pt x="299671" y="19248"/>
                </a:cubicBezTo>
                <a:cubicBezTo>
                  <a:pt x="299737" y="18719"/>
                  <a:pt x="299836" y="18302"/>
                  <a:pt x="299969" y="17998"/>
                </a:cubicBezTo>
                <a:cubicBezTo>
                  <a:pt x="300101" y="17694"/>
                  <a:pt x="300266" y="17475"/>
                  <a:pt x="300465" y="17343"/>
                </a:cubicBezTo>
                <a:cubicBezTo>
                  <a:pt x="300663" y="17211"/>
                  <a:pt x="300895" y="17145"/>
                  <a:pt x="301159" y="17145"/>
                </a:cubicBezTo>
                <a:lnTo>
                  <a:pt x="305366" y="17145"/>
                </a:lnTo>
                <a:lnTo>
                  <a:pt x="305366" y="9215"/>
                </a:lnTo>
                <a:cubicBezTo>
                  <a:pt x="305366" y="8948"/>
                  <a:pt x="305439" y="8709"/>
                  <a:pt x="305584" y="8497"/>
                </a:cubicBezTo>
                <a:cubicBezTo>
                  <a:pt x="305730" y="8284"/>
                  <a:pt x="305994" y="8105"/>
                  <a:pt x="306378" y="7960"/>
                </a:cubicBezTo>
                <a:cubicBezTo>
                  <a:pt x="306762" y="7813"/>
                  <a:pt x="307278" y="7707"/>
                  <a:pt x="307926" y="7641"/>
                </a:cubicBezTo>
                <a:cubicBezTo>
                  <a:pt x="308574" y="7574"/>
                  <a:pt x="309374" y="7540"/>
                  <a:pt x="310327" y="7540"/>
                </a:cubicBezTo>
                <a:cubicBezTo>
                  <a:pt x="311306" y="7540"/>
                  <a:pt x="312119" y="7574"/>
                  <a:pt x="312768" y="7641"/>
                </a:cubicBezTo>
                <a:cubicBezTo>
                  <a:pt x="313416" y="7707"/>
                  <a:pt x="313925" y="7813"/>
                  <a:pt x="314296" y="7960"/>
                </a:cubicBezTo>
                <a:cubicBezTo>
                  <a:pt x="314666" y="8105"/>
                  <a:pt x="314931" y="8284"/>
                  <a:pt x="315089" y="8497"/>
                </a:cubicBezTo>
                <a:cubicBezTo>
                  <a:pt x="315248" y="8709"/>
                  <a:pt x="315327" y="8948"/>
                  <a:pt x="315327" y="9215"/>
                </a:cubicBezTo>
                <a:lnTo>
                  <a:pt x="315327" y="17145"/>
                </a:lnTo>
                <a:lnTo>
                  <a:pt x="323027" y="17145"/>
                </a:lnTo>
                <a:cubicBezTo>
                  <a:pt x="323291" y="17145"/>
                  <a:pt x="323523" y="17211"/>
                  <a:pt x="323721" y="17343"/>
                </a:cubicBezTo>
                <a:cubicBezTo>
                  <a:pt x="323920" y="17475"/>
                  <a:pt x="324085" y="17694"/>
                  <a:pt x="324217" y="17998"/>
                </a:cubicBezTo>
                <a:cubicBezTo>
                  <a:pt x="324349" y="18302"/>
                  <a:pt x="324449" y="18719"/>
                  <a:pt x="324515" y="19248"/>
                </a:cubicBezTo>
                <a:cubicBezTo>
                  <a:pt x="324581" y="19777"/>
                  <a:pt x="324614" y="20425"/>
                  <a:pt x="324614" y="21193"/>
                </a:cubicBezTo>
                <a:cubicBezTo>
                  <a:pt x="324614" y="22648"/>
                  <a:pt x="324482" y="23686"/>
                  <a:pt x="324217" y="24308"/>
                </a:cubicBezTo>
                <a:cubicBezTo>
                  <a:pt x="323953" y="24930"/>
                  <a:pt x="323569" y="25241"/>
                  <a:pt x="323066" y="25241"/>
                </a:cubicBezTo>
                <a:lnTo>
                  <a:pt x="315327" y="25241"/>
                </a:lnTo>
                <a:lnTo>
                  <a:pt x="315327" y="41839"/>
                </a:lnTo>
                <a:cubicBezTo>
                  <a:pt x="315327" y="43767"/>
                  <a:pt x="315632" y="45214"/>
                  <a:pt x="316240" y="46178"/>
                </a:cubicBezTo>
                <a:cubicBezTo>
                  <a:pt x="316849" y="47142"/>
                  <a:pt x="317933" y="47624"/>
                  <a:pt x="319494" y="47624"/>
                </a:cubicBezTo>
                <a:cubicBezTo>
                  <a:pt x="320024" y="47624"/>
                  <a:pt x="320500" y="47577"/>
                  <a:pt x="320923" y="47485"/>
                </a:cubicBezTo>
                <a:cubicBezTo>
                  <a:pt x="321347" y="47392"/>
                  <a:pt x="321724" y="47286"/>
                  <a:pt x="322054" y="47167"/>
                </a:cubicBezTo>
                <a:cubicBezTo>
                  <a:pt x="322385" y="47048"/>
                  <a:pt x="322663" y="46942"/>
                  <a:pt x="322888" y="46850"/>
                </a:cubicBezTo>
                <a:cubicBezTo>
                  <a:pt x="323113" y="46757"/>
                  <a:pt x="323318" y="46711"/>
                  <a:pt x="323503" y="46711"/>
                </a:cubicBezTo>
                <a:cubicBezTo>
                  <a:pt x="323662" y="46711"/>
                  <a:pt x="323814" y="46757"/>
                  <a:pt x="323959" y="46850"/>
                </a:cubicBezTo>
                <a:cubicBezTo>
                  <a:pt x="324105" y="46942"/>
                  <a:pt x="324217" y="47128"/>
                  <a:pt x="324297" y="47407"/>
                </a:cubicBezTo>
                <a:cubicBezTo>
                  <a:pt x="324376" y="47684"/>
                  <a:pt x="324449" y="48063"/>
                  <a:pt x="324515" y="48541"/>
                </a:cubicBezTo>
                <a:cubicBezTo>
                  <a:pt x="324581" y="49019"/>
                  <a:pt x="324614" y="49630"/>
                  <a:pt x="324614" y="50374"/>
                </a:cubicBezTo>
                <a:close/>
                <a:moveTo>
                  <a:pt x="365953" y="53893"/>
                </a:moveTo>
                <a:cubicBezTo>
                  <a:pt x="365953" y="54157"/>
                  <a:pt x="365873" y="54389"/>
                  <a:pt x="365714" y="54589"/>
                </a:cubicBezTo>
                <a:cubicBezTo>
                  <a:pt x="365556" y="54787"/>
                  <a:pt x="365291" y="54952"/>
                  <a:pt x="364921" y="55085"/>
                </a:cubicBezTo>
                <a:cubicBezTo>
                  <a:pt x="364550" y="55217"/>
                  <a:pt x="364041" y="55316"/>
                  <a:pt x="363393" y="55382"/>
                </a:cubicBezTo>
                <a:cubicBezTo>
                  <a:pt x="362745" y="55448"/>
                  <a:pt x="361944" y="55482"/>
                  <a:pt x="360992" y="55482"/>
                </a:cubicBezTo>
                <a:cubicBezTo>
                  <a:pt x="360013" y="55482"/>
                  <a:pt x="359199" y="55448"/>
                  <a:pt x="358551" y="55382"/>
                </a:cubicBezTo>
                <a:cubicBezTo>
                  <a:pt x="357903" y="55316"/>
                  <a:pt x="357394" y="55217"/>
                  <a:pt x="357023" y="55085"/>
                </a:cubicBezTo>
                <a:cubicBezTo>
                  <a:pt x="356653" y="54952"/>
                  <a:pt x="356388" y="54787"/>
                  <a:pt x="356229" y="54589"/>
                </a:cubicBezTo>
                <a:cubicBezTo>
                  <a:pt x="356071" y="54390"/>
                  <a:pt x="355991" y="54159"/>
                  <a:pt x="355991" y="53894"/>
                </a:cubicBezTo>
                <a:lnTo>
                  <a:pt x="355991" y="33694"/>
                </a:lnTo>
                <a:cubicBezTo>
                  <a:pt x="355991" y="31974"/>
                  <a:pt x="355866" y="30625"/>
                  <a:pt x="355614" y="29646"/>
                </a:cubicBezTo>
                <a:cubicBezTo>
                  <a:pt x="355363" y="28667"/>
                  <a:pt x="354999" y="27827"/>
                  <a:pt x="354523" y="27126"/>
                </a:cubicBezTo>
                <a:cubicBezTo>
                  <a:pt x="354047" y="26425"/>
                  <a:pt x="353431" y="25882"/>
                  <a:pt x="352677" y="25498"/>
                </a:cubicBezTo>
                <a:cubicBezTo>
                  <a:pt x="351923" y="25115"/>
                  <a:pt x="351044" y="24923"/>
                  <a:pt x="350038" y="24923"/>
                </a:cubicBezTo>
                <a:cubicBezTo>
                  <a:pt x="348768" y="24923"/>
                  <a:pt x="347485" y="25386"/>
                  <a:pt x="346189" y="26312"/>
                </a:cubicBezTo>
                <a:cubicBezTo>
                  <a:pt x="344892" y="27238"/>
                  <a:pt x="343543" y="28587"/>
                  <a:pt x="342141" y="30360"/>
                </a:cubicBezTo>
                <a:lnTo>
                  <a:pt x="342141" y="53894"/>
                </a:lnTo>
                <a:cubicBezTo>
                  <a:pt x="342141" y="54159"/>
                  <a:pt x="342061" y="54390"/>
                  <a:pt x="341903" y="54589"/>
                </a:cubicBezTo>
                <a:cubicBezTo>
                  <a:pt x="341744" y="54787"/>
                  <a:pt x="341473" y="54952"/>
                  <a:pt x="341089" y="55085"/>
                </a:cubicBezTo>
                <a:cubicBezTo>
                  <a:pt x="340705" y="55217"/>
                  <a:pt x="340196" y="55316"/>
                  <a:pt x="339561" y="55382"/>
                </a:cubicBezTo>
                <a:cubicBezTo>
                  <a:pt x="338926" y="55448"/>
                  <a:pt x="338119" y="55482"/>
                  <a:pt x="337140" y="55482"/>
                </a:cubicBezTo>
                <a:cubicBezTo>
                  <a:pt x="336161" y="55482"/>
                  <a:pt x="335354" y="55448"/>
                  <a:pt x="334719" y="55382"/>
                </a:cubicBezTo>
                <a:cubicBezTo>
                  <a:pt x="334084" y="55316"/>
                  <a:pt x="333575" y="55217"/>
                  <a:pt x="333191" y="55085"/>
                </a:cubicBezTo>
                <a:cubicBezTo>
                  <a:pt x="332808" y="54952"/>
                  <a:pt x="332537" y="54787"/>
                  <a:pt x="332378" y="54589"/>
                </a:cubicBezTo>
                <a:cubicBezTo>
                  <a:pt x="332219" y="54390"/>
                  <a:pt x="332140" y="54159"/>
                  <a:pt x="332140" y="53894"/>
                </a:cubicBezTo>
                <a:lnTo>
                  <a:pt x="332140" y="1707"/>
                </a:lnTo>
                <a:cubicBezTo>
                  <a:pt x="332140" y="1442"/>
                  <a:pt x="332219" y="1204"/>
                  <a:pt x="332378" y="992"/>
                </a:cubicBezTo>
                <a:cubicBezTo>
                  <a:pt x="332537" y="780"/>
                  <a:pt x="332808" y="602"/>
                  <a:pt x="333191" y="456"/>
                </a:cubicBezTo>
                <a:cubicBezTo>
                  <a:pt x="333575" y="311"/>
                  <a:pt x="334084" y="198"/>
                  <a:pt x="334719" y="119"/>
                </a:cubicBezTo>
                <a:cubicBezTo>
                  <a:pt x="335354" y="40"/>
                  <a:pt x="336161" y="0"/>
                  <a:pt x="337140" y="0"/>
                </a:cubicBezTo>
                <a:cubicBezTo>
                  <a:pt x="338119" y="0"/>
                  <a:pt x="338926" y="40"/>
                  <a:pt x="339561" y="119"/>
                </a:cubicBezTo>
                <a:cubicBezTo>
                  <a:pt x="340196" y="198"/>
                  <a:pt x="340705" y="311"/>
                  <a:pt x="341089" y="456"/>
                </a:cubicBezTo>
                <a:cubicBezTo>
                  <a:pt x="341473" y="601"/>
                  <a:pt x="341744" y="779"/>
                  <a:pt x="341903" y="991"/>
                </a:cubicBezTo>
                <a:cubicBezTo>
                  <a:pt x="342061" y="1202"/>
                  <a:pt x="342141" y="1439"/>
                  <a:pt x="342141" y="1704"/>
                </a:cubicBezTo>
                <a:lnTo>
                  <a:pt x="342141" y="21237"/>
                </a:lnTo>
                <a:cubicBezTo>
                  <a:pt x="343860" y="19542"/>
                  <a:pt x="345613" y="18278"/>
                  <a:pt x="347399" y="17443"/>
                </a:cubicBezTo>
                <a:cubicBezTo>
                  <a:pt x="349185" y="16609"/>
                  <a:pt x="351044" y="16192"/>
                  <a:pt x="352975" y="16192"/>
                </a:cubicBezTo>
                <a:cubicBezTo>
                  <a:pt x="355383" y="16192"/>
                  <a:pt x="357413" y="16589"/>
                  <a:pt x="359067" y="17384"/>
                </a:cubicBezTo>
                <a:cubicBezTo>
                  <a:pt x="360721" y="18178"/>
                  <a:pt x="362057" y="19264"/>
                  <a:pt x="363075" y="20642"/>
                </a:cubicBezTo>
                <a:cubicBezTo>
                  <a:pt x="364094" y="22018"/>
                  <a:pt x="364828" y="23627"/>
                  <a:pt x="365278" y="25469"/>
                </a:cubicBezTo>
                <a:cubicBezTo>
                  <a:pt x="365728" y="27309"/>
                  <a:pt x="365953" y="29540"/>
                  <a:pt x="365953" y="32162"/>
                </a:cubicBezTo>
                <a:lnTo>
                  <a:pt x="365953" y="53893"/>
                </a:lnTo>
                <a:close/>
                <a:moveTo>
                  <a:pt x="408609" y="35156"/>
                </a:moveTo>
                <a:cubicBezTo>
                  <a:pt x="408609" y="36375"/>
                  <a:pt x="408338" y="37277"/>
                  <a:pt x="407795" y="37860"/>
                </a:cubicBezTo>
                <a:cubicBezTo>
                  <a:pt x="407253" y="38442"/>
                  <a:pt x="406505" y="38734"/>
                  <a:pt x="405553" y="38734"/>
                </a:cubicBezTo>
                <a:lnTo>
                  <a:pt x="384003" y="38734"/>
                </a:lnTo>
                <a:cubicBezTo>
                  <a:pt x="384003" y="40248"/>
                  <a:pt x="384182" y="41622"/>
                  <a:pt x="384539" y="42858"/>
                </a:cubicBezTo>
                <a:cubicBezTo>
                  <a:pt x="384896" y="44093"/>
                  <a:pt x="385465" y="45142"/>
                  <a:pt x="386246" y="46006"/>
                </a:cubicBezTo>
                <a:cubicBezTo>
                  <a:pt x="387026" y="46870"/>
                  <a:pt x="388031" y="47527"/>
                  <a:pt x="389262" y="47978"/>
                </a:cubicBezTo>
                <a:cubicBezTo>
                  <a:pt x="390492" y="48430"/>
                  <a:pt x="391967" y="48655"/>
                  <a:pt x="393687" y="48655"/>
                </a:cubicBezTo>
                <a:cubicBezTo>
                  <a:pt x="395433" y="48655"/>
                  <a:pt x="396967" y="48528"/>
                  <a:pt x="398290" y="48272"/>
                </a:cubicBezTo>
                <a:cubicBezTo>
                  <a:pt x="399613" y="48017"/>
                  <a:pt x="400757" y="47734"/>
                  <a:pt x="401723" y="47425"/>
                </a:cubicBezTo>
                <a:cubicBezTo>
                  <a:pt x="402689" y="47116"/>
                  <a:pt x="403489" y="46834"/>
                  <a:pt x="404124" y="46578"/>
                </a:cubicBezTo>
                <a:cubicBezTo>
                  <a:pt x="404759" y="46323"/>
                  <a:pt x="405275" y="46195"/>
                  <a:pt x="405672" y="46195"/>
                </a:cubicBezTo>
                <a:cubicBezTo>
                  <a:pt x="405910" y="46195"/>
                  <a:pt x="406109" y="46242"/>
                  <a:pt x="406267" y="46335"/>
                </a:cubicBezTo>
                <a:cubicBezTo>
                  <a:pt x="406426" y="46428"/>
                  <a:pt x="406558" y="46594"/>
                  <a:pt x="406664" y="46834"/>
                </a:cubicBezTo>
                <a:cubicBezTo>
                  <a:pt x="406770" y="47073"/>
                  <a:pt x="406843" y="47412"/>
                  <a:pt x="406882" y="47851"/>
                </a:cubicBezTo>
                <a:cubicBezTo>
                  <a:pt x="406922" y="48290"/>
                  <a:pt x="406942" y="48842"/>
                  <a:pt x="406942" y="49506"/>
                </a:cubicBezTo>
                <a:cubicBezTo>
                  <a:pt x="406942" y="50092"/>
                  <a:pt x="406929" y="50591"/>
                  <a:pt x="406902" y="51003"/>
                </a:cubicBezTo>
                <a:cubicBezTo>
                  <a:pt x="406876" y="51415"/>
                  <a:pt x="406836" y="51767"/>
                  <a:pt x="406783" y="52060"/>
                </a:cubicBezTo>
                <a:cubicBezTo>
                  <a:pt x="406730" y="52353"/>
                  <a:pt x="406651" y="52599"/>
                  <a:pt x="406545" y="52799"/>
                </a:cubicBezTo>
                <a:cubicBezTo>
                  <a:pt x="406439" y="52998"/>
                  <a:pt x="406300" y="53191"/>
                  <a:pt x="406128" y="53377"/>
                </a:cubicBezTo>
                <a:cubicBezTo>
                  <a:pt x="405956" y="53563"/>
                  <a:pt x="405487" y="53815"/>
                  <a:pt x="404720" y="54132"/>
                </a:cubicBezTo>
                <a:cubicBezTo>
                  <a:pt x="403952" y="54450"/>
                  <a:pt x="402973" y="54761"/>
                  <a:pt x="401783" y="55065"/>
                </a:cubicBezTo>
                <a:cubicBezTo>
                  <a:pt x="400592" y="55369"/>
                  <a:pt x="399230" y="55634"/>
                  <a:pt x="397695" y="55859"/>
                </a:cubicBezTo>
                <a:cubicBezTo>
                  <a:pt x="396160" y="56083"/>
                  <a:pt x="394520" y="56196"/>
                  <a:pt x="392774" y="56196"/>
                </a:cubicBezTo>
                <a:cubicBezTo>
                  <a:pt x="389625" y="56196"/>
                  <a:pt x="386867" y="55798"/>
                  <a:pt x="384499" y="55003"/>
                </a:cubicBezTo>
                <a:cubicBezTo>
                  <a:pt x="382131" y="54207"/>
                  <a:pt x="380154" y="53001"/>
                  <a:pt x="378566" y="51384"/>
                </a:cubicBezTo>
                <a:cubicBezTo>
                  <a:pt x="376979" y="49767"/>
                  <a:pt x="375795" y="47726"/>
                  <a:pt x="375014" y="45261"/>
                </a:cubicBezTo>
                <a:cubicBezTo>
                  <a:pt x="374234" y="42796"/>
                  <a:pt x="373844" y="39906"/>
                  <a:pt x="373844" y="36592"/>
                </a:cubicBezTo>
                <a:cubicBezTo>
                  <a:pt x="373844" y="33437"/>
                  <a:pt x="374254" y="30594"/>
                  <a:pt x="375074" y="28062"/>
                </a:cubicBezTo>
                <a:cubicBezTo>
                  <a:pt x="375894" y="25530"/>
                  <a:pt x="377085" y="23383"/>
                  <a:pt x="378646" y="21620"/>
                </a:cubicBezTo>
                <a:cubicBezTo>
                  <a:pt x="380207" y="19857"/>
                  <a:pt x="382105" y="18511"/>
                  <a:pt x="384341" y="17584"/>
                </a:cubicBezTo>
                <a:cubicBezTo>
                  <a:pt x="386576" y="16656"/>
                  <a:pt x="389096" y="16192"/>
                  <a:pt x="391901" y="16192"/>
                </a:cubicBezTo>
                <a:cubicBezTo>
                  <a:pt x="394864" y="16192"/>
                  <a:pt x="397397" y="16629"/>
                  <a:pt x="399501" y="17504"/>
                </a:cubicBezTo>
                <a:cubicBezTo>
                  <a:pt x="401604" y="18379"/>
                  <a:pt x="403330" y="19591"/>
                  <a:pt x="404680" y="21142"/>
                </a:cubicBezTo>
                <a:cubicBezTo>
                  <a:pt x="406029" y="22692"/>
                  <a:pt x="407021" y="24527"/>
                  <a:pt x="407656" y="26648"/>
                </a:cubicBezTo>
                <a:cubicBezTo>
                  <a:pt x="408291" y="28768"/>
                  <a:pt x="408609" y="31074"/>
                  <a:pt x="408609" y="33566"/>
                </a:cubicBezTo>
                <a:lnTo>
                  <a:pt x="408609" y="35156"/>
                </a:lnTo>
                <a:moveTo>
                  <a:pt x="398925" y="32305"/>
                </a:moveTo>
                <a:cubicBezTo>
                  <a:pt x="399005" y="29488"/>
                  <a:pt x="398442" y="27276"/>
                  <a:pt x="397239" y="25668"/>
                </a:cubicBezTo>
                <a:cubicBezTo>
                  <a:pt x="396035" y="24060"/>
                  <a:pt x="394176" y="23256"/>
                  <a:pt x="391663" y="23256"/>
                </a:cubicBezTo>
                <a:cubicBezTo>
                  <a:pt x="390393" y="23256"/>
                  <a:pt x="389288" y="23496"/>
                  <a:pt x="388349" y="23974"/>
                </a:cubicBezTo>
                <a:cubicBezTo>
                  <a:pt x="387410" y="24452"/>
                  <a:pt x="386629" y="25097"/>
                  <a:pt x="386007" y="25908"/>
                </a:cubicBezTo>
                <a:cubicBezTo>
                  <a:pt x="385386" y="26718"/>
                  <a:pt x="384909" y="27675"/>
                  <a:pt x="384579" y="28778"/>
                </a:cubicBezTo>
                <a:cubicBezTo>
                  <a:pt x="384248" y="29880"/>
                  <a:pt x="384056" y="31055"/>
                  <a:pt x="384003" y="32305"/>
                </a:cubicBezTo>
                <a:lnTo>
                  <a:pt x="398925" y="32305"/>
                </a:lnTo>
                <a:close/>
                <a:moveTo>
                  <a:pt x="469196" y="35716"/>
                </a:moveTo>
                <a:cubicBezTo>
                  <a:pt x="469196" y="38872"/>
                  <a:pt x="468852" y="41708"/>
                  <a:pt x="468164" y="44227"/>
                </a:cubicBezTo>
                <a:cubicBezTo>
                  <a:pt x="467476" y="46745"/>
                  <a:pt x="466484" y="48892"/>
                  <a:pt x="465188" y="50668"/>
                </a:cubicBezTo>
                <a:cubicBezTo>
                  <a:pt x="463891" y="52444"/>
                  <a:pt x="462297" y="53810"/>
                  <a:pt x="460406" y="54765"/>
                </a:cubicBezTo>
                <a:cubicBezTo>
                  <a:pt x="458514" y="55719"/>
                  <a:pt x="456364" y="56196"/>
                  <a:pt x="453957" y="56196"/>
                </a:cubicBezTo>
                <a:cubicBezTo>
                  <a:pt x="452766" y="56196"/>
                  <a:pt x="451655" y="56083"/>
                  <a:pt x="450623" y="55857"/>
                </a:cubicBezTo>
                <a:cubicBezTo>
                  <a:pt x="449591" y="55632"/>
                  <a:pt x="448606" y="55268"/>
                  <a:pt x="447666" y="54765"/>
                </a:cubicBezTo>
                <a:cubicBezTo>
                  <a:pt x="446727" y="54260"/>
                  <a:pt x="445801" y="53624"/>
                  <a:pt x="444888" y="52856"/>
                </a:cubicBezTo>
                <a:cubicBezTo>
                  <a:pt x="443976" y="52087"/>
                  <a:pt x="443043" y="51159"/>
                  <a:pt x="442090" y="50072"/>
                </a:cubicBezTo>
                <a:lnTo>
                  <a:pt x="442090" y="53902"/>
                </a:lnTo>
                <a:cubicBezTo>
                  <a:pt x="442090" y="54192"/>
                  <a:pt x="442018" y="54436"/>
                  <a:pt x="441872" y="54633"/>
                </a:cubicBezTo>
                <a:cubicBezTo>
                  <a:pt x="441727" y="54830"/>
                  <a:pt x="441489" y="54995"/>
                  <a:pt x="441158" y="55127"/>
                </a:cubicBezTo>
                <a:cubicBezTo>
                  <a:pt x="440827" y="55258"/>
                  <a:pt x="440384" y="55350"/>
                  <a:pt x="439828" y="55402"/>
                </a:cubicBezTo>
                <a:cubicBezTo>
                  <a:pt x="439273" y="55455"/>
                  <a:pt x="438598" y="55482"/>
                  <a:pt x="437804" y="55482"/>
                </a:cubicBezTo>
                <a:cubicBezTo>
                  <a:pt x="436984" y="55482"/>
                  <a:pt x="436303" y="55455"/>
                  <a:pt x="435760" y="55402"/>
                </a:cubicBezTo>
                <a:cubicBezTo>
                  <a:pt x="435218" y="55349"/>
                  <a:pt x="434782" y="55257"/>
                  <a:pt x="434451" y="55124"/>
                </a:cubicBezTo>
                <a:cubicBezTo>
                  <a:pt x="434120" y="54992"/>
                  <a:pt x="433889" y="54827"/>
                  <a:pt x="433756" y="54628"/>
                </a:cubicBezTo>
                <a:cubicBezTo>
                  <a:pt x="433624" y="54430"/>
                  <a:pt x="433558" y="54185"/>
                  <a:pt x="433558" y="53894"/>
                </a:cubicBezTo>
                <a:lnTo>
                  <a:pt x="433558" y="1707"/>
                </a:lnTo>
                <a:cubicBezTo>
                  <a:pt x="433558" y="1442"/>
                  <a:pt x="433637" y="1204"/>
                  <a:pt x="433796" y="992"/>
                </a:cubicBezTo>
                <a:cubicBezTo>
                  <a:pt x="433955" y="780"/>
                  <a:pt x="434226" y="602"/>
                  <a:pt x="434610" y="456"/>
                </a:cubicBezTo>
                <a:cubicBezTo>
                  <a:pt x="434993" y="311"/>
                  <a:pt x="435502" y="198"/>
                  <a:pt x="436137" y="119"/>
                </a:cubicBezTo>
                <a:cubicBezTo>
                  <a:pt x="436772" y="40"/>
                  <a:pt x="437579" y="0"/>
                  <a:pt x="438558" y="0"/>
                </a:cubicBezTo>
                <a:cubicBezTo>
                  <a:pt x="439537" y="0"/>
                  <a:pt x="440344" y="40"/>
                  <a:pt x="440979" y="119"/>
                </a:cubicBezTo>
                <a:cubicBezTo>
                  <a:pt x="441614" y="198"/>
                  <a:pt x="442123" y="311"/>
                  <a:pt x="442507" y="456"/>
                </a:cubicBezTo>
                <a:cubicBezTo>
                  <a:pt x="442891" y="601"/>
                  <a:pt x="443162" y="779"/>
                  <a:pt x="443321" y="991"/>
                </a:cubicBezTo>
                <a:cubicBezTo>
                  <a:pt x="443479" y="1203"/>
                  <a:pt x="443559" y="1440"/>
                  <a:pt x="443559" y="1704"/>
                </a:cubicBezTo>
                <a:lnTo>
                  <a:pt x="443559" y="21242"/>
                </a:lnTo>
                <a:cubicBezTo>
                  <a:pt x="444458" y="20341"/>
                  <a:pt x="445358" y="19572"/>
                  <a:pt x="446257" y="18937"/>
                </a:cubicBezTo>
                <a:cubicBezTo>
                  <a:pt x="447157" y="18300"/>
                  <a:pt x="448057" y="17776"/>
                  <a:pt x="448956" y="17365"/>
                </a:cubicBezTo>
                <a:cubicBezTo>
                  <a:pt x="449856" y="16954"/>
                  <a:pt x="450782" y="16656"/>
                  <a:pt x="451734" y="16471"/>
                </a:cubicBezTo>
                <a:cubicBezTo>
                  <a:pt x="452687" y="16285"/>
                  <a:pt x="453692" y="16192"/>
                  <a:pt x="454750" y="16192"/>
                </a:cubicBezTo>
                <a:cubicBezTo>
                  <a:pt x="457370" y="16192"/>
                  <a:pt x="459592" y="16716"/>
                  <a:pt x="461418" y="17763"/>
                </a:cubicBezTo>
                <a:cubicBezTo>
                  <a:pt x="463243" y="18810"/>
                  <a:pt x="464731" y="20222"/>
                  <a:pt x="465882" y="21999"/>
                </a:cubicBezTo>
                <a:cubicBezTo>
                  <a:pt x="467033" y="23775"/>
                  <a:pt x="467873" y="25849"/>
                  <a:pt x="468402" y="28222"/>
                </a:cubicBezTo>
                <a:cubicBezTo>
                  <a:pt x="468932" y="30594"/>
                  <a:pt x="469196" y="33092"/>
                  <a:pt x="469196" y="35716"/>
                </a:cubicBezTo>
                <a:moveTo>
                  <a:pt x="458838" y="36452"/>
                </a:moveTo>
                <a:cubicBezTo>
                  <a:pt x="458838" y="34941"/>
                  <a:pt x="458726" y="33484"/>
                  <a:pt x="458501" y="32079"/>
                </a:cubicBezTo>
                <a:cubicBezTo>
                  <a:pt x="458276" y="30674"/>
                  <a:pt x="457886" y="29429"/>
                  <a:pt x="457330" y="28342"/>
                </a:cubicBezTo>
                <a:cubicBezTo>
                  <a:pt x="456774" y="27256"/>
                  <a:pt x="456053" y="26388"/>
                  <a:pt x="455167" y="25739"/>
                </a:cubicBezTo>
                <a:cubicBezTo>
                  <a:pt x="454281" y="25089"/>
                  <a:pt x="453163" y="24764"/>
                  <a:pt x="451814" y="24764"/>
                </a:cubicBezTo>
                <a:cubicBezTo>
                  <a:pt x="451152" y="24764"/>
                  <a:pt x="450504" y="24857"/>
                  <a:pt x="449869" y="25042"/>
                </a:cubicBezTo>
                <a:cubicBezTo>
                  <a:pt x="449234" y="25226"/>
                  <a:pt x="448579" y="25543"/>
                  <a:pt x="447904" y="25992"/>
                </a:cubicBezTo>
                <a:cubicBezTo>
                  <a:pt x="447230" y="26441"/>
                  <a:pt x="446535" y="27022"/>
                  <a:pt x="445821" y="27736"/>
                </a:cubicBezTo>
                <a:cubicBezTo>
                  <a:pt x="445107" y="28449"/>
                  <a:pt x="444353" y="29333"/>
                  <a:pt x="443559" y="30389"/>
                </a:cubicBezTo>
                <a:lnTo>
                  <a:pt x="443559" y="42159"/>
                </a:lnTo>
                <a:cubicBezTo>
                  <a:pt x="444961" y="43968"/>
                  <a:pt x="446304" y="45344"/>
                  <a:pt x="447587" y="46288"/>
                </a:cubicBezTo>
                <a:cubicBezTo>
                  <a:pt x="448870" y="47231"/>
                  <a:pt x="450213" y="47703"/>
                  <a:pt x="451615" y="47703"/>
                </a:cubicBezTo>
                <a:cubicBezTo>
                  <a:pt x="452912" y="47703"/>
                  <a:pt x="454010" y="47372"/>
                  <a:pt x="454909" y="46710"/>
                </a:cubicBezTo>
                <a:cubicBezTo>
                  <a:pt x="455809" y="46047"/>
                  <a:pt x="456556" y="45185"/>
                  <a:pt x="457151" y="44125"/>
                </a:cubicBezTo>
                <a:cubicBezTo>
                  <a:pt x="457747" y="43065"/>
                  <a:pt x="458177" y="41859"/>
                  <a:pt x="458441" y="40507"/>
                </a:cubicBezTo>
                <a:cubicBezTo>
                  <a:pt x="458706" y="39156"/>
                  <a:pt x="458838" y="37804"/>
                  <a:pt x="458838" y="36452"/>
                </a:cubicBezTo>
                <a:close/>
                <a:moveTo>
                  <a:pt x="510900" y="53894"/>
                </a:moveTo>
                <a:cubicBezTo>
                  <a:pt x="510900" y="54159"/>
                  <a:pt x="510834" y="54390"/>
                  <a:pt x="510702" y="54589"/>
                </a:cubicBezTo>
                <a:cubicBezTo>
                  <a:pt x="510570" y="54787"/>
                  <a:pt x="510338" y="54952"/>
                  <a:pt x="510007" y="55085"/>
                </a:cubicBezTo>
                <a:cubicBezTo>
                  <a:pt x="509677" y="55217"/>
                  <a:pt x="509240" y="55316"/>
                  <a:pt x="508698" y="55382"/>
                </a:cubicBezTo>
                <a:cubicBezTo>
                  <a:pt x="508155" y="55448"/>
                  <a:pt x="507474" y="55482"/>
                  <a:pt x="506654" y="55482"/>
                </a:cubicBezTo>
                <a:cubicBezTo>
                  <a:pt x="505781" y="55482"/>
                  <a:pt x="505073" y="55448"/>
                  <a:pt x="504531" y="55382"/>
                </a:cubicBezTo>
                <a:cubicBezTo>
                  <a:pt x="503988" y="55316"/>
                  <a:pt x="503558" y="55217"/>
                  <a:pt x="503241" y="55085"/>
                </a:cubicBezTo>
                <a:cubicBezTo>
                  <a:pt x="502923" y="54952"/>
                  <a:pt x="502698" y="54787"/>
                  <a:pt x="502566" y="54589"/>
                </a:cubicBezTo>
                <a:cubicBezTo>
                  <a:pt x="502434" y="54390"/>
                  <a:pt x="502368" y="54159"/>
                  <a:pt x="502368" y="53894"/>
                </a:cubicBezTo>
                <a:lnTo>
                  <a:pt x="502368" y="49806"/>
                </a:lnTo>
                <a:cubicBezTo>
                  <a:pt x="500410" y="51936"/>
                  <a:pt x="498419" y="53534"/>
                  <a:pt x="496395" y="54599"/>
                </a:cubicBezTo>
                <a:cubicBezTo>
                  <a:pt x="494371" y="55663"/>
                  <a:pt x="492274" y="56196"/>
                  <a:pt x="490105" y="56196"/>
                </a:cubicBezTo>
                <a:cubicBezTo>
                  <a:pt x="487671" y="56196"/>
                  <a:pt x="485627" y="55799"/>
                  <a:pt x="483973" y="55004"/>
                </a:cubicBezTo>
                <a:cubicBezTo>
                  <a:pt x="482319" y="54210"/>
                  <a:pt x="480983" y="53124"/>
                  <a:pt x="479965" y="51747"/>
                </a:cubicBezTo>
                <a:cubicBezTo>
                  <a:pt x="478946" y="50370"/>
                  <a:pt x="478219" y="48774"/>
                  <a:pt x="477782" y="46960"/>
                </a:cubicBezTo>
                <a:cubicBezTo>
                  <a:pt x="477345" y="45145"/>
                  <a:pt x="477127" y="42887"/>
                  <a:pt x="477127" y="40186"/>
                </a:cubicBezTo>
                <a:lnTo>
                  <a:pt x="477127" y="18495"/>
                </a:lnTo>
                <a:cubicBezTo>
                  <a:pt x="477127" y="18231"/>
                  <a:pt x="477200" y="17999"/>
                  <a:pt x="477345" y="17801"/>
                </a:cubicBezTo>
                <a:cubicBezTo>
                  <a:pt x="477491" y="17601"/>
                  <a:pt x="477756" y="17436"/>
                  <a:pt x="478139" y="17303"/>
                </a:cubicBezTo>
                <a:cubicBezTo>
                  <a:pt x="478523" y="17171"/>
                  <a:pt x="479039" y="17072"/>
                  <a:pt x="479687" y="17006"/>
                </a:cubicBezTo>
                <a:cubicBezTo>
                  <a:pt x="480335" y="16939"/>
                  <a:pt x="481135" y="16906"/>
                  <a:pt x="482088" y="16906"/>
                </a:cubicBezTo>
                <a:cubicBezTo>
                  <a:pt x="483067" y="16906"/>
                  <a:pt x="483874" y="16939"/>
                  <a:pt x="484509" y="17006"/>
                </a:cubicBezTo>
                <a:cubicBezTo>
                  <a:pt x="485144" y="17072"/>
                  <a:pt x="485653" y="17171"/>
                  <a:pt x="486037" y="17303"/>
                </a:cubicBezTo>
                <a:cubicBezTo>
                  <a:pt x="486420" y="17436"/>
                  <a:pt x="486692" y="17601"/>
                  <a:pt x="486850" y="17799"/>
                </a:cubicBezTo>
                <a:cubicBezTo>
                  <a:pt x="487009" y="17998"/>
                  <a:pt x="487088" y="18229"/>
                  <a:pt x="487088" y="18494"/>
                </a:cubicBezTo>
                <a:lnTo>
                  <a:pt x="487088" y="38496"/>
                </a:lnTo>
                <a:cubicBezTo>
                  <a:pt x="487088" y="40348"/>
                  <a:pt x="487208" y="41763"/>
                  <a:pt x="487446" y="42742"/>
                </a:cubicBezTo>
                <a:cubicBezTo>
                  <a:pt x="487684" y="43721"/>
                  <a:pt x="488048" y="44561"/>
                  <a:pt x="488537" y="45262"/>
                </a:cubicBezTo>
                <a:cubicBezTo>
                  <a:pt x="489026" y="45963"/>
                  <a:pt x="489648" y="46506"/>
                  <a:pt x="490402" y="46889"/>
                </a:cubicBezTo>
                <a:cubicBezTo>
                  <a:pt x="491156" y="47273"/>
                  <a:pt x="492036" y="47465"/>
                  <a:pt x="493041" y="47465"/>
                </a:cubicBezTo>
                <a:cubicBezTo>
                  <a:pt x="494311" y="47465"/>
                  <a:pt x="495588" y="47002"/>
                  <a:pt x="496871" y="46076"/>
                </a:cubicBezTo>
                <a:cubicBezTo>
                  <a:pt x="498154" y="45150"/>
                  <a:pt x="499524" y="43801"/>
                  <a:pt x="500979" y="42028"/>
                </a:cubicBezTo>
                <a:lnTo>
                  <a:pt x="500979" y="18494"/>
                </a:lnTo>
                <a:cubicBezTo>
                  <a:pt x="500979" y="18229"/>
                  <a:pt x="501051" y="17998"/>
                  <a:pt x="501197" y="17799"/>
                </a:cubicBezTo>
                <a:cubicBezTo>
                  <a:pt x="501342" y="17601"/>
                  <a:pt x="501607" y="17436"/>
                  <a:pt x="501991" y="17303"/>
                </a:cubicBezTo>
                <a:cubicBezTo>
                  <a:pt x="502374" y="17171"/>
                  <a:pt x="502884" y="17072"/>
                  <a:pt x="503519" y="17006"/>
                </a:cubicBezTo>
                <a:cubicBezTo>
                  <a:pt x="504154" y="16939"/>
                  <a:pt x="504961" y="16906"/>
                  <a:pt x="505939" y="16906"/>
                </a:cubicBezTo>
                <a:cubicBezTo>
                  <a:pt x="506918" y="16906"/>
                  <a:pt x="507725" y="16939"/>
                  <a:pt x="508360" y="17006"/>
                </a:cubicBezTo>
                <a:cubicBezTo>
                  <a:pt x="508995" y="17072"/>
                  <a:pt x="509498" y="17171"/>
                  <a:pt x="509868" y="17303"/>
                </a:cubicBezTo>
                <a:cubicBezTo>
                  <a:pt x="510239" y="17436"/>
                  <a:pt x="510503" y="17601"/>
                  <a:pt x="510662" y="17799"/>
                </a:cubicBezTo>
                <a:cubicBezTo>
                  <a:pt x="510821" y="17998"/>
                  <a:pt x="510900" y="18229"/>
                  <a:pt x="510900" y="18494"/>
                </a:cubicBezTo>
                <a:lnTo>
                  <a:pt x="510900" y="53894"/>
                </a:lnTo>
                <a:close/>
                <a:moveTo>
                  <a:pt x="552993" y="20954"/>
                </a:moveTo>
                <a:cubicBezTo>
                  <a:pt x="552993" y="22224"/>
                  <a:pt x="552848" y="23164"/>
                  <a:pt x="552557" y="23772"/>
                </a:cubicBezTo>
                <a:cubicBezTo>
                  <a:pt x="552266" y="24381"/>
                  <a:pt x="551909" y="24685"/>
                  <a:pt x="551485" y="24685"/>
                </a:cubicBezTo>
                <a:lnTo>
                  <a:pt x="547318" y="24685"/>
                </a:lnTo>
                <a:cubicBezTo>
                  <a:pt x="547900" y="25314"/>
                  <a:pt x="548317" y="26029"/>
                  <a:pt x="548568" y="26829"/>
                </a:cubicBezTo>
                <a:cubicBezTo>
                  <a:pt x="548820" y="27630"/>
                  <a:pt x="548945" y="28463"/>
                  <a:pt x="548945" y="29328"/>
                </a:cubicBezTo>
                <a:cubicBezTo>
                  <a:pt x="548945" y="31392"/>
                  <a:pt x="548602" y="33224"/>
                  <a:pt x="547914" y="34825"/>
                </a:cubicBezTo>
                <a:cubicBezTo>
                  <a:pt x="547226" y="36425"/>
                  <a:pt x="546240" y="37775"/>
                  <a:pt x="544957" y="38873"/>
                </a:cubicBezTo>
                <a:cubicBezTo>
                  <a:pt x="543674" y="39971"/>
                  <a:pt x="542126" y="40804"/>
                  <a:pt x="540314" y="41373"/>
                </a:cubicBezTo>
                <a:cubicBezTo>
                  <a:pt x="538501" y="41942"/>
                  <a:pt x="536484" y="42226"/>
                  <a:pt x="534262" y="42226"/>
                </a:cubicBezTo>
                <a:cubicBezTo>
                  <a:pt x="533124" y="42226"/>
                  <a:pt x="532039" y="42087"/>
                  <a:pt x="531007" y="41810"/>
                </a:cubicBezTo>
                <a:cubicBezTo>
                  <a:pt x="529975" y="41532"/>
                  <a:pt x="529182" y="41208"/>
                  <a:pt x="528626" y="40837"/>
                </a:cubicBezTo>
                <a:cubicBezTo>
                  <a:pt x="528309" y="41181"/>
                  <a:pt x="528024" y="41591"/>
                  <a:pt x="527773" y="42068"/>
                </a:cubicBezTo>
                <a:cubicBezTo>
                  <a:pt x="527521" y="42544"/>
                  <a:pt x="527396" y="43073"/>
                  <a:pt x="527396" y="43655"/>
                </a:cubicBezTo>
                <a:cubicBezTo>
                  <a:pt x="527396" y="44422"/>
                  <a:pt x="527733" y="45051"/>
                  <a:pt x="528408" y="45540"/>
                </a:cubicBezTo>
                <a:cubicBezTo>
                  <a:pt x="529082" y="46030"/>
                  <a:pt x="530028" y="46301"/>
                  <a:pt x="531245" y="46354"/>
                </a:cubicBezTo>
                <a:lnTo>
                  <a:pt x="539857" y="46672"/>
                </a:lnTo>
                <a:cubicBezTo>
                  <a:pt x="541868" y="46752"/>
                  <a:pt x="543661" y="47037"/>
                  <a:pt x="545235" y="47528"/>
                </a:cubicBezTo>
                <a:cubicBezTo>
                  <a:pt x="546809" y="48019"/>
                  <a:pt x="548132" y="48710"/>
                  <a:pt x="549203" y="49599"/>
                </a:cubicBezTo>
                <a:cubicBezTo>
                  <a:pt x="550275" y="50489"/>
                  <a:pt x="551095" y="51558"/>
                  <a:pt x="551664" y="52805"/>
                </a:cubicBezTo>
                <a:cubicBezTo>
                  <a:pt x="552233" y="54053"/>
                  <a:pt x="552517" y="55473"/>
                  <a:pt x="552517" y="57065"/>
                </a:cubicBezTo>
                <a:cubicBezTo>
                  <a:pt x="552517" y="58817"/>
                  <a:pt x="552134" y="60470"/>
                  <a:pt x="551366" y="62022"/>
                </a:cubicBezTo>
                <a:cubicBezTo>
                  <a:pt x="550599" y="63576"/>
                  <a:pt x="549448" y="64924"/>
                  <a:pt x="547914" y="66065"/>
                </a:cubicBezTo>
                <a:cubicBezTo>
                  <a:pt x="546379" y="67207"/>
                  <a:pt x="544454" y="68110"/>
                  <a:pt x="542139" y="68773"/>
                </a:cubicBezTo>
                <a:cubicBezTo>
                  <a:pt x="539824" y="69437"/>
                  <a:pt x="537119" y="69769"/>
                  <a:pt x="534023" y="69769"/>
                </a:cubicBezTo>
                <a:cubicBezTo>
                  <a:pt x="531007" y="69769"/>
                  <a:pt x="528434" y="69530"/>
                  <a:pt x="526304" y="69053"/>
                </a:cubicBezTo>
                <a:cubicBezTo>
                  <a:pt x="524175" y="68576"/>
                  <a:pt x="522428" y="67913"/>
                  <a:pt x="521066" y="67065"/>
                </a:cubicBezTo>
                <a:cubicBezTo>
                  <a:pt x="519703" y="66218"/>
                  <a:pt x="518711" y="65204"/>
                  <a:pt x="518089" y="64025"/>
                </a:cubicBezTo>
                <a:cubicBezTo>
                  <a:pt x="517468" y="62846"/>
                  <a:pt x="517157" y="61555"/>
                  <a:pt x="517157" y="60151"/>
                </a:cubicBezTo>
                <a:cubicBezTo>
                  <a:pt x="517157" y="59276"/>
                  <a:pt x="517269" y="58441"/>
                  <a:pt x="517494" y="57646"/>
                </a:cubicBezTo>
                <a:cubicBezTo>
                  <a:pt x="517719" y="56851"/>
                  <a:pt x="518050" y="56089"/>
                  <a:pt x="518486" y="55360"/>
                </a:cubicBezTo>
                <a:cubicBezTo>
                  <a:pt x="518923" y="54632"/>
                  <a:pt x="519458" y="53936"/>
                  <a:pt x="520093" y="53274"/>
                </a:cubicBezTo>
                <a:cubicBezTo>
                  <a:pt x="520728" y="52612"/>
                  <a:pt x="521456" y="51976"/>
                  <a:pt x="522276" y="51367"/>
                </a:cubicBezTo>
                <a:cubicBezTo>
                  <a:pt x="521139" y="50756"/>
                  <a:pt x="520259" y="49926"/>
                  <a:pt x="519637" y="48877"/>
                </a:cubicBezTo>
                <a:cubicBezTo>
                  <a:pt x="519015" y="47828"/>
                  <a:pt x="518704" y="46679"/>
                  <a:pt x="518704" y="45431"/>
                </a:cubicBezTo>
                <a:cubicBezTo>
                  <a:pt x="518704" y="43864"/>
                  <a:pt x="519062" y="42437"/>
                  <a:pt x="519776" y="41149"/>
                </a:cubicBezTo>
                <a:cubicBezTo>
                  <a:pt x="520490" y="39860"/>
                  <a:pt x="521416" y="38698"/>
                  <a:pt x="522554" y="37662"/>
                </a:cubicBezTo>
                <a:cubicBezTo>
                  <a:pt x="521628" y="36736"/>
                  <a:pt x="520887" y="35625"/>
                  <a:pt x="520332" y="34329"/>
                </a:cubicBezTo>
                <a:cubicBezTo>
                  <a:pt x="519776" y="33032"/>
                  <a:pt x="519498" y="31418"/>
                  <a:pt x="519498" y="29487"/>
                </a:cubicBezTo>
                <a:cubicBezTo>
                  <a:pt x="519498" y="27423"/>
                  <a:pt x="519862" y="25578"/>
                  <a:pt x="520590" y="23951"/>
                </a:cubicBezTo>
                <a:cubicBezTo>
                  <a:pt x="521317" y="22324"/>
                  <a:pt x="522329" y="20948"/>
                  <a:pt x="523626" y="19823"/>
                </a:cubicBezTo>
                <a:cubicBezTo>
                  <a:pt x="524922" y="18699"/>
                  <a:pt x="526470" y="17839"/>
                  <a:pt x="528269" y="17244"/>
                </a:cubicBezTo>
                <a:cubicBezTo>
                  <a:pt x="530068" y="16648"/>
                  <a:pt x="532052" y="16351"/>
                  <a:pt x="534222" y="16351"/>
                </a:cubicBezTo>
                <a:cubicBezTo>
                  <a:pt x="535333" y="16351"/>
                  <a:pt x="536398" y="16421"/>
                  <a:pt x="537417" y="16560"/>
                </a:cubicBezTo>
                <a:cubicBezTo>
                  <a:pt x="538435" y="16699"/>
                  <a:pt x="539381" y="16894"/>
                  <a:pt x="540254" y="17145"/>
                </a:cubicBezTo>
                <a:lnTo>
                  <a:pt x="551485" y="17145"/>
                </a:lnTo>
                <a:cubicBezTo>
                  <a:pt x="551935" y="17145"/>
                  <a:pt x="552299" y="17436"/>
                  <a:pt x="552577" y="18018"/>
                </a:cubicBezTo>
                <a:cubicBezTo>
                  <a:pt x="552855" y="18600"/>
                  <a:pt x="552993" y="19579"/>
                  <a:pt x="552993" y="20954"/>
                </a:cubicBezTo>
                <a:moveTo>
                  <a:pt x="540175" y="29269"/>
                </a:moveTo>
                <a:cubicBezTo>
                  <a:pt x="540175" y="27370"/>
                  <a:pt x="539646" y="25894"/>
                  <a:pt x="538587" y="24839"/>
                </a:cubicBezTo>
                <a:cubicBezTo>
                  <a:pt x="537529" y="23784"/>
                  <a:pt x="536034" y="23256"/>
                  <a:pt x="534103" y="23256"/>
                </a:cubicBezTo>
                <a:cubicBezTo>
                  <a:pt x="533124" y="23256"/>
                  <a:pt x="532264" y="23421"/>
                  <a:pt x="531523" y="23751"/>
                </a:cubicBezTo>
                <a:cubicBezTo>
                  <a:pt x="530782" y="24080"/>
                  <a:pt x="530167" y="24528"/>
                  <a:pt x="529678" y="25095"/>
                </a:cubicBezTo>
                <a:cubicBezTo>
                  <a:pt x="529188" y="25663"/>
                  <a:pt x="528824" y="26322"/>
                  <a:pt x="528586" y="27074"/>
                </a:cubicBezTo>
                <a:cubicBezTo>
                  <a:pt x="528348" y="27825"/>
                  <a:pt x="528229" y="28610"/>
                  <a:pt x="528229" y="29427"/>
                </a:cubicBezTo>
                <a:cubicBezTo>
                  <a:pt x="528229" y="31220"/>
                  <a:pt x="528758" y="32637"/>
                  <a:pt x="529817" y="33679"/>
                </a:cubicBezTo>
                <a:cubicBezTo>
                  <a:pt x="530875" y="34721"/>
                  <a:pt x="532343" y="35242"/>
                  <a:pt x="534222" y="35242"/>
                </a:cubicBezTo>
                <a:cubicBezTo>
                  <a:pt x="535227" y="35242"/>
                  <a:pt x="536100" y="35084"/>
                  <a:pt x="536841" y="34768"/>
                </a:cubicBezTo>
                <a:cubicBezTo>
                  <a:pt x="537582" y="34451"/>
                  <a:pt x="538197" y="34016"/>
                  <a:pt x="538687" y="33462"/>
                </a:cubicBezTo>
                <a:cubicBezTo>
                  <a:pt x="539176" y="32908"/>
                  <a:pt x="539546" y="32268"/>
                  <a:pt x="539798" y="31543"/>
                </a:cubicBezTo>
                <a:cubicBezTo>
                  <a:pt x="540049" y="30818"/>
                  <a:pt x="540175" y="30060"/>
                  <a:pt x="540175" y="29269"/>
                </a:cubicBezTo>
                <a:moveTo>
                  <a:pt x="542516" y="57579"/>
                </a:moveTo>
                <a:cubicBezTo>
                  <a:pt x="542516" y="56378"/>
                  <a:pt x="542040" y="55458"/>
                  <a:pt x="541088" y="54818"/>
                </a:cubicBezTo>
                <a:cubicBezTo>
                  <a:pt x="540135" y="54177"/>
                  <a:pt x="538825" y="53830"/>
                  <a:pt x="537159" y="53776"/>
                </a:cubicBezTo>
                <a:lnTo>
                  <a:pt x="530055" y="53577"/>
                </a:lnTo>
                <a:cubicBezTo>
                  <a:pt x="529367" y="54083"/>
                  <a:pt x="528818" y="54570"/>
                  <a:pt x="528408" y="55038"/>
                </a:cubicBezTo>
                <a:cubicBezTo>
                  <a:pt x="527998" y="55505"/>
                  <a:pt x="527667" y="55952"/>
                  <a:pt x="527416" y="56378"/>
                </a:cubicBezTo>
                <a:cubicBezTo>
                  <a:pt x="527164" y="56806"/>
                  <a:pt x="526999" y="57219"/>
                  <a:pt x="526920" y="57620"/>
                </a:cubicBezTo>
                <a:cubicBezTo>
                  <a:pt x="526840" y="58020"/>
                  <a:pt x="526800" y="58433"/>
                  <a:pt x="526800" y="58860"/>
                </a:cubicBezTo>
                <a:cubicBezTo>
                  <a:pt x="526800" y="60194"/>
                  <a:pt x="527469" y="61208"/>
                  <a:pt x="528805" y="61902"/>
                </a:cubicBezTo>
                <a:cubicBezTo>
                  <a:pt x="530141" y="62596"/>
                  <a:pt x="532026" y="62943"/>
                  <a:pt x="534460" y="62943"/>
                </a:cubicBezTo>
                <a:cubicBezTo>
                  <a:pt x="535968" y="62943"/>
                  <a:pt x="537238" y="62789"/>
                  <a:pt x="538270" y="62482"/>
                </a:cubicBezTo>
                <a:cubicBezTo>
                  <a:pt x="539302" y="62176"/>
                  <a:pt x="540135" y="61769"/>
                  <a:pt x="540770" y="61261"/>
                </a:cubicBezTo>
                <a:cubicBezTo>
                  <a:pt x="541405" y="60754"/>
                  <a:pt x="541855" y="60187"/>
                  <a:pt x="542119" y="59559"/>
                </a:cubicBezTo>
                <a:cubicBezTo>
                  <a:pt x="542384" y="58933"/>
                  <a:pt x="542516" y="58272"/>
                  <a:pt x="542516" y="57579"/>
                </a:cubicBezTo>
                <a:close/>
                <a:moveTo>
                  <a:pt x="568826" y="50937"/>
                </a:moveTo>
                <a:cubicBezTo>
                  <a:pt x="568826" y="52824"/>
                  <a:pt x="568515" y="54080"/>
                  <a:pt x="567894" y="54704"/>
                </a:cubicBezTo>
                <a:cubicBezTo>
                  <a:pt x="567272" y="55328"/>
                  <a:pt x="566141" y="55640"/>
                  <a:pt x="564500" y="55640"/>
                </a:cubicBezTo>
                <a:cubicBezTo>
                  <a:pt x="562913" y="55640"/>
                  <a:pt x="561815" y="55335"/>
                  <a:pt x="561207" y="54724"/>
                </a:cubicBezTo>
                <a:cubicBezTo>
                  <a:pt x="560598" y="54113"/>
                  <a:pt x="560294" y="52890"/>
                  <a:pt x="560294" y="51057"/>
                </a:cubicBezTo>
                <a:cubicBezTo>
                  <a:pt x="560294" y="49170"/>
                  <a:pt x="560605" y="47914"/>
                  <a:pt x="561226" y="47290"/>
                </a:cubicBezTo>
                <a:cubicBezTo>
                  <a:pt x="561848" y="46666"/>
                  <a:pt x="562979" y="46354"/>
                  <a:pt x="564620" y="46354"/>
                </a:cubicBezTo>
                <a:cubicBezTo>
                  <a:pt x="566207" y="46354"/>
                  <a:pt x="567305" y="46659"/>
                  <a:pt x="567914" y="47270"/>
                </a:cubicBezTo>
                <a:cubicBezTo>
                  <a:pt x="568522" y="47881"/>
                  <a:pt x="568826" y="49104"/>
                  <a:pt x="568826" y="509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A6DA3-08C9-49B5-971C-37FB83A8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18" y="133011"/>
            <a:ext cx="451670" cy="179477"/>
          </a:xfrm>
          <a:custGeom xmlns:a="http://schemas.openxmlformats.org/drawingml/2006/main">
            <a:pathLst>
              <a:path w="451670" h="179477">
                <a:moveTo>
                  <a:pt x="0" y="0"/>
                </a:moveTo>
                <a:lnTo>
                  <a:pt x="451670" y="0"/>
                </a:lnTo>
                <a:lnTo>
                  <a:pt x="451670" y="179477"/>
                </a:lnTo>
                <a:lnTo>
                  <a:pt x="0" y="1794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C858A-81C5-492C-9A9F-1790648B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18" y="133011"/>
            <a:ext cx="451670" cy="179477"/>
          </a:xfrm>
          <a:custGeom xmlns:a="http://schemas.openxmlformats.org/drawingml/2006/main">
            <a:pathLst>
              <a:path w="451670" h="179477" fill="none">
                <a:moveTo>
                  <a:pt x="0" y="0"/>
                </a:moveTo>
                <a:lnTo>
                  <a:pt x="451670" y="0"/>
                </a:lnTo>
                <a:lnTo>
                  <a:pt x="451670" y="179477"/>
                </a:lnTo>
                <a:lnTo>
                  <a:pt x="0" y="1794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172C51"/>
            </a:solidFill>
            <a:miter/>
          </a:ln>
        </p:spPr>
      </p:sp>
      <p:sp>
        <p:nvSpPr>
          <p:cNvPr id="118" name="Text Prompt">
            <a:extLst xmlns:a="http://schemas.openxmlformats.org/drawingml/2006/main">
              <a:ext uri="{FF2B5EF4-FFF2-40B4-BE49-F238E27FC236}">
                <a16:creationId xmlns:a16="http://schemas.microsoft.com/office/drawing/2014/main" id="{7CB44B34-623A-4BC4-8F76-F67715AE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211" y="188350"/>
            <a:ext cx="349275" cy="93920"/>
          </a:xfrm>
          <a:custGeom xmlns:a="http://schemas.openxmlformats.org/drawingml/2006/main">
            <a:pathLst>
              <a:path w="349275" h="93920">
                <a:moveTo>
                  <a:pt x="50189" y="22235"/>
                </a:moveTo>
                <a:cubicBezTo>
                  <a:pt x="50189" y="26347"/>
                  <a:pt x="49547" y="29987"/>
                  <a:pt x="48263" y="33156"/>
                </a:cubicBezTo>
                <a:cubicBezTo>
                  <a:pt x="46979" y="36324"/>
                  <a:pt x="45109" y="38993"/>
                  <a:pt x="42655" y="41162"/>
                </a:cubicBezTo>
                <a:cubicBezTo>
                  <a:pt x="40200" y="43330"/>
                  <a:pt x="37188" y="44980"/>
                  <a:pt x="33620" y="46112"/>
                </a:cubicBezTo>
                <a:cubicBezTo>
                  <a:pt x="30051" y="47244"/>
                  <a:pt x="25850" y="47810"/>
                  <a:pt x="21016" y="47810"/>
                </a:cubicBezTo>
                <a:lnTo>
                  <a:pt x="14898" y="47810"/>
                </a:lnTo>
                <a:lnTo>
                  <a:pt x="14898" y="71256"/>
                </a:lnTo>
                <a:cubicBezTo>
                  <a:pt x="14898" y="71635"/>
                  <a:pt x="14775" y="71976"/>
                  <a:pt x="14530" y="72279"/>
                </a:cubicBezTo>
                <a:cubicBezTo>
                  <a:pt x="14284" y="72581"/>
                  <a:pt x="13878" y="72827"/>
                  <a:pt x="13312" y="73017"/>
                </a:cubicBezTo>
                <a:cubicBezTo>
                  <a:pt x="12745" y="73206"/>
                  <a:pt x="11990" y="73357"/>
                  <a:pt x="11046" y="73470"/>
                </a:cubicBezTo>
                <a:cubicBezTo>
                  <a:pt x="10102" y="73584"/>
                  <a:pt x="8893" y="73640"/>
                  <a:pt x="7421" y="73640"/>
                </a:cubicBezTo>
                <a:cubicBezTo>
                  <a:pt x="5986" y="73640"/>
                  <a:pt x="4787" y="73584"/>
                  <a:pt x="3824" y="73470"/>
                </a:cubicBezTo>
                <a:cubicBezTo>
                  <a:pt x="2861" y="73357"/>
                  <a:pt x="2096" y="73206"/>
                  <a:pt x="1529" y="73017"/>
                </a:cubicBezTo>
                <a:cubicBezTo>
                  <a:pt x="963" y="72828"/>
                  <a:pt x="566" y="72583"/>
                  <a:pt x="340" y="72281"/>
                </a:cubicBezTo>
                <a:cubicBezTo>
                  <a:pt x="113" y="71979"/>
                  <a:pt x="0" y="71639"/>
                  <a:pt x="0" y="71261"/>
                </a:cubicBezTo>
                <a:lnTo>
                  <a:pt x="0" y="5325"/>
                </a:lnTo>
                <a:cubicBezTo>
                  <a:pt x="0" y="3550"/>
                  <a:pt x="463" y="2219"/>
                  <a:pt x="1388" y="1331"/>
                </a:cubicBezTo>
                <a:cubicBezTo>
                  <a:pt x="2313" y="444"/>
                  <a:pt x="3531" y="0"/>
                  <a:pt x="5042" y="0"/>
                </a:cubicBezTo>
                <a:lnTo>
                  <a:pt x="22319" y="0"/>
                </a:lnTo>
                <a:cubicBezTo>
                  <a:pt x="24056" y="0"/>
                  <a:pt x="25708" y="66"/>
                  <a:pt x="27275" y="198"/>
                </a:cubicBezTo>
                <a:cubicBezTo>
                  <a:pt x="28842" y="330"/>
                  <a:pt x="30721" y="614"/>
                  <a:pt x="32912" y="1048"/>
                </a:cubicBezTo>
                <a:cubicBezTo>
                  <a:pt x="35102" y="1481"/>
                  <a:pt x="37321" y="2282"/>
                  <a:pt x="39567" y="3452"/>
                </a:cubicBezTo>
                <a:cubicBezTo>
                  <a:pt x="41814" y="4621"/>
                  <a:pt x="43731" y="6102"/>
                  <a:pt x="45317" y="7893"/>
                </a:cubicBezTo>
                <a:cubicBezTo>
                  <a:pt x="46903" y="9685"/>
                  <a:pt x="48112" y="11778"/>
                  <a:pt x="48942" y="14174"/>
                </a:cubicBezTo>
                <a:cubicBezTo>
                  <a:pt x="49773" y="16568"/>
                  <a:pt x="50189" y="19256"/>
                  <a:pt x="50189" y="22235"/>
                </a:cubicBezTo>
                <a:moveTo>
                  <a:pt x="34611" y="23314"/>
                </a:moveTo>
                <a:cubicBezTo>
                  <a:pt x="34611" y="20763"/>
                  <a:pt x="34158" y="18663"/>
                  <a:pt x="33251" y="17013"/>
                </a:cubicBezTo>
                <a:cubicBezTo>
                  <a:pt x="32345" y="15362"/>
                  <a:pt x="31231" y="14143"/>
                  <a:pt x="29909" y="13356"/>
                </a:cubicBezTo>
                <a:cubicBezTo>
                  <a:pt x="28588" y="12569"/>
                  <a:pt x="27200" y="12072"/>
                  <a:pt x="25746" y="11866"/>
                </a:cubicBezTo>
                <a:cubicBezTo>
                  <a:pt x="24292" y="11659"/>
                  <a:pt x="22791" y="11556"/>
                  <a:pt x="21242" y="11556"/>
                </a:cubicBezTo>
                <a:lnTo>
                  <a:pt x="14898" y="11556"/>
                </a:lnTo>
                <a:lnTo>
                  <a:pt x="14898" y="36254"/>
                </a:lnTo>
                <a:lnTo>
                  <a:pt x="21582" y="36254"/>
                </a:lnTo>
                <a:cubicBezTo>
                  <a:pt x="23961" y="36254"/>
                  <a:pt x="25953" y="35935"/>
                  <a:pt x="27558" y="35298"/>
                </a:cubicBezTo>
                <a:cubicBezTo>
                  <a:pt x="29163" y="34659"/>
                  <a:pt x="30476" y="33768"/>
                  <a:pt x="31495" y="32625"/>
                </a:cubicBezTo>
                <a:cubicBezTo>
                  <a:pt x="32515" y="31481"/>
                  <a:pt x="33289" y="30112"/>
                  <a:pt x="33818" y="28518"/>
                </a:cubicBezTo>
                <a:cubicBezTo>
                  <a:pt x="34347" y="26924"/>
                  <a:pt x="34611" y="25189"/>
                  <a:pt x="34611" y="23314"/>
                </a:cubicBezTo>
                <a:close/>
                <a:moveTo>
                  <a:pt x="93443" y="25491"/>
                </a:moveTo>
                <a:cubicBezTo>
                  <a:pt x="93443" y="26850"/>
                  <a:pt x="93405" y="27964"/>
                  <a:pt x="93330" y="28833"/>
                </a:cubicBezTo>
                <a:cubicBezTo>
                  <a:pt x="93254" y="29702"/>
                  <a:pt x="93141" y="30381"/>
                  <a:pt x="92990" y="30872"/>
                </a:cubicBezTo>
                <a:cubicBezTo>
                  <a:pt x="92839" y="31363"/>
                  <a:pt x="92640" y="31703"/>
                  <a:pt x="92395" y="31892"/>
                </a:cubicBezTo>
                <a:cubicBezTo>
                  <a:pt x="92150" y="32081"/>
                  <a:pt x="91838" y="32175"/>
                  <a:pt x="91460" y="32175"/>
                </a:cubicBezTo>
                <a:cubicBezTo>
                  <a:pt x="91158" y="32175"/>
                  <a:pt x="90818" y="32109"/>
                  <a:pt x="90441" y="31977"/>
                </a:cubicBezTo>
                <a:cubicBezTo>
                  <a:pt x="90063" y="31845"/>
                  <a:pt x="89638" y="31703"/>
                  <a:pt x="89166" y="31552"/>
                </a:cubicBezTo>
                <a:cubicBezTo>
                  <a:pt x="88694" y="31401"/>
                  <a:pt x="88175" y="31259"/>
                  <a:pt x="87608" y="31127"/>
                </a:cubicBezTo>
                <a:cubicBezTo>
                  <a:pt x="87042" y="30995"/>
                  <a:pt x="86419" y="30929"/>
                  <a:pt x="85739" y="30929"/>
                </a:cubicBezTo>
                <a:cubicBezTo>
                  <a:pt x="84946" y="30929"/>
                  <a:pt x="84153" y="31091"/>
                  <a:pt x="83360" y="31414"/>
                </a:cubicBezTo>
                <a:cubicBezTo>
                  <a:pt x="82567" y="31736"/>
                  <a:pt x="81745" y="32239"/>
                  <a:pt x="80896" y="32924"/>
                </a:cubicBezTo>
                <a:cubicBezTo>
                  <a:pt x="80046" y="33608"/>
                  <a:pt x="79159" y="34521"/>
                  <a:pt x="78233" y="35661"/>
                </a:cubicBezTo>
                <a:cubicBezTo>
                  <a:pt x="77308" y="36801"/>
                  <a:pt x="76317" y="38207"/>
                  <a:pt x="75259" y="39879"/>
                </a:cubicBezTo>
                <a:lnTo>
                  <a:pt x="75259" y="71374"/>
                </a:lnTo>
                <a:cubicBezTo>
                  <a:pt x="75259" y="71752"/>
                  <a:pt x="75146" y="72082"/>
                  <a:pt x="74920" y="72366"/>
                </a:cubicBezTo>
                <a:cubicBezTo>
                  <a:pt x="74693" y="72649"/>
                  <a:pt x="74306" y="72885"/>
                  <a:pt x="73758" y="73074"/>
                </a:cubicBezTo>
                <a:cubicBezTo>
                  <a:pt x="73211" y="73263"/>
                  <a:pt x="72484" y="73404"/>
                  <a:pt x="71577" y="73499"/>
                </a:cubicBezTo>
                <a:cubicBezTo>
                  <a:pt x="70671" y="73593"/>
                  <a:pt x="69519" y="73640"/>
                  <a:pt x="68122" y="73640"/>
                </a:cubicBezTo>
                <a:cubicBezTo>
                  <a:pt x="66725" y="73640"/>
                  <a:pt x="65573" y="73593"/>
                  <a:pt x="64667" y="73499"/>
                </a:cubicBezTo>
                <a:cubicBezTo>
                  <a:pt x="63760" y="73404"/>
                  <a:pt x="63033" y="73263"/>
                  <a:pt x="62486" y="73074"/>
                </a:cubicBezTo>
                <a:cubicBezTo>
                  <a:pt x="61938" y="72885"/>
                  <a:pt x="61551" y="72649"/>
                  <a:pt x="61324" y="72366"/>
                </a:cubicBezTo>
                <a:cubicBezTo>
                  <a:pt x="61098" y="72082"/>
                  <a:pt x="60985" y="71752"/>
                  <a:pt x="60985" y="71374"/>
                </a:cubicBezTo>
                <a:lnTo>
                  <a:pt x="60985" y="20846"/>
                </a:lnTo>
                <a:cubicBezTo>
                  <a:pt x="60985" y="20468"/>
                  <a:pt x="61079" y="20138"/>
                  <a:pt x="61268" y="19855"/>
                </a:cubicBezTo>
                <a:cubicBezTo>
                  <a:pt x="61457" y="19571"/>
                  <a:pt x="61797" y="19335"/>
                  <a:pt x="62287" y="19146"/>
                </a:cubicBezTo>
                <a:cubicBezTo>
                  <a:pt x="62778" y="18958"/>
                  <a:pt x="63411" y="18816"/>
                  <a:pt x="64185" y="18722"/>
                </a:cubicBezTo>
                <a:cubicBezTo>
                  <a:pt x="64959" y="18627"/>
                  <a:pt x="65932" y="18580"/>
                  <a:pt x="67102" y="18580"/>
                </a:cubicBezTo>
                <a:cubicBezTo>
                  <a:pt x="68311" y="18580"/>
                  <a:pt x="69312" y="18627"/>
                  <a:pt x="70105" y="18722"/>
                </a:cubicBezTo>
                <a:cubicBezTo>
                  <a:pt x="70898" y="18816"/>
                  <a:pt x="71511" y="18958"/>
                  <a:pt x="71946" y="19146"/>
                </a:cubicBezTo>
                <a:cubicBezTo>
                  <a:pt x="72380" y="19335"/>
                  <a:pt x="72692" y="19571"/>
                  <a:pt x="72880" y="19855"/>
                </a:cubicBezTo>
                <a:cubicBezTo>
                  <a:pt x="73069" y="20138"/>
                  <a:pt x="73164" y="20468"/>
                  <a:pt x="73164" y="20846"/>
                </a:cubicBezTo>
                <a:lnTo>
                  <a:pt x="73164" y="27134"/>
                </a:lnTo>
                <a:cubicBezTo>
                  <a:pt x="74485" y="25234"/>
                  <a:pt x="75732" y="23666"/>
                  <a:pt x="76902" y="22432"/>
                </a:cubicBezTo>
                <a:cubicBezTo>
                  <a:pt x="78073" y="21198"/>
                  <a:pt x="79187" y="20220"/>
                  <a:pt x="80244" y="19499"/>
                </a:cubicBezTo>
                <a:cubicBezTo>
                  <a:pt x="81302" y="18777"/>
                  <a:pt x="82359" y="18273"/>
                  <a:pt x="83417" y="17989"/>
                </a:cubicBezTo>
                <a:cubicBezTo>
                  <a:pt x="84474" y="17703"/>
                  <a:pt x="85531" y="17560"/>
                  <a:pt x="86589" y="17560"/>
                </a:cubicBezTo>
                <a:cubicBezTo>
                  <a:pt x="87080" y="17560"/>
                  <a:pt x="87608" y="17589"/>
                  <a:pt x="88175" y="17645"/>
                </a:cubicBezTo>
                <a:cubicBezTo>
                  <a:pt x="88741" y="17702"/>
                  <a:pt x="89327" y="17796"/>
                  <a:pt x="89931" y="17929"/>
                </a:cubicBezTo>
                <a:cubicBezTo>
                  <a:pt x="90535" y="18061"/>
                  <a:pt x="91064" y="18212"/>
                  <a:pt x="91517" y="18382"/>
                </a:cubicBezTo>
                <a:cubicBezTo>
                  <a:pt x="91970" y="18552"/>
                  <a:pt x="92301" y="18731"/>
                  <a:pt x="92508" y="18920"/>
                </a:cubicBezTo>
                <a:cubicBezTo>
                  <a:pt x="92716" y="19109"/>
                  <a:pt x="92867" y="19316"/>
                  <a:pt x="92961" y="19543"/>
                </a:cubicBezTo>
                <a:cubicBezTo>
                  <a:pt x="93056" y="19770"/>
                  <a:pt x="93141" y="20081"/>
                  <a:pt x="93216" y="20478"/>
                </a:cubicBezTo>
                <a:cubicBezTo>
                  <a:pt x="93292" y="20874"/>
                  <a:pt x="93349" y="21469"/>
                  <a:pt x="93386" y="22262"/>
                </a:cubicBezTo>
                <a:cubicBezTo>
                  <a:pt x="93424" y="23055"/>
                  <a:pt x="93443" y="24131"/>
                  <a:pt x="93443" y="25491"/>
                </a:cubicBezTo>
                <a:close/>
                <a:moveTo>
                  <a:pt x="151674" y="45599"/>
                </a:moveTo>
                <a:cubicBezTo>
                  <a:pt x="151674" y="49913"/>
                  <a:pt x="151108" y="53849"/>
                  <a:pt x="149975" y="57406"/>
                </a:cubicBezTo>
                <a:cubicBezTo>
                  <a:pt x="148842" y="60963"/>
                  <a:pt x="147123" y="64028"/>
                  <a:pt x="144820" y="66600"/>
                </a:cubicBezTo>
                <a:cubicBezTo>
                  <a:pt x="142516" y="69173"/>
                  <a:pt x="139627" y="71160"/>
                  <a:pt x="136153" y="72560"/>
                </a:cubicBezTo>
                <a:cubicBezTo>
                  <a:pt x="132679" y="73960"/>
                  <a:pt x="128619" y="74660"/>
                  <a:pt x="123974" y="74660"/>
                </a:cubicBezTo>
                <a:cubicBezTo>
                  <a:pt x="119480" y="74660"/>
                  <a:pt x="115571" y="74036"/>
                  <a:pt x="112248" y="72787"/>
                </a:cubicBezTo>
                <a:cubicBezTo>
                  <a:pt x="108925" y="71538"/>
                  <a:pt x="106168" y="69722"/>
                  <a:pt x="103978" y="67338"/>
                </a:cubicBezTo>
                <a:cubicBezTo>
                  <a:pt x="101787" y="64954"/>
                  <a:pt x="100164" y="62022"/>
                  <a:pt x="99106" y="58540"/>
                </a:cubicBezTo>
                <a:cubicBezTo>
                  <a:pt x="98049" y="55059"/>
                  <a:pt x="97520" y="51086"/>
                  <a:pt x="97520" y="46622"/>
                </a:cubicBezTo>
                <a:cubicBezTo>
                  <a:pt x="97520" y="42307"/>
                  <a:pt x="98096" y="38362"/>
                  <a:pt x="99248" y="34786"/>
                </a:cubicBezTo>
                <a:cubicBezTo>
                  <a:pt x="100400" y="31210"/>
                  <a:pt x="102127" y="28146"/>
                  <a:pt x="104431" y="25592"/>
                </a:cubicBezTo>
                <a:cubicBezTo>
                  <a:pt x="106735" y="23038"/>
                  <a:pt x="109614" y="21061"/>
                  <a:pt x="113070" y="19662"/>
                </a:cubicBezTo>
                <a:cubicBezTo>
                  <a:pt x="116525" y="18261"/>
                  <a:pt x="120575" y="17560"/>
                  <a:pt x="125220" y="17560"/>
                </a:cubicBezTo>
                <a:cubicBezTo>
                  <a:pt x="129752" y="17560"/>
                  <a:pt x="133679" y="18175"/>
                  <a:pt x="137003" y="19405"/>
                </a:cubicBezTo>
                <a:cubicBezTo>
                  <a:pt x="140326" y="20635"/>
                  <a:pt x="143073" y="22441"/>
                  <a:pt x="145245" y="24825"/>
                </a:cubicBezTo>
                <a:cubicBezTo>
                  <a:pt x="147416" y="27209"/>
                  <a:pt x="149031" y="30142"/>
                  <a:pt x="150088" y="33623"/>
                </a:cubicBezTo>
                <a:cubicBezTo>
                  <a:pt x="151145" y="37105"/>
                  <a:pt x="151674" y="41096"/>
                  <a:pt x="151674" y="45599"/>
                </a:cubicBezTo>
                <a:moveTo>
                  <a:pt x="137003" y="46167"/>
                </a:moveTo>
                <a:cubicBezTo>
                  <a:pt x="137003" y="43674"/>
                  <a:pt x="136804" y="41380"/>
                  <a:pt x="136408" y="39284"/>
                </a:cubicBezTo>
                <a:cubicBezTo>
                  <a:pt x="136011" y="37188"/>
                  <a:pt x="135341" y="35366"/>
                  <a:pt x="134397" y="33818"/>
                </a:cubicBezTo>
                <a:cubicBezTo>
                  <a:pt x="133453" y="32270"/>
                  <a:pt x="132197" y="31061"/>
                  <a:pt x="130630" y="30193"/>
                </a:cubicBezTo>
                <a:cubicBezTo>
                  <a:pt x="129063" y="29324"/>
                  <a:pt x="127089" y="28890"/>
                  <a:pt x="124710" y="28890"/>
                </a:cubicBezTo>
                <a:cubicBezTo>
                  <a:pt x="122596" y="28890"/>
                  <a:pt x="120745" y="29277"/>
                  <a:pt x="119159" y="30051"/>
                </a:cubicBezTo>
                <a:cubicBezTo>
                  <a:pt x="117573" y="30825"/>
                  <a:pt x="116270" y="31958"/>
                  <a:pt x="115250" y="33450"/>
                </a:cubicBezTo>
                <a:cubicBezTo>
                  <a:pt x="114231" y="34941"/>
                  <a:pt x="113466" y="36735"/>
                  <a:pt x="112956" y="38831"/>
                </a:cubicBezTo>
                <a:cubicBezTo>
                  <a:pt x="112446" y="40927"/>
                  <a:pt x="112191" y="43316"/>
                  <a:pt x="112191" y="45997"/>
                </a:cubicBezTo>
                <a:cubicBezTo>
                  <a:pt x="112191" y="48489"/>
                  <a:pt x="112399" y="50783"/>
                  <a:pt x="112815" y="52879"/>
                </a:cubicBezTo>
                <a:cubicBezTo>
                  <a:pt x="113230" y="54975"/>
                  <a:pt x="113900" y="56797"/>
                  <a:pt x="114826" y="58346"/>
                </a:cubicBezTo>
                <a:cubicBezTo>
                  <a:pt x="115751" y="59894"/>
                  <a:pt x="117006" y="61093"/>
                  <a:pt x="118593" y="61943"/>
                </a:cubicBezTo>
                <a:cubicBezTo>
                  <a:pt x="120179" y="62792"/>
                  <a:pt x="122142" y="63217"/>
                  <a:pt x="124484" y="63217"/>
                </a:cubicBezTo>
                <a:cubicBezTo>
                  <a:pt x="126636" y="63217"/>
                  <a:pt x="128506" y="62830"/>
                  <a:pt x="130092" y="62056"/>
                </a:cubicBezTo>
                <a:cubicBezTo>
                  <a:pt x="131678" y="61282"/>
                  <a:pt x="132981" y="60158"/>
                  <a:pt x="134000" y="58686"/>
                </a:cubicBezTo>
                <a:cubicBezTo>
                  <a:pt x="135020" y="57213"/>
                  <a:pt x="135775" y="55428"/>
                  <a:pt x="136266" y="53333"/>
                </a:cubicBezTo>
                <a:cubicBezTo>
                  <a:pt x="136757" y="51237"/>
                  <a:pt x="137003" y="48848"/>
                  <a:pt x="137003" y="46167"/>
                </a:cubicBezTo>
                <a:close/>
                <a:moveTo>
                  <a:pt x="243491" y="71373"/>
                </a:moveTo>
                <a:cubicBezTo>
                  <a:pt x="243491" y="71750"/>
                  <a:pt x="243378" y="72081"/>
                  <a:pt x="243151" y="72366"/>
                </a:cubicBezTo>
                <a:cubicBezTo>
                  <a:pt x="242924" y="72649"/>
                  <a:pt x="242547" y="72885"/>
                  <a:pt x="242018" y="73074"/>
                </a:cubicBezTo>
                <a:cubicBezTo>
                  <a:pt x="241489" y="73263"/>
                  <a:pt x="240772" y="73404"/>
                  <a:pt x="239865" y="73499"/>
                </a:cubicBezTo>
                <a:cubicBezTo>
                  <a:pt x="238959" y="73593"/>
                  <a:pt x="237807" y="73640"/>
                  <a:pt x="236410" y="73640"/>
                </a:cubicBezTo>
                <a:cubicBezTo>
                  <a:pt x="234975" y="73640"/>
                  <a:pt x="233804" y="73593"/>
                  <a:pt x="232898" y="73499"/>
                </a:cubicBezTo>
                <a:cubicBezTo>
                  <a:pt x="231992" y="73404"/>
                  <a:pt x="231265" y="73263"/>
                  <a:pt x="230717" y="73074"/>
                </a:cubicBezTo>
                <a:cubicBezTo>
                  <a:pt x="230170" y="72885"/>
                  <a:pt x="229792" y="72649"/>
                  <a:pt x="229584" y="72366"/>
                </a:cubicBezTo>
                <a:cubicBezTo>
                  <a:pt x="229376" y="72082"/>
                  <a:pt x="229273" y="71752"/>
                  <a:pt x="229273" y="71374"/>
                </a:cubicBezTo>
                <a:lnTo>
                  <a:pt x="229273" y="41408"/>
                </a:lnTo>
                <a:cubicBezTo>
                  <a:pt x="229273" y="39709"/>
                  <a:pt x="229112" y="38161"/>
                  <a:pt x="228791" y="36763"/>
                </a:cubicBezTo>
                <a:cubicBezTo>
                  <a:pt x="228470" y="35366"/>
                  <a:pt x="227979" y="34167"/>
                  <a:pt x="227318" y="33166"/>
                </a:cubicBezTo>
                <a:cubicBezTo>
                  <a:pt x="226657" y="32166"/>
                  <a:pt x="225827" y="31392"/>
                  <a:pt x="224826" y="30844"/>
                </a:cubicBezTo>
                <a:cubicBezTo>
                  <a:pt x="223825" y="30296"/>
                  <a:pt x="222626" y="30023"/>
                  <a:pt x="221229" y="30023"/>
                </a:cubicBezTo>
                <a:cubicBezTo>
                  <a:pt x="219529" y="30023"/>
                  <a:pt x="217811" y="30683"/>
                  <a:pt x="216074" y="32005"/>
                </a:cubicBezTo>
                <a:cubicBezTo>
                  <a:pt x="214337" y="33327"/>
                  <a:pt x="212449" y="35253"/>
                  <a:pt x="210409" y="37783"/>
                </a:cubicBezTo>
                <a:lnTo>
                  <a:pt x="210409" y="71374"/>
                </a:lnTo>
                <a:cubicBezTo>
                  <a:pt x="210409" y="71752"/>
                  <a:pt x="210296" y="72082"/>
                  <a:pt x="210069" y="72366"/>
                </a:cubicBezTo>
                <a:cubicBezTo>
                  <a:pt x="209843" y="72649"/>
                  <a:pt x="209456" y="72885"/>
                  <a:pt x="208908" y="73074"/>
                </a:cubicBezTo>
                <a:cubicBezTo>
                  <a:pt x="208361" y="73263"/>
                  <a:pt x="207634" y="73404"/>
                  <a:pt x="206727" y="73499"/>
                </a:cubicBezTo>
                <a:cubicBezTo>
                  <a:pt x="205821" y="73593"/>
                  <a:pt x="204688" y="73640"/>
                  <a:pt x="203329" y="73640"/>
                </a:cubicBezTo>
                <a:cubicBezTo>
                  <a:pt x="201931" y="73640"/>
                  <a:pt x="200779" y="73593"/>
                  <a:pt x="199873" y="73499"/>
                </a:cubicBezTo>
                <a:cubicBezTo>
                  <a:pt x="198967" y="73404"/>
                  <a:pt x="198240" y="73263"/>
                  <a:pt x="197692" y="73074"/>
                </a:cubicBezTo>
                <a:cubicBezTo>
                  <a:pt x="197145" y="72885"/>
                  <a:pt x="196758" y="72649"/>
                  <a:pt x="196531" y="72366"/>
                </a:cubicBezTo>
                <a:cubicBezTo>
                  <a:pt x="196304" y="72082"/>
                  <a:pt x="196191" y="71752"/>
                  <a:pt x="196191" y="71374"/>
                </a:cubicBezTo>
                <a:lnTo>
                  <a:pt x="196191" y="41408"/>
                </a:lnTo>
                <a:cubicBezTo>
                  <a:pt x="196191" y="39709"/>
                  <a:pt x="196031" y="38161"/>
                  <a:pt x="195710" y="36763"/>
                </a:cubicBezTo>
                <a:cubicBezTo>
                  <a:pt x="195389" y="35366"/>
                  <a:pt x="194907" y="34167"/>
                  <a:pt x="194265" y="33166"/>
                </a:cubicBezTo>
                <a:cubicBezTo>
                  <a:pt x="193623" y="32166"/>
                  <a:pt x="192792" y="31392"/>
                  <a:pt x="191773" y="30844"/>
                </a:cubicBezTo>
                <a:cubicBezTo>
                  <a:pt x="190753" y="30296"/>
                  <a:pt x="189564" y="30023"/>
                  <a:pt x="188204" y="30023"/>
                </a:cubicBezTo>
                <a:cubicBezTo>
                  <a:pt x="186467" y="30023"/>
                  <a:pt x="184730" y="30683"/>
                  <a:pt x="182993" y="32005"/>
                </a:cubicBezTo>
                <a:cubicBezTo>
                  <a:pt x="181255" y="33327"/>
                  <a:pt x="179386" y="35253"/>
                  <a:pt x="177385" y="37783"/>
                </a:cubicBezTo>
                <a:lnTo>
                  <a:pt x="177385" y="71374"/>
                </a:lnTo>
                <a:cubicBezTo>
                  <a:pt x="177385" y="71752"/>
                  <a:pt x="177271" y="72082"/>
                  <a:pt x="177045" y="72366"/>
                </a:cubicBezTo>
                <a:cubicBezTo>
                  <a:pt x="176818" y="72649"/>
                  <a:pt x="176431" y="72885"/>
                  <a:pt x="175883" y="73074"/>
                </a:cubicBezTo>
                <a:cubicBezTo>
                  <a:pt x="175336" y="73263"/>
                  <a:pt x="174609" y="73404"/>
                  <a:pt x="173703" y="73499"/>
                </a:cubicBezTo>
                <a:cubicBezTo>
                  <a:pt x="172796" y="73593"/>
                  <a:pt x="171644" y="73640"/>
                  <a:pt x="170247" y="73640"/>
                </a:cubicBezTo>
                <a:cubicBezTo>
                  <a:pt x="168850" y="73640"/>
                  <a:pt x="167698" y="73593"/>
                  <a:pt x="166792" y="73499"/>
                </a:cubicBezTo>
                <a:cubicBezTo>
                  <a:pt x="165885" y="73404"/>
                  <a:pt x="165158" y="73263"/>
                  <a:pt x="164611" y="73074"/>
                </a:cubicBezTo>
                <a:cubicBezTo>
                  <a:pt x="164063" y="72885"/>
                  <a:pt x="163676" y="72649"/>
                  <a:pt x="163450" y="72366"/>
                </a:cubicBezTo>
                <a:cubicBezTo>
                  <a:pt x="163223" y="72082"/>
                  <a:pt x="163110" y="71752"/>
                  <a:pt x="163110" y="71374"/>
                </a:cubicBezTo>
                <a:lnTo>
                  <a:pt x="163110" y="20846"/>
                </a:lnTo>
                <a:cubicBezTo>
                  <a:pt x="163110" y="20468"/>
                  <a:pt x="163204" y="20138"/>
                  <a:pt x="163393" y="19855"/>
                </a:cubicBezTo>
                <a:cubicBezTo>
                  <a:pt x="163582" y="19571"/>
                  <a:pt x="163922" y="19335"/>
                  <a:pt x="164413" y="19146"/>
                </a:cubicBezTo>
                <a:cubicBezTo>
                  <a:pt x="164903" y="18958"/>
                  <a:pt x="165536" y="18816"/>
                  <a:pt x="166310" y="18722"/>
                </a:cubicBezTo>
                <a:cubicBezTo>
                  <a:pt x="167084" y="18627"/>
                  <a:pt x="168057" y="18580"/>
                  <a:pt x="169227" y="18580"/>
                </a:cubicBezTo>
                <a:cubicBezTo>
                  <a:pt x="170436" y="18580"/>
                  <a:pt x="171437" y="18627"/>
                  <a:pt x="172230" y="18722"/>
                </a:cubicBezTo>
                <a:cubicBezTo>
                  <a:pt x="173023" y="18816"/>
                  <a:pt x="173636" y="18958"/>
                  <a:pt x="174071" y="19146"/>
                </a:cubicBezTo>
                <a:cubicBezTo>
                  <a:pt x="174505" y="19335"/>
                  <a:pt x="174817" y="19571"/>
                  <a:pt x="175005" y="19855"/>
                </a:cubicBezTo>
                <a:cubicBezTo>
                  <a:pt x="175194" y="20138"/>
                  <a:pt x="175289" y="20468"/>
                  <a:pt x="175289" y="20846"/>
                </a:cubicBezTo>
                <a:lnTo>
                  <a:pt x="175289" y="26680"/>
                </a:lnTo>
                <a:cubicBezTo>
                  <a:pt x="178083" y="23640"/>
                  <a:pt x="180868" y="21360"/>
                  <a:pt x="183644" y="19840"/>
                </a:cubicBezTo>
                <a:cubicBezTo>
                  <a:pt x="186420" y="18320"/>
                  <a:pt x="189318" y="17560"/>
                  <a:pt x="192339" y="17560"/>
                </a:cubicBezTo>
                <a:cubicBezTo>
                  <a:pt x="194416" y="17560"/>
                  <a:pt x="196286" y="17779"/>
                  <a:pt x="197947" y="18217"/>
                </a:cubicBezTo>
                <a:cubicBezTo>
                  <a:pt x="199609" y="18654"/>
                  <a:pt x="201091" y="19280"/>
                  <a:pt x="202394" y="20097"/>
                </a:cubicBezTo>
                <a:cubicBezTo>
                  <a:pt x="203697" y="20914"/>
                  <a:pt x="204820" y="21892"/>
                  <a:pt x="205764" y="23032"/>
                </a:cubicBezTo>
                <a:cubicBezTo>
                  <a:pt x="206708" y="24172"/>
                  <a:pt x="207502" y="25445"/>
                  <a:pt x="208144" y="26850"/>
                </a:cubicBezTo>
                <a:cubicBezTo>
                  <a:pt x="209654" y="25217"/>
                  <a:pt x="211136" y="23812"/>
                  <a:pt x="212590" y="22634"/>
                </a:cubicBezTo>
                <a:cubicBezTo>
                  <a:pt x="214044" y="21455"/>
                  <a:pt x="215479" y="20495"/>
                  <a:pt x="216895" y="19755"/>
                </a:cubicBezTo>
                <a:cubicBezTo>
                  <a:pt x="218312" y="19014"/>
                  <a:pt x="219728" y="18463"/>
                  <a:pt x="221144" y="18102"/>
                </a:cubicBezTo>
                <a:cubicBezTo>
                  <a:pt x="222560" y="17741"/>
                  <a:pt x="224004" y="17560"/>
                  <a:pt x="225477" y="17560"/>
                </a:cubicBezTo>
                <a:cubicBezTo>
                  <a:pt x="228838" y="17560"/>
                  <a:pt x="231671" y="18127"/>
                  <a:pt x="233974" y="19262"/>
                </a:cubicBezTo>
                <a:cubicBezTo>
                  <a:pt x="236278" y="20396"/>
                  <a:pt x="238138" y="21936"/>
                  <a:pt x="239554" y="23884"/>
                </a:cubicBezTo>
                <a:cubicBezTo>
                  <a:pt x="240970" y="25830"/>
                  <a:pt x="241980" y="28107"/>
                  <a:pt x="242585" y="30716"/>
                </a:cubicBezTo>
                <a:cubicBezTo>
                  <a:pt x="243189" y="33325"/>
                  <a:pt x="243491" y="36084"/>
                  <a:pt x="243491" y="38994"/>
                </a:cubicBezTo>
                <a:lnTo>
                  <a:pt x="243491" y="71373"/>
                </a:lnTo>
                <a:close/>
                <a:moveTo>
                  <a:pt x="308412" y="45372"/>
                </a:moveTo>
                <a:cubicBezTo>
                  <a:pt x="308412" y="49875"/>
                  <a:pt x="307930" y="53934"/>
                  <a:pt x="306967" y="57547"/>
                </a:cubicBezTo>
                <a:cubicBezTo>
                  <a:pt x="306004" y="61161"/>
                  <a:pt x="304597" y="64235"/>
                  <a:pt x="302747" y="66770"/>
                </a:cubicBezTo>
                <a:cubicBezTo>
                  <a:pt x="300897" y="69305"/>
                  <a:pt x="298593" y="71254"/>
                  <a:pt x="295836" y="72617"/>
                </a:cubicBezTo>
                <a:cubicBezTo>
                  <a:pt x="293079" y="73979"/>
                  <a:pt x="289926" y="74660"/>
                  <a:pt x="286376" y="74660"/>
                </a:cubicBezTo>
                <a:cubicBezTo>
                  <a:pt x="284903" y="74660"/>
                  <a:pt x="283553" y="74518"/>
                  <a:pt x="282326" y="74233"/>
                </a:cubicBezTo>
                <a:cubicBezTo>
                  <a:pt x="281099" y="73950"/>
                  <a:pt x="279909" y="73515"/>
                  <a:pt x="278757" y="72929"/>
                </a:cubicBezTo>
                <a:cubicBezTo>
                  <a:pt x="277605" y="72342"/>
                  <a:pt x="276463" y="71614"/>
                  <a:pt x="275330" y="70744"/>
                </a:cubicBezTo>
                <a:cubicBezTo>
                  <a:pt x="274197" y="69873"/>
                  <a:pt x="273027" y="68851"/>
                  <a:pt x="271818" y="67678"/>
                </a:cubicBezTo>
                <a:lnTo>
                  <a:pt x="271818" y="91482"/>
                </a:lnTo>
                <a:cubicBezTo>
                  <a:pt x="271818" y="91860"/>
                  <a:pt x="271705" y="92200"/>
                  <a:pt x="271478" y="92502"/>
                </a:cubicBezTo>
                <a:cubicBezTo>
                  <a:pt x="271252" y="92805"/>
                  <a:pt x="270865" y="93061"/>
                  <a:pt x="270317" y="93268"/>
                </a:cubicBezTo>
                <a:cubicBezTo>
                  <a:pt x="269769" y="93476"/>
                  <a:pt x="269042" y="93636"/>
                  <a:pt x="268136" y="93750"/>
                </a:cubicBezTo>
                <a:cubicBezTo>
                  <a:pt x="267230" y="93863"/>
                  <a:pt x="266078" y="93920"/>
                  <a:pt x="264681" y="93920"/>
                </a:cubicBezTo>
                <a:cubicBezTo>
                  <a:pt x="263283" y="93920"/>
                  <a:pt x="262132" y="93863"/>
                  <a:pt x="261225" y="93750"/>
                </a:cubicBezTo>
                <a:cubicBezTo>
                  <a:pt x="260319" y="93636"/>
                  <a:pt x="259592" y="93476"/>
                  <a:pt x="259044" y="93268"/>
                </a:cubicBezTo>
                <a:cubicBezTo>
                  <a:pt x="258497" y="93061"/>
                  <a:pt x="258110" y="92805"/>
                  <a:pt x="257883" y="92502"/>
                </a:cubicBezTo>
                <a:cubicBezTo>
                  <a:pt x="257656" y="92200"/>
                  <a:pt x="257543" y="91860"/>
                  <a:pt x="257543" y="91482"/>
                </a:cubicBezTo>
                <a:lnTo>
                  <a:pt x="257543" y="20848"/>
                </a:lnTo>
                <a:cubicBezTo>
                  <a:pt x="257543" y="20470"/>
                  <a:pt x="257638" y="20140"/>
                  <a:pt x="257826" y="19856"/>
                </a:cubicBezTo>
                <a:cubicBezTo>
                  <a:pt x="258015" y="19572"/>
                  <a:pt x="258346" y="19335"/>
                  <a:pt x="258818" y="19146"/>
                </a:cubicBezTo>
                <a:cubicBezTo>
                  <a:pt x="259290" y="18958"/>
                  <a:pt x="259913" y="18816"/>
                  <a:pt x="260687" y="18722"/>
                </a:cubicBezTo>
                <a:cubicBezTo>
                  <a:pt x="261461" y="18627"/>
                  <a:pt x="262434" y="18580"/>
                  <a:pt x="263604" y="18580"/>
                </a:cubicBezTo>
                <a:cubicBezTo>
                  <a:pt x="264737" y="18580"/>
                  <a:pt x="265691" y="18627"/>
                  <a:pt x="266465" y="18722"/>
                </a:cubicBezTo>
                <a:cubicBezTo>
                  <a:pt x="267239" y="18815"/>
                  <a:pt x="267862" y="18956"/>
                  <a:pt x="268334" y="19145"/>
                </a:cubicBezTo>
                <a:cubicBezTo>
                  <a:pt x="268806" y="19332"/>
                  <a:pt x="269137" y="19567"/>
                  <a:pt x="269326" y="19849"/>
                </a:cubicBezTo>
                <a:cubicBezTo>
                  <a:pt x="269514" y="20130"/>
                  <a:pt x="269609" y="20459"/>
                  <a:pt x="269609" y="20835"/>
                </a:cubicBezTo>
                <a:lnTo>
                  <a:pt x="269609" y="26755"/>
                </a:lnTo>
                <a:cubicBezTo>
                  <a:pt x="271082" y="25242"/>
                  <a:pt x="272526" y="23908"/>
                  <a:pt x="273942" y="22754"/>
                </a:cubicBezTo>
                <a:cubicBezTo>
                  <a:pt x="275358" y="21600"/>
                  <a:pt x="276803" y="20635"/>
                  <a:pt x="278276" y="19860"/>
                </a:cubicBezTo>
                <a:cubicBezTo>
                  <a:pt x="279749" y="19083"/>
                  <a:pt x="281269" y="18506"/>
                  <a:pt x="282836" y="18129"/>
                </a:cubicBezTo>
                <a:cubicBezTo>
                  <a:pt x="284403" y="17750"/>
                  <a:pt x="286074" y="17560"/>
                  <a:pt x="287849" y="17560"/>
                </a:cubicBezTo>
                <a:cubicBezTo>
                  <a:pt x="291550" y="17560"/>
                  <a:pt x="294703" y="18289"/>
                  <a:pt x="297309" y="19747"/>
                </a:cubicBezTo>
                <a:cubicBezTo>
                  <a:pt x="299915" y="21203"/>
                  <a:pt x="302039" y="23198"/>
                  <a:pt x="303682" y="25733"/>
                </a:cubicBezTo>
                <a:cubicBezTo>
                  <a:pt x="305324" y="28268"/>
                  <a:pt x="306523" y="31220"/>
                  <a:pt x="307279" y="34588"/>
                </a:cubicBezTo>
                <a:cubicBezTo>
                  <a:pt x="308034" y="37956"/>
                  <a:pt x="308412" y="41551"/>
                  <a:pt x="308412" y="45372"/>
                </a:cubicBezTo>
                <a:moveTo>
                  <a:pt x="293570" y="46422"/>
                </a:moveTo>
                <a:cubicBezTo>
                  <a:pt x="293570" y="44266"/>
                  <a:pt x="293410" y="42194"/>
                  <a:pt x="293089" y="40208"/>
                </a:cubicBezTo>
                <a:cubicBezTo>
                  <a:pt x="292768" y="38222"/>
                  <a:pt x="292220" y="36454"/>
                  <a:pt x="291446" y="34903"/>
                </a:cubicBezTo>
                <a:cubicBezTo>
                  <a:pt x="290672" y="33352"/>
                  <a:pt x="289652" y="32114"/>
                  <a:pt x="288387" y="31187"/>
                </a:cubicBezTo>
                <a:cubicBezTo>
                  <a:pt x="287122" y="30260"/>
                  <a:pt x="285545" y="29796"/>
                  <a:pt x="283657" y="29796"/>
                </a:cubicBezTo>
                <a:cubicBezTo>
                  <a:pt x="282713" y="29796"/>
                  <a:pt x="281778" y="29938"/>
                  <a:pt x="280853" y="30221"/>
                </a:cubicBezTo>
                <a:cubicBezTo>
                  <a:pt x="279928" y="30503"/>
                  <a:pt x="278984" y="30964"/>
                  <a:pt x="278021" y="31605"/>
                </a:cubicBezTo>
                <a:cubicBezTo>
                  <a:pt x="277058" y="32246"/>
                  <a:pt x="276067" y="33076"/>
                  <a:pt x="275047" y="34094"/>
                </a:cubicBezTo>
                <a:cubicBezTo>
                  <a:pt x="274027" y="35111"/>
                  <a:pt x="272951" y="36373"/>
                  <a:pt x="271818" y="37880"/>
                </a:cubicBezTo>
                <a:lnTo>
                  <a:pt x="271818" y="54566"/>
                </a:lnTo>
                <a:cubicBezTo>
                  <a:pt x="273820" y="57110"/>
                  <a:pt x="275727" y="59074"/>
                  <a:pt x="277539" y="60459"/>
                </a:cubicBezTo>
                <a:cubicBezTo>
                  <a:pt x="279352" y="61845"/>
                  <a:pt x="281240" y="62538"/>
                  <a:pt x="283204" y="62538"/>
                </a:cubicBezTo>
                <a:cubicBezTo>
                  <a:pt x="285054" y="62538"/>
                  <a:pt x="286631" y="62065"/>
                  <a:pt x="287934" y="61120"/>
                </a:cubicBezTo>
                <a:cubicBezTo>
                  <a:pt x="289237" y="60173"/>
                  <a:pt x="290304" y="58934"/>
                  <a:pt x="291134" y="57402"/>
                </a:cubicBezTo>
                <a:cubicBezTo>
                  <a:pt x="291965" y="55870"/>
                  <a:pt x="292579" y="54140"/>
                  <a:pt x="292975" y="52210"/>
                </a:cubicBezTo>
                <a:cubicBezTo>
                  <a:pt x="293372" y="50281"/>
                  <a:pt x="293570" y="48351"/>
                  <a:pt x="293570" y="46422"/>
                </a:cubicBezTo>
                <a:close/>
                <a:moveTo>
                  <a:pt x="349275" y="66351"/>
                </a:moveTo>
                <a:cubicBezTo>
                  <a:pt x="349275" y="68020"/>
                  <a:pt x="349171" y="69302"/>
                  <a:pt x="348963" y="70194"/>
                </a:cubicBezTo>
                <a:cubicBezTo>
                  <a:pt x="348756" y="71085"/>
                  <a:pt x="348482" y="71711"/>
                  <a:pt x="348142" y="72072"/>
                </a:cubicBezTo>
                <a:cubicBezTo>
                  <a:pt x="347802" y="72432"/>
                  <a:pt x="347302" y="72754"/>
                  <a:pt x="346641" y="73038"/>
                </a:cubicBezTo>
                <a:cubicBezTo>
                  <a:pt x="345980" y="73323"/>
                  <a:pt x="345206" y="73569"/>
                  <a:pt x="344318" y="73778"/>
                </a:cubicBezTo>
                <a:cubicBezTo>
                  <a:pt x="343431" y="73987"/>
                  <a:pt x="342468" y="74148"/>
                  <a:pt x="341430" y="74262"/>
                </a:cubicBezTo>
                <a:cubicBezTo>
                  <a:pt x="340391" y="74376"/>
                  <a:pt x="339343" y="74433"/>
                  <a:pt x="338286" y="74433"/>
                </a:cubicBezTo>
                <a:cubicBezTo>
                  <a:pt x="335453" y="74433"/>
                  <a:pt x="332999" y="74075"/>
                  <a:pt x="330922" y="73357"/>
                </a:cubicBezTo>
                <a:cubicBezTo>
                  <a:pt x="328845" y="72640"/>
                  <a:pt x="327126" y="71535"/>
                  <a:pt x="325767" y="70043"/>
                </a:cubicBezTo>
                <a:cubicBezTo>
                  <a:pt x="324407" y="68552"/>
                  <a:pt x="323407" y="66673"/>
                  <a:pt x="322765" y="64407"/>
                </a:cubicBezTo>
                <a:cubicBezTo>
                  <a:pt x="322123" y="62141"/>
                  <a:pt x="321802" y="59460"/>
                  <a:pt x="321802" y="56363"/>
                </a:cubicBezTo>
                <a:lnTo>
                  <a:pt x="321802" y="30476"/>
                </a:lnTo>
                <a:lnTo>
                  <a:pt x="315740" y="30476"/>
                </a:lnTo>
                <a:cubicBezTo>
                  <a:pt x="315023" y="30476"/>
                  <a:pt x="314475" y="30032"/>
                  <a:pt x="314098" y="29145"/>
                </a:cubicBezTo>
                <a:cubicBezTo>
                  <a:pt x="313720" y="28257"/>
                  <a:pt x="313531" y="26775"/>
                  <a:pt x="313531" y="24698"/>
                </a:cubicBezTo>
                <a:cubicBezTo>
                  <a:pt x="313531" y="23603"/>
                  <a:pt x="313578" y="22677"/>
                  <a:pt x="313673" y="21922"/>
                </a:cubicBezTo>
                <a:cubicBezTo>
                  <a:pt x="313767" y="21167"/>
                  <a:pt x="313909" y="20572"/>
                  <a:pt x="314098" y="20138"/>
                </a:cubicBezTo>
                <a:cubicBezTo>
                  <a:pt x="314286" y="19703"/>
                  <a:pt x="314522" y="19392"/>
                  <a:pt x="314806" y="19203"/>
                </a:cubicBezTo>
                <a:cubicBezTo>
                  <a:pt x="315089" y="19014"/>
                  <a:pt x="315419" y="18920"/>
                  <a:pt x="315797" y="18920"/>
                </a:cubicBezTo>
                <a:lnTo>
                  <a:pt x="321802" y="18920"/>
                </a:lnTo>
                <a:lnTo>
                  <a:pt x="321802" y="7601"/>
                </a:lnTo>
                <a:cubicBezTo>
                  <a:pt x="321802" y="7221"/>
                  <a:pt x="321905" y="6880"/>
                  <a:pt x="322113" y="6576"/>
                </a:cubicBezTo>
                <a:cubicBezTo>
                  <a:pt x="322321" y="6273"/>
                  <a:pt x="322698" y="6017"/>
                  <a:pt x="323246" y="5810"/>
                </a:cubicBezTo>
                <a:cubicBezTo>
                  <a:pt x="323794" y="5601"/>
                  <a:pt x="324530" y="5449"/>
                  <a:pt x="325455" y="5355"/>
                </a:cubicBezTo>
                <a:cubicBezTo>
                  <a:pt x="326380" y="5259"/>
                  <a:pt x="327523" y="5211"/>
                  <a:pt x="328882" y="5211"/>
                </a:cubicBezTo>
                <a:cubicBezTo>
                  <a:pt x="330280" y="5211"/>
                  <a:pt x="331441" y="5259"/>
                  <a:pt x="332366" y="5355"/>
                </a:cubicBezTo>
                <a:cubicBezTo>
                  <a:pt x="333291" y="5449"/>
                  <a:pt x="334018" y="5601"/>
                  <a:pt x="334547" y="5810"/>
                </a:cubicBezTo>
                <a:cubicBezTo>
                  <a:pt x="335076" y="6017"/>
                  <a:pt x="335453" y="6273"/>
                  <a:pt x="335680" y="6576"/>
                </a:cubicBezTo>
                <a:cubicBezTo>
                  <a:pt x="335906" y="6880"/>
                  <a:pt x="336020" y="7221"/>
                  <a:pt x="336020" y="7601"/>
                </a:cubicBezTo>
                <a:lnTo>
                  <a:pt x="336020" y="18920"/>
                </a:lnTo>
                <a:lnTo>
                  <a:pt x="347009" y="18920"/>
                </a:lnTo>
                <a:cubicBezTo>
                  <a:pt x="347387" y="18920"/>
                  <a:pt x="347717" y="19014"/>
                  <a:pt x="348000" y="19203"/>
                </a:cubicBezTo>
                <a:cubicBezTo>
                  <a:pt x="348284" y="19392"/>
                  <a:pt x="348520" y="19703"/>
                  <a:pt x="348709" y="20138"/>
                </a:cubicBezTo>
                <a:cubicBezTo>
                  <a:pt x="348897" y="20572"/>
                  <a:pt x="349039" y="21167"/>
                  <a:pt x="349133" y="21922"/>
                </a:cubicBezTo>
                <a:cubicBezTo>
                  <a:pt x="349228" y="22677"/>
                  <a:pt x="349275" y="23603"/>
                  <a:pt x="349275" y="24698"/>
                </a:cubicBezTo>
                <a:cubicBezTo>
                  <a:pt x="349275" y="26775"/>
                  <a:pt x="349086" y="28257"/>
                  <a:pt x="348709" y="29145"/>
                </a:cubicBezTo>
                <a:cubicBezTo>
                  <a:pt x="348331" y="30032"/>
                  <a:pt x="347783" y="30476"/>
                  <a:pt x="347066" y="30476"/>
                </a:cubicBezTo>
                <a:lnTo>
                  <a:pt x="336020" y="30476"/>
                </a:lnTo>
                <a:lnTo>
                  <a:pt x="336020" y="54168"/>
                </a:lnTo>
                <a:cubicBezTo>
                  <a:pt x="336020" y="56920"/>
                  <a:pt x="336454" y="58984"/>
                  <a:pt x="337323" y="60360"/>
                </a:cubicBezTo>
                <a:cubicBezTo>
                  <a:pt x="338191" y="61736"/>
                  <a:pt x="339740" y="62424"/>
                  <a:pt x="341968" y="62424"/>
                </a:cubicBezTo>
                <a:cubicBezTo>
                  <a:pt x="342723" y="62424"/>
                  <a:pt x="343403" y="62358"/>
                  <a:pt x="344007" y="62226"/>
                </a:cubicBezTo>
                <a:cubicBezTo>
                  <a:pt x="344611" y="62094"/>
                  <a:pt x="345149" y="61943"/>
                  <a:pt x="345621" y="61773"/>
                </a:cubicBezTo>
                <a:cubicBezTo>
                  <a:pt x="346093" y="61603"/>
                  <a:pt x="346490" y="61452"/>
                  <a:pt x="346811" y="61320"/>
                </a:cubicBezTo>
                <a:cubicBezTo>
                  <a:pt x="347132" y="61188"/>
                  <a:pt x="347425" y="61121"/>
                  <a:pt x="347689" y="61121"/>
                </a:cubicBezTo>
                <a:cubicBezTo>
                  <a:pt x="347916" y="61121"/>
                  <a:pt x="348133" y="61188"/>
                  <a:pt x="348340" y="61320"/>
                </a:cubicBezTo>
                <a:cubicBezTo>
                  <a:pt x="348548" y="61452"/>
                  <a:pt x="348709" y="61717"/>
                  <a:pt x="348822" y="62115"/>
                </a:cubicBezTo>
                <a:cubicBezTo>
                  <a:pt x="348935" y="62511"/>
                  <a:pt x="349039" y="63051"/>
                  <a:pt x="349133" y="63734"/>
                </a:cubicBezTo>
                <a:cubicBezTo>
                  <a:pt x="349228" y="64416"/>
                  <a:pt x="349275" y="65288"/>
                  <a:pt x="349275" y="66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abilitycheck">
            <a:extLst xmlns:a="http://schemas.openxmlformats.org/drawingml/2006/main">
              <a:ext uri="{FF2B5EF4-FFF2-40B4-BE49-F238E27FC236}">
                <a16:creationId xmlns:a16="http://schemas.microsoft.com/office/drawing/2014/main" id="{593F122A-00B3-491E-90E8-50167EA4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408" y="2119963"/>
            <a:ext cx="593369" cy="99471"/>
          </a:xfrm>
          <a:custGeom xmlns:a="http://schemas.openxmlformats.org/drawingml/2006/main">
            <a:pathLst>
              <a:path w="593369" h="99471">
                <a:moveTo>
                  <a:pt x="46167" y="77094"/>
                </a:moveTo>
                <a:cubicBezTo>
                  <a:pt x="46167" y="77623"/>
                  <a:pt x="45978" y="78039"/>
                  <a:pt x="45600" y="78342"/>
                </a:cubicBezTo>
                <a:cubicBezTo>
                  <a:pt x="45223" y="78644"/>
                  <a:pt x="44628" y="78861"/>
                  <a:pt x="43816" y="78993"/>
                </a:cubicBezTo>
                <a:cubicBezTo>
                  <a:pt x="43004" y="79126"/>
                  <a:pt x="41805" y="79192"/>
                  <a:pt x="40219" y="79192"/>
                </a:cubicBezTo>
                <a:cubicBezTo>
                  <a:pt x="38520" y="79192"/>
                  <a:pt x="37283" y="79126"/>
                  <a:pt x="36509" y="78993"/>
                </a:cubicBezTo>
                <a:cubicBezTo>
                  <a:pt x="35734" y="78861"/>
                  <a:pt x="35187" y="78644"/>
                  <a:pt x="34866" y="78342"/>
                </a:cubicBezTo>
                <a:cubicBezTo>
                  <a:pt x="34545" y="78040"/>
                  <a:pt x="34384" y="77624"/>
                  <a:pt x="34384" y="77096"/>
                </a:cubicBezTo>
                <a:lnTo>
                  <a:pt x="34384" y="73074"/>
                </a:lnTo>
                <a:cubicBezTo>
                  <a:pt x="32307" y="75302"/>
                  <a:pt x="29938" y="77048"/>
                  <a:pt x="27275" y="78314"/>
                </a:cubicBezTo>
                <a:cubicBezTo>
                  <a:pt x="24613" y="79579"/>
                  <a:pt x="21658" y="80211"/>
                  <a:pt x="18410" y="80211"/>
                </a:cubicBezTo>
                <a:cubicBezTo>
                  <a:pt x="15729" y="80211"/>
                  <a:pt x="13265" y="79861"/>
                  <a:pt x="11018" y="79160"/>
                </a:cubicBezTo>
                <a:cubicBezTo>
                  <a:pt x="8771" y="78459"/>
                  <a:pt x="6826" y="77417"/>
                  <a:pt x="5183" y="76034"/>
                </a:cubicBezTo>
                <a:cubicBezTo>
                  <a:pt x="3540" y="74650"/>
                  <a:pt x="2266" y="72936"/>
                  <a:pt x="1360" y="70891"/>
                </a:cubicBezTo>
                <a:cubicBezTo>
                  <a:pt x="453" y="68845"/>
                  <a:pt x="0" y="66457"/>
                  <a:pt x="0" y="63729"/>
                </a:cubicBezTo>
                <a:cubicBezTo>
                  <a:pt x="0" y="60773"/>
                  <a:pt x="576" y="58205"/>
                  <a:pt x="1728" y="56027"/>
                </a:cubicBezTo>
                <a:cubicBezTo>
                  <a:pt x="2880" y="53848"/>
                  <a:pt x="4598" y="52049"/>
                  <a:pt x="6883" y="50628"/>
                </a:cubicBezTo>
                <a:cubicBezTo>
                  <a:pt x="9167" y="49207"/>
                  <a:pt x="12009" y="48155"/>
                  <a:pt x="15408" y="47473"/>
                </a:cubicBezTo>
                <a:cubicBezTo>
                  <a:pt x="18807" y="46791"/>
                  <a:pt x="22753" y="46450"/>
                  <a:pt x="27247" y="46450"/>
                </a:cubicBezTo>
                <a:lnTo>
                  <a:pt x="32175" y="46450"/>
                </a:lnTo>
                <a:lnTo>
                  <a:pt x="32175" y="43405"/>
                </a:lnTo>
                <a:cubicBezTo>
                  <a:pt x="32175" y="41826"/>
                  <a:pt x="32015" y="40445"/>
                  <a:pt x="31694" y="39261"/>
                </a:cubicBezTo>
                <a:cubicBezTo>
                  <a:pt x="31373" y="38076"/>
                  <a:pt x="30844" y="37089"/>
                  <a:pt x="30108" y="36300"/>
                </a:cubicBezTo>
                <a:cubicBezTo>
                  <a:pt x="29371" y="35510"/>
                  <a:pt x="28389" y="34928"/>
                  <a:pt x="27162" y="34553"/>
                </a:cubicBezTo>
                <a:cubicBezTo>
                  <a:pt x="25935" y="34176"/>
                  <a:pt x="24415" y="33988"/>
                  <a:pt x="22602" y="33988"/>
                </a:cubicBezTo>
                <a:cubicBezTo>
                  <a:pt x="20223" y="33988"/>
                  <a:pt x="18099" y="34252"/>
                  <a:pt x="16229" y="34781"/>
                </a:cubicBezTo>
                <a:cubicBezTo>
                  <a:pt x="14360" y="35310"/>
                  <a:pt x="12708" y="35895"/>
                  <a:pt x="11273" y="36537"/>
                </a:cubicBezTo>
                <a:cubicBezTo>
                  <a:pt x="9838" y="37179"/>
                  <a:pt x="8639" y="37764"/>
                  <a:pt x="7676" y="38293"/>
                </a:cubicBezTo>
                <a:cubicBezTo>
                  <a:pt x="6713" y="38822"/>
                  <a:pt x="5929" y="39086"/>
                  <a:pt x="5325" y="39086"/>
                </a:cubicBezTo>
                <a:cubicBezTo>
                  <a:pt x="4909" y="39086"/>
                  <a:pt x="4541" y="38953"/>
                  <a:pt x="4220" y="38688"/>
                </a:cubicBezTo>
                <a:cubicBezTo>
                  <a:pt x="3899" y="38422"/>
                  <a:pt x="3635" y="38043"/>
                  <a:pt x="3427" y="37549"/>
                </a:cubicBezTo>
                <a:cubicBezTo>
                  <a:pt x="3219" y="37056"/>
                  <a:pt x="3059" y="36449"/>
                  <a:pt x="2946" y="35728"/>
                </a:cubicBezTo>
                <a:cubicBezTo>
                  <a:pt x="2832" y="35006"/>
                  <a:pt x="2776" y="34209"/>
                  <a:pt x="2776" y="33336"/>
                </a:cubicBezTo>
                <a:cubicBezTo>
                  <a:pt x="2776" y="32160"/>
                  <a:pt x="2870" y="31230"/>
                  <a:pt x="3059" y="30547"/>
                </a:cubicBezTo>
                <a:cubicBezTo>
                  <a:pt x="3248" y="29863"/>
                  <a:pt x="3606" y="29247"/>
                  <a:pt x="4135" y="28697"/>
                </a:cubicBezTo>
                <a:cubicBezTo>
                  <a:pt x="4664" y="28146"/>
                  <a:pt x="5589" y="27540"/>
                  <a:pt x="6911" y="26879"/>
                </a:cubicBezTo>
                <a:cubicBezTo>
                  <a:pt x="8233" y="26218"/>
                  <a:pt x="9781" y="25604"/>
                  <a:pt x="11556" y="25038"/>
                </a:cubicBezTo>
                <a:cubicBezTo>
                  <a:pt x="13331" y="24471"/>
                  <a:pt x="15266" y="24009"/>
                  <a:pt x="17362" y="23650"/>
                </a:cubicBezTo>
                <a:cubicBezTo>
                  <a:pt x="19458" y="23291"/>
                  <a:pt x="21620" y="23112"/>
                  <a:pt x="23848" y="23112"/>
                </a:cubicBezTo>
                <a:cubicBezTo>
                  <a:pt x="27813" y="23112"/>
                  <a:pt x="31203" y="23499"/>
                  <a:pt x="34016" y="24275"/>
                </a:cubicBezTo>
                <a:cubicBezTo>
                  <a:pt x="36830" y="25049"/>
                  <a:pt x="39143" y="26240"/>
                  <a:pt x="40955" y="27847"/>
                </a:cubicBezTo>
                <a:cubicBezTo>
                  <a:pt x="42768" y="29453"/>
                  <a:pt x="44090" y="31523"/>
                  <a:pt x="44921" y="34055"/>
                </a:cubicBezTo>
                <a:cubicBezTo>
                  <a:pt x="45751" y="36588"/>
                  <a:pt x="46167" y="39593"/>
                  <a:pt x="46167" y="43071"/>
                </a:cubicBezTo>
                <a:lnTo>
                  <a:pt x="46167" y="77094"/>
                </a:lnTo>
                <a:moveTo>
                  <a:pt x="32175" y="55400"/>
                </a:moveTo>
                <a:lnTo>
                  <a:pt x="26737" y="55400"/>
                </a:lnTo>
                <a:cubicBezTo>
                  <a:pt x="24433" y="55400"/>
                  <a:pt x="22470" y="55571"/>
                  <a:pt x="20846" y="55914"/>
                </a:cubicBezTo>
                <a:cubicBezTo>
                  <a:pt x="19222" y="56256"/>
                  <a:pt x="17900" y="56770"/>
                  <a:pt x="16881" y="57455"/>
                </a:cubicBezTo>
                <a:cubicBezTo>
                  <a:pt x="15861" y="58140"/>
                  <a:pt x="15115" y="58968"/>
                  <a:pt x="14643" y="59939"/>
                </a:cubicBezTo>
                <a:cubicBezTo>
                  <a:pt x="14171" y="60909"/>
                  <a:pt x="13935" y="62022"/>
                  <a:pt x="13935" y="63278"/>
                </a:cubicBezTo>
                <a:cubicBezTo>
                  <a:pt x="13935" y="65409"/>
                  <a:pt x="14605" y="67083"/>
                  <a:pt x="15946" y="68301"/>
                </a:cubicBezTo>
                <a:cubicBezTo>
                  <a:pt x="17287" y="69519"/>
                  <a:pt x="19146" y="70128"/>
                  <a:pt x="21526" y="70128"/>
                </a:cubicBezTo>
                <a:cubicBezTo>
                  <a:pt x="23527" y="70128"/>
                  <a:pt x="25368" y="69615"/>
                  <a:pt x="27049" y="68588"/>
                </a:cubicBezTo>
                <a:cubicBezTo>
                  <a:pt x="28729" y="67560"/>
                  <a:pt x="30438" y="66057"/>
                  <a:pt x="32175" y="64078"/>
                </a:cubicBezTo>
                <a:lnTo>
                  <a:pt x="32175" y="55400"/>
                </a:lnTo>
                <a:close/>
                <a:moveTo>
                  <a:pt x="110946" y="50980"/>
                </a:moveTo>
                <a:cubicBezTo>
                  <a:pt x="110946" y="55483"/>
                  <a:pt x="110455" y="59532"/>
                  <a:pt x="109473" y="63127"/>
                </a:cubicBezTo>
                <a:cubicBezTo>
                  <a:pt x="108491" y="66722"/>
                  <a:pt x="107075" y="69787"/>
                  <a:pt x="105224" y="72321"/>
                </a:cubicBezTo>
                <a:cubicBezTo>
                  <a:pt x="103374" y="74856"/>
                  <a:pt x="101099" y="76805"/>
                  <a:pt x="98399" y="78168"/>
                </a:cubicBezTo>
                <a:cubicBezTo>
                  <a:pt x="95698" y="79530"/>
                  <a:pt x="92630" y="80211"/>
                  <a:pt x="89193" y="80211"/>
                </a:cubicBezTo>
                <a:cubicBezTo>
                  <a:pt x="87494" y="80211"/>
                  <a:pt x="85908" y="80050"/>
                  <a:pt x="84435" y="79728"/>
                </a:cubicBezTo>
                <a:cubicBezTo>
                  <a:pt x="82962" y="79407"/>
                  <a:pt x="81556" y="78887"/>
                  <a:pt x="80215" y="78168"/>
                </a:cubicBezTo>
                <a:cubicBezTo>
                  <a:pt x="78874" y="77449"/>
                  <a:pt x="77553" y="76540"/>
                  <a:pt x="76250" y="75444"/>
                </a:cubicBezTo>
                <a:cubicBezTo>
                  <a:pt x="74947" y="74347"/>
                  <a:pt x="73616" y="73022"/>
                  <a:pt x="72256" y="71470"/>
                </a:cubicBezTo>
                <a:lnTo>
                  <a:pt x="72256" y="76936"/>
                </a:lnTo>
                <a:cubicBezTo>
                  <a:pt x="72256" y="77351"/>
                  <a:pt x="72152" y="77699"/>
                  <a:pt x="71945" y="77981"/>
                </a:cubicBezTo>
                <a:cubicBezTo>
                  <a:pt x="71737" y="78262"/>
                  <a:pt x="71397" y="78497"/>
                  <a:pt x="70925" y="78685"/>
                </a:cubicBezTo>
                <a:cubicBezTo>
                  <a:pt x="70453" y="78873"/>
                  <a:pt x="69820" y="79004"/>
                  <a:pt x="69027" y="79078"/>
                </a:cubicBezTo>
                <a:cubicBezTo>
                  <a:pt x="68234" y="79154"/>
                  <a:pt x="67271" y="79192"/>
                  <a:pt x="66138" y="79192"/>
                </a:cubicBezTo>
                <a:cubicBezTo>
                  <a:pt x="64968" y="79192"/>
                  <a:pt x="63995" y="79154"/>
                  <a:pt x="63221" y="79078"/>
                </a:cubicBezTo>
                <a:cubicBezTo>
                  <a:pt x="62447" y="79003"/>
                  <a:pt x="61824" y="78871"/>
                  <a:pt x="61352" y="78682"/>
                </a:cubicBezTo>
                <a:cubicBezTo>
                  <a:pt x="60880" y="78493"/>
                  <a:pt x="60549" y="78257"/>
                  <a:pt x="60360" y="77974"/>
                </a:cubicBezTo>
                <a:cubicBezTo>
                  <a:pt x="60172" y="77690"/>
                  <a:pt x="60077" y="77341"/>
                  <a:pt x="60077" y="76926"/>
                </a:cubicBezTo>
                <a:lnTo>
                  <a:pt x="60077" y="2436"/>
                </a:lnTo>
                <a:cubicBezTo>
                  <a:pt x="60077" y="2058"/>
                  <a:pt x="60191" y="1718"/>
                  <a:pt x="60417" y="1416"/>
                </a:cubicBezTo>
                <a:cubicBezTo>
                  <a:pt x="60644" y="1114"/>
                  <a:pt x="61031" y="859"/>
                  <a:pt x="61578" y="651"/>
                </a:cubicBezTo>
                <a:cubicBezTo>
                  <a:pt x="62126" y="444"/>
                  <a:pt x="62853" y="283"/>
                  <a:pt x="63759" y="170"/>
                </a:cubicBezTo>
                <a:cubicBezTo>
                  <a:pt x="64666" y="57"/>
                  <a:pt x="65817" y="0"/>
                  <a:pt x="67215" y="0"/>
                </a:cubicBezTo>
                <a:cubicBezTo>
                  <a:pt x="68612" y="0"/>
                  <a:pt x="69764" y="57"/>
                  <a:pt x="70670" y="170"/>
                </a:cubicBezTo>
                <a:cubicBezTo>
                  <a:pt x="71576" y="283"/>
                  <a:pt x="72303" y="444"/>
                  <a:pt x="72851" y="651"/>
                </a:cubicBezTo>
                <a:cubicBezTo>
                  <a:pt x="73399" y="858"/>
                  <a:pt x="73786" y="1112"/>
                  <a:pt x="74012" y="1414"/>
                </a:cubicBezTo>
                <a:cubicBezTo>
                  <a:pt x="74239" y="1717"/>
                  <a:pt x="74352" y="2056"/>
                  <a:pt x="74352" y="2432"/>
                </a:cubicBezTo>
                <a:lnTo>
                  <a:pt x="74352" y="30320"/>
                </a:lnTo>
                <a:cubicBezTo>
                  <a:pt x="75636" y="29034"/>
                  <a:pt x="76920" y="27937"/>
                  <a:pt x="78204" y="27029"/>
                </a:cubicBezTo>
                <a:cubicBezTo>
                  <a:pt x="79488" y="26120"/>
                  <a:pt x="80772" y="25373"/>
                  <a:pt x="82056" y="24786"/>
                </a:cubicBezTo>
                <a:cubicBezTo>
                  <a:pt x="83340" y="24200"/>
                  <a:pt x="84662" y="23774"/>
                  <a:pt x="86021" y="23510"/>
                </a:cubicBezTo>
                <a:cubicBezTo>
                  <a:pt x="87381" y="23244"/>
                  <a:pt x="88816" y="23112"/>
                  <a:pt x="90326" y="23112"/>
                </a:cubicBezTo>
                <a:cubicBezTo>
                  <a:pt x="94065" y="23112"/>
                  <a:pt x="97237" y="23859"/>
                  <a:pt x="99843" y="25355"/>
                </a:cubicBezTo>
                <a:cubicBezTo>
                  <a:pt x="102449" y="26849"/>
                  <a:pt x="104573" y="28864"/>
                  <a:pt x="106216" y="31400"/>
                </a:cubicBezTo>
                <a:cubicBezTo>
                  <a:pt x="107858" y="33935"/>
                  <a:pt x="109057" y="36896"/>
                  <a:pt x="109813" y="40283"/>
                </a:cubicBezTo>
                <a:cubicBezTo>
                  <a:pt x="110568" y="43668"/>
                  <a:pt x="110946" y="47234"/>
                  <a:pt x="110946" y="50980"/>
                </a:cubicBezTo>
                <a:moveTo>
                  <a:pt x="96161" y="52030"/>
                </a:moveTo>
                <a:cubicBezTo>
                  <a:pt x="96161" y="49874"/>
                  <a:pt x="96000" y="47793"/>
                  <a:pt x="95679" y="45788"/>
                </a:cubicBezTo>
                <a:cubicBezTo>
                  <a:pt x="95358" y="43783"/>
                  <a:pt x="94801" y="42005"/>
                  <a:pt x="94008" y="40454"/>
                </a:cubicBezTo>
                <a:cubicBezTo>
                  <a:pt x="93215" y="38904"/>
                  <a:pt x="92186" y="37665"/>
                  <a:pt x="90921" y="36739"/>
                </a:cubicBezTo>
                <a:cubicBezTo>
                  <a:pt x="89656" y="35811"/>
                  <a:pt x="88061" y="35347"/>
                  <a:pt x="86135" y="35347"/>
                </a:cubicBezTo>
                <a:cubicBezTo>
                  <a:pt x="85190" y="35347"/>
                  <a:pt x="84265" y="35480"/>
                  <a:pt x="83359" y="35744"/>
                </a:cubicBezTo>
                <a:cubicBezTo>
                  <a:pt x="82453" y="36007"/>
                  <a:pt x="81518" y="36459"/>
                  <a:pt x="80555" y="37100"/>
                </a:cubicBezTo>
                <a:cubicBezTo>
                  <a:pt x="79592" y="37741"/>
                  <a:pt x="78601" y="38570"/>
                  <a:pt x="77581" y="39589"/>
                </a:cubicBezTo>
                <a:cubicBezTo>
                  <a:pt x="76561" y="40606"/>
                  <a:pt x="75485" y="41868"/>
                  <a:pt x="74352" y="43375"/>
                </a:cubicBezTo>
                <a:lnTo>
                  <a:pt x="74352" y="60176"/>
                </a:lnTo>
                <a:cubicBezTo>
                  <a:pt x="76354" y="62757"/>
                  <a:pt x="78270" y="64721"/>
                  <a:pt x="80102" y="66069"/>
                </a:cubicBezTo>
                <a:cubicBezTo>
                  <a:pt x="81933" y="67416"/>
                  <a:pt x="83850" y="68089"/>
                  <a:pt x="85851" y="68089"/>
                </a:cubicBezTo>
                <a:cubicBezTo>
                  <a:pt x="87702" y="68089"/>
                  <a:pt x="89269" y="67616"/>
                  <a:pt x="90553" y="66671"/>
                </a:cubicBezTo>
                <a:cubicBezTo>
                  <a:pt x="91837" y="65725"/>
                  <a:pt x="92904" y="64495"/>
                  <a:pt x="93754" y="62982"/>
                </a:cubicBezTo>
                <a:cubicBezTo>
                  <a:pt x="94603" y="61469"/>
                  <a:pt x="95217" y="59748"/>
                  <a:pt x="95595" y="57818"/>
                </a:cubicBezTo>
                <a:cubicBezTo>
                  <a:pt x="95972" y="55889"/>
                  <a:pt x="96161" y="53959"/>
                  <a:pt x="96161" y="52030"/>
                </a:cubicBezTo>
                <a:close/>
                <a:moveTo>
                  <a:pt x="136871" y="76926"/>
                </a:moveTo>
                <a:cubicBezTo>
                  <a:pt x="136871" y="77303"/>
                  <a:pt x="136758" y="77634"/>
                  <a:pt x="136531" y="77917"/>
                </a:cubicBezTo>
                <a:cubicBezTo>
                  <a:pt x="136304" y="78200"/>
                  <a:pt x="135917" y="78436"/>
                  <a:pt x="135370" y="78625"/>
                </a:cubicBezTo>
                <a:cubicBezTo>
                  <a:pt x="134822" y="78814"/>
                  <a:pt x="134095" y="78956"/>
                  <a:pt x="133189" y="79050"/>
                </a:cubicBezTo>
                <a:cubicBezTo>
                  <a:pt x="132282" y="79144"/>
                  <a:pt x="131131" y="79192"/>
                  <a:pt x="129733" y="79192"/>
                </a:cubicBezTo>
                <a:cubicBezTo>
                  <a:pt x="128336" y="79192"/>
                  <a:pt x="127184" y="79144"/>
                  <a:pt x="126278" y="79050"/>
                </a:cubicBezTo>
                <a:cubicBezTo>
                  <a:pt x="125372" y="78956"/>
                  <a:pt x="124645" y="78814"/>
                  <a:pt x="124097" y="78625"/>
                </a:cubicBezTo>
                <a:cubicBezTo>
                  <a:pt x="123549" y="78436"/>
                  <a:pt x="123162" y="78200"/>
                  <a:pt x="122936" y="77917"/>
                </a:cubicBezTo>
                <a:cubicBezTo>
                  <a:pt x="122709" y="77634"/>
                  <a:pt x="122596" y="77303"/>
                  <a:pt x="122596" y="76926"/>
                </a:cubicBezTo>
                <a:lnTo>
                  <a:pt x="122596" y="26510"/>
                </a:lnTo>
                <a:cubicBezTo>
                  <a:pt x="122596" y="26133"/>
                  <a:pt x="122709" y="25802"/>
                  <a:pt x="122936" y="25519"/>
                </a:cubicBezTo>
                <a:cubicBezTo>
                  <a:pt x="123162" y="25236"/>
                  <a:pt x="123549" y="24990"/>
                  <a:pt x="124097" y="24783"/>
                </a:cubicBezTo>
                <a:cubicBezTo>
                  <a:pt x="124645" y="24575"/>
                  <a:pt x="125372" y="24415"/>
                  <a:pt x="126278" y="24301"/>
                </a:cubicBezTo>
                <a:cubicBezTo>
                  <a:pt x="127184" y="24188"/>
                  <a:pt x="128336" y="24131"/>
                  <a:pt x="129733" y="24131"/>
                </a:cubicBezTo>
                <a:cubicBezTo>
                  <a:pt x="131131" y="24131"/>
                  <a:pt x="132282" y="24188"/>
                  <a:pt x="133189" y="24301"/>
                </a:cubicBezTo>
                <a:cubicBezTo>
                  <a:pt x="134095" y="24415"/>
                  <a:pt x="134822" y="24575"/>
                  <a:pt x="135370" y="24783"/>
                </a:cubicBezTo>
                <a:cubicBezTo>
                  <a:pt x="135917" y="24990"/>
                  <a:pt x="136304" y="25236"/>
                  <a:pt x="136531" y="25519"/>
                </a:cubicBezTo>
                <a:cubicBezTo>
                  <a:pt x="136758" y="25802"/>
                  <a:pt x="136871" y="26133"/>
                  <a:pt x="136871" y="26510"/>
                </a:cubicBezTo>
                <a:lnTo>
                  <a:pt x="136871" y="76926"/>
                </a:lnTo>
                <a:moveTo>
                  <a:pt x="137947" y="9290"/>
                </a:moveTo>
                <a:cubicBezTo>
                  <a:pt x="137947" y="12160"/>
                  <a:pt x="137362" y="14143"/>
                  <a:pt x="136191" y="15238"/>
                </a:cubicBezTo>
                <a:cubicBezTo>
                  <a:pt x="135020" y="16333"/>
                  <a:pt x="132849" y="16881"/>
                  <a:pt x="129677" y="16881"/>
                </a:cubicBezTo>
                <a:cubicBezTo>
                  <a:pt x="126467" y="16881"/>
                  <a:pt x="124305" y="16352"/>
                  <a:pt x="123191" y="15295"/>
                </a:cubicBezTo>
                <a:cubicBezTo>
                  <a:pt x="122077" y="14237"/>
                  <a:pt x="121520" y="12330"/>
                  <a:pt x="121520" y="9573"/>
                </a:cubicBezTo>
                <a:cubicBezTo>
                  <a:pt x="121520" y="6703"/>
                  <a:pt x="122096" y="4711"/>
                  <a:pt x="123247" y="3597"/>
                </a:cubicBezTo>
                <a:cubicBezTo>
                  <a:pt x="124399" y="2483"/>
                  <a:pt x="126580" y="1926"/>
                  <a:pt x="129790" y="1926"/>
                </a:cubicBezTo>
                <a:cubicBezTo>
                  <a:pt x="132962" y="1926"/>
                  <a:pt x="135115" y="2464"/>
                  <a:pt x="136248" y="3540"/>
                </a:cubicBezTo>
                <a:cubicBezTo>
                  <a:pt x="137381" y="4617"/>
                  <a:pt x="137947" y="6533"/>
                  <a:pt x="137947" y="9290"/>
                </a:cubicBezTo>
                <a:close/>
                <a:moveTo>
                  <a:pt x="165410" y="76926"/>
                </a:moveTo>
                <a:cubicBezTo>
                  <a:pt x="165410" y="77303"/>
                  <a:pt x="165296" y="77634"/>
                  <a:pt x="165070" y="77917"/>
                </a:cubicBezTo>
                <a:cubicBezTo>
                  <a:pt x="164843" y="78200"/>
                  <a:pt x="164456" y="78436"/>
                  <a:pt x="163908" y="78625"/>
                </a:cubicBezTo>
                <a:cubicBezTo>
                  <a:pt x="163361" y="78814"/>
                  <a:pt x="162634" y="78956"/>
                  <a:pt x="161727" y="79050"/>
                </a:cubicBezTo>
                <a:cubicBezTo>
                  <a:pt x="160821" y="79144"/>
                  <a:pt x="159669" y="79192"/>
                  <a:pt x="158272" y="79192"/>
                </a:cubicBezTo>
                <a:cubicBezTo>
                  <a:pt x="156875" y="79192"/>
                  <a:pt x="155723" y="79144"/>
                  <a:pt x="154817" y="79050"/>
                </a:cubicBezTo>
                <a:cubicBezTo>
                  <a:pt x="153910" y="78956"/>
                  <a:pt x="153183" y="78814"/>
                  <a:pt x="152636" y="78625"/>
                </a:cubicBezTo>
                <a:cubicBezTo>
                  <a:pt x="152088" y="78436"/>
                  <a:pt x="151701" y="78200"/>
                  <a:pt x="151474" y="77917"/>
                </a:cubicBezTo>
                <a:cubicBezTo>
                  <a:pt x="151248" y="77634"/>
                  <a:pt x="151135" y="77303"/>
                  <a:pt x="151135" y="76926"/>
                </a:cubicBezTo>
                <a:lnTo>
                  <a:pt x="151135" y="2436"/>
                </a:lnTo>
                <a:cubicBezTo>
                  <a:pt x="151135" y="2058"/>
                  <a:pt x="151248" y="1718"/>
                  <a:pt x="151474" y="1416"/>
                </a:cubicBezTo>
                <a:cubicBezTo>
                  <a:pt x="151701" y="1114"/>
                  <a:pt x="152088" y="859"/>
                  <a:pt x="152636" y="651"/>
                </a:cubicBezTo>
                <a:cubicBezTo>
                  <a:pt x="153183" y="444"/>
                  <a:pt x="153910" y="283"/>
                  <a:pt x="154817" y="170"/>
                </a:cubicBezTo>
                <a:cubicBezTo>
                  <a:pt x="155723" y="57"/>
                  <a:pt x="156875" y="0"/>
                  <a:pt x="158272" y="0"/>
                </a:cubicBezTo>
                <a:cubicBezTo>
                  <a:pt x="159669" y="0"/>
                  <a:pt x="160821" y="57"/>
                  <a:pt x="161727" y="170"/>
                </a:cubicBezTo>
                <a:cubicBezTo>
                  <a:pt x="162634" y="283"/>
                  <a:pt x="163361" y="444"/>
                  <a:pt x="163908" y="651"/>
                </a:cubicBezTo>
                <a:cubicBezTo>
                  <a:pt x="164456" y="859"/>
                  <a:pt x="164843" y="1114"/>
                  <a:pt x="165070" y="1416"/>
                </a:cubicBezTo>
                <a:cubicBezTo>
                  <a:pt x="165296" y="1718"/>
                  <a:pt x="165410" y="2058"/>
                  <a:pt x="165410" y="2436"/>
                </a:cubicBezTo>
                <a:lnTo>
                  <a:pt x="165410" y="76926"/>
                </a:lnTo>
                <a:close/>
                <a:moveTo>
                  <a:pt x="193890" y="76926"/>
                </a:moveTo>
                <a:cubicBezTo>
                  <a:pt x="193890" y="77303"/>
                  <a:pt x="193777" y="77634"/>
                  <a:pt x="193551" y="77917"/>
                </a:cubicBezTo>
                <a:cubicBezTo>
                  <a:pt x="193324" y="78200"/>
                  <a:pt x="192937" y="78436"/>
                  <a:pt x="192389" y="78625"/>
                </a:cubicBezTo>
                <a:cubicBezTo>
                  <a:pt x="191842" y="78814"/>
                  <a:pt x="191115" y="78956"/>
                  <a:pt x="190208" y="79050"/>
                </a:cubicBezTo>
                <a:cubicBezTo>
                  <a:pt x="189302" y="79144"/>
                  <a:pt x="188150" y="79192"/>
                  <a:pt x="186753" y="79192"/>
                </a:cubicBezTo>
                <a:cubicBezTo>
                  <a:pt x="185356" y="79192"/>
                  <a:pt x="184204" y="79144"/>
                  <a:pt x="183298" y="79050"/>
                </a:cubicBezTo>
                <a:cubicBezTo>
                  <a:pt x="182391" y="78956"/>
                  <a:pt x="181664" y="78814"/>
                  <a:pt x="181117" y="78625"/>
                </a:cubicBezTo>
                <a:cubicBezTo>
                  <a:pt x="180569" y="78436"/>
                  <a:pt x="180182" y="78200"/>
                  <a:pt x="179955" y="77917"/>
                </a:cubicBezTo>
                <a:cubicBezTo>
                  <a:pt x="179729" y="77634"/>
                  <a:pt x="179616" y="77303"/>
                  <a:pt x="179616" y="76926"/>
                </a:cubicBezTo>
                <a:lnTo>
                  <a:pt x="179616" y="26510"/>
                </a:lnTo>
                <a:cubicBezTo>
                  <a:pt x="179616" y="26133"/>
                  <a:pt x="179729" y="25802"/>
                  <a:pt x="179955" y="25519"/>
                </a:cubicBezTo>
                <a:cubicBezTo>
                  <a:pt x="180182" y="25236"/>
                  <a:pt x="180569" y="24990"/>
                  <a:pt x="181117" y="24783"/>
                </a:cubicBezTo>
                <a:cubicBezTo>
                  <a:pt x="181664" y="24575"/>
                  <a:pt x="182391" y="24415"/>
                  <a:pt x="183298" y="24301"/>
                </a:cubicBezTo>
                <a:cubicBezTo>
                  <a:pt x="184204" y="24188"/>
                  <a:pt x="185356" y="24131"/>
                  <a:pt x="186753" y="24131"/>
                </a:cubicBezTo>
                <a:cubicBezTo>
                  <a:pt x="188150" y="24131"/>
                  <a:pt x="189302" y="24188"/>
                  <a:pt x="190208" y="24301"/>
                </a:cubicBezTo>
                <a:cubicBezTo>
                  <a:pt x="191115" y="24415"/>
                  <a:pt x="191842" y="24575"/>
                  <a:pt x="192389" y="24783"/>
                </a:cubicBezTo>
                <a:cubicBezTo>
                  <a:pt x="192937" y="24990"/>
                  <a:pt x="193324" y="25236"/>
                  <a:pt x="193551" y="25519"/>
                </a:cubicBezTo>
                <a:cubicBezTo>
                  <a:pt x="193777" y="25802"/>
                  <a:pt x="193890" y="26133"/>
                  <a:pt x="193890" y="26510"/>
                </a:cubicBezTo>
                <a:lnTo>
                  <a:pt x="193890" y="76926"/>
                </a:lnTo>
                <a:moveTo>
                  <a:pt x="194967" y="9290"/>
                </a:moveTo>
                <a:cubicBezTo>
                  <a:pt x="194967" y="12160"/>
                  <a:pt x="194381" y="14143"/>
                  <a:pt x="193211" y="15238"/>
                </a:cubicBezTo>
                <a:cubicBezTo>
                  <a:pt x="192040" y="16333"/>
                  <a:pt x="189869" y="16881"/>
                  <a:pt x="186696" y="16881"/>
                </a:cubicBezTo>
                <a:cubicBezTo>
                  <a:pt x="183486" y="16881"/>
                  <a:pt x="181324" y="16352"/>
                  <a:pt x="180210" y="15295"/>
                </a:cubicBezTo>
                <a:cubicBezTo>
                  <a:pt x="179096" y="14237"/>
                  <a:pt x="178539" y="12330"/>
                  <a:pt x="178539" y="9573"/>
                </a:cubicBezTo>
                <a:cubicBezTo>
                  <a:pt x="178539" y="6703"/>
                  <a:pt x="179115" y="4711"/>
                  <a:pt x="180267" y="3597"/>
                </a:cubicBezTo>
                <a:cubicBezTo>
                  <a:pt x="181419" y="2483"/>
                  <a:pt x="183600" y="1926"/>
                  <a:pt x="186810" y="1926"/>
                </a:cubicBezTo>
                <a:cubicBezTo>
                  <a:pt x="189982" y="1926"/>
                  <a:pt x="192134" y="2464"/>
                  <a:pt x="193267" y="3540"/>
                </a:cubicBezTo>
                <a:cubicBezTo>
                  <a:pt x="194400" y="4617"/>
                  <a:pt x="194967" y="6533"/>
                  <a:pt x="194967" y="9290"/>
                </a:cubicBezTo>
                <a:close/>
                <a:moveTo>
                  <a:pt x="238005" y="71902"/>
                </a:moveTo>
                <a:cubicBezTo>
                  <a:pt x="238005" y="73572"/>
                  <a:pt x="237901" y="74853"/>
                  <a:pt x="237694" y="75745"/>
                </a:cubicBezTo>
                <a:cubicBezTo>
                  <a:pt x="237486" y="76636"/>
                  <a:pt x="237212" y="77262"/>
                  <a:pt x="236872" y="77623"/>
                </a:cubicBezTo>
                <a:cubicBezTo>
                  <a:pt x="236533" y="77983"/>
                  <a:pt x="236032" y="78305"/>
                  <a:pt x="235371" y="78590"/>
                </a:cubicBezTo>
                <a:cubicBezTo>
                  <a:pt x="234710" y="78874"/>
                  <a:pt x="233936" y="79121"/>
                  <a:pt x="233049" y="79330"/>
                </a:cubicBezTo>
                <a:cubicBezTo>
                  <a:pt x="232161" y="79539"/>
                  <a:pt x="231198" y="79700"/>
                  <a:pt x="230160" y="79813"/>
                </a:cubicBezTo>
                <a:cubicBezTo>
                  <a:pt x="229121" y="79927"/>
                  <a:pt x="228073" y="79985"/>
                  <a:pt x="227016" y="79985"/>
                </a:cubicBezTo>
                <a:cubicBezTo>
                  <a:pt x="224184" y="79985"/>
                  <a:pt x="221729" y="79626"/>
                  <a:pt x="219652" y="78908"/>
                </a:cubicBezTo>
                <a:cubicBezTo>
                  <a:pt x="217575" y="78191"/>
                  <a:pt x="215857" y="77086"/>
                  <a:pt x="214497" y="75595"/>
                </a:cubicBezTo>
                <a:cubicBezTo>
                  <a:pt x="213138" y="74103"/>
                  <a:pt x="212137" y="72224"/>
                  <a:pt x="211495" y="69958"/>
                </a:cubicBezTo>
                <a:cubicBezTo>
                  <a:pt x="210853" y="67692"/>
                  <a:pt x="210532" y="65011"/>
                  <a:pt x="210532" y="61914"/>
                </a:cubicBezTo>
                <a:lnTo>
                  <a:pt x="210532" y="36027"/>
                </a:lnTo>
                <a:lnTo>
                  <a:pt x="204471" y="36027"/>
                </a:lnTo>
                <a:cubicBezTo>
                  <a:pt x="203753" y="36027"/>
                  <a:pt x="203206" y="35583"/>
                  <a:pt x="202828" y="34696"/>
                </a:cubicBezTo>
                <a:cubicBezTo>
                  <a:pt x="202450" y="33808"/>
                  <a:pt x="202261" y="32326"/>
                  <a:pt x="202261" y="30249"/>
                </a:cubicBezTo>
                <a:cubicBezTo>
                  <a:pt x="202261" y="29154"/>
                  <a:pt x="202309" y="28229"/>
                  <a:pt x="202403" y="27473"/>
                </a:cubicBezTo>
                <a:cubicBezTo>
                  <a:pt x="202497" y="26718"/>
                  <a:pt x="202639" y="26123"/>
                  <a:pt x="202828" y="25689"/>
                </a:cubicBezTo>
                <a:cubicBezTo>
                  <a:pt x="203017" y="25255"/>
                  <a:pt x="203253" y="24943"/>
                  <a:pt x="203536" y="24754"/>
                </a:cubicBezTo>
                <a:cubicBezTo>
                  <a:pt x="203819" y="24566"/>
                  <a:pt x="204150" y="24471"/>
                  <a:pt x="204527" y="24471"/>
                </a:cubicBezTo>
                <a:lnTo>
                  <a:pt x="210532" y="24471"/>
                </a:lnTo>
                <a:lnTo>
                  <a:pt x="210532" y="13153"/>
                </a:lnTo>
                <a:cubicBezTo>
                  <a:pt x="210532" y="12773"/>
                  <a:pt x="210636" y="12431"/>
                  <a:pt x="210843" y="12128"/>
                </a:cubicBezTo>
                <a:cubicBezTo>
                  <a:pt x="211051" y="11824"/>
                  <a:pt x="211429" y="11569"/>
                  <a:pt x="211976" y="11361"/>
                </a:cubicBezTo>
                <a:cubicBezTo>
                  <a:pt x="212524" y="11152"/>
                  <a:pt x="213260" y="11001"/>
                  <a:pt x="214186" y="10906"/>
                </a:cubicBezTo>
                <a:cubicBezTo>
                  <a:pt x="215111" y="10811"/>
                  <a:pt x="216253" y="10763"/>
                  <a:pt x="217613" y="10763"/>
                </a:cubicBezTo>
                <a:cubicBezTo>
                  <a:pt x="219010" y="10763"/>
                  <a:pt x="220171" y="10811"/>
                  <a:pt x="221096" y="10906"/>
                </a:cubicBezTo>
                <a:cubicBezTo>
                  <a:pt x="222022" y="11001"/>
                  <a:pt x="222749" y="11152"/>
                  <a:pt x="223277" y="11361"/>
                </a:cubicBezTo>
                <a:cubicBezTo>
                  <a:pt x="223806" y="11569"/>
                  <a:pt x="224184" y="11824"/>
                  <a:pt x="224410" y="12128"/>
                </a:cubicBezTo>
                <a:cubicBezTo>
                  <a:pt x="224637" y="12431"/>
                  <a:pt x="224750" y="12773"/>
                  <a:pt x="224750" y="13153"/>
                </a:cubicBezTo>
                <a:lnTo>
                  <a:pt x="224750" y="24471"/>
                </a:lnTo>
                <a:lnTo>
                  <a:pt x="235739" y="24471"/>
                </a:lnTo>
                <a:cubicBezTo>
                  <a:pt x="236117" y="24471"/>
                  <a:pt x="236448" y="24566"/>
                  <a:pt x="236731" y="24754"/>
                </a:cubicBezTo>
                <a:cubicBezTo>
                  <a:pt x="237014" y="24943"/>
                  <a:pt x="237250" y="25255"/>
                  <a:pt x="237439" y="25689"/>
                </a:cubicBezTo>
                <a:cubicBezTo>
                  <a:pt x="237628" y="26123"/>
                  <a:pt x="237769" y="26718"/>
                  <a:pt x="237864" y="27473"/>
                </a:cubicBezTo>
                <a:cubicBezTo>
                  <a:pt x="237958" y="28229"/>
                  <a:pt x="238005" y="29154"/>
                  <a:pt x="238005" y="30249"/>
                </a:cubicBezTo>
                <a:cubicBezTo>
                  <a:pt x="238005" y="32326"/>
                  <a:pt x="237816" y="33808"/>
                  <a:pt x="237439" y="34696"/>
                </a:cubicBezTo>
                <a:cubicBezTo>
                  <a:pt x="237061" y="35583"/>
                  <a:pt x="236514" y="36027"/>
                  <a:pt x="235796" y="36027"/>
                </a:cubicBezTo>
                <a:lnTo>
                  <a:pt x="224750" y="36027"/>
                </a:lnTo>
                <a:lnTo>
                  <a:pt x="224750" y="59719"/>
                </a:lnTo>
                <a:cubicBezTo>
                  <a:pt x="224750" y="62471"/>
                  <a:pt x="225184" y="64536"/>
                  <a:pt x="226053" y="65912"/>
                </a:cubicBezTo>
                <a:cubicBezTo>
                  <a:pt x="226922" y="67288"/>
                  <a:pt x="228470" y="67976"/>
                  <a:pt x="230698" y="67976"/>
                </a:cubicBezTo>
                <a:cubicBezTo>
                  <a:pt x="231453" y="67976"/>
                  <a:pt x="232133" y="67910"/>
                  <a:pt x="232737" y="67777"/>
                </a:cubicBezTo>
                <a:cubicBezTo>
                  <a:pt x="233341" y="67645"/>
                  <a:pt x="233880" y="67494"/>
                  <a:pt x="234352" y="67324"/>
                </a:cubicBezTo>
                <a:cubicBezTo>
                  <a:pt x="234824" y="67154"/>
                  <a:pt x="235220" y="67003"/>
                  <a:pt x="235541" y="66871"/>
                </a:cubicBezTo>
                <a:cubicBezTo>
                  <a:pt x="235862" y="66739"/>
                  <a:pt x="236155" y="66673"/>
                  <a:pt x="236419" y="66673"/>
                </a:cubicBezTo>
                <a:cubicBezTo>
                  <a:pt x="236646" y="66673"/>
                  <a:pt x="236863" y="66739"/>
                  <a:pt x="237071" y="66871"/>
                </a:cubicBezTo>
                <a:cubicBezTo>
                  <a:pt x="237278" y="67003"/>
                  <a:pt x="237439" y="67268"/>
                  <a:pt x="237552" y="67666"/>
                </a:cubicBezTo>
                <a:cubicBezTo>
                  <a:pt x="237665" y="68062"/>
                  <a:pt x="237769" y="68602"/>
                  <a:pt x="237864" y="69286"/>
                </a:cubicBezTo>
                <a:cubicBezTo>
                  <a:pt x="237958" y="69968"/>
                  <a:pt x="238005" y="70840"/>
                  <a:pt x="238005" y="71902"/>
                </a:cubicBezTo>
                <a:close/>
                <a:moveTo>
                  <a:pt x="277638" y="78852"/>
                </a:moveTo>
                <a:lnTo>
                  <a:pt x="271520" y="96802"/>
                </a:lnTo>
                <a:cubicBezTo>
                  <a:pt x="271180" y="97748"/>
                  <a:pt x="270255" y="98430"/>
                  <a:pt x="268745" y="98846"/>
                </a:cubicBezTo>
                <a:cubicBezTo>
                  <a:pt x="267234" y="99263"/>
                  <a:pt x="265025" y="99471"/>
                  <a:pt x="262117" y="99471"/>
                </a:cubicBezTo>
                <a:cubicBezTo>
                  <a:pt x="260606" y="99471"/>
                  <a:pt x="259398" y="99404"/>
                  <a:pt x="258492" y="99271"/>
                </a:cubicBezTo>
                <a:cubicBezTo>
                  <a:pt x="257585" y="99139"/>
                  <a:pt x="256906" y="98921"/>
                  <a:pt x="256452" y="98618"/>
                </a:cubicBezTo>
                <a:cubicBezTo>
                  <a:pt x="255999" y="98316"/>
                  <a:pt x="255754" y="97937"/>
                  <a:pt x="255716" y="97483"/>
                </a:cubicBezTo>
                <a:cubicBezTo>
                  <a:pt x="255678" y="97029"/>
                  <a:pt x="255791" y="96479"/>
                  <a:pt x="256056" y="95835"/>
                </a:cubicBezTo>
                <a:lnTo>
                  <a:pt x="262797" y="78852"/>
                </a:lnTo>
                <a:cubicBezTo>
                  <a:pt x="262306" y="78625"/>
                  <a:pt x="261862" y="78276"/>
                  <a:pt x="261466" y="77804"/>
                </a:cubicBezTo>
                <a:cubicBezTo>
                  <a:pt x="261069" y="77332"/>
                  <a:pt x="260776" y="76831"/>
                  <a:pt x="260588" y="76303"/>
                </a:cubicBezTo>
                <a:lnTo>
                  <a:pt x="243197" y="29853"/>
                </a:lnTo>
                <a:cubicBezTo>
                  <a:pt x="242706" y="28531"/>
                  <a:pt x="242461" y="27521"/>
                  <a:pt x="242461" y="26822"/>
                </a:cubicBezTo>
                <a:cubicBezTo>
                  <a:pt x="242461" y="26123"/>
                  <a:pt x="242687" y="25576"/>
                  <a:pt x="243140" y="25179"/>
                </a:cubicBezTo>
                <a:cubicBezTo>
                  <a:pt x="243594" y="24783"/>
                  <a:pt x="244358" y="24509"/>
                  <a:pt x="245435" y="24358"/>
                </a:cubicBezTo>
                <a:cubicBezTo>
                  <a:pt x="246511" y="24207"/>
                  <a:pt x="247937" y="24131"/>
                  <a:pt x="249711" y="24131"/>
                </a:cubicBezTo>
                <a:cubicBezTo>
                  <a:pt x="251335" y="24131"/>
                  <a:pt x="252619" y="24160"/>
                  <a:pt x="253563" y="24216"/>
                </a:cubicBezTo>
                <a:cubicBezTo>
                  <a:pt x="254507" y="24273"/>
                  <a:pt x="255244" y="24415"/>
                  <a:pt x="255773" y="24641"/>
                </a:cubicBezTo>
                <a:cubicBezTo>
                  <a:pt x="256301" y="24868"/>
                  <a:pt x="256698" y="25217"/>
                  <a:pt x="256962" y="25689"/>
                </a:cubicBezTo>
                <a:cubicBezTo>
                  <a:pt x="257227" y="26161"/>
                  <a:pt x="257491" y="26831"/>
                  <a:pt x="257755" y="27700"/>
                </a:cubicBezTo>
                <a:lnTo>
                  <a:pt x="269651" y="61518"/>
                </a:lnTo>
                <a:lnTo>
                  <a:pt x="269821" y="61518"/>
                </a:lnTo>
                <a:lnTo>
                  <a:pt x="280697" y="27020"/>
                </a:lnTo>
                <a:cubicBezTo>
                  <a:pt x="280924" y="26038"/>
                  <a:pt x="281216" y="25387"/>
                  <a:pt x="281575" y="25066"/>
                </a:cubicBezTo>
                <a:cubicBezTo>
                  <a:pt x="281934" y="24745"/>
                  <a:pt x="282529" y="24509"/>
                  <a:pt x="283359" y="24358"/>
                </a:cubicBezTo>
                <a:cubicBezTo>
                  <a:pt x="284190" y="24207"/>
                  <a:pt x="285644" y="24131"/>
                  <a:pt x="287721" y="24131"/>
                </a:cubicBezTo>
                <a:cubicBezTo>
                  <a:pt x="289345" y="24131"/>
                  <a:pt x="290695" y="24207"/>
                  <a:pt x="291771" y="24358"/>
                </a:cubicBezTo>
                <a:cubicBezTo>
                  <a:pt x="292848" y="24509"/>
                  <a:pt x="293641" y="24792"/>
                  <a:pt x="294151" y="25208"/>
                </a:cubicBezTo>
                <a:cubicBezTo>
                  <a:pt x="294660" y="25623"/>
                  <a:pt x="294915" y="26180"/>
                  <a:pt x="294915" y="26879"/>
                </a:cubicBezTo>
                <a:cubicBezTo>
                  <a:pt x="294915" y="27577"/>
                  <a:pt x="294764" y="28399"/>
                  <a:pt x="294462" y="29343"/>
                </a:cubicBezTo>
                <a:lnTo>
                  <a:pt x="277638" y="78852"/>
                </a:lnTo>
                <a:close/>
                <a:moveTo>
                  <a:pt x="366520" y="68882"/>
                </a:moveTo>
                <a:cubicBezTo>
                  <a:pt x="366520" y="69864"/>
                  <a:pt x="366492" y="70685"/>
                  <a:pt x="366435" y="71346"/>
                </a:cubicBezTo>
                <a:cubicBezTo>
                  <a:pt x="366379" y="72007"/>
                  <a:pt x="366303" y="72564"/>
                  <a:pt x="366209" y="73017"/>
                </a:cubicBezTo>
                <a:cubicBezTo>
                  <a:pt x="366114" y="73470"/>
                  <a:pt x="366001" y="73839"/>
                  <a:pt x="365869" y="74122"/>
                </a:cubicBezTo>
                <a:cubicBezTo>
                  <a:pt x="365737" y="74405"/>
                  <a:pt x="365444" y="74764"/>
                  <a:pt x="364991" y="75198"/>
                </a:cubicBezTo>
                <a:cubicBezTo>
                  <a:pt x="364538" y="75632"/>
                  <a:pt x="363763" y="76161"/>
                  <a:pt x="362668" y="76784"/>
                </a:cubicBezTo>
                <a:cubicBezTo>
                  <a:pt x="361573" y="77407"/>
                  <a:pt x="360327" y="77964"/>
                  <a:pt x="358930" y="78455"/>
                </a:cubicBezTo>
                <a:cubicBezTo>
                  <a:pt x="357532" y="78946"/>
                  <a:pt x="356012" y="79343"/>
                  <a:pt x="354370" y="79645"/>
                </a:cubicBezTo>
                <a:cubicBezTo>
                  <a:pt x="352727" y="79947"/>
                  <a:pt x="351037" y="80098"/>
                  <a:pt x="349300" y="80098"/>
                </a:cubicBezTo>
                <a:cubicBezTo>
                  <a:pt x="345410" y="80098"/>
                  <a:pt x="341964" y="79494"/>
                  <a:pt x="338962" y="78285"/>
                </a:cubicBezTo>
                <a:cubicBezTo>
                  <a:pt x="335959" y="77077"/>
                  <a:pt x="333439" y="75292"/>
                  <a:pt x="331399" y="72932"/>
                </a:cubicBezTo>
                <a:cubicBezTo>
                  <a:pt x="329360" y="70572"/>
                  <a:pt x="327821" y="67692"/>
                  <a:pt x="326783" y="64294"/>
                </a:cubicBezTo>
                <a:cubicBezTo>
                  <a:pt x="325744" y="60895"/>
                  <a:pt x="325225" y="57005"/>
                  <a:pt x="325225" y="52624"/>
                </a:cubicBezTo>
                <a:cubicBezTo>
                  <a:pt x="325225" y="47564"/>
                  <a:pt x="325858" y="43193"/>
                  <a:pt x="327123" y="39511"/>
                </a:cubicBezTo>
                <a:cubicBezTo>
                  <a:pt x="328388" y="35829"/>
                  <a:pt x="330153" y="32779"/>
                  <a:pt x="332419" y="30362"/>
                </a:cubicBezTo>
                <a:cubicBezTo>
                  <a:pt x="334685" y="27946"/>
                  <a:pt x="337366" y="26152"/>
                  <a:pt x="340463" y="24981"/>
                </a:cubicBezTo>
                <a:cubicBezTo>
                  <a:pt x="343560" y="23810"/>
                  <a:pt x="346958" y="23225"/>
                  <a:pt x="350659" y="23225"/>
                </a:cubicBezTo>
                <a:cubicBezTo>
                  <a:pt x="352170" y="23225"/>
                  <a:pt x="353652" y="23357"/>
                  <a:pt x="355106" y="23622"/>
                </a:cubicBezTo>
                <a:cubicBezTo>
                  <a:pt x="356560" y="23886"/>
                  <a:pt x="357919" y="24245"/>
                  <a:pt x="359184" y="24698"/>
                </a:cubicBezTo>
                <a:cubicBezTo>
                  <a:pt x="360450" y="25151"/>
                  <a:pt x="361583" y="25661"/>
                  <a:pt x="362583" y="26227"/>
                </a:cubicBezTo>
                <a:cubicBezTo>
                  <a:pt x="363584" y="26794"/>
                  <a:pt x="364292" y="27285"/>
                  <a:pt x="364708" y="27700"/>
                </a:cubicBezTo>
                <a:cubicBezTo>
                  <a:pt x="365123" y="28115"/>
                  <a:pt x="365416" y="28465"/>
                  <a:pt x="365586" y="28748"/>
                </a:cubicBezTo>
                <a:cubicBezTo>
                  <a:pt x="365755" y="29031"/>
                  <a:pt x="365888" y="29399"/>
                  <a:pt x="365982" y="29853"/>
                </a:cubicBezTo>
                <a:cubicBezTo>
                  <a:pt x="366076" y="30306"/>
                  <a:pt x="366152" y="30863"/>
                  <a:pt x="366209" y="31524"/>
                </a:cubicBezTo>
                <a:cubicBezTo>
                  <a:pt x="366265" y="32185"/>
                  <a:pt x="366294" y="32987"/>
                  <a:pt x="366294" y="33931"/>
                </a:cubicBezTo>
                <a:cubicBezTo>
                  <a:pt x="366294" y="36122"/>
                  <a:pt x="366105" y="37660"/>
                  <a:pt x="365727" y="38548"/>
                </a:cubicBezTo>
                <a:cubicBezTo>
                  <a:pt x="365350" y="39435"/>
                  <a:pt x="364859" y="39879"/>
                  <a:pt x="364254" y="39879"/>
                </a:cubicBezTo>
                <a:cubicBezTo>
                  <a:pt x="363612" y="39879"/>
                  <a:pt x="362933" y="39615"/>
                  <a:pt x="362215" y="39086"/>
                </a:cubicBezTo>
                <a:cubicBezTo>
                  <a:pt x="361498" y="38557"/>
                  <a:pt x="360648" y="37972"/>
                  <a:pt x="359666" y="37330"/>
                </a:cubicBezTo>
                <a:cubicBezTo>
                  <a:pt x="358684" y="36688"/>
                  <a:pt x="357513" y="36103"/>
                  <a:pt x="356154" y="35574"/>
                </a:cubicBezTo>
                <a:cubicBezTo>
                  <a:pt x="354794" y="35045"/>
                  <a:pt x="353171" y="34781"/>
                  <a:pt x="351282" y="34781"/>
                </a:cubicBezTo>
                <a:cubicBezTo>
                  <a:pt x="347581" y="34781"/>
                  <a:pt x="344749" y="36206"/>
                  <a:pt x="342785" y="39058"/>
                </a:cubicBezTo>
                <a:cubicBezTo>
                  <a:pt x="340822" y="41909"/>
                  <a:pt x="339840" y="46091"/>
                  <a:pt x="339840" y="51605"/>
                </a:cubicBezTo>
                <a:cubicBezTo>
                  <a:pt x="339840" y="54324"/>
                  <a:pt x="340085" y="56722"/>
                  <a:pt x="340576" y="58799"/>
                </a:cubicBezTo>
                <a:cubicBezTo>
                  <a:pt x="341067" y="60876"/>
                  <a:pt x="341794" y="62613"/>
                  <a:pt x="342757" y="64010"/>
                </a:cubicBezTo>
                <a:cubicBezTo>
                  <a:pt x="343720" y="65408"/>
                  <a:pt x="344928" y="66456"/>
                  <a:pt x="346382" y="67154"/>
                </a:cubicBezTo>
                <a:cubicBezTo>
                  <a:pt x="347836" y="67853"/>
                  <a:pt x="349526" y="68202"/>
                  <a:pt x="351452" y="68202"/>
                </a:cubicBezTo>
                <a:cubicBezTo>
                  <a:pt x="353416" y="68202"/>
                  <a:pt x="355106" y="67910"/>
                  <a:pt x="356522" y="67324"/>
                </a:cubicBezTo>
                <a:cubicBezTo>
                  <a:pt x="357938" y="66739"/>
                  <a:pt x="359175" y="66087"/>
                  <a:pt x="360232" y="65370"/>
                </a:cubicBezTo>
                <a:cubicBezTo>
                  <a:pt x="361290" y="64652"/>
                  <a:pt x="362177" y="64001"/>
                  <a:pt x="362895" y="63416"/>
                </a:cubicBezTo>
                <a:cubicBezTo>
                  <a:pt x="363612" y="62830"/>
                  <a:pt x="364217" y="62538"/>
                  <a:pt x="364708" y="62538"/>
                </a:cubicBezTo>
                <a:cubicBezTo>
                  <a:pt x="365047" y="62538"/>
                  <a:pt x="365331" y="62632"/>
                  <a:pt x="365557" y="62821"/>
                </a:cubicBezTo>
                <a:cubicBezTo>
                  <a:pt x="365784" y="63010"/>
                  <a:pt x="365963" y="63359"/>
                  <a:pt x="366095" y="63869"/>
                </a:cubicBezTo>
                <a:cubicBezTo>
                  <a:pt x="366228" y="64379"/>
                  <a:pt x="366331" y="65030"/>
                  <a:pt x="366407" y="65823"/>
                </a:cubicBezTo>
                <a:cubicBezTo>
                  <a:pt x="366482" y="66616"/>
                  <a:pt x="366520" y="67636"/>
                  <a:pt x="366520" y="68882"/>
                </a:cubicBezTo>
                <a:close/>
                <a:moveTo>
                  <a:pt x="425167" y="76924"/>
                </a:moveTo>
                <a:cubicBezTo>
                  <a:pt x="425167" y="77302"/>
                  <a:pt x="425054" y="77633"/>
                  <a:pt x="424827" y="77917"/>
                </a:cubicBezTo>
                <a:cubicBezTo>
                  <a:pt x="424601" y="78200"/>
                  <a:pt x="424223" y="78436"/>
                  <a:pt x="423694" y="78625"/>
                </a:cubicBezTo>
                <a:cubicBezTo>
                  <a:pt x="423166" y="78814"/>
                  <a:pt x="422439" y="78956"/>
                  <a:pt x="421514" y="79050"/>
                </a:cubicBezTo>
                <a:cubicBezTo>
                  <a:pt x="420588" y="79144"/>
                  <a:pt x="419446" y="79192"/>
                  <a:pt x="418086" y="79192"/>
                </a:cubicBezTo>
                <a:cubicBezTo>
                  <a:pt x="416689" y="79192"/>
                  <a:pt x="415528" y="79144"/>
                  <a:pt x="414603" y="79050"/>
                </a:cubicBezTo>
                <a:cubicBezTo>
                  <a:pt x="413677" y="78956"/>
                  <a:pt x="412951" y="78814"/>
                  <a:pt x="412422" y="78625"/>
                </a:cubicBezTo>
                <a:cubicBezTo>
                  <a:pt x="411893" y="78436"/>
                  <a:pt x="411515" y="78200"/>
                  <a:pt x="411289" y="77917"/>
                </a:cubicBezTo>
                <a:cubicBezTo>
                  <a:pt x="411062" y="77634"/>
                  <a:pt x="410949" y="77303"/>
                  <a:pt x="410949" y="76926"/>
                </a:cubicBezTo>
                <a:lnTo>
                  <a:pt x="410949" y="48093"/>
                </a:lnTo>
                <a:cubicBezTo>
                  <a:pt x="410949" y="45638"/>
                  <a:pt x="410770" y="43712"/>
                  <a:pt x="410411" y="42315"/>
                </a:cubicBezTo>
                <a:cubicBezTo>
                  <a:pt x="410052" y="40918"/>
                  <a:pt x="409533" y="39719"/>
                  <a:pt x="408853" y="38718"/>
                </a:cubicBezTo>
                <a:cubicBezTo>
                  <a:pt x="408173" y="37717"/>
                  <a:pt x="407295" y="36943"/>
                  <a:pt x="406219" y="36395"/>
                </a:cubicBezTo>
                <a:cubicBezTo>
                  <a:pt x="405143" y="35848"/>
                  <a:pt x="403887" y="35574"/>
                  <a:pt x="402452" y="35574"/>
                </a:cubicBezTo>
                <a:cubicBezTo>
                  <a:pt x="400639" y="35574"/>
                  <a:pt x="398808" y="36235"/>
                  <a:pt x="396957" y="37557"/>
                </a:cubicBezTo>
                <a:cubicBezTo>
                  <a:pt x="395107" y="38878"/>
                  <a:pt x="393181" y="40804"/>
                  <a:pt x="391179" y="43334"/>
                </a:cubicBezTo>
                <a:lnTo>
                  <a:pt x="391179" y="76926"/>
                </a:lnTo>
                <a:cubicBezTo>
                  <a:pt x="391179" y="77303"/>
                  <a:pt x="391066" y="77634"/>
                  <a:pt x="390840" y="77917"/>
                </a:cubicBezTo>
                <a:cubicBezTo>
                  <a:pt x="390613" y="78200"/>
                  <a:pt x="390226" y="78436"/>
                  <a:pt x="389678" y="78625"/>
                </a:cubicBezTo>
                <a:cubicBezTo>
                  <a:pt x="389131" y="78814"/>
                  <a:pt x="388404" y="78956"/>
                  <a:pt x="387497" y="79050"/>
                </a:cubicBezTo>
                <a:cubicBezTo>
                  <a:pt x="386591" y="79144"/>
                  <a:pt x="385439" y="79192"/>
                  <a:pt x="384042" y="79192"/>
                </a:cubicBezTo>
                <a:cubicBezTo>
                  <a:pt x="382645" y="79192"/>
                  <a:pt x="381493" y="79144"/>
                  <a:pt x="380587" y="79050"/>
                </a:cubicBezTo>
                <a:cubicBezTo>
                  <a:pt x="379680" y="78956"/>
                  <a:pt x="378953" y="78814"/>
                  <a:pt x="378406" y="78625"/>
                </a:cubicBezTo>
                <a:cubicBezTo>
                  <a:pt x="377858" y="78436"/>
                  <a:pt x="377471" y="78200"/>
                  <a:pt x="377244" y="77917"/>
                </a:cubicBezTo>
                <a:cubicBezTo>
                  <a:pt x="377018" y="77634"/>
                  <a:pt x="376905" y="77303"/>
                  <a:pt x="376905" y="76926"/>
                </a:cubicBezTo>
                <a:lnTo>
                  <a:pt x="376905" y="2436"/>
                </a:lnTo>
                <a:cubicBezTo>
                  <a:pt x="376905" y="2058"/>
                  <a:pt x="377018" y="1718"/>
                  <a:pt x="377244" y="1416"/>
                </a:cubicBezTo>
                <a:cubicBezTo>
                  <a:pt x="377471" y="1114"/>
                  <a:pt x="377858" y="859"/>
                  <a:pt x="378406" y="651"/>
                </a:cubicBezTo>
                <a:cubicBezTo>
                  <a:pt x="378953" y="444"/>
                  <a:pt x="379680" y="283"/>
                  <a:pt x="380587" y="170"/>
                </a:cubicBezTo>
                <a:cubicBezTo>
                  <a:pt x="381493" y="57"/>
                  <a:pt x="382645" y="0"/>
                  <a:pt x="384042" y="0"/>
                </a:cubicBezTo>
                <a:cubicBezTo>
                  <a:pt x="385439" y="0"/>
                  <a:pt x="386591" y="57"/>
                  <a:pt x="387497" y="170"/>
                </a:cubicBezTo>
                <a:cubicBezTo>
                  <a:pt x="388404" y="283"/>
                  <a:pt x="389131" y="444"/>
                  <a:pt x="389678" y="651"/>
                </a:cubicBezTo>
                <a:cubicBezTo>
                  <a:pt x="390226" y="858"/>
                  <a:pt x="390613" y="1112"/>
                  <a:pt x="390840" y="1414"/>
                </a:cubicBezTo>
                <a:cubicBezTo>
                  <a:pt x="391066" y="1715"/>
                  <a:pt x="391179" y="2055"/>
                  <a:pt x="391179" y="2432"/>
                </a:cubicBezTo>
                <a:lnTo>
                  <a:pt x="391179" y="30313"/>
                </a:lnTo>
                <a:cubicBezTo>
                  <a:pt x="393634" y="27894"/>
                  <a:pt x="396136" y="26089"/>
                  <a:pt x="398685" y="24898"/>
                </a:cubicBezTo>
                <a:cubicBezTo>
                  <a:pt x="401234" y="23707"/>
                  <a:pt x="403887" y="23112"/>
                  <a:pt x="406644" y="23112"/>
                </a:cubicBezTo>
                <a:cubicBezTo>
                  <a:pt x="410080" y="23112"/>
                  <a:pt x="412979" y="23679"/>
                  <a:pt x="415339" y="24813"/>
                </a:cubicBezTo>
                <a:cubicBezTo>
                  <a:pt x="417699" y="25947"/>
                  <a:pt x="419606" y="27497"/>
                  <a:pt x="421060" y="29463"/>
                </a:cubicBezTo>
                <a:cubicBezTo>
                  <a:pt x="422514" y="31428"/>
                  <a:pt x="423562" y="33725"/>
                  <a:pt x="424204" y="36353"/>
                </a:cubicBezTo>
                <a:cubicBezTo>
                  <a:pt x="424846" y="38980"/>
                  <a:pt x="425167" y="42164"/>
                  <a:pt x="425167" y="45907"/>
                </a:cubicBezTo>
                <a:lnTo>
                  <a:pt x="425167" y="76924"/>
                </a:lnTo>
                <a:close/>
                <a:moveTo>
                  <a:pt x="486111" y="50180"/>
                </a:moveTo>
                <a:cubicBezTo>
                  <a:pt x="486111" y="51921"/>
                  <a:pt x="485724" y="53207"/>
                  <a:pt x="484950" y="54039"/>
                </a:cubicBezTo>
                <a:cubicBezTo>
                  <a:pt x="484176" y="54871"/>
                  <a:pt x="483109" y="55287"/>
                  <a:pt x="481749" y="55287"/>
                </a:cubicBezTo>
                <a:lnTo>
                  <a:pt x="450991" y="55287"/>
                </a:lnTo>
                <a:cubicBezTo>
                  <a:pt x="450991" y="57448"/>
                  <a:pt x="451245" y="59410"/>
                  <a:pt x="451755" y="61173"/>
                </a:cubicBezTo>
                <a:cubicBezTo>
                  <a:pt x="452265" y="62936"/>
                  <a:pt x="453077" y="64434"/>
                  <a:pt x="454191" y="65667"/>
                </a:cubicBezTo>
                <a:cubicBezTo>
                  <a:pt x="455305" y="66899"/>
                  <a:pt x="456740" y="67838"/>
                  <a:pt x="458496" y="68482"/>
                </a:cubicBezTo>
                <a:cubicBezTo>
                  <a:pt x="460252" y="69126"/>
                  <a:pt x="462358" y="69448"/>
                  <a:pt x="464812" y="69448"/>
                </a:cubicBezTo>
                <a:cubicBezTo>
                  <a:pt x="467305" y="69448"/>
                  <a:pt x="469495" y="69266"/>
                  <a:pt x="471383" y="68901"/>
                </a:cubicBezTo>
                <a:cubicBezTo>
                  <a:pt x="473271" y="68537"/>
                  <a:pt x="474905" y="68134"/>
                  <a:pt x="476283" y="67692"/>
                </a:cubicBezTo>
                <a:cubicBezTo>
                  <a:pt x="477662" y="67251"/>
                  <a:pt x="478804" y="66848"/>
                  <a:pt x="479710" y="66483"/>
                </a:cubicBezTo>
                <a:cubicBezTo>
                  <a:pt x="480617" y="66119"/>
                  <a:pt x="481353" y="65936"/>
                  <a:pt x="481919" y="65936"/>
                </a:cubicBezTo>
                <a:cubicBezTo>
                  <a:pt x="482259" y="65936"/>
                  <a:pt x="482543" y="66003"/>
                  <a:pt x="482769" y="66136"/>
                </a:cubicBezTo>
                <a:cubicBezTo>
                  <a:pt x="482996" y="66269"/>
                  <a:pt x="483185" y="66506"/>
                  <a:pt x="483336" y="66848"/>
                </a:cubicBezTo>
                <a:cubicBezTo>
                  <a:pt x="483487" y="67189"/>
                  <a:pt x="483590" y="67673"/>
                  <a:pt x="483647" y="68300"/>
                </a:cubicBezTo>
                <a:cubicBezTo>
                  <a:pt x="483704" y="68926"/>
                  <a:pt x="483732" y="69714"/>
                  <a:pt x="483732" y="70663"/>
                </a:cubicBezTo>
                <a:cubicBezTo>
                  <a:pt x="483732" y="71498"/>
                  <a:pt x="483713" y="72211"/>
                  <a:pt x="483675" y="72799"/>
                </a:cubicBezTo>
                <a:cubicBezTo>
                  <a:pt x="483638" y="73387"/>
                  <a:pt x="483581" y="73890"/>
                  <a:pt x="483506" y="74308"/>
                </a:cubicBezTo>
                <a:cubicBezTo>
                  <a:pt x="483430" y="74725"/>
                  <a:pt x="483317" y="75077"/>
                  <a:pt x="483166" y="75363"/>
                </a:cubicBezTo>
                <a:cubicBezTo>
                  <a:pt x="483015" y="75647"/>
                  <a:pt x="482816" y="75922"/>
                  <a:pt x="482571" y="76188"/>
                </a:cubicBezTo>
                <a:cubicBezTo>
                  <a:pt x="482325" y="76453"/>
                  <a:pt x="481655" y="76812"/>
                  <a:pt x="480560" y="77266"/>
                </a:cubicBezTo>
                <a:cubicBezTo>
                  <a:pt x="479465" y="77719"/>
                  <a:pt x="478067" y="78163"/>
                  <a:pt x="476368" y="78597"/>
                </a:cubicBezTo>
                <a:cubicBezTo>
                  <a:pt x="474669" y="79031"/>
                  <a:pt x="472724" y="79409"/>
                  <a:pt x="470534" y="79730"/>
                </a:cubicBezTo>
                <a:cubicBezTo>
                  <a:pt x="468343" y="80051"/>
                  <a:pt x="466002" y="80211"/>
                  <a:pt x="463509" y="80211"/>
                </a:cubicBezTo>
                <a:cubicBezTo>
                  <a:pt x="459015" y="80211"/>
                  <a:pt x="455078" y="79644"/>
                  <a:pt x="451699" y="78508"/>
                </a:cubicBezTo>
                <a:cubicBezTo>
                  <a:pt x="448319" y="77373"/>
                  <a:pt x="445496" y="75651"/>
                  <a:pt x="443230" y="73343"/>
                </a:cubicBezTo>
                <a:cubicBezTo>
                  <a:pt x="440964" y="71035"/>
                  <a:pt x="439274" y="68121"/>
                  <a:pt x="438160" y="64603"/>
                </a:cubicBezTo>
                <a:cubicBezTo>
                  <a:pt x="437046" y="61084"/>
                  <a:pt x="436489" y="56960"/>
                  <a:pt x="436489" y="52230"/>
                </a:cubicBezTo>
                <a:cubicBezTo>
                  <a:pt x="436489" y="47726"/>
                  <a:pt x="437074" y="43668"/>
                  <a:pt x="438245" y="40054"/>
                </a:cubicBezTo>
                <a:cubicBezTo>
                  <a:pt x="439416" y="36441"/>
                  <a:pt x="441115" y="33376"/>
                  <a:pt x="443343" y="30860"/>
                </a:cubicBezTo>
                <a:cubicBezTo>
                  <a:pt x="445571" y="28343"/>
                  <a:pt x="448281" y="26422"/>
                  <a:pt x="451472" y="25098"/>
                </a:cubicBezTo>
                <a:cubicBezTo>
                  <a:pt x="454663" y="23774"/>
                  <a:pt x="458260" y="23112"/>
                  <a:pt x="462263" y="23112"/>
                </a:cubicBezTo>
                <a:cubicBezTo>
                  <a:pt x="466493" y="23112"/>
                  <a:pt x="470109" y="23736"/>
                  <a:pt x="473111" y="24985"/>
                </a:cubicBezTo>
                <a:cubicBezTo>
                  <a:pt x="476113" y="26233"/>
                  <a:pt x="478577" y="27964"/>
                  <a:pt x="480503" y="30177"/>
                </a:cubicBezTo>
                <a:cubicBezTo>
                  <a:pt x="482429" y="32389"/>
                  <a:pt x="483845" y="35009"/>
                  <a:pt x="484752" y="38036"/>
                </a:cubicBezTo>
                <a:cubicBezTo>
                  <a:pt x="485658" y="41062"/>
                  <a:pt x="486111" y="44354"/>
                  <a:pt x="486111" y="47910"/>
                </a:cubicBezTo>
                <a:lnTo>
                  <a:pt x="486111" y="50180"/>
                </a:lnTo>
                <a:moveTo>
                  <a:pt x="472290" y="46110"/>
                </a:moveTo>
                <a:cubicBezTo>
                  <a:pt x="472403" y="42089"/>
                  <a:pt x="471600" y="38932"/>
                  <a:pt x="469882" y="36638"/>
                </a:cubicBezTo>
                <a:cubicBezTo>
                  <a:pt x="468164" y="34342"/>
                  <a:pt x="465511" y="33195"/>
                  <a:pt x="461923" y="33195"/>
                </a:cubicBezTo>
                <a:cubicBezTo>
                  <a:pt x="460111" y="33195"/>
                  <a:pt x="458534" y="33536"/>
                  <a:pt x="457193" y="34220"/>
                </a:cubicBezTo>
                <a:cubicBezTo>
                  <a:pt x="455853" y="34902"/>
                  <a:pt x="454739" y="35822"/>
                  <a:pt x="453851" y="36979"/>
                </a:cubicBezTo>
                <a:cubicBezTo>
                  <a:pt x="452964" y="38136"/>
                  <a:pt x="452284" y="39501"/>
                  <a:pt x="451812" y="41076"/>
                </a:cubicBezTo>
                <a:cubicBezTo>
                  <a:pt x="451340" y="42649"/>
                  <a:pt x="451066" y="44327"/>
                  <a:pt x="450991" y="46110"/>
                </a:cubicBezTo>
                <a:lnTo>
                  <a:pt x="472290" y="46110"/>
                </a:lnTo>
                <a:close/>
                <a:moveTo>
                  <a:pt x="536025" y="68882"/>
                </a:moveTo>
                <a:cubicBezTo>
                  <a:pt x="536025" y="69864"/>
                  <a:pt x="535996" y="70685"/>
                  <a:pt x="535940" y="71346"/>
                </a:cubicBezTo>
                <a:cubicBezTo>
                  <a:pt x="535883" y="72007"/>
                  <a:pt x="535808" y="72564"/>
                  <a:pt x="535713" y="73017"/>
                </a:cubicBezTo>
                <a:cubicBezTo>
                  <a:pt x="535619" y="73470"/>
                  <a:pt x="535506" y="73839"/>
                  <a:pt x="535373" y="74122"/>
                </a:cubicBezTo>
                <a:cubicBezTo>
                  <a:pt x="535241" y="74405"/>
                  <a:pt x="534949" y="74764"/>
                  <a:pt x="534495" y="75198"/>
                </a:cubicBezTo>
                <a:cubicBezTo>
                  <a:pt x="534042" y="75632"/>
                  <a:pt x="533268" y="76161"/>
                  <a:pt x="532173" y="76784"/>
                </a:cubicBezTo>
                <a:cubicBezTo>
                  <a:pt x="531078" y="77407"/>
                  <a:pt x="529831" y="77964"/>
                  <a:pt x="528434" y="78455"/>
                </a:cubicBezTo>
                <a:cubicBezTo>
                  <a:pt x="527037" y="78946"/>
                  <a:pt x="525517" y="79343"/>
                  <a:pt x="523874" y="79645"/>
                </a:cubicBezTo>
                <a:cubicBezTo>
                  <a:pt x="522231" y="79947"/>
                  <a:pt x="520541" y="80098"/>
                  <a:pt x="518804" y="80098"/>
                </a:cubicBezTo>
                <a:cubicBezTo>
                  <a:pt x="514915" y="80098"/>
                  <a:pt x="511469" y="79494"/>
                  <a:pt x="508466" y="78285"/>
                </a:cubicBezTo>
                <a:cubicBezTo>
                  <a:pt x="505464" y="77077"/>
                  <a:pt x="502943" y="75292"/>
                  <a:pt x="500904" y="72932"/>
                </a:cubicBezTo>
                <a:cubicBezTo>
                  <a:pt x="498865" y="70572"/>
                  <a:pt x="497326" y="67692"/>
                  <a:pt x="496287" y="64294"/>
                </a:cubicBezTo>
                <a:cubicBezTo>
                  <a:pt x="495249" y="60895"/>
                  <a:pt x="494730" y="57005"/>
                  <a:pt x="494730" y="52624"/>
                </a:cubicBezTo>
                <a:cubicBezTo>
                  <a:pt x="494730" y="47564"/>
                  <a:pt x="495362" y="43193"/>
                  <a:pt x="496627" y="39511"/>
                </a:cubicBezTo>
                <a:cubicBezTo>
                  <a:pt x="497892" y="35829"/>
                  <a:pt x="499658" y="32779"/>
                  <a:pt x="501924" y="30362"/>
                </a:cubicBezTo>
                <a:cubicBezTo>
                  <a:pt x="504190" y="27946"/>
                  <a:pt x="506871" y="26152"/>
                  <a:pt x="509967" y="24981"/>
                </a:cubicBezTo>
                <a:cubicBezTo>
                  <a:pt x="513064" y="23810"/>
                  <a:pt x="516463" y="23225"/>
                  <a:pt x="520164" y="23225"/>
                </a:cubicBezTo>
                <a:cubicBezTo>
                  <a:pt x="521674" y="23225"/>
                  <a:pt x="523157" y="23357"/>
                  <a:pt x="524611" y="23622"/>
                </a:cubicBezTo>
                <a:cubicBezTo>
                  <a:pt x="526064" y="23886"/>
                  <a:pt x="527424" y="24245"/>
                  <a:pt x="528689" y="24698"/>
                </a:cubicBezTo>
                <a:cubicBezTo>
                  <a:pt x="529954" y="25151"/>
                  <a:pt x="531087" y="25661"/>
                  <a:pt x="532088" y="26227"/>
                </a:cubicBezTo>
                <a:cubicBezTo>
                  <a:pt x="533089" y="26794"/>
                  <a:pt x="533797" y="27285"/>
                  <a:pt x="534212" y="27700"/>
                </a:cubicBezTo>
                <a:cubicBezTo>
                  <a:pt x="534628" y="28115"/>
                  <a:pt x="534920" y="28465"/>
                  <a:pt x="535090" y="28748"/>
                </a:cubicBezTo>
                <a:cubicBezTo>
                  <a:pt x="535260" y="29031"/>
                  <a:pt x="535392" y="29399"/>
                  <a:pt x="535487" y="29853"/>
                </a:cubicBezTo>
                <a:cubicBezTo>
                  <a:pt x="535581" y="30306"/>
                  <a:pt x="535657" y="30863"/>
                  <a:pt x="535713" y="31524"/>
                </a:cubicBezTo>
                <a:cubicBezTo>
                  <a:pt x="535770" y="32185"/>
                  <a:pt x="535798" y="32987"/>
                  <a:pt x="535798" y="33931"/>
                </a:cubicBezTo>
                <a:cubicBezTo>
                  <a:pt x="535798" y="36122"/>
                  <a:pt x="535609" y="37660"/>
                  <a:pt x="535232" y="38548"/>
                </a:cubicBezTo>
                <a:cubicBezTo>
                  <a:pt x="534854" y="39435"/>
                  <a:pt x="534363" y="39879"/>
                  <a:pt x="533759" y="39879"/>
                </a:cubicBezTo>
                <a:cubicBezTo>
                  <a:pt x="533117" y="39879"/>
                  <a:pt x="532437" y="39615"/>
                  <a:pt x="531720" y="39086"/>
                </a:cubicBezTo>
                <a:cubicBezTo>
                  <a:pt x="531002" y="38557"/>
                  <a:pt x="530152" y="37972"/>
                  <a:pt x="529171" y="37330"/>
                </a:cubicBezTo>
                <a:cubicBezTo>
                  <a:pt x="528189" y="36688"/>
                  <a:pt x="527018" y="36103"/>
                  <a:pt x="525659" y="35574"/>
                </a:cubicBezTo>
                <a:cubicBezTo>
                  <a:pt x="524299" y="35045"/>
                  <a:pt x="522675" y="34781"/>
                  <a:pt x="520787" y="34781"/>
                </a:cubicBezTo>
                <a:cubicBezTo>
                  <a:pt x="517086" y="34781"/>
                  <a:pt x="514254" y="36206"/>
                  <a:pt x="512290" y="39058"/>
                </a:cubicBezTo>
                <a:cubicBezTo>
                  <a:pt x="510326" y="41909"/>
                  <a:pt x="509344" y="46091"/>
                  <a:pt x="509344" y="51605"/>
                </a:cubicBezTo>
                <a:cubicBezTo>
                  <a:pt x="509344" y="54324"/>
                  <a:pt x="509590" y="56722"/>
                  <a:pt x="510081" y="58799"/>
                </a:cubicBezTo>
                <a:cubicBezTo>
                  <a:pt x="510572" y="60876"/>
                  <a:pt x="511299" y="62613"/>
                  <a:pt x="512262" y="64010"/>
                </a:cubicBezTo>
                <a:cubicBezTo>
                  <a:pt x="513225" y="65408"/>
                  <a:pt x="514433" y="66456"/>
                  <a:pt x="515887" y="67154"/>
                </a:cubicBezTo>
                <a:cubicBezTo>
                  <a:pt x="517341" y="67853"/>
                  <a:pt x="519031" y="68202"/>
                  <a:pt x="520957" y="68202"/>
                </a:cubicBezTo>
                <a:cubicBezTo>
                  <a:pt x="522921" y="68202"/>
                  <a:pt x="524611" y="67910"/>
                  <a:pt x="526027" y="67324"/>
                </a:cubicBezTo>
                <a:cubicBezTo>
                  <a:pt x="527443" y="66739"/>
                  <a:pt x="528680" y="66087"/>
                  <a:pt x="529737" y="65370"/>
                </a:cubicBezTo>
                <a:cubicBezTo>
                  <a:pt x="530794" y="64652"/>
                  <a:pt x="531682" y="64001"/>
                  <a:pt x="532399" y="63416"/>
                </a:cubicBezTo>
                <a:cubicBezTo>
                  <a:pt x="533117" y="62830"/>
                  <a:pt x="533721" y="62538"/>
                  <a:pt x="534212" y="62538"/>
                </a:cubicBezTo>
                <a:cubicBezTo>
                  <a:pt x="534552" y="62538"/>
                  <a:pt x="534835" y="62632"/>
                  <a:pt x="535062" y="62821"/>
                </a:cubicBezTo>
                <a:cubicBezTo>
                  <a:pt x="535288" y="63010"/>
                  <a:pt x="535468" y="63359"/>
                  <a:pt x="535600" y="63869"/>
                </a:cubicBezTo>
                <a:cubicBezTo>
                  <a:pt x="535732" y="64379"/>
                  <a:pt x="535836" y="65030"/>
                  <a:pt x="535912" y="65823"/>
                </a:cubicBezTo>
                <a:cubicBezTo>
                  <a:pt x="535987" y="66616"/>
                  <a:pt x="536025" y="67636"/>
                  <a:pt x="536025" y="68882"/>
                </a:cubicBezTo>
                <a:close/>
                <a:moveTo>
                  <a:pt x="593369" y="76982"/>
                </a:moveTo>
                <a:cubicBezTo>
                  <a:pt x="593369" y="77360"/>
                  <a:pt x="593265" y="77690"/>
                  <a:pt x="593057" y="77974"/>
                </a:cubicBezTo>
                <a:cubicBezTo>
                  <a:pt x="592849" y="78257"/>
                  <a:pt x="592472" y="78484"/>
                  <a:pt x="591924" y="78653"/>
                </a:cubicBezTo>
                <a:cubicBezTo>
                  <a:pt x="591377" y="78823"/>
                  <a:pt x="590631" y="78956"/>
                  <a:pt x="589687" y="79050"/>
                </a:cubicBezTo>
                <a:cubicBezTo>
                  <a:pt x="588743" y="79144"/>
                  <a:pt x="587515" y="79192"/>
                  <a:pt x="586005" y="79192"/>
                </a:cubicBezTo>
                <a:cubicBezTo>
                  <a:pt x="584456" y="79192"/>
                  <a:pt x="583201" y="79154"/>
                  <a:pt x="582238" y="79078"/>
                </a:cubicBezTo>
                <a:cubicBezTo>
                  <a:pt x="581275" y="79003"/>
                  <a:pt x="580482" y="78880"/>
                  <a:pt x="579859" y="78710"/>
                </a:cubicBezTo>
                <a:cubicBezTo>
                  <a:pt x="579235" y="78540"/>
                  <a:pt x="578754" y="78304"/>
                  <a:pt x="578414" y="78002"/>
                </a:cubicBezTo>
                <a:cubicBezTo>
                  <a:pt x="578074" y="77700"/>
                  <a:pt x="577772" y="77303"/>
                  <a:pt x="577508" y="76812"/>
                </a:cubicBezTo>
                <a:lnTo>
                  <a:pt x="560684" y="50189"/>
                </a:lnTo>
                <a:lnTo>
                  <a:pt x="560684" y="76926"/>
                </a:lnTo>
                <a:cubicBezTo>
                  <a:pt x="560684" y="77303"/>
                  <a:pt x="560570" y="77634"/>
                  <a:pt x="560344" y="77917"/>
                </a:cubicBezTo>
                <a:cubicBezTo>
                  <a:pt x="560117" y="78200"/>
                  <a:pt x="559730" y="78436"/>
                  <a:pt x="559183" y="78625"/>
                </a:cubicBezTo>
                <a:cubicBezTo>
                  <a:pt x="558635" y="78814"/>
                  <a:pt x="557908" y="78956"/>
                  <a:pt x="557002" y="79050"/>
                </a:cubicBezTo>
                <a:cubicBezTo>
                  <a:pt x="556095" y="79144"/>
                  <a:pt x="554944" y="79192"/>
                  <a:pt x="553546" y="79192"/>
                </a:cubicBezTo>
                <a:cubicBezTo>
                  <a:pt x="552149" y="79192"/>
                  <a:pt x="550997" y="79144"/>
                  <a:pt x="550091" y="79050"/>
                </a:cubicBezTo>
                <a:cubicBezTo>
                  <a:pt x="549185" y="78956"/>
                  <a:pt x="548458" y="78814"/>
                  <a:pt x="547910" y="78625"/>
                </a:cubicBezTo>
                <a:cubicBezTo>
                  <a:pt x="547362" y="78436"/>
                  <a:pt x="546975" y="78200"/>
                  <a:pt x="546749" y="77917"/>
                </a:cubicBezTo>
                <a:cubicBezTo>
                  <a:pt x="546522" y="77634"/>
                  <a:pt x="546409" y="77303"/>
                  <a:pt x="546409" y="76926"/>
                </a:cubicBezTo>
                <a:lnTo>
                  <a:pt x="546409" y="2436"/>
                </a:lnTo>
                <a:cubicBezTo>
                  <a:pt x="546409" y="2058"/>
                  <a:pt x="546522" y="1718"/>
                  <a:pt x="546749" y="1416"/>
                </a:cubicBezTo>
                <a:cubicBezTo>
                  <a:pt x="546975" y="1114"/>
                  <a:pt x="547362" y="859"/>
                  <a:pt x="547910" y="651"/>
                </a:cubicBezTo>
                <a:cubicBezTo>
                  <a:pt x="548458" y="444"/>
                  <a:pt x="549185" y="283"/>
                  <a:pt x="550091" y="170"/>
                </a:cubicBezTo>
                <a:cubicBezTo>
                  <a:pt x="550997" y="57"/>
                  <a:pt x="552149" y="0"/>
                  <a:pt x="553546" y="0"/>
                </a:cubicBezTo>
                <a:cubicBezTo>
                  <a:pt x="554944" y="0"/>
                  <a:pt x="556095" y="57"/>
                  <a:pt x="557002" y="170"/>
                </a:cubicBezTo>
                <a:cubicBezTo>
                  <a:pt x="557908" y="283"/>
                  <a:pt x="558635" y="444"/>
                  <a:pt x="559183" y="651"/>
                </a:cubicBezTo>
                <a:cubicBezTo>
                  <a:pt x="559730" y="859"/>
                  <a:pt x="560117" y="1114"/>
                  <a:pt x="560344" y="1416"/>
                </a:cubicBezTo>
                <a:cubicBezTo>
                  <a:pt x="560570" y="1718"/>
                  <a:pt x="560684" y="2058"/>
                  <a:pt x="560684" y="2436"/>
                </a:cubicBezTo>
                <a:lnTo>
                  <a:pt x="560684" y="46790"/>
                </a:lnTo>
                <a:lnTo>
                  <a:pt x="575638" y="26680"/>
                </a:lnTo>
                <a:cubicBezTo>
                  <a:pt x="575941" y="26227"/>
                  <a:pt x="576280" y="25831"/>
                  <a:pt x="576658" y="25491"/>
                </a:cubicBezTo>
                <a:cubicBezTo>
                  <a:pt x="577036" y="25151"/>
                  <a:pt x="577536" y="24887"/>
                  <a:pt x="578159" y="24698"/>
                </a:cubicBezTo>
                <a:cubicBezTo>
                  <a:pt x="578782" y="24509"/>
                  <a:pt x="579556" y="24367"/>
                  <a:pt x="580482" y="24273"/>
                </a:cubicBezTo>
                <a:cubicBezTo>
                  <a:pt x="581407" y="24179"/>
                  <a:pt x="582587" y="24131"/>
                  <a:pt x="584022" y="24131"/>
                </a:cubicBezTo>
                <a:cubicBezTo>
                  <a:pt x="585419" y="24131"/>
                  <a:pt x="586599" y="24179"/>
                  <a:pt x="587562" y="24273"/>
                </a:cubicBezTo>
                <a:cubicBezTo>
                  <a:pt x="588525" y="24367"/>
                  <a:pt x="589300" y="24509"/>
                  <a:pt x="589885" y="24698"/>
                </a:cubicBezTo>
                <a:cubicBezTo>
                  <a:pt x="590470" y="24887"/>
                  <a:pt x="590876" y="25123"/>
                  <a:pt x="591103" y="25406"/>
                </a:cubicBezTo>
                <a:cubicBezTo>
                  <a:pt x="591329" y="25689"/>
                  <a:pt x="591443" y="26038"/>
                  <a:pt x="591443" y="26454"/>
                </a:cubicBezTo>
                <a:cubicBezTo>
                  <a:pt x="591443" y="27020"/>
                  <a:pt x="591301" y="27625"/>
                  <a:pt x="591018" y="28267"/>
                </a:cubicBezTo>
                <a:cubicBezTo>
                  <a:pt x="590735" y="28909"/>
                  <a:pt x="590310" y="29588"/>
                  <a:pt x="589743" y="30306"/>
                </a:cubicBezTo>
                <a:lnTo>
                  <a:pt x="574959" y="47073"/>
                </a:lnTo>
                <a:lnTo>
                  <a:pt x="592066" y="73527"/>
                </a:lnTo>
                <a:cubicBezTo>
                  <a:pt x="592519" y="74282"/>
                  <a:pt x="592849" y="74934"/>
                  <a:pt x="593057" y="75481"/>
                </a:cubicBezTo>
                <a:cubicBezTo>
                  <a:pt x="593265" y="76029"/>
                  <a:pt x="593369" y="76529"/>
                  <a:pt x="593369" y="76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F5E62-1CF6-43C7-96F3-83C4C9B5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70" y="1914159"/>
            <a:ext cx="95681" cy="10"/>
          </a:xfrm>
          <a:custGeom xmlns:a="http://schemas.openxmlformats.org/drawingml/2006/main">
            <a:pathLst>
              <a:path w="95681" h="1" fill="none">
                <a:moveTo>
                  <a:pt x="0" y="0"/>
                </a:moveTo>
                <a:lnTo>
                  <a:pt x="956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548235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F89E3-FD89-42C9-B64A-5A322339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941" y="1894620"/>
            <a:ext cx="39076" cy="39076"/>
          </a:xfrm>
          <a:custGeom xmlns:a="http://schemas.openxmlformats.org/drawingml/2006/main">
            <a:pathLst>
              <a:path w="39076" h="39076">
                <a:moveTo>
                  <a:pt x="0" y="0"/>
                </a:moveTo>
                <a:lnTo>
                  <a:pt x="39076" y="19538"/>
                </a:lnTo>
                <a:lnTo>
                  <a:pt x="0" y="390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7E4C2-8DDF-48A0-8A1C-214FBCA5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401" y="1089743"/>
            <a:ext cx="697147" cy="619030"/>
          </a:xfrm>
          <a:custGeom xmlns:a="http://schemas.openxmlformats.org/drawingml/2006/main">
            <a:pathLst>
              <a:path w="697147" h="619030" fill="none">
                <a:moveTo>
                  <a:pt x="0" y="619030"/>
                </a:moveTo>
                <a:cubicBezTo>
                  <a:pt x="0" y="318401"/>
                  <a:pt x="343421" y="17766"/>
                  <a:pt x="69714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548235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4CCEC-E844-42A6-85E3-D2FFCAF4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832" y="1070367"/>
            <a:ext cx="39556" cy="39064"/>
          </a:xfrm>
          <a:custGeom xmlns:a="http://schemas.openxmlformats.org/drawingml/2006/main">
            <a:pathLst>
              <a:path w="39556" h="39064">
                <a:moveTo>
                  <a:pt x="0" y="0"/>
                </a:moveTo>
                <a:lnTo>
                  <a:pt x="39556" y="18548"/>
                </a:lnTo>
                <a:lnTo>
                  <a:pt x="984" y="390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162D7-845B-4A28-B96D-F64CE279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937" y="2260024"/>
            <a:ext cx="737838" cy="603238"/>
          </a:xfrm>
          <a:custGeom xmlns:a="http://schemas.openxmlformats.org/drawingml/2006/main">
            <a:pathLst>
              <a:path w="737838" h="603238" fill="none">
                <a:moveTo>
                  <a:pt x="0" y="0"/>
                </a:moveTo>
                <a:cubicBezTo>
                  <a:pt x="0" y="293236"/>
                  <a:pt x="363648" y="586479"/>
                  <a:pt x="737838" y="6032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548235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3DBF1-15C2-4A79-9B1B-E92C33C6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814" y="2843608"/>
            <a:ext cx="39504" cy="39064"/>
          </a:xfrm>
          <a:custGeom xmlns:a="http://schemas.openxmlformats.org/drawingml/2006/main">
            <a:pathLst>
              <a:path w="39504" h="39064">
                <a:moveTo>
                  <a:pt x="0" y="39064"/>
                </a:moveTo>
                <a:lnTo>
                  <a:pt x="874" y="0"/>
                </a:lnTo>
                <a:lnTo>
                  <a:pt x="39504" y="20406"/>
                </a:lnTo>
                <a:lnTo>
                  <a:pt x="0" y="39064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ee9690a14459e"/>
          <a:stretch xmlns:a="http://schemas.openxmlformats.org/drawingml/2006/main"/>
        </p:blipFill>
        <p:spPr>
          <a:xfrm xmlns:a="http://schemas.openxmlformats.org/drawingml/2006/main">
            <a:off x="1285949" y="2888505"/>
            <a:ext cx="271752" cy="319013"/>
          </a:xfrm>
          <a:prstGeom xmlns:a="http://schemas.openxmlformats.org/drawingml/2006/main" prst="rect">
            <a:avLst/>
          </a:prstGeom>
        </p:spPr>
      </p:pic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cba3ca47a47f7"/>
          <a:stretch xmlns:a="http://schemas.openxmlformats.org/drawingml/2006/main"/>
        </p:blipFill>
        <p:spPr>
          <a:xfrm xmlns:a="http://schemas.openxmlformats.org/drawingml/2006/main">
            <a:off x="1285949" y="2427214"/>
            <a:ext cx="271752" cy="319013"/>
          </a:xfrm>
          <a:prstGeom xmlns:a="http://schemas.openxmlformats.org/drawingml/2006/main" prst="rect">
            <a:avLst/>
          </a:prstGeom>
        </p:spPr>
      </p:pic>
      <p:sp>
        <p:nvSpPr>
          <p:cNvPr id="128" name="Text Rank-based">
            <a:extLst xmlns:a="http://schemas.openxmlformats.org/drawingml/2006/main">
              <a:ext uri="{FF2B5EF4-FFF2-40B4-BE49-F238E27FC236}">
                <a16:creationId xmlns:a16="http://schemas.microsoft.com/office/drawing/2014/main" id="{C8563507-FCF1-4806-B061-4DD18C1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058" y="3187678"/>
            <a:ext cx="547199" cy="80211"/>
          </a:xfrm>
          <a:custGeom xmlns:a="http://schemas.openxmlformats.org/drawingml/2006/main">
            <a:pathLst>
              <a:path w="547199" h="80211">
                <a:moveTo>
                  <a:pt x="54381" y="76928"/>
                </a:moveTo>
                <a:cubicBezTo>
                  <a:pt x="54381" y="77343"/>
                  <a:pt x="54305" y="77692"/>
                  <a:pt x="54154" y="77975"/>
                </a:cubicBezTo>
                <a:cubicBezTo>
                  <a:pt x="54003" y="78258"/>
                  <a:pt x="53644" y="78493"/>
                  <a:pt x="53078" y="78682"/>
                </a:cubicBezTo>
                <a:cubicBezTo>
                  <a:pt x="52511" y="78871"/>
                  <a:pt x="51680" y="79003"/>
                  <a:pt x="50585" y="79078"/>
                </a:cubicBezTo>
                <a:cubicBezTo>
                  <a:pt x="49490" y="79154"/>
                  <a:pt x="47998" y="79192"/>
                  <a:pt x="46110" y="79192"/>
                </a:cubicBezTo>
                <a:cubicBezTo>
                  <a:pt x="44524" y="79192"/>
                  <a:pt x="43259" y="79154"/>
                  <a:pt x="42315" y="79078"/>
                </a:cubicBezTo>
                <a:cubicBezTo>
                  <a:pt x="41371" y="79003"/>
                  <a:pt x="40625" y="78862"/>
                  <a:pt x="40077" y="78655"/>
                </a:cubicBezTo>
                <a:cubicBezTo>
                  <a:pt x="39530" y="78448"/>
                  <a:pt x="39143" y="78184"/>
                  <a:pt x="38916" y="77864"/>
                </a:cubicBezTo>
                <a:cubicBezTo>
                  <a:pt x="38689" y="77543"/>
                  <a:pt x="38501" y="77156"/>
                  <a:pt x="38350" y="76704"/>
                </a:cubicBezTo>
                <a:lnTo>
                  <a:pt x="31779" y="60364"/>
                </a:lnTo>
                <a:cubicBezTo>
                  <a:pt x="30986" y="58517"/>
                  <a:pt x="30211" y="56877"/>
                  <a:pt x="29456" y="55444"/>
                </a:cubicBezTo>
                <a:cubicBezTo>
                  <a:pt x="28701" y="54012"/>
                  <a:pt x="27861" y="52815"/>
                  <a:pt x="26935" y="51854"/>
                </a:cubicBezTo>
                <a:cubicBezTo>
                  <a:pt x="26010" y="50893"/>
                  <a:pt x="24943" y="50167"/>
                  <a:pt x="23735" y="49677"/>
                </a:cubicBezTo>
                <a:cubicBezTo>
                  <a:pt x="22526" y="49187"/>
                  <a:pt x="21129" y="48942"/>
                  <a:pt x="19543" y="48942"/>
                </a:cubicBezTo>
                <a:lnTo>
                  <a:pt x="14898" y="48942"/>
                </a:lnTo>
                <a:lnTo>
                  <a:pt x="14898" y="76818"/>
                </a:lnTo>
                <a:cubicBezTo>
                  <a:pt x="14898" y="77194"/>
                  <a:pt x="14775" y="77534"/>
                  <a:pt x="14530" y="77836"/>
                </a:cubicBezTo>
                <a:cubicBezTo>
                  <a:pt x="14284" y="78137"/>
                  <a:pt x="13878" y="78381"/>
                  <a:pt x="13312" y="78570"/>
                </a:cubicBezTo>
                <a:cubicBezTo>
                  <a:pt x="12745" y="78758"/>
                  <a:pt x="11990" y="78908"/>
                  <a:pt x="11046" y="79022"/>
                </a:cubicBezTo>
                <a:cubicBezTo>
                  <a:pt x="10102" y="79135"/>
                  <a:pt x="8893" y="79192"/>
                  <a:pt x="7421" y="79192"/>
                </a:cubicBezTo>
                <a:cubicBezTo>
                  <a:pt x="5986" y="79192"/>
                  <a:pt x="4787" y="79135"/>
                  <a:pt x="3824" y="79022"/>
                </a:cubicBezTo>
                <a:cubicBezTo>
                  <a:pt x="2861" y="78908"/>
                  <a:pt x="2096" y="78757"/>
                  <a:pt x="1529" y="78569"/>
                </a:cubicBezTo>
                <a:cubicBezTo>
                  <a:pt x="963" y="78380"/>
                  <a:pt x="566" y="78134"/>
                  <a:pt x="340" y="77832"/>
                </a:cubicBezTo>
                <a:cubicBezTo>
                  <a:pt x="113" y="77530"/>
                  <a:pt x="0" y="77190"/>
                  <a:pt x="0" y="76812"/>
                </a:cubicBezTo>
                <a:lnTo>
                  <a:pt x="0" y="10253"/>
                </a:lnTo>
                <a:cubicBezTo>
                  <a:pt x="0" y="8591"/>
                  <a:pt x="425" y="7392"/>
                  <a:pt x="1275" y="6656"/>
                </a:cubicBezTo>
                <a:cubicBezTo>
                  <a:pt x="2124" y="5920"/>
                  <a:pt x="3172" y="5551"/>
                  <a:pt x="4418" y="5551"/>
                </a:cubicBezTo>
                <a:lnTo>
                  <a:pt x="23395" y="5551"/>
                </a:lnTo>
                <a:cubicBezTo>
                  <a:pt x="25321" y="5551"/>
                  <a:pt x="26907" y="5589"/>
                  <a:pt x="28153" y="5665"/>
                </a:cubicBezTo>
                <a:cubicBezTo>
                  <a:pt x="29399" y="5740"/>
                  <a:pt x="30532" y="5835"/>
                  <a:pt x="31552" y="5948"/>
                </a:cubicBezTo>
                <a:cubicBezTo>
                  <a:pt x="34498" y="6364"/>
                  <a:pt x="37151" y="7083"/>
                  <a:pt x="39511" y="8104"/>
                </a:cubicBezTo>
                <a:cubicBezTo>
                  <a:pt x="41871" y="9124"/>
                  <a:pt x="43873" y="10456"/>
                  <a:pt x="45515" y="12101"/>
                </a:cubicBezTo>
                <a:cubicBezTo>
                  <a:pt x="47158" y="13745"/>
                  <a:pt x="48414" y="15692"/>
                  <a:pt x="49282" y="17941"/>
                </a:cubicBezTo>
                <a:cubicBezTo>
                  <a:pt x="50151" y="20189"/>
                  <a:pt x="50585" y="22768"/>
                  <a:pt x="50585" y="25679"/>
                </a:cubicBezTo>
                <a:cubicBezTo>
                  <a:pt x="50585" y="28136"/>
                  <a:pt x="50274" y="30375"/>
                  <a:pt x="49651" y="32398"/>
                </a:cubicBezTo>
                <a:cubicBezTo>
                  <a:pt x="49027" y="34420"/>
                  <a:pt x="48112" y="36225"/>
                  <a:pt x="46903" y="37813"/>
                </a:cubicBezTo>
                <a:cubicBezTo>
                  <a:pt x="45695" y="39400"/>
                  <a:pt x="44203" y="40780"/>
                  <a:pt x="42428" y="41952"/>
                </a:cubicBezTo>
                <a:cubicBezTo>
                  <a:pt x="40653" y="43123"/>
                  <a:pt x="38633" y="44067"/>
                  <a:pt x="36367" y="44786"/>
                </a:cubicBezTo>
                <a:cubicBezTo>
                  <a:pt x="37462" y="45315"/>
                  <a:pt x="38491" y="45956"/>
                  <a:pt x="39454" y="46710"/>
                </a:cubicBezTo>
                <a:cubicBezTo>
                  <a:pt x="40417" y="47464"/>
                  <a:pt x="41324" y="48379"/>
                  <a:pt x="42173" y="49454"/>
                </a:cubicBezTo>
                <a:cubicBezTo>
                  <a:pt x="43023" y="50529"/>
                  <a:pt x="43825" y="51755"/>
                  <a:pt x="44581" y="53133"/>
                </a:cubicBezTo>
                <a:cubicBezTo>
                  <a:pt x="45336" y="54510"/>
                  <a:pt x="46072" y="56066"/>
                  <a:pt x="46790" y="57801"/>
                </a:cubicBezTo>
                <a:lnTo>
                  <a:pt x="52964" y="72231"/>
                </a:lnTo>
                <a:cubicBezTo>
                  <a:pt x="53531" y="73665"/>
                  <a:pt x="53908" y="74712"/>
                  <a:pt x="54097" y="75373"/>
                </a:cubicBezTo>
                <a:cubicBezTo>
                  <a:pt x="54286" y="76033"/>
                  <a:pt x="54381" y="76551"/>
                  <a:pt x="54381" y="76928"/>
                </a:cubicBezTo>
                <a:moveTo>
                  <a:pt x="35177" y="27219"/>
                </a:moveTo>
                <a:cubicBezTo>
                  <a:pt x="35177" y="24809"/>
                  <a:pt x="34630" y="22775"/>
                  <a:pt x="33535" y="21118"/>
                </a:cubicBezTo>
                <a:cubicBezTo>
                  <a:pt x="32439" y="19460"/>
                  <a:pt x="30646" y="18293"/>
                  <a:pt x="28153" y="17615"/>
                </a:cubicBezTo>
                <a:cubicBezTo>
                  <a:pt x="27398" y="17426"/>
                  <a:pt x="26539" y="17276"/>
                  <a:pt x="25576" y="17164"/>
                </a:cubicBezTo>
                <a:cubicBezTo>
                  <a:pt x="24613" y="17051"/>
                  <a:pt x="23282" y="16994"/>
                  <a:pt x="21582" y="16994"/>
                </a:cubicBezTo>
                <a:lnTo>
                  <a:pt x="14898" y="16994"/>
                </a:lnTo>
                <a:lnTo>
                  <a:pt x="14898" y="37726"/>
                </a:lnTo>
                <a:lnTo>
                  <a:pt x="22489" y="37726"/>
                </a:lnTo>
                <a:cubicBezTo>
                  <a:pt x="24603" y="37726"/>
                  <a:pt x="26454" y="37472"/>
                  <a:pt x="28040" y="36964"/>
                </a:cubicBezTo>
                <a:cubicBezTo>
                  <a:pt x="29626" y="36455"/>
                  <a:pt x="30948" y="35740"/>
                  <a:pt x="32005" y="34818"/>
                </a:cubicBezTo>
                <a:cubicBezTo>
                  <a:pt x="33063" y="33895"/>
                  <a:pt x="33856" y="32794"/>
                  <a:pt x="34384" y="31513"/>
                </a:cubicBezTo>
                <a:cubicBezTo>
                  <a:pt x="34913" y="30233"/>
                  <a:pt x="35177" y="28801"/>
                  <a:pt x="35177" y="27219"/>
                </a:cubicBezTo>
                <a:close/>
                <a:moveTo>
                  <a:pt x="107505" y="77094"/>
                </a:moveTo>
                <a:cubicBezTo>
                  <a:pt x="107505" y="77623"/>
                  <a:pt x="107316" y="78039"/>
                  <a:pt x="106938" y="78342"/>
                </a:cubicBezTo>
                <a:cubicBezTo>
                  <a:pt x="106560" y="78644"/>
                  <a:pt x="105966" y="78861"/>
                  <a:pt x="105154" y="78993"/>
                </a:cubicBezTo>
                <a:cubicBezTo>
                  <a:pt x="104342" y="79126"/>
                  <a:pt x="103143" y="79192"/>
                  <a:pt x="101557" y="79192"/>
                </a:cubicBezTo>
                <a:cubicBezTo>
                  <a:pt x="99857" y="79192"/>
                  <a:pt x="98621" y="79126"/>
                  <a:pt x="97846" y="78993"/>
                </a:cubicBezTo>
                <a:cubicBezTo>
                  <a:pt x="97072" y="78861"/>
                  <a:pt x="96525" y="78644"/>
                  <a:pt x="96204" y="78342"/>
                </a:cubicBezTo>
                <a:cubicBezTo>
                  <a:pt x="95883" y="78040"/>
                  <a:pt x="95722" y="77624"/>
                  <a:pt x="95722" y="77096"/>
                </a:cubicBezTo>
                <a:lnTo>
                  <a:pt x="95722" y="73074"/>
                </a:lnTo>
                <a:cubicBezTo>
                  <a:pt x="93645" y="75302"/>
                  <a:pt x="91275" y="77048"/>
                  <a:pt x="88613" y="78314"/>
                </a:cubicBezTo>
                <a:cubicBezTo>
                  <a:pt x="85951" y="79579"/>
                  <a:pt x="82996" y="80211"/>
                  <a:pt x="79748" y="80211"/>
                </a:cubicBezTo>
                <a:cubicBezTo>
                  <a:pt x="77067" y="80211"/>
                  <a:pt x="74602" y="79861"/>
                  <a:pt x="72355" y="79160"/>
                </a:cubicBezTo>
                <a:cubicBezTo>
                  <a:pt x="70109" y="78459"/>
                  <a:pt x="68164" y="77417"/>
                  <a:pt x="66521" y="76034"/>
                </a:cubicBezTo>
                <a:cubicBezTo>
                  <a:pt x="64878" y="74650"/>
                  <a:pt x="63604" y="72936"/>
                  <a:pt x="62697" y="70891"/>
                </a:cubicBezTo>
                <a:cubicBezTo>
                  <a:pt x="61791" y="68845"/>
                  <a:pt x="61338" y="66457"/>
                  <a:pt x="61338" y="63729"/>
                </a:cubicBezTo>
                <a:cubicBezTo>
                  <a:pt x="61338" y="60773"/>
                  <a:pt x="61914" y="58205"/>
                  <a:pt x="63065" y="56027"/>
                </a:cubicBezTo>
                <a:cubicBezTo>
                  <a:pt x="64217" y="53848"/>
                  <a:pt x="65936" y="52049"/>
                  <a:pt x="68220" y="50628"/>
                </a:cubicBezTo>
                <a:cubicBezTo>
                  <a:pt x="70505" y="49207"/>
                  <a:pt x="73347" y="48155"/>
                  <a:pt x="76746" y="47473"/>
                </a:cubicBezTo>
                <a:cubicBezTo>
                  <a:pt x="80144" y="46791"/>
                  <a:pt x="84091" y="46450"/>
                  <a:pt x="88585" y="46450"/>
                </a:cubicBezTo>
                <a:lnTo>
                  <a:pt x="93513" y="46450"/>
                </a:lnTo>
                <a:lnTo>
                  <a:pt x="93513" y="43405"/>
                </a:lnTo>
                <a:cubicBezTo>
                  <a:pt x="93513" y="41826"/>
                  <a:pt x="93352" y="40445"/>
                  <a:pt x="93031" y="39261"/>
                </a:cubicBezTo>
                <a:cubicBezTo>
                  <a:pt x="92710" y="38076"/>
                  <a:pt x="92182" y="37089"/>
                  <a:pt x="91445" y="36300"/>
                </a:cubicBezTo>
                <a:cubicBezTo>
                  <a:pt x="90709" y="35510"/>
                  <a:pt x="89727" y="34928"/>
                  <a:pt x="88500" y="34553"/>
                </a:cubicBezTo>
                <a:cubicBezTo>
                  <a:pt x="87272" y="34176"/>
                  <a:pt x="85752" y="33988"/>
                  <a:pt x="83940" y="33988"/>
                </a:cubicBezTo>
                <a:cubicBezTo>
                  <a:pt x="81561" y="33988"/>
                  <a:pt x="79436" y="34252"/>
                  <a:pt x="77567" y="34781"/>
                </a:cubicBezTo>
                <a:cubicBezTo>
                  <a:pt x="75698" y="35310"/>
                  <a:pt x="74045" y="35895"/>
                  <a:pt x="72610" y="36537"/>
                </a:cubicBezTo>
                <a:cubicBezTo>
                  <a:pt x="71175" y="37179"/>
                  <a:pt x="69976" y="37764"/>
                  <a:pt x="69013" y="38293"/>
                </a:cubicBezTo>
                <a:cubicBezTo>
                  <a:pt x="68050" y="38822"/>
                  <a:pt x="67267" y="39086"/>
                  <a:pt x="66663" y="39086"/>
                </a:cubicBezTo>
                <a:cubicBezTo>
                  <a:pt x="66247" y="39086"/>
                  <a:pt x="65879" y="38953"/>
                  <a:pt x="65558" y="38688"/>
                </a:cubicBezTo>
                <a:cubicBezTo>
                  <a:pt x="65237" y="38422"/>
                  <a:pt x="64973" y="38043"/>
                  <a:pt x="64765" y="37549"/>
                </a:cubicBezTo>
                <a:cubicBezTo>
                  <a:pt x="64557" y="37056"/>
                  <a:pt x="64397" y="36449"/>
                  <a:pt x="64283" y="35728"/>
                </a:cubicBezTo>
                <a:cubicBezTo>
                  <a:pt x="64170" y="35006"/>
                  <a:pt x="64113" y="34209"/>
                  <a:pt x="64113" y="33336"/>
                </a:cubicBezTo>
                <a:cubicBezTo>
                  <a:pt x="64113" y="32160"/>
                  <a:pt x="64208" y="31230"/>
                  <a:pt x="64397" y="30547"/>
                </a:cubicBezTo>
                <a:cubicBezTo>
                  <a:pt x="64585" y="29863"/>
                  <a:pt x="64944" y="29247"/>
                  <a:pt x="65473" y="28697"/>
                </a:cubicBezTo>
                <a:cubicBezTo>
                  <a:pt x="66002" y="28146"/>
                  <a:pt x="66927" y="27540"/>
                  <a:pt x="68249" y="26879"/>
                </a:cubicBezTo>
                <a:cubicBezTo>
                  <a:pt x="69570" y="26218"/>
                  <a:pt x="71119" y="25604"/>
                  <a:pt x="72894" y="25038"/>
                </a:cubicBezTo>
                <a:cubicBezTo>
                  <a:pt x="74669" y="24471"/>
                  <a:pt x="76604" y="24009"/>
                  <a:pt x="78700" y="23650"/>
                </a:cubicBezTo>
                <a:cubicBezTo>
                  <a:pt x="80796" y="23291"/>
                  <a:pt x="82958" y="23112"/>
                  <a:pt x="85186" y="23112"/>
                </a:cubicBezTo>
                <a:cubicBezTo>
                  <a:pt x="89151" y="23112"/>
                  <a:pt x="92540" y="23499"/>
                  <a:pt x="95354" y="24275"/>
                </a:cubicBezTo>
                <a:cubicBezTo>
                  <a:pt x="98167" y="25049"/>
                  <a:pt x="100480" y="26240"/>
                  <a:pt x="102293" y="27847"/>
                </a:cubicBezTo>
                <a:cubicBezTo>
                  <a:pt x="104106" y="29453"/>
                  <a:pt x="105428" y="31523"/>
                  <a:pt x="106258" y="34055"/>
                </a:cubicBezTo>
                <a:cubicBezTo>
                  <a:pt x="107089" y="36588"/>
                  <a:pt x="107505" y="39593"/>
                  <a:pt x="107505" y="43071"/>
                </a:cubicBezTo>
                <a:lnTo>
                  <a:pt x="107505" y="77094"/>
                </a:lnTo>
                <a:moveTo>
                  <a:pt x="93513" y="55400"/>
                </a:moveTo>
                <a:lnTo>
                  <a:pt x="88075" y="55400"/>
                </a:lnTo>
                <a:cubicBezTo>
                  <a:pt x="85771" y="55400"/>
                  <a:pt x="83807" y="55571"/>
                  <a:pt x="82184" y="55914"/>
                </a:cubicBezTo>
                <a:cubicBezTo>
                  <a:pt x="80560" y="56256"/>
                  <a:pt x="79238" y="56770"/>
                  <a:pt x="78218" y="57455"/>
                </a:cubicBezTo>
                <a:cubicBezTo>
                  <a:pt x="77199" y="58140"/>
                  <a:pt x="76453" y="58968"/>
                  <a:pt x="75981" y="59939"/>
                </a:cubicBezTo>
                <a:cubicBezTo>
                  <a:pt x="75509" y="60909"/>
                  <a:pt x="75273" y="62022"/>
                  <a:pt x="75273" y="63278"/>
                </a:cubicBezTo>
                <a:cubicBezTo>
                  <a:pt x="75273" y="65409"/>
                  <a:pt x="75943" y="67083"/>
                  <a:pt x="77284" y="68301"/>
                </a:cubicBezTo>
                <a:cubicBezTo>
                  <a:pt x="78624" y="69519"/>
                  <a:pt x="80484" y="70128"/>
                  <a:pt x="82863" y="70128"/>
                </a:cubicBezTo>
                <a:cubicBezTo>
                  <a:pt x="84865" y="70128"/>
                  <a:pt x="86706" y="69615"/>
                  <a:pt x="88386" y="68588"/>
                </a:cubicBezTo>
                <a:cubicBezTo>
                  <a:pt x="90067" y="67560"/>
                  <a:pt x="91776" y="66057"/>
                  <a:pt x="93513" y="64078"/>
                </a:cubicBezTo>
                <a:lnTo>
                  <a:pt x="93513" y="55400"/>
                </a:lnTo>
                <a:close/>
                <a:moveTo>
                  <a:pt x="169677" y="76924"/>
                </a:moveTo>
                <a:cubicBezTo>
                  <a:pt x="169677" y="77302"/>
                  <a:pt x="169564" y="77633"/>
                  <a:pt x="169337" y="77917"/>
                </a:cubicBezTo>
                <a:cubicBezTo>
                  <a:pt x="169111" y="78200"/>
                  <a:pt x="168733" y="78436"/>
                  <a:pt x="168204" y="78625"/>
                </a:cubicBezTo>
                <a:cubicBezTo>
                  <a:pt x="167676" y="78814"/>
                  <a:pt x="166949" y="78956"/>
                  <a:pt x="166023" y="79050"/>
                </a:cubicBezTo>
                <a:cubicBezTo>
                  <a:pt x="165098" y="79144"/>
                  <a:pt x="163956" y="79192"/>
                  <a:pt x="162596" y="79192"/>
                </a:cubicBezTo>
                <a:cubicBezTo>
                  <a:pt x="161199" y="79192"/>
                  <a:pt x="160038" y="79144"/>
                  <a:pt x="159113" y="79050"/>
                </a:cubicBezTo>
                <a:cubicBezTo>
                  <a:pt x="158187" y="78956"/>
                  <a:pt x="157460" y="78814"/>
                  <a:pt x="156932" y="78625"/>
                </a:cubicBezTo>
                <a:cubicBezTo>
                  <a:pt x="156403" y="78436"/>
                  <a:pt x="156025" y="78200"/>
                  <a:pt x="155799" y="77917"/>
                </a:cubicBezTo>
                <a:cubicBezTo>
                  <a:pt x="155572" y="77634"/>
                  <a:pt x="155459" y="77303"/>
                  <a:pt x="155459" y="76926"/>
                </a:cubicBezTo>
                <a:lnTo>
                  <a:pt x="155459" y="48093"/>
                </a:lnTo>
                <a:cubicBezTo>
                  <a:pt x="155459" y="45638"/>
                  <a:pt x="155280" y="43712"/>
                  <a:pt x="154921" y="42315"/>
                </a:cubicBezTo>
                <a:cubicBezTo>
                  <a:pt x="154562" y="40918"/>
                  <a:pt x="154043" y="39719"/>
                  <a:pt x="153363" y="38718"/>
                </a:cubicBezTo>
                <a:cubicBezTo>
                  <a:pt x="152683" y="37717"/>
                  <a:pt x="151805" y="36943"/>
                  <a:pt x="150729" y="36395"/>
                </a:cubicBezTo>
                <a:cubicBezTo>
                  <a:pt x="149653" y="35848"/>
                  <a:pt x="148397" y="35574"/>
                  <a:pt x="146962" y="35574"/>
                </a:cubicBezTo>
                <a:cubicBezTo>
                  <a:pt x="145149" y="35574"/>
                  <a:pt x="143318" y="36235"/>
                  <a:pt x="141467" y="37557"/>
                </a:cubicBezTo>
                <a:cubicBezTo>
                  <a:pt x="139617" y="38878"/>
                  <a:pt x="137691" y="40804"/>
                  <a:pt x="135689" y="43334"/>
                </a:cubicBezTo>
                <a:lnTo>
                  <a:pt x="135689" y="76926"/>
                </a:lnTo>
                <a:cubicBezTo>
                  <a:pt x="135689" y="77303"/>
                  <a:pt x="135576" y="77634"/>
                  <a:pt x="135349" y="77917"/>
                </a:cubicBezTo>
                <a:cubicBezTo>
                  <a:pt x="135123" y="78200"/>
                  <a:pt x="134736" y="78436"/>
                  <a:pt x="134188" y="78625"/>
                </a:cubicBezTo>
                <a:cubicBezTo>
                  <a:pt x="133641" y="78814"/>
                  <a:pt x="132914" y="78956"/>
                  <a:pt x="132007" y="79050"/>
                </a:cubicBezTo>
                <a:cubicBezTo>
                  <a:pt x="131101" y="79144"/>
                  <a:pt x="129949" y="79192"/>
                  <a:pt x="128552" y="79192"/>
                </a:cubicBezTo>
                <a:cubicBezTo>
                  <a:pt x="127155" y="79192"/>
                  <a:pt x="126003" y="79144"/>
                  <a:pt x="125096" y="79050"/>
                </a:cubicBezTo>
                <a:cubicBezTo>
                  <a:pt x="124190" y="78956"/>
                  <a:pt x="123463" y="78814"/>
                  <a:pt x="122916" y="78625"/>
                </a:cubicBezTo>
                <a:cubicBezTo>
                  <a:pt x="122368" y="78436"/>
                  <a:pt x="121981" y="78200"/>
                  <a:pt x="121754" y="77917"/>
                </a:cubicBezTo>
                <a:cubicBezTo>
                  <a:pt x="121528" y="77634"/>
                  <a:pt x="121414" y="77303"/>
                  <a:pt x="121414" y="76926"/>
                </a:cubicBezTo>
                <a:lnTo>
                  <a:pt x="121414" y="26397"/>
                </a:lnTo>
                <a:cubicBezTo>
                  <a:pt x="121414" y="26020"/>
                  <a:pt x="121509" y="25689"/>
                  <a:pt x="121698" y="25406"/>
                </a:cubicBezTo>
                <a:cubicBezTo>
                  <a:pt x="121886" y="25123"/>
                  <a:pt x="122226" y="24887"/>
                  <a:pt x="122717" y="24698"/>
                </a:cubicBezTo>
                <a:cubicBezTo>
                  <a:pt x="123208" y="24509"/>
                  <a:pt x="123841" y="24367"/>
                  <a:pt x="124615" y="24273"/>
                </a:cubicBezTo>
                <a:cubicBezTo>
                  <a:pt x="125389" y="24179"/>
                  <a:pt x="126362" y="24131"/>
                  <a:pt x="127532" y="24131"/>
                </a:cubicBezTo>
                <a:cubicBezTo>
                  <a:pt x="128741" y="24131"/>
                  <a:pt x="129741" y="24179"/>
                  <a:pt x="130535" y="24273"/>
                </a:cubicBezTo>
                <a:cubicBezTo>
                  <a:pt x="131328" y="24367"/>
                  <a:pt x="131941" y="24509"/>
                  <a:pt x="132376" y="24698"/>
                </a:cubicBezTo>
                <a:cubicBezTo>
                  <a:pt x="132810" y="24887"/>
                  <a:pt x="133121" y="25123"/>
                  <a:pt x="133310" y="25406"/>
                </a:cubicBezTo>
                <a:cubicBezTo>
                  <a:pt x="133499" y="25689"/>
                  <a:pt x="133593" y="26020"/>
                  <a:pt x="133593" y="26397"/>
                </a:cubicBezTo>
                <a:lnTo>
                  <a:pt x="133593" y="32232"/>
                </a:lnTo>
                <a:cubicBezTo>
                  <a:pt x="136388" y="29192"/>
                  <a:pt x="139230" y="26912"/>
                  <a:pt x="142119" y="25392"/>
                </a:cubicBezTo>
                <a:cubicBezTo>
                  <a:pt x="145008" y="23872"/>
                  <a:pt x="148019" y="23112"/>
                  <a:pt x="151154" y="23112"/>
                </a:cubicBezTo>
                <a:cubicBezTo>
                  <a:pt x="154590" y="23112"/>
                  <a:pt x="157489" y="23679"/>
                  <a:pt x="159849" y="24813"/>
                </a:cubicBezTo>
                <a:cubicBezTo>
                  <a:pt x="162209" y="25947"/>
                  <a:pt x="164116" y="27488"/>
                  <a:pt x="165570" y="29435"/>
                </a:cubicBezTo>
                <a:cubicBezTo>
                  <a:pt x="167024" y="31381"/>
                  <a:pt x="168072" y="33659"/>
                  <a:pt x="168714" y="36268"/>
                </a:cubicBezTo>
                <a:cubicBezTo>
                  <a:pt x="169356" y="38876"/>
                  <a:pt x="169677" y="42013"/>
                  <a:pt x="169677" y="45680"/>
                </a:cubicBezTo>
                <a:lnTo>
                  <a:pt x="169677" y="76924"/>
                </a:lnTo>
                <a:close/>
                <a:moveTo>
                  <a:pt x="230893" y="76982"/>
                </a:moveTo>
                <a:cubicBezTo>
                  <a:pt x="230893" y="77360"/>
                  <a:pt x="230789" y="77690"/>
                  <a:pt x="230582" y="77974"/>
                </a:cubicBezTo>
                <a:cubicBezTo>
                  <a:pt x="230374" y="78257"/>
                  <a:pt x="229996" y="78484"/>
                  <a:pt x="229449" y="78653"/>
                </a:cubicBezTo>
                <a:cubicBezTo>
                  <a:pt x="228901" y="78823"/>
                  <a:pt x="228155" y="78956"/>
                  <a:pt x="227211" y="79050"/>
                </a:cubicBezTo>
                <a:cubicBezTo>
                  <a:pt x="226267" y="79144"/>
                  <a:pt x="225040" y="79192"/>
                  <a:pt x="223529" y="79192"/>
                </a:cubicBezTo>
                <a:cubicBezTo>
                  <a:pt x="221981" y="79192"/>
                  <a:pt x="220725" y="79154"/>
                  <a:pt x="219762" y="79078"/>
                </a:cubicBezTo>
                <a:cubicBezTo>
                  <a:pt x="218799" y="79003"/>
                  <a:pt x="218006" y="78880"/>
                  <a:pt x="217383" y="78710"/>
                </a:cubicBezTo>
                <a:cubicBezTo>
                  <a:pt x="216760" y="78540"/>
                  <a:pt x="216278" y="78304"/>
                  <a:pt x="215939" y="78002"/>
                </a:cubicBezTo>
                <a:cubicBezTo>
                  <a:pt x="215599" y="77700"/>
                  <a:pt x="215297" y="77303"/>
                  <a:pt x="215032" y="76812"/>
                </a:cubicBezTo>
                <a:lnTo>
                  <a:pt x="198208" y="50189"/>
                </a:lnTo>
                <a:lnTo>
                  <a:pt x="198208" y="76926"/>
                </a:lnTo>
                <a:cubicBezTo>
                  <a:pt x="198208" y="77303"/>
                  <a:pt x="198095" y="77634"/>
                  <a:pt x="197868" y="77917"/>
                </a:cubicBezTo>
                <a:cubicBezTo>
                  <a:pt x="197642" y="78200"/>
                  <a:pt x="197255" y="78436"/>
                  <a:pt x="196707" y="78625"/>
                </a:cubicBezTo>
                <a:cubicBezTo>
                  <a:pt x="196160" y="78814"/>
                  <a:pt x="195433" y="78956"/>
                  <a:pt x="194526" y="79050"/>
                </a:cubicBezTo>
                <a:cubicBezTo>
                  <a:pt x="193620" y="79144"/>
                  <a:pt x="192468" y="79192"/>
                  <a:pt x="191071" y="79192"/>
                </a:cubicBezTo>
                <a:cubicBezTo>
                  <a:pt x="189674" y="79192"/>
                  <a:pt x="188522" y="79144"/>
                  <a:pt x="187615" y="79050"/>
                </a:cubicBezTo>
                <a:cubicBezTo>
                  <a:pt x="186709" y="78956"/>
                  <a:pt x="185982" y="78814"/>
                  <a:pt x="185435" y="78625"/>
                </a:cubicBezTo>
                <a:cubicBezTo>
                  <a:pt x="184887" y="78436"/>
                  <a:pt x="184500" y="78200"/>
                  <a:pt x="184273" y="77917"/>
                </a:cubicBezTo>
                <a:cubicBezTo>
                  <a:pt x="184047" y="77634"/>
                  <a:pt x="183933" y="77303"/>
                  <a:pt x="183933" y="76926"/>
                </a:cubicBezTo>
                <a:lnTo>
                  <a:pt x="183933" y="2436"/>
                </a:lnTo>
                <a:cubicBezTo>
                  <a:pt x="183933" y="2058"/>
                  <a:pt x="184047" y="1718"/>
                  <a:pt x="184273" y="1416"/>
                </a:cubicBezTo>
                <a:cubicBezTo>
                  <a:pt x="184500" y="1114"/>
                  <a:pt x="184887" y="859"/>
                  <a:pt x="185435" y="651"/>
                </a:cubicBezTo>
                <a:cubicBezTo>
                  <a:pt x="185982" y="444"/>
                  <a:pt x="186709" y="283"/>
                  <a:pt x="187615" y="170"/>
                </a:cubicBezTo>
                <a:cubicBezTo>
                  <a:pt x="188522" y="57"/>
                  <a:pt x="189674" y="0"/>
                  <a:pt x="191071" y="0"/>
                </a:cubicBezTo>
                <a:cubicBezTo>
                  <a:pt x="192468" y="0"/>
                  <a:pt x="193620" y="57"/>
                  <a:pt x="194526" y="170"/>
                </a:cubicBezTo>
                <a:cubicBezTo>
                  <a:pt x="195433" y="283"/>
                  <a:pt x="196160" y="444"/>
                  <a:pt x="196707" y="651"/>
                </a:cubicBezTo>
                <a:cubicBezTo>
                  <a:pt x="197255" y="859"/>
                  <a:pt x="197642" y="1114"/>
                  <a:pt x="197868" y="1416"/>
                </a:cubicBezTo>
                <a:cubicBezTo>
                  <a:pt x="198095" y="1718"/>
                  <a:pt x="198208" y="2058"/>
                  <a:pt x="198208" y="2436"/>
                </a:cubicBezTo>
                <a:lnTo>
                  <a:pt x="198208" y="46790"/>
                </a:lnTo>
                <a:lnTo>
                  <a:pt x="213163" y="26680"/>
                </a:lnTo>
                <a:cubicBezTo>
                  <a:pt x="213465" y="26227"/>
                  <a:pt x="213805" y="25831"/>
                  <a:pt x="214183" y="25491"/>
                </a:cubicBezTo>
                <a:cubicBezTo>
                  <a:pt x="214560" y="25151"/>
                  <a:pt x="215061" y="24887"/>
                  <a:pt x="215684" y="24698"/>
                </a:cubicBezTo>
                <a:cubicBezTo>
                  <a:pt x="216307" y="24509"/>
                  <a:pt x="217081" y="24367"/>
                  <a:pt x="218006" y="24273"/>
                </a:cubicBezTo>
                <a:cubicBezTo>
                  <a:pt x="218931" y="24179"/>
                  <a:pt x="220112" y="24131"/>
                  <a:pt x="221547" y="24131"/>
                </a:cubicBezTo>
                <a:cubicBezTo>
                  <a:pt x="222944" y="24131"/>
                  <a:pt x="224124" y="24179"/>
                  <a:pt x="225087" y="24273"/>
                </a:cubicBezTo>
                <a:cubicBezTo>
                  <a:pt x="226050" y="24367"/>
                  <a:pt x="226824" y="24509"/>
                  <a:pt x="227409" y="24698"/>
                </a:cubicBezTo>
                <a:cubicBezTo>
                  <a:pt x="227995" y="24887"/>
                  <a:pt x="228401" y="25123"/>
                  <a:pt x="228627" y="25406"/>
                </a:cubicBezTo>
                <a:cubicBezTo>
                  <a:pt x="228854" y="25689"/>
                  <a:pt x="228967" y="26038"/>
                  <a:pt x="228967" y="26454"/>
                </a:cubicBezTo>
                <a:cubicBezTo>
                  <a:pt x="228967" y="27020"/>
                  <a:pt x="228826" y="27625"/>
                  <a:pt x="228542" y="28267"/>
                </a:cubicBezTo>
                <a:cubicBezTo>
                  <a:pt x="228259" y="28909"/>
                  <a:pt x="227834" y="29588"/>
                  <a:pt x="227268" y="30306"/>
                </a:cubicBezTo>
                <a:lnTo>
                  <a:pt x="212483" y="47073"/>
                </a:lnTo>
                <a:lnTo>
                  <a:pt x="229590" y="73527"/>
                </a:lnTo>
                <a:cubicBezTo>
                  <a:pt x="230044" y="74282"/>
                  <a:pt x="230374" y="74934"/>
                  <a:pt x="230582" y="75481"/>
                </a:cubicBezTo>
                <a:cubicBezTo>
                  <a:pt x="230789" y="76029"/>
                  <a:pt x="230893" y="76529"/>
                  <a:pt x="230893" y="76982"/>
                </a:cubicBezTo>
                <a:close/>
                <a:moveTo>
                  <a:pt x="264564" y="50302"/>
                </a:moveTo>
                <a:cubicBezTo>
                  <a:pt x="264564" y="52492"/>
                  <a:pt x="264356" y="54022"/>
                  <a:pt x="263941" y="54890"/>
                </a:cubicBezTo>
                <a:cubicBezTo>
                  <a:pt x="263526" y="55759"/>
                  <a:pt x="262865" y="56193"/>
                  <a:pt x="261958" y="56193"/>
                </a:cubicBezTo>
                <a:lnTo>
                  <a:pt x="238393" y="56193"/>
                </a:lnTo>
                <a:cubicBezTo>
                  <a:pt x="237449" y="56193"/>
                  <a:pt x="236770" y="55749"/>
                  <a:pt x="236354" y="54862"/>
                </a:cubicBezTo>
                <a:cubicBezTo>
                  <a:pt x="235939" y="53975"/>
                  <a:pt x="235731" y="52455"/>
                  <a:pt x="235731" y="50302"/>
                </a:cubicBezTo>
                <a:cubicBezTo>
                  <a:pt x="235731" y="48187"/>
                  <a:pt x="235939" y="46695"/>
                  <a:pt x="236354" y="45827"/>
                </a:cubicBezTo>
                <a:cubicBezTo>
                  <a:pt x="236770" y="44958"/>
                  <a:pt x="237449" y="44524"/>
                  <a:pt x="238393" y="44524"/>
                </a:cubicBezTo>
                <a:lnTo>
                  <a:pt x="261958" y="44524"/>
                </a:lnTo>
                <a:cubicBezTo>
                  <a:pt x="262411" y="44524"/>
                  <a:pt x="262799" y="44618"/>
                  <a:pt x="263120" y="44807"/>
                </a:cubicBezTo>
                <a:cubicBezTo>
                  <a:pt x="263441" y="44996"/>
                  <a:pt x="263714" y="45317"/>
                  <a:pt x="263941" y="45770"/>
                </a:cubicBezTo>
                <a:cubicBezTo>
                  <a:pt x="264168" y="46223"/>
                  <a:pt x="264328" y="46828"/>
                  <a:pt x="264422" y="47583"/>
                </a:cubicBezTo>
                <a:cubicBezTo>
                  <a:pt x="264517" y="48338"/>
                  <a:pt x="264564" y="49245"/>
                  <a:pt x="264564" y="50302"/>
                </a:cubicBezTo>
                <a:close/>
                <a:moveTo>
                  <a:pt x="325778" y="50980"/>
                </a:moveTo>
                <a:cubicBezTo>
                  <a:pt x="325778" y="55483"/>
                  <a:pt x="325287" y="59532"/>
                  <a:pt x="324305" y="63127"/>
                </a:cubicBezTo>
                <a:cubicBezTo>
                  <a:pt x="323323" y="66722"/>
                  <a:pt x="321907" y="69787"/>
                  <a:pt x="320057" y="72321"/>
                </a:cubicBezTo>
                <a:cubicBezTo>
                  <a:pt x="318206" y="74856"/>
                  <a:pt x="315931" y="76805"/>
                  <a:pt x="313231" y="78168"/>
                </a:cubicBezTo>
                <a:cubicBezTo>
                  <a:pt x="310531" y="79530"/>
                  <a:pt x="307462" y="80211"/>
                  <a:pt x="304026" y="80211"/>
                </a:cubicBezTo>
                <a:cubicBezTo>
                  <a:pt x="302326" y="80211"/>
                  <a:pt x="300740" y="80050"/>
                  <a:pt x="299268" y="79728"/>
                </a:cubicBezTo>
                <a:cubicBezTo>
                  <a:pt x="297795" y="79407"/>
                  <a:pt x="296388" y="78887"/>
                  <a:pt x="295047" y="78168"/>
                </a:cubicBezTo>
                <a:cubicBezTo>
                  <a:pt x="293707" y="77449"/>
                  <a:pt x="292385" y="76540"/>
                  <a:pt x="291082" y="75444"/>
                </a:cubicBezTo>
                <a:cubicBezTo>
                  <a:pt x="289779" y="74347"/>
                  <a:pt x="288448" y="73022"/>
                  <a:pt x="287089" y="71470"/>
                </a:cubicBezTo>
                <a:lnTo>
                  <a:pt x="287089" y="76936"/>
                </a:lnTo>
                <a:cubicBezTo>
                  <a:pt x="287089" y="77351"/>
                  <a:pt x="286985" y="77699"/>
                  <a:pt x="286777" y="77981"/>
                </a:cubicBezTo>
                <a:cubicBezTo>
                  <a:pt x="286569" y="78262"/>
                  <a:pt x="286229" y="78497"/>
                  <a:pt x="285757" y="78685"/>
                </a:cubicBezTo>
                <a:cubicBezTo>
                  <a:pt x="285285" y="78873"/>
                  <a:pt x="284653" y="79004"/>
                  <a:pt x="283860" y="79078"/>
                </a:cubicBezTo>
                <a:cubicBezTo>
                  <a:pt x="283067" y="79154"/>
                  <a:pt x="282104" y="79192"/>
                  <a:pt x="280971" y="79192"/>
                </a:cubicBezTo>
                <a:cubicBezTo>
                  <a:pt x="279800" y="79192"/>
                  <a:pt x="278828" y="79154"/>
                  <a:pt x="278054" y="79078"/>
                </a:cubicBezTo>
                <a:cubicBezTo>
                  <a:pt x="277279" y="79003"/>
                  <a:pt x="276656" y="78871"/>
                  <a:pt x="276184" y="78682"/>
                </a:cubicBezTo>
                <a:cubicBezTo>
                  <a:pt x="275712" y="78493"/>
                  <a:pt x="275382" y="78257"/>
                  <a:pt x="275193" y="77974"/>
                </a:cubicBezTo>
                <a:cubicBezTo>
                  <a:pt x="275004" y="77690"/>
                  <a:pt x="274910" y="77341"/>
                  <a:pt x="274910" y="76926"/>
                </a:cubicBezTo>
                <a:lnTo>
                  <a:pt x="274910" y="2436"/>
                </a:lnTo>
                <a:cubicBezTo>
                  <a:pt x="274910" y="2058"/>
                  <a:pt x="275023" y="1718"/>
                  <a:pt x="275250" y="1416"/>
                </a:cubicBezTo>
                <a:cubicBezTo>
                  <a:pt x="275476" y="1114"/>
                  <a:pt x="275863" y="859"/>
                  <a:pt x="276411" y="651"/>
                </a:cubicBezTo>
                <a:cubicBezTo>
                  <a:pt x="276958" y="444"/>
                  <a:pt x="277685" y="283"/>
                  <a:pt x="278592" y="170"/>
                </a:cubicBezTo>
                <a:cubicBezTo>
                  <a:pt x="279498" y="57"/>
                  <a:pt x="280650" y="0"/>
                  <a:pt x="282047" y="0"/>
                </a:cubicBezTo>
                <a:cubicBezTo>
                  <a:pt x="283444" y="0"/>
                  <a:pt x="284596" y="57"/>
                  <a:pt x="285502" y="170"/>
                </a:cubicBezTo>
                <a:cubicBezTo>
                  <a:pt x="286409" y="283"/>
                  <a:pt x="287136" y="444"/>
                  <a:pt x="287683" y="651"/>
                </a:cubicBezTo>
                <a:cubicBezTo>
                  <a:pt x="288231" y="858"/>
                  <a:pt x="288618" y="1112"/>
                  <a:pt x="288845" y="1414"/>
                </a:cubicBezTo>
                <a:cubicBezTo>
                  <a:pt x="289071" y="1717"/>
                  <a:pt x="289185" y="2056"/>
                  <a:pt x="289185" y="2432"/>
                </a:cubicBezTo>
                <a:lnTo>
                  <a:pt x="289185" y="30320"/>
                </a:lnTo>
                <a:cubicBezTo>
                  <a:pt x="290468" y="29034"/>
                  <a:pt x="291752" y="27937"/>
                  <a:pt x="293036" y="27029"/>
                </a:cubicBezTo>
                <a:cubicBezTo>
                  <a:pt x="294320" y="26120"/>
                  <a:pt x="295604" y="25373"/>
                  <a:pt x="296888" y="24786"/>
                </a:cubicBezTo>
                <a:cubicBezTo>
                  <a:pt x="298172" y="24200"/>
                  <a:pt x="299494" y="23774"/>
                  <a:pt x="300854" y="23510"/>
                </a:cubicBezTo>
                <a:cubicBezTo>
                  <a:pt x="302213" y="23244"/>
                  <a:pt x="303648" y="23112"/>
                  <a:pt x="305159" y="23112"/>
                </a:cubicBezTo>
                <a:cubicBezTo>
                  <a:pt x="308897" y="23112"/>
                  <a:pt x="312070" y="23859"/>
                  <a:pt x="314675" y="25355"/>
                </a:cubicBezTo>
                <a:cubicBezTo>
                  <a:pt x="317281" y="26849"/>
                  <a:pt x="319405" y="28864"/>
                  <a:pt x="321048" y="31400"/>
                </a:cubicBezTo>
                <a:cubicBezTo>
                  <a:pt x="322691" y="33935"/>
                  <a:pt x="323890" y="36896"/>
                  <a:pt x="324645" y="40283"/>
                </a:cubicBezTo>
                <a:cubicBezTo>
                  <a:pt x="325400" y="43668"/>
                  <a:pt x="325778" y="47234"/>
                  <a:pt x="325778" y="50980"/>
                </a:cubicBezTo>
                <a:moveTo>
                  <a:pt x="310993" y="52030"/>
                </a:moveTo>
                <a:cubicBezTo>
                  <a:pt x="310993" y="49874"/>
                  <a:pt x="310833" y="47793"/>
                  <a:pt x="310512" y="45788"/>
                </a:cubicBezTo>
                <a:cubicBezTo>
                  <a:pt x="310191" y="43783"/>
                  <a:pt x="309634" y="42005"/>
                  <a:pt x="308841" y="40454"/>
                </a:cubicBezTo>
                <a:cubicBezTo>
                  <a:pt x="308048" y="38904"/>
                  <a:pt x="307019" y="37665"/>
                  <a:pt x="305754" y="36739"/>
                </a:cubicBezTo>
                <a:cubicBezTo>
                  <a:pt x="304488" y="35811"/>
                  <a:pt x="302893" y="35347"/>
                  <a:pt x="300967" y="35347"/>
                </a:cubicBezTo>
                <a:cubicBezTo>
                  <a:pt x="300023" y="35347"/>
                  <a:pt x="299098" y="35480"/>
                  <a:pt x="298191" y="35744"/>
                </a:cubicBezTo>
                <a:cubicBezTo>
                  <a:pt x="297285" y="36007"/>
                  <a:pt x="296350" y="36459"/>
                  <a:pt x="295387" y="37100"/>
                </a:cubicBezTo>
                <a:cubicBezTo>
                  <a:pt x="294424" y="37741"/>
                  <a:pt x="293433" y="38570"/>
                  <a:pt x="292413" y="39589"/>
                </a:cubicBezTo>
                <a:cubicBezTo>
                  <a:pt x="291394" y="40606"/>
                  <a:pt x="290317" y="41868"/>
                  <a:pt x="289185" y="43375"/>
                </a:cubicBezTo>
                <a:lnTo>
                  <a:pt x="289185" y="60176"/>
                </a:lnTo>
                <a:cubicBezTo>
                  <a:pt x="291186" y="62757"/>
                  <a:pt x="293103" y="64721"/>
                  <a:pt x="294934" y="66069"/>
                </a:cubicBezTo>
                <a:cubicBezTo>
                  <a:pt x="296766" y="67416"/>
                  <a:pt x="298682" y="68089"/>
                  <a:pt x="300684" y="68089"/>
                </a:cubicBezTo>
                <a:cubicBezTo>
                  <a:pt x="302534" y="68089"/>
                  <a:pt x="304101" y="67616"/>
                  <a:pt x="305385" y="66671"/>
                </a:cubicBezTo>
                <a:cubicBezTo>
                  <a:pt x="306669" y="65725"/>
                  <a:pt x="307736" y="64495"/>
                  <a:pt x="308586" y="62982"/>
                </a:cubicBezTo>
                <a:cubicBezTo>
                  <a:pt x="309436" y="61469"/>
                  <a:pt x="310049" y="59748"/>
                  <a:pt x="310427" y="57818"/>
                </a:cubicBezTo>
                <a:cubicBezTo>
                  <a:pt x="310805" y="55889"/>
                  <a:pt x="310993" y="53959"/>
                  <a:pt x="310993" y="52030"/>
                </a:cubicBezTo>
                <a:close/>
                <a:moveTo>
                  <a:pt x="380491" y="77094"/>
                </a:moveTo>
                <a:cubicBezTo>
                  <a:pt x="380491" y="77623"/>
                  <a:pt x="380302" y="78039"/>
                  <a:pt x="379924" y="78342"/>
                </a:cubicBezTo>
                <a:cubicBezTo>
                  <a:pt x="379547" y="78644"/>
                  <a:pt x="378952" y="78861"/>
                  <a:pt x="378140" y="78993"/>
                </a:cubicBezTo>
                <a:cubicBezTo>
                  <a:pt x="377328" y="79126"/>
                  <a:pt x="376129" y="79192"/>
                  <a:pt x="374543" y="79192"/>
                </a:cubicBezTo>
                <a:cubicBezTo>
                  <a:pt x="372843" y="79192"/>
                  <a:pt x="371607" y="79126"/>
                  <a:pt x="370832" y="78993"/>
                </a:cubicBezTo>
                <a:cubicBezTo>
                  <a:pt x="370058" y="78861"/>
                  <a:pt x="369511" y="78644"/>
                  <a:pt x="369190" y="78342"/>
                </a:cubicBezTo>
                <a:cubicBezTo>
                  <a:pt x="368869" y="78040"/>
                  <a:pt x="368708" y="77624"/>
                  <a:pt x="368708" y="77096"/>
                </a:cubicBezTo>
                <a:lnTo>
                  <a:pt x="368708" y="73074"/>
                </a:lnTo>
                <a:cubicBezTo>
                  <a:pt x="366631" y="75302"/>
                  <a:pt x="364261" y="77048"/>
                  <a:pt x="361599" y="78314"/>
                </a:cubicBezTo>
                <a:cubicBezTo>
                  <a:pt x="358937" y="79579"/>
                  <a:pt x="355982" y="80211"/>
                  <a:pt x="352734" y="80211"/>
                </a:cubicBezTo>
                <a:cubicBezTo>
                  <a:pt x="350053" y="80211"/>
                  <a:pt x="347589" y="79861"/>
                  <a:pt x="345342" y="79160"/>
                </a:cubicBezTo>
                <a:cubicBezTo>
                  <a:pt x="343095" y="78459"/>
                  <a:pt x="341150" y="77417"/>
                  <a:pt x="339507" y="76034"/>
                </a:cubicBezTo>
                <a:cubicBezTo>
                  <a:pt x="337864" y="74650"/>
                  <a:pt x="336590" y="72936"/>
                  <a:pt x="335683" y="70891"/>
                </a:cubicBezTo>
                <a:cubicBezTo>
                  <a:pt x="334777" y="68845"/>
                  <a:pt x="334324" y="66457"/>
                  <a:pt x="334324" y="63729"/>
                </a:cubicBezTo>
                <a:cubicBezTo>
                  <a:pt x="334324" y="60773"/>
                  <a:pt x="334900" y="58205"/>
                  <a:pt x="336052" y="56027"/>
                </a:cubicBezTo>
                <a:cubicBezTo>
                  <a:pt x="337203" y="53848"/>
                  <a:pt x="338922" y="52049"/>
                  <a:pt x="341206" y="50628"/>
                </a:cubicBezTo>
                <a:cubicBezTo>
                  <a:pt x="343491" y="49207"/>
                  <a:pt x="346333" y="48155"/>
                  <a:pt x="349732" y="47473"/>
                </a:cubicBezTo>
                <a:cubicBezTo>
                  <a:pt x="353130" y="46791"/>
                  <a:pt x="357077" y="46450"/>
                  <a:pt x="361571" y="46450"/>
                </a:cubicBezTo>
                <a:lnTo>
                  <a:pt x="366499" y="46450"/>
                </a:lnTo>
                <a:lnTo>
                  <a:pt x="366499" y="43405"/>
                </a:lnTo>
                <a:cubicBezTo>
                  <a:pt x="366499" y="41826"/>
                  <a:pt x="366339" y="40445"/>
                  <a:pt x="366018" y="39261"/>
                </a:cubicBezTo>
                <a:cubicBezTo>
                  <a:pt x="365697" y="38076"/>
                  <a:pt x="365168" y="37089"/>
                  <a:pt x="364431" y="36300"/>
                </a:cubicBezTo>
                <a:cubicBezTo>
                  <a:pt x="363695" y="35510"/>
                  <a:pt x="362713" y="34928"/>
                  <a:pt x="361486" y="34553"/>
                </a:cubicBezTo>
                <a:cubicBezTo>
                  <a:pt x="360258" y="34176"/>
                  <a:pt x="358738" y="33988"/>
                  <a:pt x="356926" y="33988"/>
                </a:cubicBezTo>
                <a:cubicBezTo>
                  <a:pt x="354547" y="33988"/>
                  <a:pt x="352422" y="34252"/>
                  <a:pt x="350553" y="34781"/>
                </a:cubicBezTo>
                <a:cubicBezTo>
                  <a:pt x="348684" y="35310"/>
                  <a:pt x="347032" y="35895"/>
                  <a:pt x="345597" y="36537"/>
                </a:cubicBezTo>
                <a:cubicBezTo>
                  <a:pt x="344161" y="37179"/>
                  <a:pt x="342962" y="37764"/>
                  <a:pt x="341999" y="38293"/>
                </a:cubicBezTo>
                <a:cubicBezTo>
                  <a:pt x="341036" y="38822"/>
                  <a:pt x="340253" y="39086"/>
                  <a:pt x="339649" y="39086"/>
                </a:cubicBezTo>
                <a:cubicBezTo>
                  <a:pt x="339233" y="39086"/>
                  <a:pt x="338865" y="38953"/>
                  <a:pt x="338544" y="38688"/>
                </a:cubicBezTo>
                <a:cubicBezTo>
                  <a:pt x="338223" y="38422"/>
                  <a:pt x="337959" y="38043"/>
                  <a:pt x="337751" y="37549"/>
                </a:cubicBezTo>
                <a:cubicBezTo>
                  <a:pt x="337543" y="37056"/>
                  <a:pt x="337383" y="36449"/>
                  <a:pt x="337270" y="35728"/>
                </a:cubicBezTo>
                <a:cubicBezTo>
                  <a:pt x="337156" y="35006"/>
                  <a:pt x="337100" y="34209"/>
                  <a:pt x="337100" y="33336"/>
                </a:cubicBezTo>
                <a:cubicBezTo>
                  <a:pt x="337100" y="32160"/>
                  <a:pt x="337194" y="31230"/>
                  <a:pt x="337383" y="30547"/>
                </a:cubicBezTo>
                <a:cubicBezTo>
                  <a:pt x="337572" y="29863"/>
                  <a:pt x="337930" y="29247"/>
                  <a:pt x="338459" y="28697"/>
                </a:cubicBezTo>
                <a:cubicBezTo>
                  <a:pt x="338988" y="28146"/>
                  <a:pt x="339913" y="27540"/>
                  <a:pt x="341235" y="26879"/>
                </a:cubicBezTo>
                <a:cubicBezTo>
                  <a:pt x="342556" y="26218"/>
                  <a:pt x="344105" y="25604"/>
                  <a:pt x="345880" y="25038"/>
                </a:cubicBezTo>
                <a:cubicBezTo>
                  <a:pt x="347655" y="24471"/>
                  <a:pt x="349590" y="24009"/>
                  <a:pt x="351686" y="23650"/>
                </a:cubicBezTo>
                <a:cubicBezTo>
                  <a:pt x="353782" y="23291"/>
                  <a:pt x="355944" y="23112"/>
                  <a:pt x="358172" y="23112"/>
                </a:cubicBezTo>
                <a:cubicBezTo>
                  <a:pt x="362137" y="23112"/>
                  <a:pt x="365527" y="23499"/>
                  <a:pt x="368340" y="24275"/>
                </a:cubicBezTo>
                <a:cubicBezTo>
                  <a:pt x="371153" y="25049"/>
                  <a:pt x="373467" y="26240"/>
                  <a:pt x="375279" y="27847"/>
                </a:cubicBezTo>
                <a:cubicBezTo>
                  <a:pt x="377092" y="29453"/>
                  <a:pt x="378414" y="31523"/>
                  <a:pt x="379244" y="34055"/>
                </a:cubicBezTo>
                <a:cubicBezTo>
                  <a:pt x="380075" y="36588"/>
                  <a:pt x="380491" y="39593"/>
                  <a:pt x="380491" y="43071"/>
                </a:cubicBezTo>
                <a:lnTo>
                  <a:pt x="380491" y="77094"/>
                </a:lnTo>
                <a:moveTo>
                  <a:pt x="366499" y="55400"/>
                </a:moveTo>
                <a:lnTo>
                  <a:pt x="361061" y="55400"/>
                </a:lnTo>
                <a:cubicBezTo>
                  <a:pt x="358757" y="55400"/>
                  <a:pt x="356794" y="55571"/>
                  <a:pt x="355170" y="55914"/>
                </a:cubicBezTo>
                <a:cubicBezTo>
                  <a:pt x="353546" y="56256"/>
                  <a:pt x="352224" y="56770"/>
                  <a:pt x="351205" y="57455"/>
                </a:cubicBezTo>
                <a:cubicBezTo>
                  <a:pt x="350185" y="58140"/>
                  <a:pt x="349439" y="58968"/>
                  <a:pt x="348967" y="59939"/>
                </a:cubicBezTo>
                <a:cubicBezTo>
                  <a:pt x="348495" y="60909"/>
                  <a:pt x="348259" y="62022"/>
                  <a:pt x="348259" y="63278"/>
                </a:cubicBezTo>
                <a:cubicBezTo>
                  <a:pt x="348259" y="65409"/>
                  <a:pt x="348929" y="67083"/>
                  <a:pt x="350270" y="68301"/>
                </a:cubicBezTo>
                <a:cubicBezTo>
                  <a:pt x="351610" y="69519"/>
                  <a:pt x="353470" y="70128"/>
                  <a:pt x="355850" y="70128"/>
                </a:cubicBezTo>
                <a:cubicBezTo>
                  <a:pt x="357851" y="70128"/>
                  <a:pt x="359692" y="69615"/>
                  <a:pt x="361373" y="68588"/>
                </a:cubicBezTo>
                <a:cubicBezTo>
                  <a:pt x="363053" y="67560"/>
                  <a:pt x="364762" y="66057"/>
                  <a:pt x="366499" y="64078"/>
                </a:cubicBezTo>
                <a:lnTo>
                  <a:pt x="366499" y="55400"/>
                </a:lnTo>
                <a:close/>
                <a:moveTo>
                  <a:pt x="429975" y="62672"/>
                </a:moveTo>
                <a:cubicBezTo>
                  <a:pt x="429975" y="65548"/>
                  <a:pt x="429437" y="68084"/>
                  <a:pt x="428361" y="70279"/>
                </a:cubicBezTo>
                <a:cubicBezTo>
                  <a:pt x="427284" y="72473"/>
                  <a:pt x="425764" y="74308"/>
                  <a:pt x="423801" y="75784"/>
                </a:cubicBezTo>
                <a:cubicBezTo>
                  <a:pt x="421837" y="77259"/>
                  <a:pt x="419514" y="78366"/>
                  <a:pt x="416833" y="79103"/>
                </a:cubicBezTo>
                <a:cubicBezTo>
                  <a:pt x="414152" y="79842"/>
                  <a:pt x="411244" y="80211"/>
                  <a:pt x="408110" y="80211"/>
                </a:cubicBezTo>
                <a:cubicBezTo>
                  <a:pt x="406221" y="80211"/>
                  <a:pt x="404418" y="80068"/>
                  <a:pt x="402700" y="79781"/>
                </a:cubicBezTo>
                <a:cubicBezTo>
                  <a:pt x="400982" y="79494"/>
                  <a:pt x="399443" y="79131"/>
                  <a:pt x="398083" y="78692"/>
                </a:cubicBezTo>
                <a:cubicBezTo>
                  <a:pt x="396724" y="78252"/>
                  <a:pt x="395591" y="77803"/>
                  <a:pt x="394684" y="77345"/>
                </a:cubicBezTo>
                <a:cubicBezTo>
                  <a:pt x="393778" y="76886"/>
                  <a:pt x="393117" y="76456"/>
                  <a:pt x="392702" y="76055"/>
                </a:cubicBezTo>
                <a:cubicBezTo>
                  <a:pt x="392286" y="75654"/>
                  <a:pt x="391965" y="75026"/>
                  <a:pt x="391739" y="74171"/>
                </a:cubicBezTo>
                <a:cubicBezTo>
                  <a:pt x="391512" y="73317"/>
                  <a:pt x="391399" y="72054"/>
                  <a:pt x="391399" y="70383"/>
                </a:cubicBezTo>
                <a:cubicBezTo>
                  <a:pt x="391399" y="69282"/>
                  <a:pt x="391437" y="68399"/>
                  <a:pt x="391512" y="67735"/>
                </a:cubicBezTo>
                <a:cubicBezTo>
                  <a:pt x="391588" y="67070"/>
                  <a:pt x="391701" y="66539"/>
                  <a:pt x="391852" y="66140"/>
                </a:cubicBezTo>
                <a:cubicBezTo>
                  <a:pt x="392003" y="65741"/>
                  <a:pt x="392192" y="65476"/>
                  <a:pt x="392419" y="65343"/>
                </a:cubicBezTo>
                <a:cubicBezTo>
                  <a:pt x="392645" y="65210"/>
                  <a:pt x="392928" y="65143"/>
                  <a:pt x="393268" y="65143"/>
                </a:cubicBezTo>
                <a:cubicBezTo>
                  <a:pt x="393684" y="65143"/>
                  <a:pt x="394297" y="65382"/>
                  <a:pt x="395109" y="65860"/>
                </a:cubicBezTo>
                <a:cubicBezTo>
                  <a:pt x="395921" y="66338"/>
                  <a:pt x="396931" y="66864"/>
                  <a:pt x="398140" y="67437"/>
                </a:cubicBezTo>
                <a:cubicBezTo>
                  <a:pt x="399348" y="68011"/>
                  <a:pt x="400755" y="68546"/>
                  <a:pt x="402360" y="69043"/>
                </a:cubicBezTo>
                <a:cubicBezTo>
                  <a:pt x="403965" y="69540"/>
                  <a:pt x="405787" y="69788"/>
                  <a:pt x="407826" y="69788"/>
                </a:cubicBezTo>
                <a:cubicBezTo>
                  <a:pt x="409110" y="69788"/>
                  <a:pt x="410253" y="69657"/>
                  <a:pt x="411253" y="69394"/>
                </a:cubicBezTo>
                <a:cubicBezTo>
                  <a:pt x="412254" y="69130"/>
                  <a:pt x="413123" y="68755"/>
                  <a:pt x="413859" y="68266"/>
                </a:cubicBezTo>
                <a:cubicBezTo>
                  <a:pt x="414596" y="67776"/>
                  <a:pt x="415153" y="67155"/>
                  <a:pt x="415530" y="66404"/>
                </a:cubicBezTo>
                <a:cubicBezTo>
                  <a:pt x="415908" y="65652"/>
                  <a:pt x="416097" y="64787"/>
                  <a:pt x="416097" y="63809"/>
                </a:cubicBezTo>
                <a:cubicBezTo>
                  <a:pt x="416097" y="62673"/>
                  <a:pt x="415747" y="61699"/>
                  <a:pt x="415049" y="60886"/>
                </a:cubicBezTo>
                <a:cubicBezTo>
                  <a:pt x="414350" y="60072"/>
                  <a:pt x="413425" y="59362"/>
                  <a:pt x="412273" y="58756"/>
                </a:cubicBezTo>
                <a:cubicBezTo>
                  <a:pt x="411121" y="58151"/>
                  <a:pt x="409818" y="57583"/>
                  <a:pt x="408364" y="57054"/>
                </a:cubicBezTo>
                <a:cubicBezTo>
                  <a:pt x="406911" y="56524"/>
                  <a:pt x="405419" y="55937"/>
                  <a:pt x="403889" y="55294"/>
                </a:cubicBezTo>
                <a:cubicBezTo>
                  <a:pt x="402360" y="54651"/>
                  <a:pt x="400868" y="53913"/>
                  <a:pt x="399414" y="53081"/>
                </a:cubicBezTo>
                <a:cubicBezTo>
                  <a:pt x="397960" y="52248"/>
                  <a:pt x="396658" y="51226"/>
                  <a:pt x="395506" y="50015"/>
                </a:cubicBezTo>
                <a:cubicBezTo>
                  <a:pt x="394354" y="48804"/>
                  <a:pt x="393429" y="47348"/>
                  <a:pt x="392730" y="45646"/>
                </a:cubicBezTo>
                <a:cubicBezTo>
                  <a:pt x="392031" y="43943"/>
                  <a:pt x="391682" y="41900"/>
                  <a:pt x="391682" y="39516"/>
                </a:cubicBezTo>
                <a:cubicBezTo>
                  <a:pt x="391682" y="37093"/>
                  <a:pt x="392154" y="34870"/>
                  <a:pt x="393098" y="32846"/>
                </a:cubicBezTo>
                <a:cubicBezTo>
                  <a:pt x="394042" y="30822"/>
                  <a:pt x="395402" y="29091"/>
                  <a:pt x="397177" y="27654"/>
                </a:cubicBezTo>
                <a:cubicBezTo>
                  <a:pt x="398952" y="26215"/>
                  <a:pt x="401114" y="25099"/>
                  <a:pt x="403663" y="24305"/>
                </a:cubicBezTo>
                <a:cubicBezTo>
                  <a:pt x="406212" y="23509"/>
                  <a:pt x="409073" y="23112"/>
                  <a:pt x="412245" y="23112"/>
                </a:cubicBezTo>
                <a:cubicBezTo>
                  <a:pt x="413831" y="23112"/>
                  <a:pt x="415370" y="23225"/>
                  <a:pt x="416861" y="23452"/>
                </a:cubicBezTo>
                <a:cubicBezTo>
                  <a:pt x="418353" y="23678"/>
                  <a:pt x="419703" y="23961"/>
                  <a:pt x="420912" y="24301"/>
                </a:cubicBezTo>
                <a:cubicBezTo>
                  <a:pt x="422120" y="24641"/>
                  <a:pt x="423140" y="25009"/>
                  <a:pt x="423971" y="25406"/>
                </a:cubicBezTo>
                <a:cubicBezTo>
                  <a:pt x="424801" y="25802"/>
                  <a:pt x="425396" y="26142"/>
                  <a:pt x="425755" y="26426"/>
                </a:cubicBezTo>
                <a:cubicBezTo>
                  <a:pt x="426114" y="26709"/>
                  <a:pt x="426369" y="26992"/>
                  <a:pt x="426520" y="27275"/>
                </a:cubicBezTo>
                <a:cubicBezTo>
                  <a:pt x="426671" y="27558"/>
                  <a:pt x="426784" y="27898"/>
                  <a:pt x="426859" y="28295"/>
                </a:cubicBezTo>
                <a:cubicBezTo>
                  <a:pt x="426935" y="28691"/>
                  <a:pt x="427001" y="29182"/>
                  <a:pt x="427058" y="29768"/>
                </a:cubicBezTo>
                <a:cubicBezTo>
                  <a:pt x="427114" y="30353"/>
                  <a:pt x="427143" y="31080"/>
                  <a:pt x="427143" y="31949"/>
                </a:cubicBezTo>
                <a:cubicBezTo>
                  <a:pt x="427143" y="32968"/>
                  <a:pt x="427114" y="33799"/>
                  <a:pt x="427058" y="34441"/>
                </a:cubicBezTo>
                <a:cubicBezTo>
                  <a:pt x="427001" y="35083"/>
                  <a:pt x="426907" y="35593"/>
                  <a:pt x="426775" y="35970"/>
                </a:cubicBezTo>
                <a:cubicBezTo>
                  <a:pt x="426642" y="36348"/>
                  <a:pt x="426463" y="36603"/>
                  <a:pt x="426236" y="36735"/>
                </a:cubicBezTo>
                <a:cubicBezTo>
                  <a:pt x="426010" y="36867"/>
                  <a:pt x="425745" y="36933"/>
                  <a:pt x="425443" y="36933"/>
                </a:cubicBezTo>
                <a:cubicBezTo>
                  <a:pt x="425103" y="36933"/>
                  <a:pt x="424575" y="36735"/>
                  <a:pt x="423857" y="36339"/>
                </a:cubicBezTo>
                <a:cubicBezTo>
                  <a:pt x="423140" y="35942"/>
                  <a:pt x="422243" y="35517"/>
                  <a:pt x="421167" y="35064"/>
                </a:cubicBezTo>
                <a:cubicBezTo>
                  <a:pt x="420090" y="34611"/>
                  <a:pt x="418844" y="34186"/>
                  <a:pt x="417428" y="33790"/>
                </a:cubicBezTo>
                <a:cubicBezTo>
                  <a:pt x="416012" y="33393"/>
                  <a:pt x="414397" y="33195"/>
                  <a:pt x="412585" y="33195"/>
                </a:cubicBezTo>
                <a:cubicBezTo>
                  <a:pt x="411301" y="33195"/>
                  <a:pt x="410187" y="33328"/>
                  <a:pt x="409242" y="33595"/>
                </a:cubicBezTo>
                <a:cubicBezTo>
                  <a:pt x="408298" y="33860"/>
                  <a:pt x="407524" y="34240"/>
                  <a:pt x="406920" y="34733"/>
                </a:cubicBezTo>
                <a:cubicBezTo>
                  <a:pt x="406316" y="35226"/>
                  <a:pt x="405863" y="35805"/>
                  <a:pt x="405560" y="36470"/>
                </a:cubicBezTo>
                <a:cubicBezTo>
                  <a:pt x="405258" y="37134"/>
                  <a:pt x="405107" y="37846"/>
                  <a:pt x="405107" y="38606"/>
                </a:cubicBezTo>
                <a:cubicBezTo>
                  <a:pt x="405107" y="39779"/>
                  <a:pt x="405466" y="40764"/>
                  <a:pt x="406184" y="41559"/>
                </a:cubicBezTo>
                <a:cubicBezTo>
                  <a:pt x="406901" y="42353"/>
                  <a:pt x="407845" y="43053"/>
                  <a:pt x="409016" y="43658"/>
                </a:cubicBezTo>
                <a:cubicBezTo>
                  <a:pt x="410187" y="44264"/>
                  <a:pt x="411518" y="44831"/>
                  <a:pt x="413009" y="45361"/>
                </a:cubicBezTo>
                <a:cubicBezTo>
                  <a:pt x="414501" y="45891"/>
                  <a:pt x="416012" y="46468"/>
                  <a:pt x="417541" y="47093"/>
                </a:cubicBezTo>
                <a:cubicBezTo>
                  <a:pt x="419071" y="47717"/>
                  <a:pt x="420581" y="48445"/>
                  <a:pt x="422073" y="49277"/>
                </a:cubicBezTo>
                <a:cubicBezTo>
                  <a:pt x="423565" y="50109"/>
                  <a:pt x="424896" y="51131"/>
                  <a:pt x="426066" y="52343"/>
                </a:cubicBezTo>
                <a:cubicBezTo>
                  <a:pt x="427237" y="53554"/>
                  <a:pt x="428181" y="55001"/>
                  <a:pt x="428899" y="56685"/>
                </a:cubicBezTo>
                <a:cubicBezTo>
                  <a:pt x="429616" y="58368"/>
                  <a:pt x="429975" y="60364"/>
                  <a:pt x="429975" y="62672"/>
                </a:cubicBezTo>
                <a:close/>
                <a:moveTo>
                  <a:pt x="487598" y="50180"/>
                </a:moveTo>
                <a:cubicBezTo>
                  <a:pt x="487598" y="51921"/>
                  <a:pt x="487211" y="53207"/>
                  <a:pt x="486437" y="54039"/>
                </a:cubicBezTo>
                <a:cubicBezTo>
                  <a:pt x="485663" y="54871"/>
                  <a:pt x="484596" y="55287"/>
                  <a:pt x="483237" y="55287"/>
                </a:cubicBezTo>
                <a:lnTo>
                  <a:pt x="452478" y="55287"/>
                </a:lnTo>
                <a:cubicBezTo>
                  <a:pt x="452478" y="57448"/>
                  <a:pt x="452733" y="59410"/>
                  <a:pt x="453242" y="61173"/>
                </a:cubicBezTo>
                <a:cubicBezTo>
                  <a:pt x="453752" y="62936"/>
                  <a:pt x="454564" y="64434"/>
                  <a:pt x="455678" y="65667"/>
                </a:cubicBezTo>
                <a:cubicBezTo>
                  <a:pt x="456792" y="66899"/>
                  <a:pt x="458227" y="67838"/>
                  <a:pt x="459983" y="68482"/>
                </a:cubicBezTo>
                <a:cubicBezTo>
                  <a:pt x="461739" y="69126"/>
                  <a:pt x="463845" y="69448"/>
                  <a:pt x="466299" y="69448"/>
                </a:cubicBezTo>
                <a:cubicBezTo>
                  <a:pt x="468792" y="69448"/>
                  <a:pt x="470982" y="69266"/>
                  <a:pt x="472870" y="68901"/>
                </a:cubicBezTo>
                <a:cubicBezTo>
                  <a:pt x="474759" y="68537"/>
                  <a:pt x="476392" y="68134"/>
                  <a:pt x="477770" y="67692"/>
                </a:cubicBezTo>
                <a:cubicBezTo>
                  <a:pt x="479149" y="67251"/>
                  <a:pt x="480291" y="66848"/>
                  <a:pt x="481197" y="66483"/>
                </a:cubicBezTo>
                <a:cubicBezTo>
                  <a:pt x="482104" y="66119"/>
                  <a:pt x="482840" y="65936"/>
                  <a:pt x="483407" y="65936"/>
                </a:cubicBezTo>
                <a:cubicBezTo>
                  <a:pt x="483746" y="65936"/>
                  <a:pt x="484030" y="66003"/>
                  <a:pt x="484256" y="66136"/>
                </a:cubicBezTo>
                <a:cubicBezTo>
                  <a:pt x="484483" y="66269"/>
                  <a:pt x="484672" y="66506"/>
                  <a:pt x="484823" y="66848"/>
                </a:cubicBezTo>
                <a:cubicBezTo>
                  <a:pt x="484974" y="67189"/>
                  <a:pt x="485078" y="67673"/>
                  <a:pt x="485134" y="68300"/>
                </a:cubicBezTo>
                <a:cubicBezTo>
                  <a:pt x="485191" y="68926"/>
                  <a:pt x="485219" y="69714"/>
                  <a:pt x="485219" y="70663"/>
                </a:cubicBezTo>
                <a:cubicBezTo>
                  <a:pt x="485219" y="71498"/>
                  <a:pt x="485200" y="72211"/>
                  <a:pt x="485163" y="72799"/>
                </a:cubicBezTo>
                <a:cubicBezTo>
                  <a:pt x="485125" y="73387"/>
                  <a:pt x="485068" y="73890"/>
                  <a:pt x="484993" y="74308"/>
                </a:cubicBezTo>
                <a:cubicBezTo>
                  <a:pt x="484917" y="74725"/>
                  <a:pt x="484804" y="75077"/>
                  <a:pt x="484653" y="75363"/>
                </a:cubicBezTo>
                <a:cubicBezTo>
                  <a:pt x="484502" y="75647"/>
                  <a:pt x="484303" y="75922"/>
                  <a:pt x="484058" y="76188"/>
                </a:cubicBezTo>
                <a:cubicBezTo>
                  <a:pt x="483813" y="76453"/>
                  <a:pt x="483142" y="76812"/>
                  <a:pt x="482047" y="77266"/>
                </a:cubicBezTo>
                <a:cubicBezTo>
                  <a:pt x="480952" y="77719"/>
                  <a:pt x="479555" y="78163"/>
                  <a:pt x="477855" y="78597"/>
                </a:cubicBezTo>
                <a:cubicBezTo>
                  <a:pt x="476156" y="79031"/>
                  <a:pt x="474211" y="79409"/>
                  <a:pt x="472021" y="79730"/>
                </a:cubicBezTo>
                <a:cubicBezTo>
                  <a:pt x="469830" y="80051"/>
                  <a:pt x="467489" y="80211"/>
                  <a:pt x="464997" y="80211"/>
                </a:cubicBezTo>
                <a:cubicBezTo>
                  <a:pt x="460503" y="80211"/>
                  <a:pt x="456566" y="79644"/>
                  <a:pt x="453186" y="78508"/>
                </a:cubicBezTo>
                <a:cubicBezTo>
                  <a:pt x="449806" y="77373"/>
                  <a:pt x="446983" y="75651"/>
                  <a:pt x="444717" y="73343"/>
                </a:cubicBezTo>
                <a:cubicBezTo>
                  <a:pt x="442451" y="71035"/>
                  <a:pt x="440761" y="68121"/>
                  <a:pt x="439647" y="64603"/>
                </a:cubicBezTo>
                <a:cubicBezTo>
                  <a:pt x="438533" y="61084"/>
                  <a:pt x="437976" y="56960"/>
                  <a:pt x="437976" y="52230"/>
                </a:cubicBezTo>
                <a:cubicBezTo>
                  <a:pt x="437976" y="47726"/>
                  <a:pt x="438562" y="43668"/>
                  <a:pt x="439732" y="40054"/>
                </a:cubicBezTo>
                <a:cubicBezTo>
                  <a:pt x="440903" y="36441"/>
                  <a:pt x="442602" y="33376"/>
                  <a:pt x="444830" y="30860"/>
                </a:cubicBezTo>
                <a:cubicBezTo>
                  <a:pt x="447058" y="28343"/>
                  <a:pt x="449768" y="26422"/>
                  <a:pt x="452959" y="25098"/>
                </a:cubicBezTo>
                <a:cubicBezTo>
                  <a:pt x="456150" y="23774"/>
                  <a:pt x="459747" y="23112"/>
                  <a:pt x="463750" y="23112"/>
                </a:cubicBezTo>
                <a:cubicBezTo>
                  <a:pt x="467980" y="23112"/>
                  <a:pt x="471596" y="23736"/>
                  <a:pt x="474598" y="24985"/>
                </a:cubicBezTo>
                <a:cubicBezTo>
                  <a:pt x="477600" y="26233"/>
                  <a:pt x="480064" y="27964"/>
                  <a:pt x="481990" y="30177"/>
                </a:cubicBezTo>
                <a:cubicBezTo>
                  <a:pt x="483916" y="32389"/>
                  <a:pt x="485333" y="35009"/>
                  <a:pt x="486239" y="38036"/>
                </a:cubicBezTo>
                <a:cubicBezTo>
                  <a:pt x="487145" y="41062"/>
                  <a:pt x="487598" y="44354"/>
                  <a:pt x="487598" y="47910"/>
                </a:cubicBezTo>
                <a:lnTo>
                  <a:pt x="487598" y="50180"/>
                </a:lnTo>
                <a:moveTo>
                  <a:pt x="473777" y="46110"/>
                </a:moveTo>
                <a:cubicBezTo>
                  <a:pt x="473890" y="42089"/>
                  <a:pt x="473087" y="38932"/>
                  <a:pt x="471369" y="36638"/>
                </a:cubicBezTo>
                <a:cubicBezTo>
                  <a:pt x="469651" y="34342"/>
                  <a:pt x="466998" y="33195"/>
                  <a:pt x="463410" y="33195"/>
                </a:cubicBezTo>
                <a:cubicBezTo>
                  <a:pt x="461598" y="33195"/>
                  <a:pt x="460021" y="33536"/>
                  <a:pt x="458680" y="34220"/>
                </a:cubicBezTo>
                <a:cubicBezTo>
                  <a:pt x="457340" y="34902"/>
                  <a:pt x="456226" y="35822"/>
                  <a:pt x="455338" y="36979"/>
                </a:cubicBezTo>
                <a:cubicBezTo>
                  <a:pt x="454451" y="38136"/>
                  <a:pt x="453771" y="39501"/>
                  <a:pt x="453299" y="41076"/>
                </a:cubicBezTo>
                <a:cubicBezTo>
                  <a:pt x="452827" y="42649"/>
                  <a:pt x="452553" y="44327"/>
                  <a:pt x="452478" y="46110"/>
                </a:cubicBezTo>
                <a:lnTo>
                  <a:pt x="473777" y="46110"/>
                </a:lnTo>
                <a:close/>
                <a:moveTo>
                  <a:pt x="547199" y="76924"/>
                </a:moveTo>
                <a:cubicBezTo>
                  <a:pt x="547199" y="77339"/>
                  <a:pt x="547104" y="77689"/>
                  <a:pt x="546916" y="77974"/>
                </a:cubicBezTo>
                <a:cubicBezTo>
                  <a:pt x="546727" y="78257"/>
                  <a:pt x="546406" y="78493"/>
                  <a:pt x="545953" y="78682"/>
                </a:cubicBezTo>
                <a:cubicBezTo>
                  <a:pt x="545499" y="78871"/>
                  <a:pt x="544886" y="79003"/>
                  <a:pt x="544112" y="79078"/>
                </a:cubicBezTo>
                <a:cubicBezTo>
                  <a:pt x="543337" y="79154"/>
                  <a:pt x="542384" y="79192"/>
                  <a:pt x="541251" y="79192"/>
                </a:cubicBezTo>
                <a:cubicBezTo>
                  <a:pt x="540042" y="79192"/>
                  <a:pt x="539061" y="79154"/>
                  <a:pt x="538305" y="79078"/>
                </a:cubicBezTo>
                <a:cubicBezTo>
                  <a:pt x="537550" y="79004"/>
                  <a:pt x="536936" y="78873"/>
                  <a:pt x="536464" y="78685"/>
                </a:cubicBezTo>
                <a:cubicBezTo>
                  <a:pt x="535992" y="78497"/>
                  <a:pt x="535652" y="78262"/>
                  <a:pt x="535445" y="77981"/>
                </a:cubicBezTo>
                <a:cubicBezTo>
                  <a:pt x="535237" y="77699"/>
                  <a:pt x="535133" y="77351"/>
                  <a:pt x="535133" y="76936"/>
                </a:cubicBezTo>
                <a:lnTo>
                  <a:pt x="535133" y="71357"/>
                </a:lnTo>
                <a:cubicBezTo>
                  <a:pt x="532527" y="74157"/>
                  <a:pt x="529799" y="76333"/>
                  <a:pt x="526948" y="77885"/>
                </a:cubicBezTo>
                <a:cubicBezTo>
                  <a:pt x="524097" y="79436"/>
                  <a:pt x="520934" y="80211"/>
                  <a:pt x="517459" y="80211"/>
                </a:cubicBezTo>
                <a:cubicBezTo>
                  <a:pt x="513607" y="80211"/>
                  <a:pt x="510350" y="79464"/>
                  <a:pt x="507688" y="77970"/>
                </a:cubicBezTo>
                <a:cubicBezTo>
                  <a:pt x="505026" y="76475"/>
                  <a:pt x="502854" y="74460"/>
                  <a:pt x="501174" y="71925"/>
                </a:cubicBezTo>
                <a:cubicBezTo>
                  <a:pt x="499493" y="69389"/>
                  <a:pt x="498275" y="66428"/>
                  <a:pt x="497520" y="63042"/>
                </a:cubicBezTo>
                <a:cubicBezTo>
                  <a:pt x="496765" y="59655"/>
                  <a:pt x="496387" y="56089"/>
                  <a:pt x="496387" y="52343"/>
                </a:cubicBezTo>
                <a:cubicBezTo>
                  <a:pt x="496387" y="47840"/>
                  <a:pt x="496868" y="43791"/>
                  <a:pt x="497831" y="40196"/>
                </a:cubicBezTo>
                <a:cubicBezTo>
                  <a:pt x="498794" y="36601"/>
                  <a:pt x="500201" y="33536"/>
                  <a:pt x="502052" y="31001"/>
                </a:cubicBezTo>
                <a:cubicBezTo>
                  <a:pt x="503902" y="28467"/>
                  <a:pt x="506206" y="26518"/>
                  <a:pt x="508962" y="25156"/>
                </a:cubicBezTo>
                <a:cubicBezTo>
                  <a:pt x="511719" y="23793"/>
                  <a:pt x="514891" y="23112"/>
                  <a:pt x="518479" y="23112"/>
                </a:cubicBezTo>
                <a:cubicBezTo>
                  <a:pt x="521311" y="23112"/>
                  <a:pt x="523879" y="23689"/>
                  <a:pt x="526183" y="24843"/>
                </a:cubicBezTo>
                <a:cubicBezTo>
                  <a:pt x="528487" y="25997"/>
                  <a:pt x="530771" y="27691"/>
                  <a:pt x="533037" y="29923"/>
                </a:cubicBezTo>
                <a:lnTo>
                  <a:pt x="533037" y="2551"/>
                </a:lnTo>
                <a:cubicBezTo>
                  <a:pt x="533037" y="2172"/>
                  <a:pt x="533141" y="1832"/>
                  <a:pt x="533349" y="1529"/>
                </a:cubicBezTo>
                <a:cubicBezTo>
                  <a:pt x="533556" y="1227"/>
                  <a:pt x="533934" y="972"/>
                  <a:pt x="534482" y="765"/>
                </a:cubicBezTo>
                <a:cubicBezTo>
                  <a:pt x="535029" y="557"/>
                  <a:pt x="535756" y="397"/>
                  <a:pt x="536663" y="283"/>
                </a:cubicBezTo>
                <a:cubicBezTo>
                  <a:pt x="537569" y="170"/>
                  <a:pt x="538721" y="113"/>
                  <a:pt x="540118" y="113"/>
                </a:cubicBezTo>
                <a:cubicBezTo>
                  <a:pt x="541515" y="113"/>
                  <a:pt x="542667" y="170"/>
                  <a:pt x="543573" y="283"/>
                </a:cubicBezTo>
                <a:cubicBezTo>
                  <a:pt x="544480" y="397"/>
                  <a:pt x="545197" y="557"/>
                  <a:pt x="545726" y="765"/>
                </a:cubicBezTo>
                <a:cubicBezTo>
                  <a:pt x="546255" y="972"/>
                  <a:pt x="546632" y="1228"/>
                  <a:pt x="546859" y="1531"/>
                </a:cubicBezTo>
                <a:cubicBezTo>
                  <a:pt x="547085" y="1833"/>
                  <a:pt x="547199" y="2173"/>
                  <a:pt x="547199" y="2551"/>
                </a:cubicBezTo>
                <a:lnTo>
                  <a:pt x="547199" y="76924"/>
                </a:lnTo>
                <a:moveTo>
                  <a:pt x="533037" y="43147"/>
                </a:moveTo>
                <a:cubicBezTo>
                  <a:pt x="530998" y="40585"/>
                  <a:pt x="529044" y="38626"/>
                  <a:pt x="527174" y="37270"/>
                </a:cubicBezTo>
                <a:cubicBezTo>
                  <a:pt x="525305" y="35913"/>
                  <a:pt x="523351" y="35234"/>
                  <a:pt x="521311" y="35234"/>
                </a:cubicBezTo>
                <a:cubicBezTo>
                  <a:pt x="519461" y="35234"/>
                  <a:pt x="517865" y="35697"/>
                  <a:pt x="516525" y="36622"/>
                </a:cubicBezTo>
                <a:cubicBezTo>
                  <a:pt x="515184" y="37547"/>
                  <a:pt x="514108" y="38784"/>
                  <a:pt x="513296" y="40332"/>
                </a:cubicBezTo>
                <a:cubicBezTo>
                  <a:pt x="512484" y="41881"/>
                  <a:pt x="511880" y="43608"/>
                  <a:pt x="511483" y="45515"/>
                </a:cubicBezTo>
                <a:cubicBezTo>
                  <a:pt x="511087" y="47422"/>
                  <a:pt x="510888" y="49377"/>
                  <a:pt x="510888" y="51378"/>
                </a:cubicBezTo>
                <a:cubicBezTo>
                  <a:pt x="510888" y="53493"/>
                  <a:pt x="511058" y="55551"/>
                  <a:pt x="511398" y="57553"/>
                </a:cubicBezTo>
                <a:cubicBezTo>
                  <a:pt x="511738" y="59554"/>
                  <a:pt x="512295" y="61339"/>
                  <a:pt x="513069" y="62906"/>
                </a:cubicBezTo>
                <a:cubicBezTo>
                  <a:pt x="513844" y="64473"/>
                  <a:pt x="514873" y="65729"/>
                  <a:pt x="516157" y="66673"/>
                </a:cubicBezTo>
                <a:cubicBezTo>
                  <a:pt x="517441" y="67617"/>
                  <a:pt x="519064" y="68089"/>
                  <a:pt x="521028" y="68089"/>
                </a:cubicBezTo>
                <a:cubicBezTo>
                  <a:pt x="522010" y="68089"/>
                  <a:pt x="522964" y="67948"/>
                  <a:pt x="523889" y="67666"/>
                </a:cubicBezTo>
                <a:cubicBezTo>
                  <a:pt x="524814" y="67383"/>
                  <a:pt x="525758" y="66921"/>
                  <a:pt x="526721" y="66280"/>
                </a:cubicBezTo>
                <a:cubicBezTo>
                  <a:pt x="527684" y="65639"/>
                  <a:pt x="528675" y="64800"/>
                  <a:pt x="529695" y="63764"/>
                </a:cubicBezTo>
                <a:cubicBezTo>
                  <a:pt x="530715" y="62727"/>
                  <a:pt x="531829" y="61455"/>
                  <a:pt x="533037" y="59948"/>
                </a:cubicBezTo>
                <a:lnTo>
                  <a:pt x="533037" y="43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identification">
            <a:extLst xmlns:a="http://schemas.openxmlformats.org/drawingml/2006/main">
              <a:ext uri="{FF2B5EF4-FFF2-40B4-BE49-F238E27FC236}">
                <a16:creationId xmlns:a16="http://schemas.microsoft.com/office/drawing/2014/main" id="{D47310A1-C117-4C17-96E4-F79CBCE6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455" y="3326207"/>
            <a:ext cx="628677" cy="80664"/>
          </a:xfrm>
          <a:custGeom xmlns:a="http://schemas.openxmlformats.org/drawingml/2006/main">
            <a:pathLst>
              <a:path w="628677" h="80664">
                <a:moveTo>
                  <a:pt x="15351" y="77379"/>
                </a:moveTo>
                <a:cubicBezTo>
                  <a:pt x="15351" y="77757"/>
                  <a:pt x="15238" y="78087"/>
                  <a:pt x="15011" y="78370"/>
                </a:cubicBezTo>
                <a:cubicBezTo>
                  <a:pt x="14785" y="78653"/>
                  <a:pt x="14398" y="78890"/>
                  <a:pt x="13850" y="79078"/>
                </a:cubicBezTo>
                <a:cubicBezTo>
                  <a:pt x="13302" y="79267"/>
                  <a:pt x="12575" y="79409"/>
                  <a:pt x="11669" y="79503"/>
                </a:cubicBezTo>
                <a:cubicBezTo>
                  <a:pt x="10763" y="79598"/>
                  <a:pt x="9611" y="79645"/>
                  <a:pt x="8214" y="79645"/>
                </a:cubicBezTo>
                <a:cubicBezTo>
                  <a:pt x="6816" y="79645"/>
                  <a:pt x="5665" y="79598"/>
                  <a:pt x="4758" y="79503"/>
                </a:cubicBezTo>
                <a:cubicBezTo>
                  <a:pt x="3852" y="79409"/>
                  <a:pt x="3125" y="79267"/>
                  <a:pt x="2577" y="79078"/>
                </a:cubicBezTo>
                <a:cubicBezTo>
                  <a:pt x="2030" y="78890"/>
                  <a:pt x="1643" y="78653"/>
                  <a:pt x="1416" y="78370"/>
                </a:cubicBezTo>
                <a:cubicBezTo>
                  <a:pt x="1190" y="78087"/>
                  <a:pt x="1076" y="77757"/>
                  <a:pt x="1076" y="77379"/>
                </a:cubicBezTo>
                <a:lnTo>
                  <a:pt x="1076" y="26964"/>
                </a:lnTo>
                <a:cubicBezTo>
                  <a:pt x="1076" y="26586"/>
                  <a:pt x="1190" y="26256"/>
                  <a:pt x="1416" y="25972"/>
                </a:cubicBezTo>
                <a:cubicBezTo>
                  <a:pt x="1643" y="25689"/>
                  <a:pt x="2030" y="25444"/>
                  <a:pt x="2577" y="25236"/>
                </a:cubicBezTo>
                <a:cubicBezTo>
                  <a:pt x="3125" y="25028"/>
                  <a:pt x="3852" y="24868"/>
                  <a:pt x="4758" y="24754"/>
                </a:cubicBezTo>
                <a:cubicBezTo>
                  <a:pt x="5665" y="24641"/>
                  <a:pt x="6816" y="24585"/>
                  <a:pt x="8214" y="24585"/>
                </a:cubicBezTo>
                <a:cubicBezTo>
                  <a:pt x="9611" y="24585"/>
                  <a:pt x="10763" y="24641"/>
                  <a:pt x="11669" y="24754"/>
                </a:cubicBezTo>
                <a:cubicBezTo>
                  <a:pt x="12575" y="24868"/>
                  <a:pt x="13302" y="25028"/>
                  <a:pt x="13850" y="25236"/>
                </a:cubicBezTo>
                <a:cubicBezTo>
                  <a:pt x="14398" y="25444"/>
                  <a:pt x="14785" y="25689"/>
                  <a:pt x="15011" y="25972"/>
                </a:cubicBezTo>
                <a:cubicBezTo>
                  <a:pt x="15238" y="26256"/>
                  <a:pt x="15351" y="26586"/>
                  <a:pt x="15351" y="26964"/>
                </a:cubicBezTo>
                <a:lnTo>
                  <a:pt x="15351" y="77379"/>
                </a:lnTo>
                <a:moveTo>
                  <a:pt x="16427" y="9743"/>
                </a:moveTo>
                <a:cubicBezTo>
                  <a:pt x="16427" y="12613"/>
                  <a:pt x="15842" y="14596"/>
                  <a:pt x="14671" y="15691"/>
                </a:cubicBezTo>
                <a:cubicBezTo>
                  <a:pt x="13501" y="16786"/>
                  <a:pt x="11329" y="17334"/>
                  <a:pt x="8157" y="17334"/>
                </a:cubicBezTo>
                <a:cubicBezTo>
                  <a:pt x="4947" y="17334"/>
                  <a:pt x="2785" y="16805"/>
                  <a:pt x="1671" y="15748"/>
                </a:cubicBezTo>
                <a:cubicBezTo>
                  <a:pt x="557" y="14690"/>
                  <a:pt x="0" y="12783"/>
                  <a:pt x="0" y="10026"/>
                </a:cubicBezTo>
                <a:cubicBezTo>
                  <a:pt x="0" y="7156"/>
                  <a:pt x="576" y="5164"/>
                  <a:pt x="1728" y="4050"/>
                </a:cubicBezTo>
                <a:cubicBezTo>
                  <a:pt x="2880" y="2936"/>
                  <a:pt x="5060" y="2379"/>
                  <a:pt x="8270" y="2379"/>
                </a:cubicBezTo>
                <a:cubicBezTo>
                  <a:pt x="11443" y="2379"/>
                  <a:pt x="13595" y="2917"/>
                  <a:pt x="14728" y="3994"/>
                </a:cubicBezTo>
                <a:cubicBezTo>
                  <a:pt x="15861" y="5070"/>
                  <a:pt x="16427" y="6986"/>
                  <a:pt x="16427" y="9743"/>
                </a:cubicBezTo>
                <a:close/>
                <a:moveTo>
                  <a:pt x="77480" y="77377"/>
                </a:moveTo>
                <a:cubicBezTo>
                  <a:pt x="77480" y="77793"/>
                  <a:pt x="77386" y="78142"/>
                  <a:pt x="77197" y="78427"/>
                </a:cubicBezTo>
                <a:cubicBezTo>
                  <a:pt x="77008" y="78710"/>
                  <a:pt x="76687" y="78946"/>
                  <a:pt x="76234" y="79135"/>
                </a:cubicBezTo>
                <a:cubicBezTo>
                  <a:pt x="75781" y="79324"/>
                  <a:pt x="75167" y="79456"/>
                  <a:pt x="74393" y="79531"/>
                </a:cubicBezTo>
                <a:cubicBezTo>
                  <a:pt x="73619" y="79607"/>
                  <a:pt x="72665" y="79645"/>
                  <a:pt x="71532" y="79645"/>
                </a:cubicBezTo>
                <a:cubicBezTo>
                  <a:pt x="70324" y="79645"/>
                  <a:pt x="69342" y="79607"/>
                  <a:pt x="68587" y="79531"/>
                </a:cubicBezTo>
                <a:cubicBezTo>
                  <a:pt x="67831" y="79457"/>
                  <a:pt x="67218" y="79326"/>
                  <a:pt x="66746" y="79139"/>
                </a:cubicBezTo>
                <a:cubicBezTo>
                  <a:pt x="66274" y="78950"/>
                  <a:pt x="65934" y="78715"/>
                  <a:pt x="65726" y="78434"/>
                </a:cubicBezTo>
                <a:cubicBezTo>
                  <a:pt x="65518" y="78152"/>
                  <a:pt x="65414" y="77804"/>
                  <a:pt x="65414" y="77390"/>
                </a:cubicBezTo>
                <a:lnTo>
                  <a:pt x="65414" y="71810"/>
                </a:lnTo>
                <a:cubicBezTo>
                  <a:pt x="62809" y="74610"/>
                  <a:pt x="60080" y="76787"/>
                  <a:pt x="57229" y="78338"/>
                </a:cubicBezTo>
                <a:cubicBezTo>
                  <a:pt x="54378" y="79889"/>
                  <a:pt x="51215" y="80664"/>
                  <a:pt x="47741" y="80664"/>
                </a:cubicBezTo>
                <a:cubicBezTo>
                  <a:pt x="43889" y="80664"/>
                  <a:pt x="40632" y="79917"/>
                  <a:pt x="37969" y="78423"/>
                </a:cubicBezTo>
                <a:cubicBezTo>
                  <a:pt x="35307" y="76928"/>
                  <a:pt x="33135" y="74913"/>
                  <a:pt x="31455" y="72378"/>
                </a:cubicBezTo>
                <a:cubicBezTo>
                  <a:pt x="29774" y="69842"/>
                  <a:pt x="28557" y="66881"/>
                  <a:pt x="27801" y="63495"/>
                </a:cubicBezTo>
                <a:cubicBezTo>
                  <a:pt x="27046" y="60108"/>
                  <a:pt x="26668" y="56542"/>
                  <a:pt x="26668" y="52796"/>
                </a:cubicBezTo>
                <a:cubicBezTo>
                  <a:pt x="26668" y="48293"/>
                  <a:pt x="27150" y="44244"/>
                  <a:pt x="28113" y="40649"/>
                </a:cubicBezTo>
                <a:cubicBezTo>
                  <a:pt x="29076" y="37054"/>
                  <a:pt x="30482" y="33990"/>
                  <a:pt x="32333" y="31455"/>
                </a:cubicBezTo>
                <a:cubicBezTo>
                  <a:pt x="34183" y="28920"/>
                  <a:pt x="36487" y="26971"/>
                  <a:pt x="39244" y="25609"/>
                </a:cubicBezTo>
                <a:cubicBezTo>
                  <a:pt x="42001" y="24246"/>
                  <a:pt x="45173" y="23565"/>
                  <a:pt x="48760" y="23565"/>
                </a:cubicBezTo>
                <a:cubicBezTo>
                  <a:pt x="51593" y="23565"/>
                  <a:pt x="54161" y="24142"/>
                  <a:pt x="56464" y="25296"/>
                </a:cubicBezTo>
                <a:cubicBezTo>
                  <a:pt x="58768" y="26450"/>
                  <a:pt x="61053" y="28144"/>
                  <a:pt x="63319" y="30377"/>
                </a:cubicBezTo>
                <a:lnTo>
                  <a:pt x="63319" y="3004"/>
                </a:lnTo>
                <a:cubicBezTo>
                  <a:pt x="63319" y="2625"/>
                  <a:pt x="63422" y="2285"/>
                  <a:pt x="63630" y="1983"/>
                </a:cubicBezTo>
                <a:cubicBezTo>
                  <a:pt x="63838" y="1681"/>
                  <a:pt x="64215" y="1426"/>
                  <a:pt x="64763" y="1218"/>
                </a:cubicBezTo>
                <a:cubicBezTo>
                  <a:pt x="65311" y="1010"/>
                  <a:pt x="66038" y="850"/>
                  <a:pt x="66944" y="736"/>
                </a:cubicBezTo>
                <a:cubicBezTo>
                  <a:pt x="67850" y="623"/>
                  <a:pt x="69002" y="566"/>
                  <a:pt x="70399" y="566"/>
                </a:cubicBezTo>
                <a:cubicBezTo>
                  <a:pt x="71797" y="566"/>
                  <a:pt x="72948" y="623"/>
                  <a:pt x="73855" y="736"/>
                </a:cubicBezTo>
                <a:cubicBezTo>
                  <a:pt x="74761" y="850"/>
                  <a:pt x="75479" y="1010"/>
                  <a:pt x="76007" y="1218"/>
                </a:cubicBezTo>
                <a:cubicBezTo>
                  <a:pt x="76536" y="1426"/>
                  <a:pt x="76914" y="1681"/>
                  <a:pt x="77140" y="1984"/>
                </a:cubicBezTo>
                <a:cubicBezTo>
                  <a:pt x="77367" y="2287"/>
                  <a:pt x="77480" y="2626"/>
                  <a:pt x="77480" y="3004"/>
                </a:cubicBezTo>
                <a:lnTo>
                  <a:pt x="77480" y="77377"/>
                </a:lnTo>
                <a:moveTo>
                  <a:pt x="63319" y="43600"/>
                </a:moveTo>
                <a:cubicBezTo>
                  <a:pt x="61279" y="41038"/>
                  <a:pt x="59325" y="39079"/>
                  <a:pt x="57456" y="37723"/>
                </a:cubicBezTo>
                <a:cubicBezTo>
                  <a:pt x="55586" y="36366"/>
                  <a:pt x="53632" y="35687"/>
                  <a:pt x="51593" y="35687"/>
                </a:cubicBezTo>
                <a:cubicBezTo>
                  <a:pt x="49742" y="35687"/>
                  <a:pt x="48147" y="36150"/>
                  <a:pt x="46806" y="37075"/>
                </a:cubicBezTo>
                <a:cubicBezTo>
                  <a:pt x="45465" y="38000"/>
                  <a:pt x="44389" y="39237"/>
                  <a:pt x="43577" y="40785"/>
                </a:cubicBezTo>
                <a:cubicBezTo>
                  <a:pt x="42765" y="42334"/>
                  <a:pt x="42161" y="44061"/>
                  <a:pt x="41765" y="45969"/>
                </a:cubicBezTo>
                <a:cubicBezTo>
                  <a:pt x="41368" y="47876"/>
                  <a:pt x="41170" y="49830"/>
                  <a:pt x="41170" y="51831"/>
                </a:cubicBezTo>
                <a:cubicBezTo>
                  <a:pt x="41170" y="53946"/>
                  <a:pt x="41340" y="56004"/>
                  <a:pt x="41680" y="58006"/>
                </a:cubicBezTo>
                <a:cubicBezTo>
                  <a:pt x="42019" y="60007"/>
                  <a:pt x="42576" y="61792"/>
                  <a:pt x="43351" y="63359"/>
                </a:cubicBezTo>
                <a:cubicBezTo>
                  <a:pt x="44125" y="64926"/>
                  <a:pt x="45154" y="66182"/>
                  <a:pt x="46438" y="67126"/>
                </a:cubicBezTo>
                <a:cubicBezTo>
                  <a:pt x="47722" y="68070"/>
                  <a:pt x="49346" y="68542"/>
                  <a:pt x="51309" y="68542"/>
                </a:cubicBezTo>
                <a:cubicBezTo>
                  <a:pt x="52291" y="68542"/>
                  <a:pt x="53245" y="68401"/>
                  <a:pt x="54170" y="68119"/>
                </a:cubicBezTo>
                <a:cubicBezTo>
                  <a:pt x="55095" y="67836"/>
                  <a:pt x="56039" y="67374"/>
                  <a:pt x="57002" y="66733"/>
                </a:cubicBezTo>
                <a:cubicBezTo>
                  <a:pt x="57965" y="66092"/>
                  <a:pt x="58957" y="65254"/>
                  <a:pt x="59976" y="64218"/>
                </a:cubicBezTo>
                <a:cubicBezTo>
                  <a:pt x="60996" y="63180"/>
                  <a:pt x="62110" y="61908"/>
                  <a:pt x="63319" y="60401"/>
                </a:cubicBezTo>
                <a:lnTo>
                  <a:pt x="63319" y="43600"/>
                </a:lnTo>
                <a:close/>
                <a:moveTo>
                  <a:pt x="138753" y="50633"/>
                </a:moveTo>
                <a:cubicBezTo>
                  <a:pt x="138753" y="52374"/>
                  <a:pt x="138365" y="53660"/>
                  <a:pt x="137591" y="54492"/>
                </a:cubicBezTo>
                <a:cubicBezTo>
                  <a:pt x="136817" y="55324"/>
                  <a:pt x="135750" y="55740"/>
                  <a:pt x="134391" y="55740"/>
                </a:cubicBezTo>
                <a:lnTo>
                  <a:pt x="103632" y="55740"/>
                </a:lnTo>
                <a:cubicBezTo>
                  <a:pt x="103632" y="57901"/>
                  <a:pt x="103887" y="59863"/>
                  <a:pt x="104397" y="61626"/>
                </a:cubicBezTo>
                <a:cubicBezTo>
                  <a:pt x="104906" y="63389"/>
                  <a:pt x="105718" y="64887"/>
                  <a:pt x="106832" y="66120"/>
                </a:cubicBezTo>
                <a:cubicBezTo>
                  <a:pt x="107946" y="67353"/>
                  <a:pt x="109381" y="68291"/>
                  <a:pt x="111137" y="68935"/>
                </a:cubicBezTo>
                <a:cubicBezTo>
                  <a:pt x="112893" y="69579"/>
                  <a:pt x="114999" y="69902"/>
                  <a:pt x="117454" y="69902"/>
                </a:cubicBezTo>
                <a:cubicBezTo>
                  <a:pt x="119946" y="69902"/>
                  <a:pt x="122136" y="69719"/>
                  <a:pt x="124024" y="69355"/>
                </a:cubicBezTo>
                <a:cubicBezTo>
                  <a:pt x="125913" y="68990"/>
                  <a:pt x="127546" y="68587"/>
                  <a:pt x="128924" y="68146"/>
                </a:cubicBezTo>
                <a:cubicBezTo>
                  <a:pt x="130303" y="67704"/>
                  <a:pt x="131445" y="67301"/>
                  <a:pt x="132352" y="66937"/>
                </a:cubicBezTo>
                <a:cubicBezTo>
                  <a:pt x="133258" y="66572"/>
                  <a:pt x="133994" y="66390"/>
                  <a:pt x="134561" y="66390"/>
                </a:cubicBezTo>
                <a:cubicBezTo>
                  <a:pt x="134901" y="66390"/>
                  <a:pt x="135184" y="66456"/>
                  <a:pt x="135410" y="66590"/>
                </a:cubicBezTo>
                <a:cubicBezTo>
                  <a:pt x="135637" y="66722"/>
                  <a:pt x="135826" y="66959"/>
                  <a:pt x="135977" y="67301"/>
                </a:cubicBezTo>
                <a:cubicBezTo>
                  <a:pt x="136128" y="67642"/>
                  <a:pt x="136232" y="68126"/>
                  <a:pt x="136288" y="68753"/>
                </a:cubicBezTo>
                <a:cubicBezTo>
                  <a:pt x="136345" y="69379"/>
                  <a:pt x="136373" y="70167"/>
                  <a:pt x="136373" y="71116"/>
                </a:cubicBezTo>
                <a:cubicBezTo>
                  <a:pt x="136373" y="71952"/>
                  <a:pt x="136355" y="72664"/>
                  <a:pt x="136317" y="73253"/>
                </a:cubicBezTo>
                <a:cubicBezTo>
                  <a:pt x="136279" y="73840"/>
                  <a:pt x="136222" y="74343"/>
                  <a:pt x="136147" y="74761"/>
                </a:cubicBezTo>
                <a:cubicBezTo>
                  <a:pt x="136071" y="75179"/>
                  <a:pt x="135958" y="75530"/>
                  <a:pt x="135807" y="75816"/>
                </a:cubicBezTo>
                <a:cubicBezTo>
                  <a:pt x="135656" y="76100"/>
                  <a:pt x="135458" y="76375"/>
                  <a:pt x="135212" y="76641"/>
                </a:cubicBezTo>
                <a:cubicBezTo>
                  <a:pt x="134967" y="76906"/>
                  <a:pt x="134296" y="77266"/>
                  <a:pt x="133201" y="77719"/>
                </a:cubicBezTo>
                <a:cubicBezTo>
                  <a:pt x="132106" y="78172"/>
                  <a:pt x="130709" y="78616"/>
                  <a:pt x="129009" y="79050"/>
                </a:cubicBezTo>
                <a:cubicBezTo>
                  <a:pt x="127310" y="79484"/>
                  <a:pt x="125365" y="79862"/>
                  <a:pt x="123175" y="80183"/>
                </a:cubicBezTo>
                <a:cubicBezTo>
                  <a:pt x="120984" y="80504"/>
                  <a:pt x="118643" y="80664"/>
                  <a:pt x="116151" y="80664"/>
                </a:cubicBezTo>
                <a:cubicBezTo>
                  <a:pt x="111657" y="80664"/>
                  <a:pt x="107720" y="80097"/>
                  <a:pt x="104340" y="78961"/>
                </a:cubicBezTo>
                <a:cubicBezTo>
                  <a:pt x="100960" y="77826"/>
                  <a:pt x="98137" y="76104"/>
                  <a:pt x="95871" y="73796"/>
                </a:cubicBezTo>
                <a:cubicBezTo>
                  <a:pt x="93605" y="71488"/>
                  <a:pt x="91915" y="68575"/>
                  <a:pt x="90801" y="65057"/>
                </a:cubicBezTo>
                <a:cubicBezTo>
                  <a:pt x="89687" y="61537"/>
                  <a:pt x="89130" y="57413"/>
                  <a:pt x="89130" y="52683"/>
                </a:cubicBezTo>
                <a:cubicBezTo>
                  <a:pt x="89130" y="48180"/>
                  <a:pt x="89716" y="44121"/>
                  <a:pt x="90886" y="40507"/>
                </a:cubicBezTo>
                <a:cubicBezTo>
                  <a:pt x="92057" y="36894"/>
                  <a:pt x="93756" y="33829"/>
                  <a:pt x="95985" y="31313"/>
                </a:cubicBezTo>
                <a:cubicBezTo>
                  <a:pt x="98213" y="28796"/>
                  <a:pt x="100922" y="26875"/>
                  <a:pt x="104113" y="25551"/>
                </a:cubicBezTo>
                <a:cubicBezTo>
                  <a:pt x="107304" y="24227"/>
                  <a:pt x="110901" y="23565"/>
                  <a:pt x="114904" y="23565"/>
                </a:cubicBezTo>
                <a:cubicBezTo>
                  <a:pt x="119134" y="23565"/>
                  <a:pt x="122750" y="24189"/>
                  <a:pt x="125752" y="25438"/>
                </a:cubicBezTo>
                <a:cubicBezTo>
                  <a:pt x="128754" y="26686"/>
                  <a:pt x="131219" y="28417"/>
                  <a:pt x="133145" y="30630"/>
                </a:cubicBezTo>
                <a:cubicBezTo>
                  <a:pt x="135071" y="32842"/>
                  <a:pt x="136487" y="35462"/>
                  <a:pt x="137393" y="38489"/>
                </a:cubicBezTo>
                <a:cubicBezTo>
                  <a:pt x="138299" y="41515"/>
                  <a:pt x="138753" y="44807"/>
                  <a:pt x="138753" y="48364"/>
                </a:cubicBezTo>
                <a:lnTo>
                  <a:pt x="138753" y="50633"/>
                </a:lnTo>
                <a:moveTo>
                  <a:pt x="124931" y="46563"/>
                </a:moveTo>
                <a:cubicBezTo>
                  <a:pt x="125044" y="42543"/>
                  <a:pt x="124242" y="39385"/>
                  <a:pt x="122523" y="37091"/>
                </a:cubicBezTo>
                <a:cubicBezTo>
                  <a:pt x="120805" y="34796"/>
                  <a:pt x="118152" y="33648"/>
                  <a:pt x="114565" y="33648"/>
                </a:cubicBezTo>
                <a:cubicBezTo>
                  <a:pt x="112752" y="33648"/>
                  <a:pt x="111175" y="33990"/>
                  <a:pt x="109835" y="34673"/>
                </a:cubicBezTo>
                <a:cubicBezTo>
                  <a:pt x="108494" y="35355"/>
                  <a:pt x="107380" y="36275"/>
                  <a:pt x="106492" y="37433"/>
                </a:cubicBezTo>
                <a:cubicBezTo>
                  <a:pt x="105605" y="38589"/>
                  <a:pt x="104925" y="39955"/>
                  <a:pt x="104453" y="41529"/>
                </a:cubicBezTo>
                <a:cubicBezTo>
                  <a:pt x="103981" y="43102"/>
                  <a:pt x="103707" y="44780"/>
                  <a:pt x="103632" y="46563"/>
                </a:cubicBezTo>
                <a:lnTo>
                  <a:pt x="124931" y="46563"/>
                </a:lnTo>
                <a:close/>
                <a:moveTo>
                  <a:pt x="198692" y="77377"/>
                </a:moveTo>
                <a:cubicBezTo>
                  <a:pt x="198692" y="77755"/>
                  <a:pt x="198579" y="78086"/>
                  <a:pt x="198352" y="78370"/>
                </a:cubicBezTo>
                <a:cubicBezTo>
                  <a:pt x="198125" y="78653"/>
                  <a:pt x="197748" y="78890"/>
                  <a:pt x="197219" y="79078"/>
                </a:cubicBezTo>
                <a:cubicBezTo>
                  <a:pt x="196690" y="79267"/>
                  <a:pt x="195963" y="79409"/>
                  <a:pt x="195038" y="79503"/>
                </a:cubicBezTo>
                <a:cubicBezTo>
                  <a:pt x="194113" y="79598"/>
                  <a:pt x="192971" y="79645"/>
                  <a:pt x="191611" y="79645"/>
                </a:cubicBezTo>
                <a:cubicBezTo>
                  <a:pt x="190214" y="79645"/>
                  <a:pt x="189053" y="79598"/>
                  <a:pt x="188127" y="79503"/>
                </a:cubicBezTo>
                <a:cubicBezTo>
                  <a:pt x="187202" y="79409"/>
                  <a:pt x="186475" y="79267"/>
                  <a:pt x="185947" y="79078"/>
                </a:cubicBezTo>
                <a:cubicBezTo>
                  <a:pt x="185418" y="78890"/>
                  <a:pt x="185040" y="78653"/>
                  <a:pt x="184814" y="78370"/>
                </a:cubicBezTo>
                <a:cubicBezTo>
                  <a:pt x="184587" y="78087"/>
                  <a:pt x="184474" y="77757"/>
                  <a:pt x="184474" y="77379"/>
                </a:cubicBezTo>
                <a:lnTo>
                  <a:pt x="184474" y="48546"/>
                </a:lnTo>
                <a:cubicBezTo>
                  <a:pt x="184474" y="46091"/>
                  <a:pt x="184294" y="44165"/>
                  <a:pt x="183936" y="42768"/>
                </a:cubicBezTo>
                <a:cubicBezTo>
                  <a:pt x="183577" y="41371"/>
                  <a:pt x="183058" y="40172"/>
                  <a:pt x="182378" y="39171"/>
                </a:cubicBezTo>
                <a:cubicBezTo>
                  <a:pt x="181698" y="38170"/>
                  <a:pt x="180820" y="37396"/>
                  <a:pt x="179744" y="36848"/>
                </a:cubicBezTo>
                <a:cubicBezTo>
                  <a:pt x="178667" y="36301"/>
                  <a:pt x="177412" y="36027"/>
                  <a:pt x="175977" y="36027"/>
                </a:cubicBezTo>
                <a:cubicBezTo>
                  <a:pt x="174164" y="36027"/>
                  <a:pt x="172332" y="36688"/>
                  <a:pt x="170482" y="38010"/>
                </a:cubicBezTo>
                <a:cubicBezTo>
                  <a:pt x="168632" y="39331"/>
                  <a:pt x="166706" y="41257"/>
                  <a:pt x="164704" y="43788"/>
                </a:cubicBezTo>
                <a:lnTo>
                  <a:pt x="164704" y="77379"/>
                </a:lnTo>
                <a:cubicBezTo>
                  <a:pt x="164704" y="77757"/>
                  <a:pt x="164591" y="78087"/>
                  <a:pt x="164364" y="78370"/>
                </a:cubicBezTo>
                <a:cubicBezTo>
                  <a:pt x="164138" y="78653"/>
                  <a:pt x="163751" y="78890"/>
                  <a:pt x="163203" y="79078"/>
                </a:cubicBezTo>
                <a:cubicBezTo>
                  <a:pt x="162655" y="79267"/>
                  <a:pt x="161928" y="79409"/>
                  <a:pt x="161022" y="79503"/>
                </a:cubicBezTo>
                <a:cubicBezTo>
                  <a:pt x="160116" y="79598"/>
                  <a:pt x="158964" y="79645"/>
                  <a:pt x="157567" y="79645"/>
                </a:cubicBezTo>
                <a:cubicBezTo>
                  <a:pt x="156169" y="79645"/>
                  <a:pt x="155018" y="79598"/>
                  <a:pt x="154111" y="79503"/>
                </a:cubicBezTo>
                <a:cubicBezTo>
                  <a:pt x="153205" y="79409"/>
                  <a:pt x="152478" y="79267"/>
                  <a:pt x="151930" y="79078"/>
                </a:cubicBezTo>
                <a:cubicBezTo>
                  <a:pt x="151383" y="78890"/>
                  <a:pt x="150996" y="78653"/>
                  <a:pt x="150769" y="78370"/>
                </a:cubicBezTo>
                <a:cubicBezTo>
                  <a:pt x="150543" y="78087"/>
                  <a:pt x="150429" y="77757"/>
                  <a:pt x="150429" y="77379"/>
                </a:cubicBezTo>
                <a:lnTo>
                  <a:pt x="150429" y="26850"/>
                </a:lnTo>
                <a:cubicBezTo>
                  <a:pt x="150429" y="26473"/>
                  <a:pt x="150524" y="26142"/>
                  <a:pt x="150712" y="25859"/>
                </a:cubicBezTo>
                <a:cubicBezTo>
                  <a:pt x="150901" y="25576"/>
                  <a:pt x="151241" y="25340"/>
                  <a:pt x="151732" y="25151"/>
                </a:cubicBezTo>
                <a:cubicBezTo>
                  <a:pt x="152223" y="24962"/>
                  <a:pt x="152856" y="24821"/>
                  <a:pt x="153630" y="24726"/>
                </a:cubicBezTo>
                <a:cubicBezTo>
                  <a:pt x="154404" y="24632"/>
                  <a:pt x="155376" y="24585"/>
                  <a:pt x="156547" y="24585"/>
                </a:cubicBezTo>
                <a:cubicBezTo>
                  <a:pt x="157755" y="24585"/>
                  <a:pt x="158756" y="24632"/>
                  <a:pt x="159549" y="24726"/>
                </a:cubicBezTo>
                <a:cubicBezTo>
                  <a:pt x="160342" y="24821"/>
                  <a:pt x="160956" y="24962"/>
                  <a:pt x="161390" y="25151"/>
                </a:cubicBezTo>
                <a:cubicBezTo>
                  <a:pt x="161825" y="25340"/>
                  <a:pt x="162136" y="25576"/>
                  <a:pt x="162325" y="25859"/>
                </a:cubicBezTo>
                <a:cubicBezTo>
                  <a:pt x="162514" y="26142"/>
                  <a:pt x="162608" y="26473"/>
                  <a:pt x="162608" y="26850"/>
                </a:cubicBezTo>
                <a:lnTo>
                  <a:pt x="162608" y="32685"/>
                </a:lnTo>
                <a:cubicBezTo>
                  <a:pt x="165403" y="29645"/>
                  <a:pt x="168245" y="27365"/>
                  <a:pt x="171133" y="25845"/>
                </a:cubicBezTo>
                <a:cubicBezTo>
                  <a:pt x="174022" y="24325"/>
                  <a:pt x="177034" y="23565"/>
                  <a:pt x="180169" y="23565"/>
                </a:cubicBezTo>
                <a:cubicBezTo>
                  <a:pt x="183605" y="23565"/>
                  <a:pt x="186504" y="24132"/>
                  <a:pt x="188864" y="25266"/>
                </a:cubicBezTo>
                <a:cubicBezTo>
                  <a:pt x="191224" y="26400"/>
                  <a:pt x="193131" y="27941"/>
                  <a:pt x="194585" y="29888"/>
                </a:cubicBezTo>
                <a:cubicBezTo>
                  <a:pt x="196039" y="31834"/>
                  <a:pt x="197087" y="34112"/>
                  <a:pt x="197729" y="36721"/>
                </a:cubicBezTo>
                <a:cubicBezTo>
                  <a:pt x="198371" y="39329"/>
                  <a:pt x="198692" y="42466"/>
                  <a:pt x="198692" y="46133"/>
                </a:cubicBezTo>
                <a:lnTo>
                  <a:pt x="198692" y="77377"/>
                </a:lnTo>
                <a:close/>
                <a:moveTo>
                  <a:pt x="241477" y="72355"/>
                </a:moveTo>
                <a:cubicBezTo>
                  <a:pt x="241477" y="74025"/>
                  <a:pt x="241373" y="75306"/>
                  <a:pt x="241165" y="76198"/>
                </a:cubicBezTo>
                <a:cubicBezTo>
                  <a:pt x="240957" y="77089"/>
                  <a:pt x="240684" y="77715"/>
                  <a:pt x="240344" y="78076"/>
                </a:cubicBezTo>
                <a:cubicBezTo>
                  <a:pt x="240004" y="78436"/>
                  <a:pt x="239504" y="78759"/>
                  <a:pt x="238843" y="79043"/>
                </a:cubicBezTo>
                <a:cubicBezTo>
                  <a:pt x="238182" y="79327"/>
                  <a:pt x="237408" y="79574"/>
                  <a:pt x="236520" y="79783"/>
                </a:cubicBezTo>
                <a:cubicBezTo>
                  <a:pt x="235633" y="79992"/>
                  <a:pt x="234670" y="80153"/>
                  <a:pt x="233631" y="80266"/>
                </a:cubicBezTo>
                <a:cubicBezTo>
                  <a:pt x="232593" y="80381"/>
                  <a:pt x="231545" y="80438"/>
                  <a:pt x="230487" y="80438"/>
                </a:cubicBezTo>
                <a:cubicBezTo>
                  <a:pt x="227655" y="80438"/>
                  <a:pt x="225200" y="80079"/>
                  <a:pt x="223123" y="79362"/>
                </a:cubicBezTo>
                <a:cubicBezTo>
                  <a:pt x="221046" y="78644"/>
                  <a:pt x="219328" y="77539"/>
                  <a:pt x="217968" y="76048"/>
                </a:cubicBezTo>
                <a:cubicBezTo>
                  <a:pt x="216609" y="74556"/>
                  <a:pt x="215608" y="72677"/>
                  <a:pt x="214966" y="70411"/>
                </a:cubicBezTo>
                <a:cubicBezTo>
                  <a:pt x="214324" y="68146"/>
                  <a:pt x="214003" y="65464"/>
                  <a:pt x="214003" y="62368"/>
                </a:cubicBezTo>
                <a:lnTo>
                  <a:pt x="214003" y="36480"/>
                </a:lnTo>
                <a:lnTo>
                  <a:pt x="207942" y="36480"/>
                </a:lnTo>
                <a:cubicBezTo>
                  <a:pt x="207225" y="36480"/>
                  <a:pt x="206677" y="36037"/>
                  <a:pt x="206299" y="35149"/>
                </a:cubicBezTo>
                <a:cubicBezTo>
                  <a:pt x="205922" y="34262"/>
                  <a:pt x="205733" y="32779"/>
                  <a:pt x="205733" y="30702"/>
                </a:cubicBezTo>
                <a:cubicBezTo>
                  <a:pt x="205733" y="29607"/>
                  <a:pt x="205780" y="28682"/>
                  <a:pt x="205874" y="27927"/>
                </a:cubicBezTo>
                <a:cubicBezTo>
                  <a:pt x="205969" y="27171"/>
                  <a:pt x="206111" y="26577"/>
                  <a:pt x="206299" y="26142"/>
                </a:cubicBezTo>
                <a:cubicBezTo>
                  <a:pt x="206488" y="25708"/>
                  <a:pt x="206724" y="25396"/>
                  <a:pt x="207007" y="25208"/>
                </a:cubicBezTo>
                <a:cubicBezTo>
                  <a:pt x="207291" y="25019"/>
                  <a:pt x="207621" y="24924"/>
                  <a:pt x="207999" y="24924"/>
                </a:cubicBezTo>
                <a:lnTo>
                  <a:pt x="214003" y="24924"/>
                </a:lnTo>
                <a:lnTo>
                  <a:pt x="214003" y="13606"/>
                </a:lnTo>
                <a:cubicBezTo>
                  <a:pt x="214003" y="13226"/>
                  <a:pt x="214107" y="12884"/>
                  <a:pt x="214315" y="12581"/>
                </a:cubicBezTo>
                <a:cubicBezTo>
                  <a:pt x="214522" y="12278"/>
                  <a:pt x="214900" y="12022"/>
                  <a:pt x="215448" y="11814"/>
                </a:cubicBezTo>
                <a:cubicBezTo>
                  <a:pt x="215995" y="11605"/>
                  <a:pt x="216732" y="11454"/>
                  <a:pt x="217657" y="11359"/>
                </a:cubicBezTo>
                <a:cubicBezTo>
                  <a:pt x="218582" y="11264"/>
                  <a:pt x="219725" y="11216"/>
                  <a:pt x="221084" y="11216"/>
                </a:cubicBezTo>
                <a:cubicBezTo>
                  <a:pt x="222481" y="11216"/>
                  <a:pt x="223643" y="11264"/>
                  <a:pt x="224568" y="11359"/>
                </a:cubicBezTo>
                <a:cubicBezTo>
                  <a:pt x="225493" y="11454"/>
                  <a:pt x="226220" y="11605"/>
                  <a:pt x="226749" y="11814"/>
                </a:cubicBezTo>
                <a:cubicBezTo>
                  <a:pt x="227277" y="12022"/>
                  <a:pt x="227655" y="12278"/>
                  <a:pt x="227882" y="12581"/>
                </a:cubicBezTo>
                <a:cubicBezTo>
                  <a:pt x="228108" y="12884"/>
                  <a:pt x="228221" y="13226"/>
                  <a:pt x="228221" y="13606"/>
                </a:cubicBezTo>
                <a:lnTo>
                  <a:pt x="228221" y="24924"/>
                </a:lnTo>
                <a:lnTo>
                  <a:pt x="239211" y="24924"/>
                </a:lnTo>
                <a:cubicBezTo>
                  <a:pt x="239589" y="24924"/>
                  <a:pt x="239919" y="25019"/>
                  <a:pt x="240202" y="25208"/>
                </a:cubicBezTo>
                <a:cubicBezTo>
                  <a:pt x="240485" y="25396"/>
                  <a:pt x="240721" y="25708"/>
                  <a:pt x="240910" y="26142"/>
                </a:cubicBezTo>
                <a:cubicBezTo>
                  <a:pt x="241099" y="26577"/>
                  <a:pt x="241241" y="27171"/>
                  <a:pt x="241335" y="27927"/>
                </a:cubicBezTo>
                <a:cubicBezTo>
                  <a:pt x="241430" y="28682"/>
                  <a:pt x="241477" y="29607"/>
                  <a:pt x="241477" y="30702"/>
                </a:cubicBezTo>
                <a:cubicBezTo>
                  <a:pt x="241477" y="32779"/>
                  <a:pt x="241288" y="34262"/>
                  <a:pt x="240910" y="35149"/>
                </a:cubicBezTo>
                <a:cubicBezTo>
                  <a:pt x="240533" y="36037"/>
                  <a:pt x="239985" y="36480"/>
                  <a:pt x="239268" y="36480"/>
                </a:cubicBezTo>
                <a:lnTo>
                  <a:pt x="228221" y="36480"/>
                </a:lnTo>
                <a:lnTo>
                  <a:pt x="228221" y="60173"/>
                </a:lnTo>
                <a:cubicBezTo>
                  <a:pt x="228221" y="62925"/>
                  <a:pt x="228656" y="64989"/>
                  <a:pt x="229524" y="66365"/>
                </a:cubicBezTo>
                <a:cubicBezTo>
                  <a:pt x="230393" y="67741"/>
                  <a:pt x="231941" y="68429"/>
                  <a:pt x="234169" y="68429"/>
                </a:cubicBezTo>
                <a:cubicBezTo>
                  <a:pt x="234925" y="68429"/>
                  <a:pt x="235604" y="68363"/>
                  <a:pt x="236209" y="68231"/>
                </a:cubicBezTo>
                <a:cubicBezTo>
                  <a:pt x="236813" y="68098"/>
                  <a:pt x="237351" y="67947"/>
                  <a:pt x="237823" y="67777"/>
                </a:cubicBezTo>
                <a:cubicBezTo>
                  <a:pt x="238295" y="67607"/>
                  <a:pt x="238692" y="67456"/>
                  <a:pt x="239013" y="67324"/>
                </a:cubicBezTo>
                <a:cubicBezTo>
                  <a:pt x="239334" y="67192"/>
                  <a:pt x="239626" y="67126"/>
                  <a:pt x="239891" y="67126"/>
                </a:cubicBezTo>
                <a:cubicBezTo>
                  <a:pt x="240117" y="67126"/>
                  <a:pt x="240334" y="67192"/>
                  <a:pt x="240542" y="67324"/>
                </a:cubicBezTo>
                <a:cubicBezTo>
                  <a:pt x="240750" y="67456"/>
                  <a:pt x="240910" y="67721"/>
                  <a:pt x="241024" y="68119"/>
                </a:cubicBezTo>
                <a:cubicBezTo>
                  <a:pt x="241137" y="68516"/>
                  <a:pt x="241241" y="69055"/>
                  <a:pt x="241335" y="69739"/>
                </a:cubicBezTo>
                <a:cubicBezTo>
                  <a:pt x="241430" y="70421"/>
                  <a:pt x="241477" y="71293"/>
                  <a:pt x="241477" y="72355"/>
                </a:cubicBezTo>
                <a:close/>
                <a:moveTo>
                  <a:pt x="266099" y="77379"/>
                </a:moveTo>
                <a:cubicBezTo>
                  <a:pt x="266099" y="77757"/>
                  <a:pt x="265985" y="78087"/>
                  <a:pt x="265759" y="78370"/>
                </a:cubicBezTo>
                <a:cubicBezTo>
                  <a:pt x="265532" y="78653"/>
                  <a:pt x="265145" y="78890"/>
                  <a:pt x="264597" y="79078"/>
                </a:cubicBezTo>
                <a:cubicBezTo>
                  <a:pt x="264050" y="79267"/>
                  <a:pt x="263323" y="79409"/>
                  <a:pt x="262416" y="79503"/>
                </a:cubicBezTo>
                <a:cubicBezTo>
                  <a:pt x="261510" y="79598"/>
                  <a:pt x="260358" y="79645"/>
                  <a:pt x="258961" y="79645"/>
                </a:cubicBezTo>
                <a:cubicBezTo>
                  <a:pt x="257564" y="79645"/>
                  <a:pt x="256412" y="79598"/>
                  <a:pt x="255506" y="79503"/>
                </a:cubicBezTo>
                <a:cubicBezTo>
                  <a:pt x="254599" y="79409"/>
                  <a:pt x="253872" y="79267"/>
                  <a:pt x="253325" y="79078"/>
                </a:cubicBezTo>
                <a:cubicBezTo>
                  <a:pt x="252777" y="78890"/>
                  <a:pt x="252390" y="78653"/>
                  <a:pt x="252163" y="78370"/>
                </a:cubicBezTo>
                <a:cubicBezTo>
                  <a:pt x="251937" y="78087"/>
                  <a:pt x="251824" y="77757"/>
                  <a:pt x="251824" y="77379"/>
                </a:cubicBezTo>
                <a:lnTo>
                  <a:pt x="251824" y="26964"/>
                </a:lnTo>
                <a:cubicBezTo>
                  <a:pt x="251824" y="26586"/>
                  <a:pt x="251937" y="26256"/>
                  <a:pt x="252163" y="25972"/>
                </a:cubicBezTo>
                <a:cubicBezTo>
                  <a:pt x="252390" y="25689"/>
                  <a:pt x="252777" y="25444"/>
                  <a:pt x="253325" y="25236"/>
                </a:cubicBezTo>
                <a:cubicBezTo>
                  <a:pt x="253872" y="25028"/>
                  <a:pt x="254599" y="24868"/>
                  <a:pt x="255506" y="24754"/>
                </a:cubicBezTo>
                <a:cubicBezTo>
                  <a:pt x="256412" y="24641"/>
                  <a:pt x="257564" y="24585"/>
                  <a:pt x="258961" y="24585"/>
                </a:cubicBezTo>
                <a:cubicBezTo>
                  <a:pt x="260358" y="24585"/>
                  <a:pt x="261510" y="24641"/>
                  <a:pt x="262416" y="24754"/>
                </a:cubicBezTo>
                <a:cubicBezTo>
                  <a:pt x="263323" y="24868"/>
                  <a:pt x="264050" y="25028"/>
                  <a:pt x="264597" y="25236"/>
                </a:cubicBezTo>
                <a:cubicBezTo>
                  <a:pt x="265145" y="25444"/>
                  <a:pt x="265532" y="25689"/>
                  <a:pt x="265759" y="25972"/>
                </a:cubicBezTo>
                <a:cubicBezTo>
                  <a:pt x="265985" y="26256"/>
                  <a:pt x="266099" y="26586"/>
                  <a:pt x="266099" y="26964"/>
                </a:cubicBezTo>
                <a:lnTo>
                  <a:pt x="266099" y="77379"/>
                </a:lnTo>
                <a:moveTo>
                  <a:pt x="267175" y="9743"/>
                </a:moveTo>
                <a:cubicBezTo>
                  <a:pt x="267175" y="12613"/>
                  <a:pt x="266589" y="14596"/>
                  <a:pt x="265419" y="15691"/>
                </a:cubicBezTo>
                <a:cubicBezTo>
                  <a:pt x="264248" y="16786"/>
                  <a:pt x="262077" y="17334"/>
                  <a:pt x="258904" y="17334"/>
                </a:cubicBezTo>
                <a:cubicBezTo>
                  <a:pt x="255694" y="17334"/>
                  <a:pt x="253532" y="16805"/>
                  <a:pt x="252418" y="15748"/>
                </a:cubicBezTo>
                <a:cubicBezTo>
                  <a:pt x="251304" y="14690"/>
                  <a:pt x="250747" y="12783"/>
                  <a:pt x="250747" y="10026"/>
                </a:cubicBezTo>
                <a:cubicBezTo>
                  <a:pt x="250747" y="7156"/>
                  <a:pt x="251323" y="5164"/>
                  <a:pt x="252475" y="4050"/>
                </a:cubicBezTo>
                <a:cubicBezTo>
                  <a:pt x="253627" y="2936"/>
                  <a:pt x="255808" y="2379"/>
                  <a:pt x="259018" y="2379"/>
                </a:cubicBezTo>
                <a:cubicBezTo>
                  <a:pt x="262190" y="2379"/>
                  <a:pt x="264342" y="2917"/>
                  <a:pt x="265475" y="3994"/>
                </a:cubicBezTo>
                <a:cubicBezTo>
                  <a:pt x="266608" y="5070"/>
                  <a:pt x="267175" y="6986"/>
                  <a:pt x="267175" y="9743"/>
                </a:cubicBezTo>
                <a:close/>
                <a:moveTo>
                  <a:pt x="310780" y="7591"/>
                </a:moveTo>
                <a:cubicBezTo>
                  <a:pt x="310780" y="8686"/>
                  <a:pt x="310742" y="9564"/>
                  <a:pt x="310666" y="10225"/>
                </a:cubicBezTo>
                <a:cubicBezTo>
                  <a:pt x="310591" y="10886"/>
                  <a:pt x="310478" y="11395"/>
                  <a:pt x="310327" y="11754"/>
                </a:cubicBezTo>
                <a:cubicBezTo>
                  <a:pt x="310176" y="12113"/>
                  <a:pt x="310006" y="12358"/>
                  <a:pt x="309817" y="12491"/>
                </a:cubicBezTo>
                <a:cubicBezTo>
                  <a:pt x="309628" y="12623"/>
                  <a:pt x="309420" y="12689"/>
                  <a:pt x="309194" y="12689"/>
                </a:cubicBezTo>
                <a:cubicBezTo>
                  <a:pt x="308929" y="12689"/>
                  <a:pt x="308637" y="12623"/>
                  <a:pt x="308316" y="12491"/>
                </a:cubicBezTo>
                <a:cubicBezTo>
                  <a:pt x="307995" y="12358"/>
                  <a:pt x="307598" y="12217"/>
                  <a:pt x="307126" y="12066"/>
                </a:cubicBezTo>
                <a:cubicBezTo>
                  <a:pt x="306654" y="11915"/>
                  <a:pt x="306097" y="11773"/>
                  <a:pt x="305455" y="11641"/>
                </a:cubicBezTo>
                <a:cubicBezTo>
                  <a:pt x="304813" y="11509"/>
                  <a:pt x="304058" y="11443"/>
                  <a:pt x="303189" y="11443"/>
                </a:cubicBezTo>
                <a:cubicBezTo>
                  <a:pt x="302170" y="11443"/>
                  <a:pt x="301292" y="11603"/>
                  <a:pt x="300555" y="11924"/>
                </a:cubicBezTo>
                <a:cubicBezTo>
                  <a:pt x="299819" y="12245"/>
                  <a:pt x="299205" y="12755"/>
                  <a:pt x="298714" y="13454"/>
                </a:cubicBezTo>
                <a:cubicBezTo>
                  <a:pt x="298223" y="14152"/>
                  <a:pt x="297864" y="15058"/>
                  <a:pt x="297638" y="16173"/>
                </a:cubicBezTo>
                <a:cubicBezTo>
                  <a:pt x="297411" y="17287"/>
                  <a:pt x="297298" y="18656"/>
                  <a:pt x="297298" y="20279"/>
                </a:cubicBezTo>
                <a:lnTo>
                  <a:pt x="297298" y="24924"/>
                </a:lnTo>
                <a:lnTo>
                  <a:pt x="306531" y="24924"/>
                </a:lnTo>
                <a:cubicBezTo>
                  <a:pt x="306871" y="24924"/>
                  <a:pt x="307183" y="25019"/>
                  <a:pt x="307466" y="25208"/>
                </a:cubicBezTo>
                <a:cubicBezTo>
                  <a:pt x="307749" y="25396"/>
                  <a:pt x="307985" y="25708"/>
                  <a:pt x="308174" y="26142"/>
                </a:cubicBezTo>
                <a:cubicBezTo>
                  <a:pt x="308363" y="26577"/>
                  <a:pt x="308504" y="27171"/>
                  <a:pt x="308599" y="27927"/>
                </a:cubicBezTo>
                <a:cubicBezTo>
                  <a:pt x="308693" y="28682"/>
                  <a:pt x="308741" y="29607"/>
                  <a:pt x="308741" y="30702"/>
                </a:cubicBezTo>
                <a:cubicBezTo>
                  <a:pt x="308741" y="32779"/>
                  <a:pt x="308552" y="34262"/>
                  <a:pt x="308174" y="35149"/>
                </a:cubicBezTo>
                <a:cubicBezTo>
                  <a:pt x="307796" y="36037"/>
                  <a:pt x="307249" y="36480"/>
                  <a:pt x="306531" y="36480"/>
                </a:cubicBezTo>
                <a:lnTo>
                  <a:pt x="297298" y="36480"/>
                </a:lnTo>
                <a:lnTo>
                  <a:pt x="297298" y="77379"/>
                </a:lnTo>
                <a:cubicBezTo>
                  <a:pt x="297298" y="77757"/>
                  <a:pt x="297185" y="78087"/>
                  <a:pt x="296958" y="78370"/>
                </a:cubicBezTo>
                <a:cubicBezTo>
                  <a:pt x="296731" y="78653"/>
                  <a:pt x="296354" y="78890"/>
                  <a:pt x="295825" y="79078"/>
                </a:cubicBezTo>
                <a:cubicBezTo>
                  <a:pt x="295296" y="79267"/>
                  <a:pt x="294560" y="79409"/>
                  <a:pt x="293616" y="79503"/>
                </a:cubicBezTo>
                <a:cubicBezTo>
                  <a:pt x="292672" y="79598"/>
                  <a:pt x="291520" y="79645"/>
                  <a:pt x="290161" y="79645"/>
                </a:cubicBezTo>
                <a:cubicBezTo>
                  <a:pt x="288801" y="79645"/>
                  <a:pt x="287659" y="79598"/>
                  <a:pt x="286733" y="79503"/>
                </a:cubicBezTo>
                <a:cubicBezTo>
                  <a:pt x="285808" y="79409"/>
                  <a:pt x="285072" y="79267"/>
                  <a:pt x="284524" y="79078"/>
                </a:cubicBezTo>
                <a:cubicBezTo>
                  <a:pt x="283977" y="78890"/>
                  <a:pt x="283599" y="78653"/>
                  <a:pt x="283391" y="78370"/>
                </a:cubicBezTo>
                <a:cubicBezTo>
                  <a:pt x="283184" y="78087"/>
                  <a:pt x="283080" y="77757"/>
                  <a:pt x="283080" y="77379"/>
                </a:cubicBezTo>
                <a:lnTo>
                  <a:pt x="283080" y="36480"/>
                </a:lnTo>
                <a:lnTo>
                  <a:pt x="276735" y="36480"/>
                </a:lnTo>
                <a:cubicBezTo>
                  <a:pt x="276018" y="36480"/>
                  <a:pt x="275480" y="36037"/>
                  <a:pt x="275121" y="35149"/>
                </a:cubicBezTo>
                <a:cubicBezTo>
                  <a:pt x="274762" y="34262"/>
                  <a:pt x="274583" y="32779"/>
                  <a:pt x="274583" y="30702"/>
                </a:cubicBezTo>
                <a:cubicBezTo>
                  <a:pt x="274583" y="29607"/>
                  <a:pt x="274630" y="28682"/>
                  <a:pt x="274724" y="27927"/>
                </a:cubicBezTo>
                <a:cubicBezTo>
                  <a:pt x="274819" y="27171"/>
                  <a:pt x="274951" y="26577"/>
                  <a:pt x="275121" y="26142"/>
                </a:cubicBezTo>
                <a:cubicBezTo>
                  <a:pt x="275291" y="25708"/>
                  <a:pt x="275517" y="25396"/>
                  <a:pt x="275801" y="25208"/>
                </a:cubicBezTo>
                <a:cubicBezTo>
                  <a:pt x="276084" y="25019"/>
                  <a:pt x="276414" y="24924"/>
                  <a:pt x="276792" y="24924"/>
                </a:cubicBezTo>
                <a:lnTo>
                  <a:pt x="283080" y="24924"/>
                </a:lnTo>
                <a:lnTo>
                  <a:pt x="283080" y="20676"/>
                </a:lnTo>
                <a:cubicBezTo>
                  <a:pt x="283080" y="17239"/>
                  <a:pt x="283420" y="14228"/>
                  <a:pt x="284099" y="11641"/>
                </a:cubicBezTo>
                <a:cubicBezTo>
                  <a:pt x="284779" y="9054"/>
                  <a:pt x="285846" y="6901"/>
                  <a:pt x="287300" y="5183"/>
                </a:cubicBezTo>
                <a:cubicBezTo>
                  <a:pt x="288754" y="3465"/>
                  <a:pt x="290604" y="2171"/>
                  <a:pt x="292851" y="1303"/>
                </a:cubicBezTo>
                <a:cubicBezTo>
                  <a:pt x="295098" y="434"/>
                  <a:pt x="297751" y="0"/>
                  <a:pt x="300810" y="0"/>
                </a:cubicBezTo>
                <a:cubicBezTo>
                  <a:pt x="302283" y="0"/>
                  <a:pt x="303680" y="123"/>
                  <a:pt x="305002" y="368"/>
                </a:cubicBezTo>
                <a:cubicBezTo>
                  <a:pt x="306324" y="614"/>
                  <a:pt x="307362" y="878"/>
                  <a:pt x="308117" y="1161"/>
                </a:cubicBezTo>
                <a:cubicBezTo>
                  <a:pt x="308873" y="1444"/>
                  <a:pt x="309383" y="1709"/>
                  <a:pt x="309647" y="1954"/>
                </a:cubicBezTo>
                <a:cubicBezTo>
                  <a:pt x="309911" y="2200"/>
                  <a:pt x="310128" y="2559"/>
                  <a:pt x="310298" y="3031"/>
                </a:cubicBezTo>
                <a:cubicBezTo>
                  <a:pt x="310468" y="3503"/>
                  <a:pt x="310591" y="4107"/>
                  <a:pt x="310666" y="4843"/>
                </a:cubicBezTo>
                <a:cubicBezTo>
                  <a:pt x="310742" y="5580"/>
                  <a:pt x="310780" y="6495"/>
                  <a:pt x="310780" y="7591"/>
                </a:cubicBezTo>
                <a:close/>
                <a:moveTo>
                  <a:pt x="331389" y="77379"/>
                </a:moveTo>
                <a:cubicBezTo>
                  <a:pt x="331389" y="77757"/>
                  <a:pt x="331276" y="78087"/>
                  <a:pt x="331049" y="78370"/>
                </a:cubicBezTo>
                <a:cubicBezTo>
                  <a:pt x="330823" y="78653"/>
                  <a:pt x="330436" y="78890"/>
                  <a:pt x="329888" y="79078"/>
                </a:cubicBezTo>
                <a:cubicBezTo>
                  <a:pt x="329341" y="79267"/>
                  <a:pt x="328614" y="79409"/>
                  <a:pt x="327707" y="79503"/>
                </a:cubicBezTo>
                <a:cubicBezTo>
                  <a:pt x="326801" y="79598"/>
                  <a:pt x="325649" y="79645"/>
                  <a:pt x="324252" y="79645"/>
                </a:cubicBezTo>
                <a:cubicBezTo>
                  <a:pt x="322855" y="79645"/>
                  <a:pt x="321703" y="79598"/>
                  <a:pt x="320796" y="79503"/>
                </a:cubicBezTo>
                <a:cubicBezTo>
                  <a:pt x="319890" y="79409"/>
                  <a:pt x="319163" y="79267"/>
                  <a:pt x="318615" y="79078"/>
                </a:cubicBezTo>
                <a:cubicBezTo>
                  <a:pt x="318068" y="78890"/>
                  <a:pt x="317681" y="78653"/>
                  <a:pt x="317454" y="78370"/>
                </a:cubicBezTo>
                <a:cubicBezTo>
                  <a:pt x="317228" y="78087"/>
                  <a:pt x="317114" y="77757"/>
                  <a:pt x="317114" y="77379"/>
                </a:cubicBezTo>
                <a:lnTo>
                  <a:pt x="317114" y="26964"/>
                </a:lnTo>
                <a:cubicBezTo>
                  <a:pt x="317114" y="26586"/>
                  <a:pt x="317228" y="26256"/>
                  <a:pt x="317454" y="25972"/>
                </a:cubicBezTo>
                <a:cubicBezTo>
                  <a:pt x="317681" y="25689"/>
                  <a:pt x="318068" y="25444"/>
                  <a:pt x="318615" y="25236"/>
                </a:cubicBezTo>
                <a:cubicBezTo>
                  <a:pt x="319163" y="25028"/>
                  <a:pt x="319890" y="24868"/>
                  <a:pt x="320796" y="24754"/>
                </a:cubicBezTo>
                <a:cubicBezTo>
                  <a:pt x="321703" y="24641"/>
                  <a:pt x="322855" y="24585"/>
                  <a:pt x="324252" y="24585"/>
                </a:cubicBezTo>
                <a:cubicBezTo>
                  <a:pt x="325649" y="24585"/>
                  <a:pt x="326801" y="24641"/>
                  <a:pt x="327707" y="24754"/>
                </a:cubicBezTo>
                <a:cubicBezTo>
                  <a:pt x="328614" y="24868"/>
                  <a:pt x="329341" y="25028"/>
                  <a:pt x="329888" y="25236"/>
                </a:cubicBezTo>
                <a:cubicBezTo>
                  <a:pt x="330436" y="25444"/>
                  <a:pt x="330823" y="25689"/>
                  <a:pt x="331049" y="25972"/>
                </a:cubicBezTo>
                <a:cubicBezTo>
                  <a:pt x="331276" y="26256"/>
                  <a:pt x="331389" y="26586"/>
                  <a:pt x="331389" y="26964"/>
                </a:cubicBezTo>
                <a:lnTo>
                  <a:pt x="331389" y="77379"/>
                </a:lnTo>
                <a:moveTo>
                  <a:pt x="332466" y="9743"/>
                </a:moveTo>
                <a:cubicBezTo>
                  <a:pt x="332466" y="12613"/>
                  <a:pt x="331880" y="14596"/>
                  <a:pt x="330709" y="15691"/>
                </a:cubicBezTo>
                <a:cubicBezTo>
                  <a:pt x="329539" y="16786"/>
                  <a:pt x="327367" y="17334"/>
                  <a:pt x="324195" y="17334"/>
                </a:cubicBezTo>
                <a:cubicBezTo>
                  <a:pt x="320985" y="17334"/>
                  <a:pt x="318823" y="16805"/>
                  <a:pt x="317709" y="15748"/>
                </a:cubicBezTo>
                <a:cubicBezTo>
                  <a:pt x="316595" y="14690"/>
                  <a:pt x="316038" y="12783"/>
                  <a:pt x="316038" y="10026"/>
                </a:cubicBezTo>
                <a:cubicBezTo>
                  <a:pt x="316038" y="7156"/>
                  <a:pt x="316614" y="5164"/>
                  <a:pt x="317766" y="4050"/>
                </a:cubicBezTo>
                <a:cubicBezTo>
                  <a:pt x="318918" y="2936"/>
                  <a:pt x="321098" y="2379"/>
                  <a:pt x="324308" y="2379"/>
                </a:cubicBezTo>
                <a:cubicBezTo>
                  <a:pt x="327481" y="2379"/>
                  <a:pt x="329633" y="2917"/>
                  <a:pt x="330766" y="3994"/>
                </a:cubicBezTo>
                <a:cubicBezTo>
                  <a:pt x="331899" y="5070"/>
                  <a:pt x="332466" y="6986"/>
                  <a:pt x="332466" y="9743"/>
                </a:cubicBezTo>
                <a:close/>
                <a:moveTo>
                  <a:pt x="383890" y="69335"/>
                </a:moveTo>
                <a:cubicBezTo>
                  <a:pt x="383890" y="70317"/>
                  <a:pt x="383862" y="71138"/>
                  <a:pt x="383805" y="71799"/>
                </a:cubicBezTo>
                <a:cubicBezTo>
                  <a:pt x="383748" y="72460"/>
                  <a:pt x="383673" y="73017"/>
                  <a:pt x="383578" y="73470"/>
                </a:cubicBezTo>
                <a:cubicBezTo>
                  <a:pt x="383484" y="73924"/>
                  <a:pt x="383371" y="74292"/>
                  <a:pt x="383238" y="74575"/>
                </a:cubicBezTo>
                <a:cubicBezTo>
                  <a:pt x="383106" y="74858"/>
                  <a:pt x="382814" y="75217"/>
                  <a:pt x="382360" y="75651"/>
                </a:cubicBezTo>
                <a:cubicBezTo>
                  <a:pt x="381907" y="76086"/>
                  <a:pt x="381133" y="76614"/>
                  <a:pt x="380038" y="77237"/>
                </a:cubicBezTo>
                <a:cubicBezTo>
                  <a:pt x="378943" y="77860"/>
                  <a:pt x="377697" y="78417"/>
                  <a:pt x="376299" y="78908"/>
                </a:cubicBezTo>
                <a:cubicBezTo>
                  <a:pt x="374902" y="79399"/>
                  <a:pt x="373382" y="79796"/>
                  <a:pt x="371739" y="80098"/>
                </a:cubicBezTo>
                <a:cubicBezTo>
                  <a:pt x="370097" y="80400"/>
                  <a:pt x="368407" y="80551"/>
                  <a:pt x="366669" y="80551"/>
                </a:cubicBezTo>
                <a:cubicBezTo>
                  <a:pt x="362780" y="80551"/>
                  <a:pt x="359334" y="79947"/>
                  <a:pt x="356331" y="78738"/>
                </a:cubicBezTo>
                <a:cubicBezTo>
                  <a:pt x="353329" y="77530"/>
                  <a:pt x="350808" y="75746"/>
                  <a:pt x="348769" y="73385"/>
                </a:cubicBezTo>
                <a:cubicBezTo>
                  <a:pt x="346730" y="71025"/>
                  <a:pt x="345191" y="68146"/>
                  <a:pt x="344153" y="64747"/>
                </a:cubicBezTo>
                <a:cubicBezTo>
                  <a:pt x="343114" y="61348"/>
                  <a:pt x="342595" y="57458"/>
                  <a:pt x="342595" y="53078"/>
                </a:cubicBezTo>
                <a:cubicBezTo>
                  <a:pt x="342595" y="48017"/>
                  <a:pt x="343227" y="43646"/>
                  <a:pt x="344492" y="39964"/>
                </a:cubicBezTo>
                <a:cubicBezTo>
                  <a:pt x="345757" y="36282"/>
                  <a:pt x="347523" y="33233"/>
                  <a:pt x="349789" y="30816"/>
                </a:cubicBezTo>
                <a:cubicBezTo>
                  <a:pt x="352055" y="28399"/>
                  <a:pt x="354736" y="26605"/>
                  <a:pt x="357833" y="25434"/>
                </a:cubicBezTo>
                <a:cubicBezTo>
                  <a:pt x="360929" y="24264"/>
                  <a:pt x="364328" y="23678"/>
                  <a:pt x="368029" y="23678"/>
                </a:cubicBezTo>
                <a:cubicBezTo>
                  <a:pt x="369540" y="23678"/>
                  <a:pt x="371022" y="23810"/>
                  <a:pt x="372476" y="24075"/>
                </a:cubicBezTo>
                <a:cubicBezTo>
                  <a:pt x="373930" y="24339"/>
                  <a:pt x="375289" y="24698"/>
                  <a:pt x="376554" y="25151"/>
                </a:cubicBezTo>
                <a:cubicBezTo>
                  <a:pt x="377819" y="25604"/>
                  <a:pt x="378952" y="26114"/>
                  <a:pt x="379953" y="26680"/>
                </a:cubicBezTo>
                <a:cubicBezTo>
                  <a:pt x="380954" y="27247"/>
                  <a:pt x="381662" y="27738"/>
                  <a:pt x="382077" y="28153"/>
                </a:cubicBezTo>
                <a:cubicBezTo>
                  <a:pt x="382493" y="28569"/>
                  <a:pt x="382785" y="28918"/>
                  <a:pt x="382955" y="29201"/>
                </a:cubicBezTo>
                <a:cubicBezTo>
                  <a:pt x="383125" y="29484"/>
                  <a:pt x="383257" y="29853"/>
                  <a:pt x="383352" y="30306"/>
                </a:cubicBezTo>
                <a:cubicBezTo>
                  <a:pt x="383446" y="30759"/>
                  <a:pt x="383522" y="31316"/>
                  <a:pt x="383578" y="31977"/>
                </a:cubicBezTo>
                <a:cubicBezTo>
                  <a:pt x="383635" y="32638"/>
                  <a:pt x="383663" y="33440"/>
                  <a:pt x="383663" y="34384"/>
                </a:cubicBezTo>
                <a:cubicBezTo>
                  <a:pt x="383663" y="36575"/>
                  <a:pt x="383475" y="38114"/>
                  <a:pt x="383097" y="39001"/>
                </a:cubicBezTo>
                <a:cubicBezTo>
                  <a:pt x="382719" y="39888"/>
                  <a:pt x="382228" y="40332"/>
                  <a:pt x="381624" y="40332"/>
                </a:cubicBezTo>
                <a:cubicBezTo>
                  <a:pt x="380982" y="40332"/>
                  <a:pt x="380302" y="40068"/>
                  <a:pt x="379585" y="39539"/>
                </a:cubicBezTo>
                <a:cubicBezTo>
                  <a:pt x="378867" y="39010"/>
                  <a:pt x="378018" y="38425"/>
                  <a:pt x="377036" y="37783"/>
                </a:cubicBezTo>
                <a:cubicBezTo>
                  <a:pt x="376054" y="37141"/>
                  <a:pt x="374883" y="36556"/>
                  <a:pt x="373524" y="36027"/>
                </a:cubicBezTo>
                <a:cubicBezTo>
                  <a:pt x="372164" y="35498"/>
                  <a:pt x="370540" y="35234"/>
                  <a:pt x="368652" y="35234"/>
                </a:cubicBezTo>
                <a:cubicBezTo>
                  <a:pt x="364951" y="35234"/>
                  <a:pt x="362119" y="36660"/>
                  <a:pt x="360155" y="39511"/>
                </a:cubicBezTo>
                <a:cubicBezTo>
                  <a:pt x="358191" y="42362"/>
                  <a:pt x="357209" y="46544"/>
                  <a:pt x="357209" y="52058"/>
                </a:cubicBezTo>
                <a:cubicBezTo>
                  <a:pt x="357209" y="54777"/>
                  <a:pt x="357455" y="57175"/>
                  <a:pt x="357946" y="59252"/>
                </a:cubicBezTo>
                <a:cubicBezTo>
                  <a:pt x="358437" y="61329"/>
                  <a:pt x="359164" y="63066"/>
                  <a:pt x="360127" y="64464"/>
                </a:cubicBezTo>
                <a:cubicBezTo>
                  <a:pt x="361090" y="65861"/>
                  <a:pt x="362298" y="66909"/>
                  <a:pt x="363752" y="67607"/>
                </a:cubicBezTo>
                <a:cubicBezTo>
                  <a:pt x="365206" y="68306"/>
                  <a:pt x="366896" y="68655"/>
                  <a:pt x="368822" y="68655"/>
                </a:cubicBezTo>
                <a:cubicBezTo>
                  <a:pt x="370786" y="68655"/>
                  <a:pt x="372476" y="68363"/>
                  <a:pt x="373892" y="67777"/>
                </a:cubicBezTo>
                <a:cubicBezTo>
                  <a:pt x="375308" y="67192"/>
                  <a:pt x="376545" y="66541"/>
                  <a:pt x="377602" y="65823"/>
                </a:cubicBezTo>
                <a:cubicBezTo>
                  <a:pt x="378660" y="65106"/>
                  <a:pt x="379547" y="64454"/>
                  <a:pt x="380265" y="63869"/>
                </a:cubicBezTo>
                <a:cubicBezTo>
                  <a:pt x="380982" y="63283"/>
                  <a:pt x="381586" y="62991"/>
                  <a:pt x="382077" y="62991"/>
                </a:cubicBezTo>
                <a:cubicBezTo>
                  <a:pt x="382417" y="62991"/>
                  <a:pt x="382700" y="63085"/>
                  <a:pt x="382927" y="63274"/>
                </a:cubicBezTo>
                <a:cubicBezTo>
                  <a:pt x="383154" y="63463"/>
                  <a:pt x="383333" y="63812"/>
                  <a:pt x="383465" y="64322"/>
                </a:cubicBezTo>
                <a:cubicBezTo>
                  <a:pt x="383597" y="64832"/>
                  <a:pt x="383701" y="65483"/>
                  <a:pt x="383777" y="66276"/>
                </a:cubicBezTo>
                <a:cubicBezTo>
                  <a:pt x="383852" y="67069"/>
                  <a:pt x="383890" y="68089"/>
                  <a:pt x="383890" y="69335"/>
                </a:cubicBezTo>
                <a:close/>
                <a:moveTo>
                  <a:pt x="436629" y="77547"/>
                </a:moveTo>
                <a:cubicBezTo>
                  <a:pt x="436629" y="78076"/>
                  <a:pt x="436441" y="78492"/>
                  <a:pt x="436063" y="78795"/>
                </a:cubicBezTo>
                <a:cubicBezTo>
                  <a:pt x="435685" y="79097"/>
                  <a:pt x="435091" y="79314"/>
                  <a:pt x="434279" y="79447"/>
                </a:cubicBezTo>
                <a:cubicBezTo>
                  <a:pt x="433467" y="79579"/>
                  <a:pt x="432268" y="79645"/>
                  <a:pt x="430682" y="79645"/>
                </a:cubicBezTo>
                <a:cubicBezTo>
                  <a:pt x="428982" y="79645"/>
                  <a:pt x="427745" y="79579"/>
                  <a:pt x="426971" y="79447"/>
                </a:cubicBezTo>
                <a:cubicBezTo>
                  <a:pt x="426197" y="79314"/>
                  <a:pt x="425649" y="79097"/>
                  <a:pt x="425328" y="78795"/>
                </a:cubicBezTo>
                <a:cubicBezTo>
                  <a:pt x="425007" y="78493"/>
                  <a:pt x="424847" y="78078"/>
                  <a:pt x="424847" y="77549"/>
                </a:cubicBezTo>
                <a:lnTo>
                  <a:pt x="424847" y="73527"/>
                </a:lnTo>
                <a:cubicBezTo>
                  <a:pt x="422770" y="75755"/>
                  <a:pt x="420400" y="77502"/>
                  <a:pt x="417738" y="78767"/>
                </a:cubicBezTo>
                <a:cubicBezTo>
                  <a:pt x="415075" y="80032"/>
                  <a:pt x="412120" y="80664"/>
                  <a:pt x="408873" y="80664"/>
                </a:cubicBezTo>
                <a:cubicBezTo>
                  <a:pt x="406191" y="80664"/>
                  <a:pt x="403727" y="80314"/>
                  <a:pt x="401480" y="79613"/>
                </a:cubicBezTo>
                <a:cubicBezTo>
                  <a:pt x="399233" y="78912"/>
                  <a:pt x="397289" y="77870"/>
                  <a:pt x="395646" y="76487"/>
                </a:cubicBezTo>
                <a:cubicBezTo>
                  <a:pt x="394003" y="75104"/>
                  <a:pt x="392728" y="73389"/>
                  <a:pt x="391822" y="71344"/>
                </a:cubicBezTo>
                <a:cubicBezTo>
                  <a:pt x="390916" y="69298"/>
                  <a:pt x="390463" y="66911"/>
                  <a:pt x="390463" y="64182"/>
                </a:cubicBezTo>
                <a:cubicBezTo>
                  <a:pt x="390463" y="61226"/>
                  <a:pt x="391039" y="58658"/>
                  <a:pt x="392190" y="56480"/>
                </a:cubicBezTo>
                <a:cubicBezTo>
                  <a:pt x="393342" y="54301"/>
                  <a:pt x="395060" y="52502"/>
                  <a:pt x="397345" y="51081"/>
                </a:cubicBezTo>
                <a:cubicBezTo>
                  <a:pt x="399630" y="49660"/>
                  <a:pt x="402472" y="48608"/>
                  <a:pt x="405870" y="47926"/>
                </a:cubicBezTo>
                <a:cubicBezTo>
                  <a:pt x="409269" y="47244"/>
                  <a:pt x="413216" y="46903"/>
                  <a:pt x="417710" y="46903"/>
                </a:cubicBezTo>
                <a:lnTo>
                  <a:pt x="422638" y="46903"/>
                </a:lnTo>
                <a:lnTo>
                  <a:pt x="422638" y="43858"/>
                </a:lnTo>
                <a:cubicBezTo>
                  <a:pt x="422638" y="42279"/>
                  <a:pt x="422477" y="40898"/>
                  <a:pt x="422156" y="39714"/>
                </a:cubicBezTo>
                <a:cubicBezTo>
                  <a:pt x="421835" y="38530"/>
                  <a:pt x="421307" y="37542"/>
                  <a:pt x="420570" y="36753"/>
                </a:cubicBezTo>
                <a:cubicBezTo>
                  <a:pt x="419834" y="35963"/>
                  <a:pt x="418852" y="35381"/>
                  <a:pt x="417625" y="35006"/>
                </a:cubicBezTo>
                <a:cubicBezTo>
                  <a:pt x="416397" y="34629"/>
                  <a:pt x="414877" y="34441"/>
                  <a:pt x="413065" y="34441"/>
                </a:cubicBezTo>
                <a:cubicBezTo>
                  <a:pt x="410685" y="34441"/>
                  <a:pt x="408561" y="34705"/>
                  <a:pt x="406692" y="35234"/>
                </a:cubicBezTo>
                <a:cubicBezTo>
                  <a:pt x="404822" y="35763"/>
                  <a:pt x="403170" y="36348"/>
                  <a:pt x="401735" y="36990"/>
                </a:cubicBezTo>
                <a:cubicBezTo>
                  <a:pt x="400300" y="37632"/>
                  <a:pt x="399101" y="38217"/>
                  <a:pt x="398138" y="38746"/>
                </a:cubicBezTo>
                <a:cubicBezTo>
                  <a:pt x="397175" y="39275"/>
                  <a:pt x="396392" y="39539"/>
                  <a:pt x="395787" y="39539"/>
                </a:cubicBezTo>
                <a:cubicBezTo>
                  <a:pt x="395372" y="39539"/>
                  <a:pt x="395004" y="39406"/>
                  <a:pt x="394683" y="39141"/>
                </a:cubicBezTo>
                <a:cubicBezTo>
                  <a:pt x="394362" y="38875"/>
                  <a:pt x="394097" y="38496"/>
                  <a:pt x="393890" y="38003"/>
                </a:cubicBezTo>
                <a:cubicBezTo>
                  <a:pt x="393682" y="37509"/>
                  <a:pt x="393522" y="36902"/>
                  <a:pt x="393408" y="36181"/>
                </a:cubicBezTo>
                <a:cubicBezTo>
                  <a:pt x="393295" y="35459"/>
                  <a:pt x="393238" y="34662"/>
                  <a:pt x="393238" y="33790"/>
                </a:cubicBezTo>
                <a:cubicBezTo>
                  <a:pt x="393238" y="32613"/>
                  <a:pt x="393333" y="31683"/>
                  <a:pt x="393522" y="31000"/>
                </a:cubicBezTo>
                <a:cubicBezTo>
                  <a:pt x="393710" y="30316"/>
                  <a:pt x="394069" y="29700"/>
                  <a:pt x="394598" y="29150"/>
                </a:cubicBezTo>
                <a:cubicBezTo>
                  <a:pt x="395127" y="28599"/>
                  <a:pt x="396052" y="27993"/>
                  <a:pt x="397374" y="27332"/>
                </a:cubicBezTo>
                <a:cubicBezTo>
                  <a:pt x="398695" y="26671"/>
                  <a:pt x="400244" y="26057"/>
                  <a:pt x="402019" y="25491"/>
                </a:cubicBezTo>
                <a:cubicBezTo>
                  <a:pt x="403793" y="24924"/>
                  <a:pt x="405729" y="24462"/>
                  <a:pt x="407825" y="24103"/>
                </a:cubicBezTo>
                <a:cubicBezTo>
                  <a:pt x="409921" y="23744"/>
                  <a:pt x="412083" y="23565"/>
                  <a:pt x="414311" y="23565"/>
                </a:cubicBezTo>
                <a:cubicBezTo>
                  <a:pt x="418276" y="23565"/>
                  <a:pt x="421665" y="23953"/>
                  <a:pt x="424479" y="24728"/>
                </a:cubicBezTo>
                <a:cubicBezTo>
                  <a:pt x="427292" y="25502"/>
                  <a:pt x="429605" y="26693"/>
                  <a:pt x="431418" y="28300"/>
                </a:cubicBezTo>
                <a:cubicBezTo>
                  <a:pt x="433231" y="29906"/>
                  <a:pt x="434552" y="31976"/>
                  <a:pt x="435383" y="34508"/>
                </a:cubicBezTo>
                <a:cubicBezTo>
                  <a:pt x="436214" y="37041"/>
                  <a:pt x="436629" y="40046"/>
                  <a:pt x="436629" y="43524"/>
                </a:cubicBezTo>
                <a:lnTo>
                  <a:pt x="436629" y="77547"/>
                </a:lnTo>
                <a:moveTo>
                  <a:pt x="422638" y="55853"/>
                </a:moveTo>
                <a:lnTo>
                  <a:pt x="417200" y="55853"/>
                </a:lnTo>
                <a:cubicBezTo>
                  <a:pt x="414896" y="55853"/>
                  <a:pt x="412932" y="56024"/>
                  <a:pt x="411309" y="56367"/>
                </a:cubicBezTo>
                <a:cubicBezTo>
                  <a:pt x="409685" y="56709"/>
                  <a:pt x="408363" y="57223"/>
                  <a:pt x="407343" y="57909"/>
                </a:cubicBezTo>
                <a:cubicBezTo>
                  <a:pt x="406324" y="58593"/>
                  <a:pt x="405578" y="59421"/>
                  <a:pt x="405106" y="60392"/>
                </a:cubicBezTo>
                <a:cubicBezTo>
                  <a:pt x="404634" y="61362"/>
                  <a:pt x="404398" y="62475"/>
                  <a:pt x="404398" y="63731"/>
                </a:cubicBezTo>
                <a:cubicBezTo>
                  <a:pt x="404398" y="65862"/>
                  <a:pt x="405068" y="67537"/>
                  <a:pt x="406409" y="68755"/>
                </a:cubicBezTo>
                <a:cubicBezTo>
                  <a:pt x="407749" y="69972"/>
                  <a:pt x="409609" y="70581"/>
                  <a:pt x="411988" y="70581"/>
                </a:cubicBezTo>
                <a:cubicBezTo>
                  <a:pt x="413990" y="70581"/>
                  <a:pt x="415831" y="70068"/>
                  <a:pt x="417511" y="69041"/>
                </a:cubicBezTo>
                <a:cubicBezTo>
                  <a:pt x="419192" y="68013"/>
                  <a:pt x="420901" y="66510"/>
                  <a:pt x="422638" y="64531"/>
                </a:cubicBezTo>
                <a:lnTo>
                  <a:pt x="422638" y="55853"/>
                </a:lnTo>
                <a:close/>
                <a:moveTo>
                  <a:pt x="479069" y="72355"/>
                </a:moveTo>
                <a:cubicBezTo>
                  <a:pt x="479069" y="74025"/>
                  <a:pt x="478965" y="75306"/>
                  <a:pt x="478757" y="76198"/>
                </a:cubicBezTo>
                <a:cubicBezTo>
                  <a:pt x="478549" y="77089"/>
                  <a:pt x="478276" y="77715"/>
                  <a:pt x="477936" y="78076"/>
                </a:cubicBezTo>
                <a:cubicBezTo>
                  <a:pt x="477596" y="78436"/>
                  <a:pt x="477096" y="78759"/>
                  <a:pt x="476435" y="79043"/>
                </a:cubicBezTo>
                <a:cubicBezTo>
                  <a:pt x="475774" y="79327"/>
                  <a:pt x="475000" y="79574"/>
                  <a:pt x="474112" y="79783"/>
                </a:cubicBezTo>
                <a:cubicBezTo>
                  <a:pt x="473225" y="79992"/>
                  <a:pt x="472262" y="80153"/>
                  <a:pt x="471223" y="80266"/>
                </a:cubicBezTo>
                <a:cubicBezTo>
                  <a:pt x="470185" y="80381"/>
                  <a:pt x="469137" y="80438"/>
                  <a:pt x="468079" y="80438"/>
                </a:cubicBezTo>
                <a:cubicBezTo>
                  <a:pt x="465247" y="80438"/>
                  <a:pt x="462792" y="80079"/>
                  <a:pt x="460715" y="79362"/>
                </a:cubicBezTo>
                <a:cubicBezTo>
                  <a:pt x="458638" y="78644"/>
                  <a:pt x="456920" y="77539"/>
                  <a:pt x="455560" y="76048"/>
                </a:cubicBezTo>
                <a:cubicBezTo>
                  <a:pt x="454201" y="74556"/>
                  <a:pt x="453200" y="72677"/>
                  <a:pt x="452558" y="70411"/>
                </a:cubicBezTo>
                <a:cubicBezTo>
                  <a:pt x="451916" y="68146"/>
                  <a:pt x="451595" y="65464"/>
                  <a:pt x="451595" y="62368"/>
                </a:cubicBezTo>
                <a:lnTo>
                  <a:pt x="451595" y="36480"/>
                </a:lnTo>
                <a:lnTo>
                  <a:pt x="445534" y="36480"/>
                </a:lnTo>
                <a:cubicBezTo>
                  <a:pt x="444817" y="36480"/>
                  <a:pt x="444269" y="36037"/>
                  <a:pt x="443891" y="35149"/>
                </a:cubicBezTo>
                <a:cubicBezTo>
                  <a:pt x="443514" y="34262"/>
                  <a:pt x="443325" y="32779"/>
                  <a:pt x="443325" y="30702"/>
                </a:cubicBezTo>
                <a:cubicBezTo>
                  <a:pt x="443325" y="29607"/>
                  <a:pt x="443372" y="28682"/>
                  <a:pt x="443466" y="27927"/>
                </a:cubicBezTo>
                <a:cubicBezTo>
                  <a:pt x="443561" y="27171"/>
                  <a:pt x="443702" y="26577"/>
                  <a:pt x="443891" y="26142"/>
                </a:cubicBezTo>
                <a:cubicBezTo>
                  <a:pt x="444080" y="25708"/>
                  <a:pt x="444316" y="25396"/>
                  <a:pt x="444599" y="25208"/>
                </a:cubicBezTo>
                <a:cubicBezTo>
                  <a:pt x="444883" y="25019"/>
                  <a:pt x="445213" y="24924"/>
                  <a:pt x="445591" y="24924"/>
                </a:cubicBezTo>
                <a:lnTo>
                  <a:pt x="451595" y="24924"/>
                </a:lnTo>
                <a:lnTo>
                  <a:pt x="451595" y="13606"/>
                </a:lnTo>
                <a:cubicBezTo>
                  <a:pt x="451595" y="13226"/>
                  <a:pt x="451699" y="12884"/>
                  <a:pt x="451907" y="12581"/>
                </a:cubicBezTo>
                <a:cubicBezTo>
                  <a:pt x="452114" y="12278"/>
                  <a:pt x="452492" y="12022"/>
                  <a:pt x="453040" y="11814"/>
                </a:cubicBezTo>
                <a:cubicBezTo>
                  <a:pt x="453587" y="11605"/>
                  <a:pt x="454324" y="11454"/>
                  <a:pt x="455249" y="11359"/>
                </a:cubicBezTo>
                <a:cubicBezTo>
                  <a:pt x="456174" y="11264"/>
                  <a:pt x="457317" y="11216"/>
                  <a:pt x="458676" y="11216"/>
                </a:cubicBezTo>
                <a:cubicBezTo>
                  <a:pt x="460073" y="11216"/>
                  <a:pt x="461235" y="11264"/>
                  <a:pt x="462160" y="11359"/>
                </a:cubicBezTo>
                <a:cubicBezTo>
                  <a:pt x="463085" y="11454"/>
                  <a:pt x="463812" y="11605"/>
                  <a:pt x="464341" y="11814"/>
                </a:cubicBezTo>
                <a:cubicBezTo>
                  <a:pt x="464869" y="12022"/>
                  <a:pt x="465247" y="12278"/>
                  <a:pt x="465474" y="12581"/>
                </a:cubicBezTo>
                <a:cubicBezTo>
                  <a:pt x="465700" y="12884"/>
                  <a:pt x="465813" y="13226"/>
                  <a:pt x="465813" y="13606"/>
                </a:cubicBezTo>
                <a:lnTo>
                  <a:pt x="465813" y="24924"/>
                </a:lnTo>
                <a:lnTo>
                  <a:pt x="476803" y="24924"/>
                </a:lnTo>
                <a:cubicBezTo>
                  <a:pt x="477180" y="24924"/>
                  <a:pt x="477511" y="25019"/>
                  <a:pt x="477794" y="25208"/>
                </a:cubicBezTo>
                <a:cubicBezTo>
                  <a:pt x="478077" y="25396"/>
                  <a:pt x="478313" y="25708"/>
                  <a:pt x="478502" y="26142"/>
                </a:cubicBezTo>
                <a:cubicBezTo>
                  <a:pt x="478691" y="26577"/>
                  <a:pt x="478833" y="27171"/>
                  <a:pt x="478927" y="27927"/>
                </a:cubicBezTo>
                <a:cubicBezTo>
                  <a:pt x="479022" y="28682"/>
                  <a:pt x="479069" y="29607"/>
                  <a:pt x="479069" y="30702"/>
                </a:cubicBezTo>
                <a:cubicBezTo>
                  <a:pt x="479069" y="32779"/>
                  <a:pt x="478880" y="34262"/>
                  <a:pt x="478502" y="35149"/>
                </a:cubicBezTo>
                <a:cubicBezTo>
                  <a:pt x="478125" y="36037"/>
                  <a:pt x="477577" y="36480"/>
                  <a:pt x="476859" y="36480"/>
                </a:cubicBezTo>
                <a:lnTo>
                  <a:pt x="465813" y="36480"/>
                </a:lnTo>
                <a:lnTo>
                  <a:pt x="465813" y="60173"/>
                </a:lnTo>
                <a:cubicBezTo>
                  <a:pt x="465813" y="62925"/>
                  <a:pt x="466248" y="64989"/>
                  <a:pt x="467116" y="66365"/>
                </a:cubicBezTo>
                <a:cubicBezTo>
                  <a:pt x="467985" y="67741"/>
                  <a:pt x="469533" y="68429"/>
                  <a:pt x="471761" y="68429"/>
                </a:cubicBezTo>
                <a:cubicBezTo>
                  <a:pt x="472517" y="68429"/>
                  <a:pt x="473196" y="68363"/>
                  <a:pt x="473801" y="68231"/>
                </a:cubicBezTo>
                <a:cubicBezTo>
                  <a:pt x="474405" y="68098"/>
                  <a:pt x="474943" y="67947"/>
                  <a:pt x="475415" y="67777"/>
                </a:cubicBezTo>
                <a:cubicBezTo>
                  <a:pt x="475887" y="67607"/>
                  <a:pt x="476284" y="67456"/>
                  <a:pt x="476605" y="67324"/>
                </a:cubicBezTo>
                <a:cubicBezTo>
                  <a:pt x="476926" y="67192"/>
                  <a:pt x="477218" y="67126"/>
                  <a:pt x="477483" y="67126"/>
                </a:cubicBezTo>
                <a:cubicBezTo>
                  <a:pt x="477709" y="67126"/>
                  <a:pt x="477926" y="67192"/>
                  <a:pt x="478134" y="67324"/>
                </a:cubicBezTo>
                <a:cubicBezTo>
                  <a:pt x="478342" y="67456"/>
                  <a:pt x="478502" y="67721"/>
                  <a:pt x="478616" y="68119"/>
                </a:cubicBezTo>
                <a:cubicBezTo>
                  <a:pt x="478729" y="68516"/>
                  <a:pt x="478833" y="69055"/>
                  <a:pt x="478927" y="69739"/>
                </a:cubicBezTo>
                <a:cubicBezTo>
                  <a:pt x="479022" y="70421"/>
                  <a:pt x="479069" y="71293"/>
                  <a:pt x="479069" y="72355"/>
                </a:cubicBezTo>
                <a:close/>
                <a:moveTo>
                  <a:pt x="503690" y="77379"/>
                </a:moveTo>
                <a:cubicBezTo>
                  <a:pt x="503690" y="77757"/>
                  <a:pt x="503577" y="78087"/>
                  <a:pt x="503350" y="78370"/>
                </a:cubicBezTo>
                <a:cubicBezTo>
                  <a:pt x="503123" y="78653"/>
                  <a:pt x="502736" y="78890"/>
                  <a:pt x="502189" y="79078"/>
                </a:cubicBezTo>
                <a:cubicBezTo>
                  <a:pt x="501641" y="79267"/>
                  <a:pt x="500914" y="79409"/>
                  <a:pt x="500008" y="79503"/>
                </a:cubicBezTo>
                <a:cubicBezTo>
                  <a:pt x="499102" y="79598"/>
                  <a:pt x="497950" y="79645"/>
                  <a:pt x="496552" y="79645"/>
                </a:cubicBezTo>
                <a:cubicBezTo>
                  <a:pt x="495155" y="79645"/>
                  <a:pt x="494003" y="79598"/>
                  <a:pt x="493097" y="79503"/>
                </a:cubicBezTo>
                <a:cubicBezTo>
                  <a:pt x="492191" y="79409"/>
                  <a:pt x="491464" y="79267"/>
                  <a:pt x="490916" y="79078"/>
                </a:cubicBezTo>
                <a:cubicBezTo>
                  <a:pt x="490369" y="78890"/>
                  <a:pt x="489981" y="78653"/>
                  <a:pt x="489755" y="78370"/>
                </a:cubicBezTo>
                <a:cubicBezTo>
                  <a:pt x="489528" y="78087"/>
                  <a:pt x="489415" y="77757"/>
                  <a:pt x="489415" y="77379"/>
                </a:cubicBezTo>
                <a:lnTo>
                  <a:pt x="489415" y="26964"/>
                </a:lnTo>
                <a:cubicBezTo>
                  <a:pt x="489415" y="26586"/>
                  <a:pt x="489528" y="26256"/>
                  <a:pt x="489755" y="25972"/>
                </a:cubicBezTo>
                <a:cubicBezTo>
                  <a:pt x="489981" y="25689"/>
                  <a:pt x="490369" y="25444"/>
                  <a:pt x="490916" y="25236"/>
                </a:cubicBezTo>
                <a:cubicBezTo>
                  <a:pt x="491464" y="25028"/>
                  <a:pt x="492191" y="24868"/>
                  <a:pt x="493097" y="24754"/>
                </a:cubicBezTo>
                <a:cubicBezTo>
                  <a:pt x="494003" y="24641"/>
                  <a:pt x="495155" y="24585"/>
                  <a:pt x="496552" y="24585"/>
                </a:cubicBezTo>
                <a:cubicBezTo>
                  <a:pt x="497950" y="24585"/>
                  <a:pt x="499102" y="24641"/>
                  <a:pt x="500008" y="24754"/>
                </a:cubicBezTo>
                <a:cubicBezTo>
                  <a:pt x="500914" y="24868"/>
                  <a:pt x="501641" y="25028"/>
                  <a:pt x="502189" y="25236"/>
                </a:cubicBezTo>
                <a:cubicBezTo>
                  <a:pt x="502736" y="25444"/>
                  <a:pt x="503123" y="25689"/>
                  <a:pt x="503350" y="25972"/>
                </a:cubicBezTo>
                <a:cubicBezTo>
                  <a:pt x="503577" y="26256"/>
                  <a:pt x="503690" y="26586"/>
                  <a:pt x="503690" y="26964"/>
                </a:cubicBezTo>
                <a:lnTo>
                  <a:pt x="503690" y="77379"/>
                </a:lnTo>
                <a:moveTo>
                  <a:pt x="504766" y="9743"/>
                </a:moveTo>
                <a:cubicBezTo>
                  <a:pt x="504766" y="12613"/>
                  <a:pt x="504181" y="14596"/>
                  <a:pt x="503010" y="15691"/>
                </a:cubicBezTo>
                <a:cubicBezTo>
                  <a:pt x="501839" y="16786"/>
                  <a:pt x="499668" y="17334"/>
                  <a:pt x="496496" y="17334"/>
                </a:cubicBezTo>
                <a:cubicBezTo>
                  <a:pt x="493286" y="17334"/>
                  <a:pt x="491124" y="16805"/>
                  <a:pt x="490010" y="15748"/>
                </a:cubicBezTo>
                <a:cubicBezTo>
                  <a:pt x="488896" y="14690"/>
                  <a:pt x="488339" y="12783"/>
                  <a:pt x="488339" y="10026"/>
                </a:cubicBezTo>
                <a:cubicBezTo>
                  <a:pt x="488339" y="7156"/>
                  <a:pt x="488915" y="5164"/>
                  <a:pt x="490066" y="4050"/>
                </a:cubicBezTo>
                <a:cubicBezTo>
                  <a:pt x="491218" y="2936"/>
                  <a:pt x="493399" y="2379"/>
                  <a:pt x="496609" y="2379"/>
                </a:cubicBezTo>
                <a:cubicBezTo>
                  <a:pt x="499781" y="2379"/>
                  <a:pt x="501934" y="2917"/>
                  <a:pt x="503067" y="3994"/>
                </a:cubicBezTo>
                <a:cubicBezTo>
                  <a:pt x="504200" y="5070"/>
                  <a:pt x="504766" y="6986"/>
                  <a:pt x="504766" y="9743"/>
                </a:cubicBezTo>
                <a:close/>
                <a:moveTo>
                  <a:pt x="568991" y="51603"/>
                </a:moveTo>
                <a:cubicBezTo>
                  <a:pt x="568991" y="55918"/>
                  <a:pt x="568424" y="59853"/>
                  <a:pt x="567291" y="63410"/>
                </a:cubicBezTo>
                <a:cubicBezTo>
                  <a:pt x="566158" y="66967"/>
                  <a:pt x="564440" y="70032"/>
                  <a:pt x="562137" y="72605"/>
                </a:cubicBezTo>
                <a:cubicBezTo>
                  <a:pt x="559833" y="75177"/>
                  <a:pt x="556944" y="77164"/>
                  <a:pt x="553470" y="78565"/>
                </a:cubicBezTo>
                <a:cubicBezTo>
                  <a:pt x="549995" y="79965"/>
                  <a:pt x="545936" y="80664"/>
                  <a:pt x="541291" y="80664"/>
                </a:cubicBezTo>
                <a:cubicBezTo>
                  <a:pt x="536797" y="80664"/>
                  <a:pt x="532888" y="80040"/>
                  <a:pt x="529565" y="78792"/>
                </a:cubicBezTo>
                <a:cubicBezTo>
                  <a:pt x="526242" y="77543"/>
                  <a:pt x="523485" y="75727"/>
                  <a:pt x="521295" y="73343"/>
                </a:cubicBezTo>
                <a:cubicBezTo>
                  <a:pt x="519104" y="70959"/>
                  <a:pt x="517480" y="68026"/>
                  <a:pt x="516423" y="64545"/>
                </a:cubicBezTo>
                <a:cubicBezTo>
                  <a:pt x="515366" y="61064"/>
                  <a:pt x="514837" y="57091"/>
                  <a:pt x="514837" y="52626"/>
                </a:cubicBezTo>
                <a:cubicBezTo>
                  <a:pt x="514837" y="48312"/>
                  <a:pt x="515413" y="44366"/>
                  <a:pt x="516565" y="40791"/>
                </a:cubicBezTo>
                <a:cubicBezTo>
                  <a:pt x="517716" y="37215"/>
                  <a:pt x="519444" y="34150"/>
                  <a:pt x="521748" y="31596"/>
                </a:cubicBezTo>
                <a:cubicBezTo>
                  <a:pt x="524051" y="29042"/>
                  <a:pt x="526931" y="27066"/>
                  <a:pt x="530386" y="25666"/>
                </a:cubicBezTo>
                <a:cubicBezTo>
                  <a:pt x="533842" y="24265"/>
                  <a:pt x="537892" y="23565"/>
                  <a:pt x="542537" y="23565"/>
                </a:cubicBezTo>
                <a:cubicBezTo>
                  <a:pt x="547069" y="23565"/>
                  <a:pt x="550996" y="24180"/>
                  <a:pt x="554319" y="25409"/>
                </a:cubicBezTo>
                <a:cubicBezTo>
                  <a:pt x="557643" y="26639"/>
                  <a:pt x="560390" y="28446"/>
                  <a:pt x="562561" y="30830"/>
                </a:cubicBezTo>
                <a:cubicBezTo>
                  <a:pt x="564733" y="33214"/>
                  <a:pt x="566347" y="36146"/>
                  <a:pt x="567405" y="39628"/>
                </a:cubicBezTo>
                <a:cubicBezTo>
                  <a:pt x="568462" y="43109"/>
                  <a:pt x="568991" y="47101"/>
                  <a:pt x="568991" y="51603"/>
                </a:cubicBezTo>
                <a:moveTo>
                  <a:pt x="554319" y="52171"/>
                </a:moveTo>
                <a:cubicBezTo>
                  <a:pt x="554319" y="49679"/>
                  <a:pt x="554121" y="47385"/>
                  <a:pt x="553725" y="45289"/>
                </a:cubicBezTo>
                <a:cubicBezTo>
                  <a:pt x="553328" y="43193"/>
                  <a:pt x="552658" y="41371"/>
                  <a:pt x="551714" y="39822"/>
                </a:cubicBezTo>
                <a:cubicBezTo>
                  <a:pt x="550770" y="38274"/>
                  <a:pt x="549514" y="37066"/>
                  <a:pt x="547947" y="36197"/>
                </a:cubicBezTo>
                <a:cubicBezTo>
                  <a:pt x="546379" y="35328"/>
                  <a:pt x="544406" y="34894"/>
                  <a:pt x="542027" y="34894"/>
                </a:cubicBezTo>
                <a:cubicBezTo>
                  <a:pt x="539912" y="34894"/>
                  <a:pt x="538062" y="35281"/>
                  <a:pt x="536476" y="36055"/>
                </a:cubicBezTo>
                <a:cubicBezTo>
                  <a:pt x="534890" y="36830"/>
                  <a:pt x="533587" y="37963"/>
                  <a:pt x="532567" y="39454"/>
                </a:cubicBezTo>
                <a:cubicBezTo>
                  <a:pt x="531548" y="40946"/>
                  <a:pt x="530783" y="42740"/>
                  <a:pt x="530273" y="44836"/>
                </a:cubicBezTo>
                <a:cubicBezTo>
                  <a:pt x="529763" y="46932"/>
                  <a:pt x="529508" y="49320"/>
                  <a:pt x="529508" y="52001"/>
                </a:cubicBezTo>
                <a:cubicBezTo>
                  <a:pt x="529508" y="54494"/>
                  <a:pt x="529716" y="56788"/>
                  <a:pt x="530131" y="58884"/>
                </a:cubicBezTo>
                <a:cubicBezTo>
                  <a:pt x="530547" y="60980"/>
                  <a:pt x="531217" y="62802"/>
                  <a:pt x="532142" y="64350"/>
                </a:cubicBezTo>
                <a:cubicBezTo>
                  <a:pt x="533068" y="65899"/>
                  <a:pt x="534323" y="67098"/>
                  <a:pt x="535909" y="67947"/>
                </a:cubicBezTo>
                <a:cubicBezTo>
                  <a:pt x="537495" y="68797"/>
                  <a:pt x="539459" y="69222"/>
                  <a:pt x="541800" y="69222"/>
                </a:cubicBezTo>
                <a:cubicBezTo>
                  <a:pt x="543953" y="69222"/>
                  <a:pt x="545822" y="68835"/>
                  <a:pt x="547408" y="68061"/>
                </a:cubicBezTo>
                <a:cubicBezTo>
                  <a:pt x="548995" y="67286"/>
                  <a:pt x="550297" y="66163"/>
                  <a:pt x="551317" y="64690"/>
                </a:cubicBezTo>
                <a:cubicBezTo>
                  <a:pt x="552337" y="63217"/>
                  <a:pt x="553092" y="61433"/>
                  <a:pt x="553583" y="59337"/>
                </a:cubicBezTo>
                <a:cubicBezTo>
                  <a:pt x="554074" y="57241"/>
                  <a:pt x="554319" y="54853"/>
                  <a:pt x="554319" y="52171"/>
                </a:cubicBezTo>
                <a:close/>
                <a:moveTo>
                  <a:pt x="628677" y="77377"/>
                </a:moveTo>
                <a:cubicBezTo>
                  <a:pt x="628677" y="77755"/>
                  <a:pt x="628564" y="78086"/>
                  <a:pt x="628337" y="78370"/>
                </a:cubicBezTo>
                <a:cubicBezTo>
                  <a:pt x="628111" y="78653"/>
                  <a:pt x="627733" y="78890"/>
                  <a:pt x="627204" y="79078"/>
                </a:cubicBezTo>
                <a:cubicBezTo>
                  <a:pt x="626676" y="79267"/>
                  <a:pt x="625949" y="79409"/>
                  <a:pt x="625023" y="79503"/>
                </a:cubicBezTo>
                <a:cubicBezTo>
                  <a:pt x="624098" y="79598"/>
                  <a:pt x="622956" y="79645"/>
                  <a:pt x="621596" y="79645"/>
                </a:cubicBezTo>
                <a:cubicBezTo>
                  <a:pt x="620199" y="79645"/>
                  <a:pt x="619038" y="79598"/>
                  <a:pt x="618113" y="79503"/>
                </a:cubicBezTo>
                <a:cubicBezTo>
                  <a:pt x="617187" y="79409"/>
                  <a:pt x="616460" y="79267"/>
                  <a:pt x="615932" y="79078"/>
                </a:cubicBezTo>
                <a:cubicBezTo>
                  <a:pt x="615403" y="78890"/>
                  <a:pt x="615025" y="78653"/>
                  <a:pt x="614799" y="78370"/>
                </a:cubicBezTo>
                <a:cubicBezTo>
                  <a:pt x="614572" y="78087"/>
                  <a:pt x="614459" y="77757"/>
                  <a:pt x="614459" y="77379"/>
                </a:cubicBezTo>
                <a:lnTo>
                  <a:pt x="614459" y="48546"/>
                </a:lnTo>
                <a:cubicBezTo>
                  <a:pt x="614459" y="46091"/>
                  <a:pt x="614279" y="44165"/>
                  <a:pt x="613921" y="42768"/>
                </a:cubicBezTo>
                <a:cubicBezTo>
                  <a:pt x="613562" y="41371"/>
                  <a:pt x="613043" y="40172"/>
                  <a:pt x="612363" y="39171"/>
                </a:cubicBezTo>
                <a:cubicBezTo>
                  <a:pt x="611683" y="38170"/>
                  <a:pt x="610805" y="37396"/>
                  <a:pt x="609729" y="36848"/>
                </a:cubicBezTo>
                <a:cubicBezTo>
                  <a:pt x="608653" y="36301"/>
                  <a:pt x="607397" y="36027"/>
                  <a:pt x="605962" y="36027"/>
                </a:cubicBezTo>
                <a:cubicBezTo>
                  <a:pt x="604149" y="36027"/>
                  <a:pt x="602318" y="36688"/>
                  <a:pt x="600467" y="38010"/>
                </a:cubicBezTo>
                <a:cubicBezTo>
                  <a:pt x="598617" y="39331"/>
                  <a:pt x="596691" y="41257"/>
                  <a:pt x="594689" y="43788"/>
                </a:cubicBezTo>
                <a:lnTo>
                  <a:pt x="594689" y="77379"/>
                </a:lnTo>
                <a:cubicBezTo>
                  <a:pt x="594689" y="77757"/>
                  <a:pt x="594576" y="78087"/>
                  <a:pt x="594349" y="78370"/>
                </a:cubicBezTo>
                <a:cubicBezTo>
                  <a:pt x="594123" y="78653"/>
                  <a:pt x="593736" y="78890"/>
                  <a:pt x="593188" y="79078"/>
                </a:cubicBezTo>
                <a:cubicBezTo>
                  <a:pt x="592641" y="79267"/>
                  <a:pt x="591914" y="79409"/>
                  <a:pt x="591007" y="79503"/>
                </a:cubicBezTo>
                <a:cubicBezTo>
                  <a:pt x="590101" y="79598"/>
                  <a:pt x="588949" y="79645"/>
                  <a:pt x="587552" y="79645"/>
                </a:cubicBezTo>
                <a:cubicBezTo>
                  <a:pt x="586155" y="79645"/>
                  <a:pt x="585003" y="79598"/>
                  <a:pt x="584096" y="79503"/>
                </a:cubicBezTo>
                <a:cubicBezTo>
                  <a:pt x="583190" y="79409"/>
                  <a:pt x="582463" y="79267"/>
                  <a:pt x="581916" y="79078"/>
                </a:cubicBezTo>
                <a:cubicBezTo>
                  <a:pt x="581368" y="78890"/>
                  <a:pt x="580981" y="78653"/>
                  <a:pt x="580754" y="78370"/>
                </a:cubicBezTo>
                <a:cubicBezTo>
                  <a:pt x="580528" y="78087"/>
                  <a:pt x="580414" y="77757"/>
                  <a:pt x="580414" y="77379"/>
                </a:cubicBezTo>
                <a:lnTo>
                  <a:pt x="580414" y="26850"/>
                </a:lnTo>
                <a:cubicBezTo>
                  <a:pt x="580414" y="26473"/>
                  <a:pt x="580509" y="26142"/>
                  <a:pt x="580698" y="25859"/>
                </a:cubicBezTo>
                <a:cubicBezTo>
                  <a:pt x="580886" y="25576"/>
                  <a:pt x="581226" y="25340"/>
                  <a:pt x="581717" y="25151"/>
                </a:cubicBezTo>
                <a:cubicBezTo>
                  <a:pt x="582208" y="24962"/>
                  <a:pt x="582841" y="24821"/>
                  <a:pt x="583615" y="24726"/>
                </a:cubicBezTo>
                <a:cubicBezTo>
                  <a:pt x="584389" y="24632"/>
                  <a:pt x="585362" y="24585"/>
                  <a:pt x="586532" y="24585"/>
                </a:cubicBezTo>
                <a:cubicBezTo>
                  <a:pt x="587741" y="24585"/>
                  <a:pt x="588741" y="24632"/>
                  <a:pt x="589534" y="24726"/>
                </a:cubicBezTo>
                <a:cubicBezTo>
                  <a:pt x="590328" y="24821"/>
                  <a:pt x="590941" y="24962"/>
                  <a:pt x="591375" y="25151"/>
                </a:cubicBezTo>
                <a:cubicBezTo>
                  <a:pt x="591810" y="25340"/>
                  <a:pt x="592121" y="25576"/>
                  <a:pt x="592310" y="25859"/>
                </a:cubicBezTo>
                <a:cubicBezTo>
                  <a:pt x="592499" y="26142"/>
                  <a:pt x="592593" y="26473"/>
                  <a:pt x="592593" y="26850"/>
                </a:cubicBezTo>
                <a:lnTo>
                  <a:pt x="592593" y="32685"/>
                </a:lnTo>
                <a:cubicBezTo>
                  <a:pt x="595388" y="29645"/>
                  <a:pt x="598230" y="27365"/>
                  <a:pt x="601119" y="25845"/>
                </a:cubicBezTo>
                <a:cubicBezTo>
                  <a:pt x="604008" y="24325"/>
                  <a:pt x="607019" y="23565"/>
                  <a:pt x="610154" y="23565"/>
                </a:cubicBezTo>
                <a:cubicBezTo>
                  <a:pt x="613590" y="23565"/>
                  <a:pt x="616489" y="24132"/>
                  <a:pt x="618849" y="25266"/>
                </a:cubicBezTo>
                <a:cubicBezTo>
                  <a:pt x="621209" y="26400"/>
                  <a:pt x="623116" y="27941"/>
                  <a:pt x="624570" y="29888"/>
                </a:cubicBezTo>
                <a:cubicBezTo>
                  <a:pt x="626024" y="31834"/>
                  <a:pt x="627072" y="34112"/>
                  <a:pt x="627714" y="36721"/>
                </a:cubicBezTo>
                <a:cubicBezTo>
                  <a:pt x="628356" y="39329"/>
                  <a:pt x="628677" y="42466"/>
                  <a:pt x="628677" y="46133"/>
                </a:cubicBezTo>
                <a:lnTo>
                  <a:pt x="628677" y="773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2B14E-A9FE-47F7-8998-31223BD6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136" y="1313020"/>
            <a:ext cx="284310" cy="798507"/>
          </a:xfrm>
          <a:custGeom xmlns:a="http://schemas.openxmlformats.org/drawingml/2006/main">
            <a:pathLst>
              <a:path w="284310" h="798507" fill="none">
                <a:moveTo>
                  <a:pt x="0" y="798507"/>
                </a:moveTo>
                <a:lnTo>
                  <a:pt x="158434" y="798507"/>
                </a:lnTo>
                <a:lnTo>
                  <a:pt x="158434" y="0"/>
                </a:lnTo>
                <a:lnTo>
                  <a:pt x="2843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C7B0B-B8A5-4907-8E02-393859CE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932" y="1293484"/>
            <a:ext cx="39076" cy="39076"/>
          </a:xfrm>
          <a:custGeom xmlns:a="http://schemas.openxmlformats.org/drawingml/2006/main">
            <a:pathLst>
              <a:path w="39076" h="39076">
                <a:moveTo>
                  <a:pt x="0" y="39076"/>
                </a:moveTo>
                <a:lnTo>
                  <a:pt x="0" y="0"/>
                </a:lnTo>
                <a:lnTo>
                  <a:pt x="39076" y="19538"/>
                </a:lnTo>
                <a:lnTo>
                  <a:pt x="0" y="39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795A3-C5FD-4AAF-9790-5D68B9B3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136" y="2111527"/>
            <a:ext cx="284310" cy="937935"/>
          </a:xfrm>
          <a:custGeom xmlns:a="http://schemas.openxmlformats.org/drawingml/2006/main">
            <a:pathLst>
              <a:path w="284310" h="937935" fill="none">
                <a:moveTo>
                  <a:pt x="0" y="0"/>
                </a:moveTo>
                <a:lnTo>
                  <a:pt x="158434" y="0"/>
                </a:lnTo>
                <a:lnTo>
                  <a:pt x="158434" y="937935"/>
                </a:lnTo>
                <a:lnTo>
                  <a:pt x="284310" y="937935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D1E94-34CD-4303-A459-08DAF971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932" y="3029924"/>
            <a:ext cx="39076" cy="39076"/>
          </a:xfrm>
          <a:custGeom xmlns:a="http://schemas.openxmlformats.org/drawingml/2006/main">
            <a:pathLst>
              <a:path w="39076" h="39076">
                <a:moveTo>
                  <a:pt x="0" y="0"/>
                </a:moveTo>
                <a:lnTo>
                  <a:pt x="39076" y="19538"/>
                </a:lnTo>
                <a:lnTo>
                  <a:pt x="0" y="390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shuffled">
            <a:extLst xmlns:a="http://schemas.openxmlformats.org/drawingml/2006/main">
              <a:ext uri="{FF2B5EF4-FFF2-40B4-BE49-F238E27FC236}">
                <a16:creationId xmlns:a16="http://schemas.microsoft.com/office/drawing/2014/main" id="{C10802D1-C52E-4ED0-BE0D-6701A049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872" y="3284816"/>
            <a:ext cx="382985" cy="80664"/>
          </a:xfrm>
          <a:custGeom xmlns:a="http://schemas.openxmlformats.org/drawingml/2006/main">
            <a:pathLst>
              <a:path w="382985" h="80664">
                <a:moveTo>
                  <a:pt x="38576" y="63125"/>
                </a:moveTo>
                <a:cubicBezTo>
                  <a:pt x="38576" y="66001"/>
                  <a:pt x="38038" y="68537"/>
                  <a:pt x="36962" y="70732"/>
                </a:cubicBezTo>
                <a:cubicBezTo>
                  <a:pt x="35885" y="72926"/>
                  <a:pt x="34365" y="74761"/>
                  <a:pt x="32402" y="76237"/>
                </a:cubicBezTo>
                <a:cubicBezTo>
                  <a:pt x="30438" y="77712"/>
                  <a:pt x="28115" y="78819"/>
                  <a:pt x="25434" y="79556"/>
                </a:cubicBezTo>
                <a:cubicBezTo>
                  <a:pt x="22753" y="80295"/>
                  <a:pt x="19845" y="80664"/>
                  <a:pt x="16711" y="80664"/>
                </a:cubicBezTo>
                <a:cubicBezTo>
                  <a:pt x="14822" y="80664"/>
                  <a:pt x="13019" y="80521"/>
                  <a:pt x="11301" y="80234"/>
                </a:cubicBezTo>
                <a:cubicBezTo>
                  <a:pt x="9583" y="79947"/>
                  <a:pt x="8044" y="79585"/>
                  <a:pt x="6684" y="79146"/>
                </a:cubicBezTo>
                <a:cubicBezTo>
                  <a:pt x="5325" y="78705"/>
                  <a:pt x="4192" y="78256"/>
                  <a:pt x="3285" y="77798"/>
                </a:cubicBezTo>
                <a:cubicBezTo>
                  <a:pt x="2379" y="77339"/>
                  <a:pt x="1718" y="76909"/>
                  <a:pt x="1303" y="76508"/>
                </a:cubicBezTo>
                <a:cubicBezTo>
                  <a:pt x="887" y="76107"/>
                  <a:pt x="566" y="75479"/>
                  <a:pt x="340" y="74625"/>
                </a:cubicBezTo>
                <a:cubicBezTo>
                  <a:pt x="113" y="73770"/>
                  <a:pt x="0" y="72507"/>
                  <a:pt x="0" y="70836"/>
                </a:cubicBezTo>
                <a:cubicBezTo>
                  <a:pt x="0" y="69735"/>
                  <a:pt x="38" y="68852"/>
                  <a:pt x="113" y="68188"/>
                </a:cubicBezTo>
                <a:cubicBezTo>
                  <a:pt x="189" y="67524"/>
                  <a:pt x="302" y="66992"/>
                  <a:pt x="453" y="66593"/>
                </a:cubicBezTo>
                <a:cubicBezTo>
                  <a:pt x="604" y="66194"/>
                  <a:pt x="793" y="65929"/>
                  <a:pt x="1020" y="65797"/>
                </a:cubicBezTo>
                <a:cubicBezTo>
                  <a:pt x="1246" y="65663"/>
                  <a:pt x="1529" y="65596"/>
                  <a:pt x="1869" y="65596"/>
                </a:cubicBezTo>
                <a:cubicBezTo>
                  <a:pt x="2285" y="65596"/>
                  <a:pt x="2898" y="65835"/>
                  <a:pt x="3710" y="66313"/>
                </a:cubicBezTo>
                <a:cubicBezTo>
                  <a:pt x="4522" y="66791"/>
                  <a:pt x="5532" y="67317"/>
                  <a:pt x="6741" y="67891"/>
                </a:cubicBezTo>
                <a:cubicBezTo>
                  <a:pt x="7949" y="68464"/>
                  <a:pt x="9356" y="68999"/>
                  <a:pt x="10961" y="69496"/>
                </a:cubicBezTo>
                <a:cubicBezTo>
                  <a:pt x="12566" y="69993"/>
                  <a:pt x="14388" y="70241"/>
                  <a:pt x="16427" y="70241"/>
                </a:cubicBezTo>
                <a:cubicBezTo>
                  <a:pt x="17711" y="70241"/>
                  <a:pt x="18854" y="70110"/>
                  <a:pt x="19855" y="69847"/>
                </a:cubicBezTo>
                <a:cubicBezTo>
                  <a:pt x="20855" y="69584"/>
                  <a:pt x="21724" y="69208"/>
                  <a:pt x="22460" y="68719"/>
                </a:cubicBezTo>
                <a:cubicBezTo>
                  <a:pt x="23197" y="68229"/>
                  <a:pt x="23754" y="67609"/>
                  <a:pt x="24131" y="66857"/>
                </a:cubicBezTo>
                <a:cubicBezTo>
                  <a:pt x="24509" y="66105"/>
                  <a:pt x="24698" y="65240"/>
                  <a:pt x="24698" y="64262"/>
                </a:cubicBezTo>
                <a:cubicBezTo>
                  <a:pt x="24698" y="63126"/>
                  <a:pt x="24348" y="62152"/>
                  <a:pt x="23650" y="61339"/>
                </a:cubicBezTo>
                <a:cubicBezTo>
                  <a:pt x="22951" y="60525"/>
                  <a:pt x="22026" y="59815"/>
                  <a:pt x="20874" y="59210"/>
                </a:cubicBezTo>
                <a:cubicBezTo>
                  <a:pt x="19722" y="58604"/>
                  <a:pt x="18420" y="58037"/>
                  <a:pt x="16966" y="57507"/>
                </a:cubicBezTo>
                <a:cubicBezTo>
                  <a:pt x="15512" y="56977"/>
                  <a:pt x="14020" y="56390"/>
                  <a:pt x="12491" y="55747"/>
                </a:cubicBezTo>
                <a:cubicBezTo>
                  <a:pt x="10961" y="55104"/>
                  <a:pt x="9469" y="54366"/>
                  <a:pt x="8015" y="53534"/>
                </a:cubicBezTo>
                <a:cubicBezTo>
                  <a:pt x="6562" y="52701"/>
                  <a:pt x="5259" y="51679"/>
                  <a:pt x="4107" y="50468"/>
                </a:cubicBezTo>
                <a:cubicBezTo>
                  <a:pt x="2955" y="49258"/>
                  <a:pt x="2030" y="47801"/>
                  <a:pt x="1331" y="46100"/>
                </a:cubicBezTo>
                <a:cubicBezTo>
                  <a:pt x="633" y="44397"/>
                  <a:pt x="283" y="42353"/>
                  <a:pt x="283" y="39969"/>
                </a:cubicBezTo>
                <a:cubicBezTo>
                  <a:pt x="283" y="37547"/>
                  <a:pt x="755" y="35323"/>
                  <a:pt x="1699" y="33299"/>
                </a:cubicBezTo>
                <a:cubicBezTo>
                  <a:pt x="2643" y="31275"/>
                  <a:pt x="4003" y="29545"/>
                  <a:pt x="5778" y="28107"/>
                </a:cubicBezTo>
                <a:cubicBezTo>
                  <a:pt x="7553" y="26669"/>
                  <a:pt x="9715" y="25552"/>
                  <a:pt x="12264" y="24758"/>
                </a:cubicBezTo>
                <a:cubicBezTo>
                  <a:pt x="14813" y="23963"/>
                  <a:pt x="17674" y="23565"/>
                  <a:pt x="20846" y="23565"/>
                </a:cubicBezTo>
                <a:cubicBezTo>
                  <a:pt x="22432" y="23565"/>
                  <a:pt x="23971" y="23678"/>
                  <a:pt x="25463" y="23905"/>
                </a:cubicBezTo>
                <a:cubicBezTo>
                  <a:pt x="26954" y="24131"/>
                  <a:pt x="28304" y="24415"/>
                  <a:pt x="29513" y="24754"/>
                </a:cubicBezTo>
                <a:cubicBezTo>
                  <a:pt x="30721" y="25094"/>
                  <a:pt x="31741" y="25463"/>
                  <a:pt x="32572" y="25859"/>
                </a:cubicBezTo>
                <a:cubicBezTo>
                  <a:pt x="33402" y="26256"/>
                  <a:pt x="33997" y="26595"/>
                  <a:pt x="34356" y="26879"/>
                </a:cubicBezTo>
                <a:cubicBezTo>
                  <a:pt x="34715" y="27162"/>
                  <a:pt x="34970" y="27445"/>
                  <a:pt x="35121" y="27728"/>
                </a:cubicBezTo>
                <a:cubicBezTo>
                  <a:pt x="35272" y="28012"/>
                  <a:pt x="35385" y="28352"/>
                  <a:pt x="35461" y="28748"/>
                </a:cubicBezTo>
                <a:cubicBezTo>
                  <a:pt x="35536" y="29145"/>
                  <a:pt x="35602" y="29635"/>
                  <a:pt x="35659" y="30221"/>
                </a:cubicBezTo>
                <a:cubicBezTo>
                  <a:pt x="35716" y="30806"/>
                  <a:pt x="35744" y="31533"/>
                  <a:pt x="35744" y="32402"/>
                </a:cubicBezTo>
                <a:cubicBezTo>
                  <a:pt x="35744" y="33421"/>
                  <a:pt x="35716" y="34252"/>
                  <a:pt x="35659" y="34894"/>
                </a:cubicBezTo>
                <a:cubicBezTo>
                  <a:pt x="35602" y="35536"/>
                  <a:pt x="35508" y="36046"/>
                  <a:pt x="35376" y="36424"/>
                </a:cubicBezTo>
                <a:cubicBezTo>
                  <a:pt x="35243" y="36801"/>
                  <a:pt x="35064" y="37056"/>
                  <a:pt x="34838" y="37188"/>
                </a:cubicBezTo>
                <a:cubicBezTo>
                  <a:pt x="34611" y="37321"/>
                  <a:pt x="34347" y="37387"/>
                  <a:pt x="34044" y="37387"/>
                </a:cubicBezTo>
                <a:cubicBezTo>
                  <a:pt x="33705" y="37387"/>
                  <a:pt x="33176" y="37188"/>
                  <a:pt x="32458" y="36792"/>
                </a:cubicBezTo>
                <a:cubicBezTo>
                  <a:pt x="31741" y="36395"/>
                  <a:pt x="30844" y="35970"/>
                  <a:pt x="29768" y="35517"/>
                </a:cubicBezTo>
                <a:cubicBezTo>
                  <a:pt x="28691" y="35064"/>
                  <a:pt x="27445" y="34639"/>
                  <a:pt x="26029" y="34243"/>
                </a:cubicBezTo>
                <a:cubicBezTo>
                  <a:pt x="24613" y="33846"/>
                  <a:pt x="22998" y="33648"/>
                  <a:pt x="21186" y="33648"/>
                </a:cubicBezTo>
                <a:cubicBezTo>
                  <a:pt x="19902" y="33648"/>
                  <a:pt x="18788" y="33781"/>
                  <a:pt x="17844" y="34048"/>
                </a:cubicBezTo>
                <a:cubicBezTo>
                  <a:pt x="16899" y="34314"/>
                  <a:pt x="16125" y="34693"/>
                  <a:pt x="15521" y="35186"/>
                </a:cubicBezTo>
                <a:cubicBezTo>
                  <a:pt x="14917" y="35680"/>
                  <a:pt x="14464" y="36258"/>
                  <a:pt x="14162" y="36923"/>
                </a:cubicBezTo>
                <a:cubicBezTo>
                  <a:pt x="13859" y="37587"/>
                  <a:pt x="13708" y="38299"/>
                  <a:pt x="13708" y="39059"/>
                </a:cubicBezTo>
                <a:cubicBezTo>
                  <a:pt x="13708" y="40232"/>
                  <a:pt x="14067" y="41217"/>
                  <a:pt x="14785" y="42012"/>
                </a:cubicBezTo>
                <a:cubicBezTo>
                  <a:pt x="15502" y="42806"/>
                  <a:pt x="16446" y="43506"/>
                  <a:pt x="17617" y="44112"/>
                </a:cubicBezTo>
                <a:cubicBezTo>
                  <a:pt x="18788" y="44717"/>
                  <a:pt x="20119" y="45285"/>
                  <a:pt x="21611" y="45815"/>
                </a:cubicBezTo>
                <a:cubicBezTo>
                  <a:pt x="23102" y="46344"/>
                  <a:pt x="24613" y="46921"/>
                  <a:pt x="26142" y="47546"/>
                </a:cubicBezTo>
                <a:cubicBezTo>
                  <a:pt x="27672" y="48170"/>
                  <a:pt x="29182" y="48898"/>
                  <a:pt x="30674" y="49730"/>
                </a:cubicBezTo>
                <a:cubicBezTo>
                  <a:pt x="32166" y="50562"/>
                  <a:pt x="33497" y="51584"/>
                  <a:pt x="34668" y="52796"/>
                </a:cubicBezTo>
                <a:cubicBezTo>
                  <a:pt x="35838" y="54007"/>
                  <a:pt x="36782" y="55454"/>
                  <a:pt x="37500" y="57138"/>
                </a:cubicBezTo>
                <a:cubicBezTo>
                  <a:pt x="38217" y="58821"/>
                  <a:pt x="38576" y="60817"/>
                  <a:pt x="38576" y="63125"/>
                </a:cubicBezTo>
                <a:close/>
                <a:moveTo>
                  <a:pt x="97786" y="77377"/>
                </a:moveTo>
                <a:cubicBezTo>
                  <a:pt x="97786" y="77755"/>
                  <a:pt x="97672" y="78086"/>
                  <a:pt x="97446" y="78370"/>
                </a:cubicBezTo>
                <a:cubicBezTo>
                  <a:pt x="97219" y="78653"/>
                  <a:pt x="96842" y="78890"/>
                  <a:pt x="96313" y="79078"/>
                </a:cubicBezTo>
                <a:cubicBezTo>
                  <a:pt x="95784" y="79267"/>
                  <a:pt x="95057" y="79409"/>
                  <a:pt x="94132" y="79503"/>
                </a:cubicBezTo>
                <a:cubicBezTo>
                  <a:pt x="93207" y="79598"/>
                  <a:pt x="92064" y="79645"/>
                  <a:pt x="90705" y="79645"/>
                </a:cubicBezTo>
                <a:cubicBezTo>
                  <a:pt x="89308" y="79645"/>
                  <a:pt x="88146" y="79598"/>
                  <a:pt x="87221" y="79503"/>
                </a:cubicBezTo>
                <a:cubicBezTo>
                  <a:pt x="86296" y="79409"/>
                  <a:pt x="85569" y="79267"/>
                  <a:pt x="85040" y="79078"/>
                </a:cubicBezTo>
                <a:cubicBezTo>
                  <a:pt x="84512" y="78890"/>
                  <a:pt x="84134" y="78653"/>
                  <a:pt x="83907" y="78370"/>
                </a:cubicBezTo>
                <a:cubicBezTo>
                  <a:pt x="83681" y="78087"/>
                  <a:pt x="83567" y="77757"/>
                  <a:pt x="83567" y="77379"/>
                </a:cubicBezTo>
                <a:lnTo>
                  <a:pt x="83567" y="48546"/>
                </a:lnTo>
                <a:cubicBezTo>
                  <a:pt x="83567" y="46091"/>
                  <a:pt x="83388" y="44165"/>
                  <a:pt x="83029" y="42768"/>
                </a:cubicBezTo>
                <a:cubicBezTo>
                  <a:pt x="82671" y="41371"/>
                  <a:pt x="82151" y="40172"/>
                  <a:pt x="81472" y="39171"/>
                </a:cubicBezTo>
                <a:cubicBezTo>
                  <a:pt x="80792" y="38170"/>
                  <a:pt x="79914" y="37396"/>
                  <a:pt x="78837" y="36848"/>
                </a:cubicBezTo>
                <a:cubicBezTo>
                  <a:pt x="77761" y="36301"/>
                  <a:pt x="76506" y="36027"/>
                  <a:pt x="75070" y="36027"/>
                </a:cubicBezTo>
                <a:cubicBezTo>
                  <a:pt x="73258" y="36027"/>
                  <a:pt x="71426" y="36688"/>
                  <a:pt x="69576" y="38010"/>
                </a:cubicBezTo>
                <a:cubicBezTo>
                  <a:pt x="67725" y="39331"/>
                  <a:pt x="65799" y="41257"/>
                  <a:pt x="63798" y="43788"/>
                </a:cubicBezTo>
                <a:lnTo>
                  <a:pt x="63798" y="77379"/>
                </a:lnTo>
                <a:cubicBezTo>
                  <a:pt x="63798" y="77757"/>
                  <a:pt x="63685" y="78087"/>
                  <a:pt x="63458" y="78370"/>
                </a:cubicBezTo>
                <a:cubicBezTo>
                  <a:pt x="63231" y="78653"/>
                  <a:pt x="62844" y="78890"/>
                  <a:pt x="62297" y="79078"/>
                </a:cubicBezTo>
                <a:cubicBezTo>
                  <a:pt x="61749" y="79267"/>
                  <a:pt x="61022" y="79409"/>
                  <a:pt x="60116" y="79503"/>
                </a:cubicBezTo>
                <a:cubicBezTo>
                  <a:pt x="59209" y="79598"/>
                  <a:pt x="58058" y="79645"/>
                  <a:pt x="56660" y="79645"/>
                </a:cubicBezTo>
                <a:cubicBezTo>
                  <a:pt x="55263" y="79645"/>
                  <a:pt x="54111" y="79598"/>
                  <a:pt x="53205" y="79503"/>
                </a:cubicBezTo>
                <a:cubicBezTo>
                  <a:pt x="52299" y="79409"/>
                  <a:pt x="51572" y="79267"/>
                  <a:pt x="51024" y="79078"/>
                </a:cubicBezTo>
                <a:cubicBezTo>
                  <a:pt x="50477" y="78890"/>
                  <a:pt x="50089" y="78653"/>
                  <a:pt x="49863" y="78370"/>
                </a:cubicBezTo>
                <a:cubicBezTo>
                  <a:pt x="49636" y="78087"/>
                  <a:pt x="49523" y="77757"/>
                  <a:pt x="49523" y="77379"/>
                </a:cubicBezTo>
                <a:lnTo>
                  <a:pt x="49523" y="2889"/>
                </a:lnTo>
                <a:cubicBezTo>
                  <a:pt x="49523" y="2511"/>
                  <a:pt x="49636" y="2171"/>
                  <a:pt x="49863" y="1869"/>
                </a:cubicBezTo>
                <a:cubicBezTo>
                  <a:pt x="50089" y="1567"/>
                  <a:pt x="50477" y="1312"/>
                  <a:pt x="51024" y="1105"/>
                </a:cubicBezTo>
                <a:cubicBezTo>
                  <a:pt x="51572" y="897"/>
                  <a:pt x="52299" y="736"/>
                  <a:pt x="53205" y="623"/>
                </a:cubicBezTo>
                <a:cubicBezTo>
                  <a:pt x="54111" y="510"/>
                  <a:pt x="55263" y="453"/>
                  <a:pt x="56660" y="453"/>
                </a:cubicBezTo>
                <a:cubicBezTo>
                  <a:pt x="58058" y="453"/>
                  <a:pt x="59209" y="510"/>
                  <a:pt x="60116" y="623"/>
                </a:cubicBezTo>
                <a:cubicBezTo>
                  <a:pt x="61022" y="736"/>
                  <a:pt x="61749" y="897"/>
                  <a:pt x="62297" y="1105"/>
                </a:cubicBezTo>
                <a:cubicBezTo>
                  <a:pt x="62844" y="1311"/>
                  <a:pt x="63231" y="1565"/>
                  <a:pt x="63458" y="1868"/>
                </a:cubicBezTo>
                <a:cubicBezTo>
                  <a:pt x="63685" y="2168"/>
                  <a:pt x="63798" y="2508"/>
                  <a:pt x="63798" y="2885"/>
                </a:cubicBezTo>
                <a:lnTo>
                  <a:pt x="63798" y="30766"/>
                </a:lnTo>
                <a:cubicBezTo>
                  <a:pt x="66253" y="28347"/>
                  <a:pt x="68754" y="26542"/>
                  <a:pt x="71303" y="25351"/>
                </a:cubicBezTo>
                <a:cubicBezTo>
                  <a:pt x="73853" y="24160"/>
                  <a:pt x="76506" y="23565"/>
                  <a:pt x="79262" y="23565"/>
                </a:cubicBezTo>
                <a:cubicBezTo>
                  <a:pt x="82699" y="23565"/>
                  <a:pt x="85597" y="24132"/>
                  <a:pt x="87958" y="25266"/>
                </a:cubicBezTo>
                <a:cubicBezTo>
                  <a:pt x="90318" y="26400"/>
                  <a:pt x="92225" y="27950"/>
                  <a:pt x="93679" y="29916"/>
                </a:cubicBezTo>
                <a:cubicBezTo>
                  <a:pt x="95133" y="31881"/>
                  <a:pt x="96181" y="34178"/>
                  <a:pt x="96823" y="36806"/>
                </a:cubicBezTo>
                <a:cubicBezTo>
                  <a:pt x="97465" y="39433"/>
                  <a:pt x="97786" y="42618"/>
                  <a:pt x="97786" y="46360"/>
                </a:cubicBezTo>
                <a:lnTo>
                  <a:pt x="97786" y="77377"/>
                </a:lnTo>
                <a:close/>
                <a:moveTo>
                  <a:pt x="159976" y="77379"/>
                </a:moveTo>
                <a:cubicBezTo>
                  <a:pt x="159976" y="77757"/>
                  <a:pt x="159882" y="78087"/>
                  <a:pt x="159693" y="78370"/>
                </a:cubicBezTo>
                <a:cubicBezTo>
                  <a:pt x="159504" y="78653"/>
                  <a:pt x="159174" y="78890"/>
                  <a:pt x="158702" y="79078"/>
                </a:cubicBezTo>
                <a:cubicBezTo>
                  <a:pt x="158230" y="79267"/>
                  <a:pt x="157606" y="79409"/>
                  <a:pt x="156832" y="79503"/>
                </a:cubicBezTo>
                <a:cubicBezTo>
                  <a:pt x="156058" y="79598"/>
                  <a:pt x="155086" y="79645"/>
                  <a:pt x="153915" y="79645"/>
                </a:cubicBezTo>
                <a:cubicBezTo>
                  <a:pt x="152669" y="79645"/>
                  <a:pt x="151659" y="79598"/>
                  <a:pt x="150884" y="79503"/>
                </a:cubicBezTo>
                <a:cubicBezTo>
                  <a:pt x="150110" y="79409"/>
                  <a:pt x="149497" y="79267"/>
                  <a:pt x="149043" y="79078"/>
                </a:cubicBezTo>
                <a:cubicBezTo>
                  <a:pt x="148590" y="78890"/>
                  <a:pt x="148269" y="78653"/>
                  <a:pt x="148080" y="78370"/>
                </a:cubicBezTo>
                <a:cubicBezTo>
                  <a:pt x="147892" y="78087"/>
                  <a:pt x="147797" y="77757"/>
                  <a:pt x="147797" y="77379"/>
                </a:cubicBezTo>
                <a:lnTo>
                  <a:pt x="147797" y="71544"/>
                </a:lnTo>
                <a:cubicBezTo>
                  <a:pt x="145003" y="74584"/>
                  <a:pt x="142161" y="76864"/>
                  <a:pt x="139272" y="78384"/>
                </a:cubicBezTo>
                <a:cubicBezTo>
                  <a:pt x="136383" y="79904"/>
                  <a:pt x="133390" y="80664"/>
                  <a:pt x="130293" y="80664"/>
                </a:cubicBezTo>
                <a:cubicBezTo>
                  <a:pt x="126819" y="80664"/>
                  <a:pt x="123902" y="80097"/>
                  <a:pt x="121542" y="78963"/>
                </a:cubicBezTo>
                <a:cubicBezTo>
                  <a:pt x="119181" y="77829"/>
                  <a:pt x="117274" y="76280"/>
                  <a:pt x="115820" y="74315"/>
                </a:cubicBezTo>
                <a:cubicBezTo>
                  <a:pt x="114366" y="72349"/>
                  <a:pt x="113328" y="70071"/>
                  <a:pt x="112705" y="67482"/>
                </a:cubicBezTo>
                <a:cubicBezTo>
                  <a:pt x="112082" y="64891"/>
                  <a:pt x="111770" y="61668"/>
                  <a:pt x="111770" y="57813"/>
                </a:cubicBezTo>
                <a:lnTo>
                  <a:pt x="111770" y="26852"/>
                </a:lnTo>
                <a:cubicBezTo>
                  <a:pt x="111770" y="26475"/>
                  <a:pt x="111874" y="26144"/>
                  <a:pt x="112082" y="25861"/>
                </a:cubicBezTo>
                <a:cubicBezTo>
                  <a:pt x="112289" y="25576"/>
                  <a:pt x="112667" y="25340"/>
                  <a:pt x="113215" y="25151"/>
                </a:cubicBezTo>
                <a:cubicBezTo>
                  <a:pt x="113762" y="24962"/>
                  <a:pt x="114499" y="24821"/>
                  <a:pt x="115424" y="24726"/>
                </a:cubicBezTo>
                <a:cubicBezTo>
                  <a:pt x="116349" y="24632"/>
                  <a:pt x="117491" y="24585"/>
                  <a:pt x="118851" y="24585"/>
                </a:cubicBezTo>
                <a:cubicBezTo>
                  <a:pt x="120248" y="24585"/>
                  <a:pt x="121400" y="24632"/>
                  <a:pt x="122306" y="24726"/>
                </a:cubicBezTo>
                <a:cubicBezTo>
                  <a:pt x="123213" y="24821"/>
                  <a:pt x="123940" y="24962"/>
                  <a:pt x="124487" y="25151"/>
                </a:cubicBezTo>
                <a:cubicBezTo>
                  <a:pt x="125035" y="25340"/>
                  <a:pt x="125422" y="25576"/>
                  <a:pt x="125648" y="25859"/>
                </a:cubicBezTo>
                <a:cubicBezTo>
                  <a:pt x="125875" y="26142"/>
                  <a:pt x="125988" y="26473"/>
                  <a:pt x="125988" y="26850"/>
                </a:cubicBezTo>
                <a:lnTo>
                  <a:pt x="125988" y="55400"/>
                </a:lnTo>
                <a:cubicBezTo>
                  <a:pt x="125988" y="58044"/>
                  <a:pt x="126158" y="60064"/>
                  <a:pt x="126498" y="61461"/>
                </a:cubicBezTo>
                <a:cubicBezTo>
                  <a:pt x="126838" y="62859"/>
                  <a:pt x="127357" y="64058"/>
                  <a:pt x="128056" y="65058"/>
                </a:cubicBezTo>
                <a:cubicBezTo>
                  <a:pt x="128755" y="66059"/>
                  <a:pt x="129642" y="66833"/>
                  <a:pt x="130718" y="67381"/>
                </a:cubicBezTo>
                <a:cubicBezTo>
                  <a:pt x="131795" y="67928"/>
                  <a:pt x="133050" y="68202"/>
                  <a:pt x="134485" y="68202"/>
                </a:cubicBezTo>
                <a:cubicBezTo>
                  <a:pt x="136298" y="68202"/>
                  <a:pt x="138120" y="67541"/>
                  <a:pt x="139952" y="66220"/>
                </a:cubicBezTo>
                <a:cubicBezTo>
                  <a:pt x="141783" y="64898"/>
                  <a:pt x="143738" y="62972"/>
                  <a:pt x="145815" y="60442"/>
                </a:cubicBezTo>
                <a:lnTo>
                  <a:pt x="145815" y="26850"/>
                </a:lnTo>
                <a:cubicBezTo>
                  <a:pt x="145815" y="26473"/>
                  <a:pt x="145918" y="26142"/>
                  <a:pt x="146126" y="25859"/>
                </a:cubicBezTo>
                <a:cubicBezTo>
                  <a:pt x="146334" y="25576"/>
                  <a:pt x="146711" y="25340"/>
                  <a:pt x="147259" y="25151"/>
                </a:cubicBezTo>
                <a:cubicBezTo>
                  <a:pt x="147807" y="24962"/>
                  <a:pt x="148534" y="24821"/>
                  <a:pt x="149440" y="24726"/>
                </a:cubicBezTo>
                <a:cubicBezTo>
                  <a:pt x="150346" y="24632"/>
                  <a:pt x="151498" y="24585"/>
                  <a:pt x="152895" y="24585"/>
                </a:cubicBezTo>
                <a:cubicBezTo>
                  <a:pt x="154293" y="24585"/>
                  <a:pt x="155444" y="24632"/>
                  <a:pt x="156351" y="24726"/>
                </a:cubicBezTo>
                <a:cubicBezTo>
                  <a:pt x="157257" y="24821"/>
                  <a:pt x="157975" y="24962"/>
                  <a:pt x="158503" y="25151"/>
                </a:cubicBezTo>
                <a:cubicBezTo>
                  <a:pt x="159032" y="25340"/>
                  <a:pt x="159410" y="25576"/>
                  <a:pt x="159636" y="25859"/>
                </a:cubicBezTo>
                <a:cubicBezTo>
                  <a:pt x="159863" y="26142"/>
                  <a:pt x="159976" y="26473"/>
                  <a:pt x="159976" y="26850"/>
                </a:cubicBezTo>
                <a:lnTo>
                  <a:pt x="159976" y="77379"/>
                </a:lnTo>
                <a:close/>
                <a:moveTo>
                  <a:pt x="205059" y="7591"/>
                </a:moveTo>
                <a:cubicBezTo>
                  <a:pt x="205059" y="8686"/>
                  <a:pt x="205022" y="9564"/>
                  <a:pt x="204946" y="10225"/>
                </a:cubicBezTo>
                <a:cubicBezTo>
                  <a:pt x="204871" y="10886"/>
                  <a:pt x="204757" y="11395"/>
                  <a:pt x="204606" y="11754"/>
                </a:cubicBezTo>
                <a:cubicBezTo>
                  <a:pt x="204455" y="12113"/>
                  <a:pt x="204285" y="12358"/>
                  <a:pt x="204096" y="12491"/>
                </a:cubicBezTo>
                <a:cubicBezTo>
                  <a:pt x="203908" y="12623"/>
                  <a:pt x="203700" y="12689"/>
                  <a:pt x="203473" y="12689"/>
                </a:cubicBezTo>
                <a:cubicBezTo>
                  <a:pt x="203209" y="12689"/>
                  <a:pt x="202916" y="12623"/>
                  <a:pt x="202595" y="12491"/>
                </a:cubicBezTo>
                <a:cubicBezTo>
                  <a:pt x="202274" y="12358"/>
                  <a:pt x="201878" y="12217"/>
                  <a:pt x="201406" y="12066"/>
                </a:cubicBezTo>
                <a:cubicBezTo>
                  <a:pt x="200934" y="11915"/>
                  <a:pt x="200377" y="11773"/>
                  <a:pt x="199735" y="11641"/>
                </a:cubicBezTo>
                <a:cubicBezTo>
                  <a:pt x="199093" y="11509"/>
                  <a:pt x="198337" y="11443"/>
                  <a:pt x="197469" y="11443"/>
                </a:cubicBezTo>
                <a:cubicBezTo>
                  <a:pt x="196449" y="11443"/>
                  <a:pt x="195571" y="11603"/>
                  <a:pt x="194835" y="11924"/>
                </a:cubicBezTo>
                <a:cubicBezTo>
                  <a:pt x="194098" y="12245"/>
                  <a:pt x="193485" y="12755"/>
                  <a:pt x="192994" y="13454"/>
                </a:cubicBezTo>
                <a:cubicBezTo>
                  <a:pt x="192503" y="14152"/>
                  <a:pt x="192144" y="15058"/>
                  <a:pt x="191917" y="16173"/>
                </a:cubicBezTo>
                <a:cubicBezTo>
                  <a:pt x="191691" y="17287"/>
                  <a:pt x="191577" y="18656"/>
                  <a:pt x="191577" y="20279"/>
                </a:cubicBezTo>
                <a:lnTo>
                  <a:pt x="191577" y="24924"/>
                </a:lnTo>
                <a:lnTo>
                  <a:pt x="200811" y="24924"/>
                </a:lnTo>
                <a:cubicBezTo>
                  <a:pt x="201151" y="24924"/>
                  <a:pt x="201462" y="25019"/>
                  <a:pt x="201746" y="25208"/>
                </a:cubicBezTo>
                <a:cubicBezTo>
                  <a:pt x="202029" y="25396"/>
                  <a:pt x="202265" y="25708"/>
                  <a:pt x="202454" y="26142"/>
                </a:cubicBezTo>
                <a:cubicBezTo>
                  <a:pt x="202642" y="26577"/>
                  <a:pt x="202784" y="27171"/>
                  <a:pt x="202878" y="27927"/>
                </a:cubicBezTo>
                <a:cubicBezTo>
                  <a:pt x="202973" y="28682"/>
                  <a:pt x="203020" y="29607"/>
                  <a:pt x="203020" y="30702"/>
                </a:cubicBezTo>
                <a:cubicBezTo>
                  <a:pt x="203020" y="32779"/>
                  <a:pt x="202831" y="34262"/>
                  <a:pt x="202454" y="35149"/>
                </a:cubicBezTo>
                <a:cubicBezTo>
                  <a:pt x="202076" y="36037"/>
                  <a:pt x="201528" y="36480"/>
                  <a:pt x="200811" y="36480"/>
                </a:cubicBezTo>
                <a:lnTo>
                  <a:pt x="191577" y="36480"/>
                </a:lnTo>
                <a:lnTo>
                  <a:pt x="191577" y="77379"/>
                </a:lnTo>
                <a:cubicBezTo>
                  <a:pt x="191577" y="77757"/>
                  <a:pt x="191464" y="78087"/>
                  <a:pt x="191238" y="78370"/>
                </a:cubicBezTo>
                <a:cubicBezTo>
                  <a:pt x="191011" y="78653"/>
                  <a:pt x="190633" y="78890"/>
                  <a:pt x="190105" y="79078"/>
                </a:cubicBezTo>
                <a:cubicBezTo>
                  <a:pt x="189576" y="79267"/>
                  <a:pt x="188840" y="79409"/>
                  <a:pt x="187895" y="79503"/>
                </a:cubicBezTo>
                <a:cubicBezTo>
                  <a:pt x="186951" y="79598"/>
                  <a:pt x="185800" y="79645"/>
                  <a:pt x="184440" y="79645"/>
                </a:cubicBezTo>
                <a:cubicBezTo>
                  <a:pt x="183081" y="79645"/>
                  <a:pt x="181938" y="79598"/>
                  <a:pt x="181013" y="79503"/>
                </a:cubicBezTo>
                <a:cubicBezTo>
                  <a:pt x="180088" y="79409"/>
                  <a:pt x="179351" y="79267"/>
                  <a:pt x="178804" y="79078"/>
                </a:cubicBezTo>
                <a:cubicBezTo>
                  <a:pt x="178256" y="78890"/>
                  <a:pt x="177879" y="78653"/>
                  <a:pt x="177671" y="78370"/>
                </a:cubicBezTo>
                <a:cubicBezTo>
                  <a:pt x="177463" y="78087"/>
                  <a:pt x="177359" y="77757"/>
                  <a:pt x="177359" y="77379"/>
                </a:cubicBezTo>
                <a:lnTo>
                  <a:pt x="177359" y="36480"/>
                </a:lnTo>
                <a:lnTo>
                  <a:pt x="171015" y="36480"/>
                </a:lnTo>
                <a:cubicBezTo>
                  <a:pt x="170297" y="36480"/>
                  <a:pt x="169759" y="36037"/>
                  <a:pt x="169400" y="35149"/>
                </a:cubicBezTo>
                <a:cubicBezTo>
                  <a:pt x="169042" y="34262"/>
                  <a:pt x="168862" y="32779"/>
                  <a:pt x="168862" y="30702"/>
                </a:cubicBezTo>
                <a:cubicBezTo>
                  <a:pt x="168862" y="29607"/>
                  <a:pt x="168910" y="28682"/>
                  <a:pt x="169004" y="27927"/>
                </a:cubicBezTo>
                <a:cubicBezTo>
                  <a:pt x="169098" y="27171"/>
                  <a:pt x="169231" y="26577"/>
                  <a:pt x="169400" y="26142"/>
                </a:cubicBezTo>
                <a:cubicBezTo>
                  <a:pt x="169570" y="25708"/>
                  <a:pt x="169797" y="25396"/>
                  <a:pt x="170080" y="25208"/>
                </a:cubicBezTo>
                <a:cubicBezTo>
                  <a:pt x="170363" y="25019"/>
                  <a:pt x="170694" y="24924"/>
                  <a:pt x="171072" y="24924"/>
                </a:cubicBezTo>
                <a:lnTo>
                  <a:pt x="177359" y="24924"/>
                </a:lnTo>
                <a:lnTo>
                  <a:pt x="177359" y="20676"/>
                </a:lnTo>
                <a:cubicBezTo>
                  <a:pt x="177359" y="17239"/>
                  <a:pt x="177699" y="14228"/>
                  <a:pt x="178379" y="11641"/>
                </a:cubicBezTo>
                <a:cubicBezTo>
                  <a:pt x="179059" y="9054"/>
                  <a:pt x="180125" y="6901"/>
                  <a:pt x="181579" y="5183"/>
                </a:cubicBezTo>
                <a:cubicBezTo>
                  <a:pt x="183033" y="3465"/>
                  <a:pt x="184884" y="2171"/>
                  <a:pt x="187131" y="1303"/>
                </a:cubicBezTo>
                <a:cubicBezTo>
                  <a:pt x="189378" y="434"/>
                  <a:pt x="192031" y="0"/>
                  <a:pt x="195090" y="0"/>
                </a:cubicBezTo>
                <a:cubicBezTo>
                  <a:pt x="196562" y="0"/>
                  <a:pt x="197960" y="123"/>
                  <a:pt x="199281" y="368"/>
                </a:cubicBezTo>
                <a:cubicBezTo>
                  <a:pt x="200603" y="614"/>
                  <a:pt x="201642" y="878"/>
                  <a:pt x="202397" y="1161"/>
                </a:cubicBezTo>
                <a:cubicBezTo>
                  <a:pt x="203152" y="1444"/>
                  <a:pt x="203662" y="1709"/>
                  <a:pt x="203926" y="1954"/>
                </a:cubicBezTo>
                <a:cubicBezTo>
                  <a:pt x="204191" y="2200"/>
                  <a:pt x="204408" y="2559"/>
                  <a:pt x="204578" y="3031"/>
                </a:cubicBezTo>
                <a:cubicBezTo>
                  <a:pt x="204748" y="3503"/>
                  <a:pt x="204871" y="4107"/>
                  <a:pt x="204946" y="4843"/>
                </a:cubicBezTo>
                <a:cubicBezTo>
                  <a:pt x="205022" y="5580"/>
                  <a:pt x="205059" y="6495"/>
                  <a:pt x="205059" y="7591"/>
                </a:cubicBezTo>
                <a:close/>
                <a:moveTo>
                  <a:pt x="241882" y="7591"/>
                </a:moveTo>
                <a:cubicBezTo>
                  <a:pt x="241882" y="8686"/>
                  <a:pt x="241844" y="9564"/>
                  <a:pt x="241768" y="10225"/>
                </a:cubicBezTo>
                <a:cubicBezTo>
                  <a:pt x="241693" y="10886"/>
                  <a:pt x="241579" y="11395"/>
                  <a:pt x="241428" y="11754"/>
                </a:cubicBezTo>
                <a:cubicBezTo>
                  <a:pt x="241277" y="12113"/>
                  <a:pt x="241107" y="12358"/>
                  <a:pt x="240919" y="12491"/>
                </a:cubicBezTo>
                <a:cubicBezTo>
                  <a:pt x="240730" y="12623"/>
                  <a:pt x="240522" y="12689"/>
                  <a:pt x="240295" y="12689"/>
                </a:cubicBezTo>
                <a:cubicBezTo>
                  <a:pt x="240031" y="12689"/>
                  <a:pt x="239738" y="12623"/>
                  <a:pt x="239417" y="12491"/>
                </a:cubicBezTo>
                <a:cubicBezTo>
                  <a:pt x="239096" y="12358"/>
                  <a:pt x="238700" y="12217"/>
                  <a:pt x="238228" y="12066"/>
                </a:cubicBezTo>
                <a:cubicBezTo>
                  <a:pt x="237756" y="11915"/>
                  <a:pt x="237199" y="11773"/>
                  <a:pt x="236557" y="11641"/>
                </a:cubicBezTo>
                <a:cubicBezTo>
                  <a:pt x="235915" y="11509"/>
                  <a:pt x="235159" y="11443"/>
                  <a:pt x="234291" y="11443"/>
                </a:cubicBezTo>
                <a:cubicBezTo>
                  <a:pt x="233271" y="11443"/>
                  <a:pt x="232393" y="11603"/>
                  <a:pt x="231657" y="11924"/>
                </a:cubicBezTo>
                <a:cubicBezTo>
                  <a:pt x="230920" y="12245"/>
                  <a:pt x="230307" y="12755"/>
                  <a:pt x="229816" y="13454"/>
                </a:cubicBezTo>
                <a:cubicBezTo>
                  <a:pt x="229325" y="14152"/>
                  <a:pt x="228966" y="15058"/>
                  <a:pt x="228740" y="16173"/>
                </a:cubicBezTo>
                <a:cubicBezTo>
                  <a:pt x="228513" y="17287"/>
                  <a:pt x="228400" y="18656"/>
                  <a:pt x="228400" y="20279"/>
                </a:cubicBezTo>
                <a:lnTo>
                  <a:pt x="228400" y="24924"/>
                </a:lnTo>
                <a:lnTo>
                  <a:pt x="237633" y="24924"/>
                </a:lnTo>
                <a:cubicBezTo>
                  <a:pt x="237973" y="24924"/>
                  <a:pt x="238284" y="25019"/>
                  <a:pt x="238568" y="25208"/>
                </a:cubicBezTo>
                <a:cubicBezTo>
                  <a:pt x="238851" y="25396"/>
                  <a:pt x="239087" y="25708"/>
                  <a:pt x="239276" y="26142"/>
                </a:cubicBezTo>
                <a:cubicBezTo>
                  <a:pt x="239465" y="26577"/>
                  <a:pt x="239606" y="27171"/>
                  <a:pt x="239701" y="27927"/>
                </a:cubicBezTo>
                <a:cubicBezTo>
                  <a:pt x="239795" y="28682"/>
                  <a:pt x="239842" y="29607"/>
                  <a:pt x="239842" y="30702"/>
                </a:cubicBezTo>
                <a:cubicBezTo>
                  <a:pt x="239842" y="32779"/>
                  <a:pt x="239653" y="34262"/>
                  <a:pt x="239276" y="35149"/>
                </a:cubicBezTo>
                <a:cubicBezTo>
                  <a:pt x="238898" y="36037"/>
                  <a:pt x="238351" y="36480"/>
                  <a:pt x="237633" y="36480"/>
                </a:cubicBezTo>
                <a:lnTo>
                  <a:pt x="228400" y="36480"/>
                </a:lnTo>
                <a:lnTo>
                  <a:pt x="228400" y="77379"/>
                </a:lnTo>
                <a:cubicBezTo>
                  <a:pt x="228400" y="77757"/>
                  <a:pt x="228286" y="78087"/>
                  <a:pt x="228060" y="78370"/>
                </a:cubicBezTo>
                <a:cubicBezTo>
                  <a:pt x="227833" y="78653"/>
                  <a:pt x="227456" y="78890"/>
                  <a:pt x="226927" y="79078"/>
                </a:cubicBezTo>
                <a:cubicBezTo>
                  <a:pt x="226398" y="79267"/>
                  <a:pt x="225662" y="79409"/>
                  <a:pt x="224718" y="79503"/>
                </a:cubicBezTo>
                <a:cubicBezTo>
                  <a:pt x="223774" y="79598"/>
                  <a:pt x="222622" y="79645"/>
                  <a:pt x="221262" y="79645"/>
                </a:cubicBezTo>
                <a:cubicBezTo>
                  <a:pt x="219903" y="79645"/>
                  <a:pt x="218760" y="79598"/>
                  <a:pt x="217835" y="79503"/>
                </a:cubicBezTo>
                <a:cubicBezTo>
                  <a:pt x="216910" y="79409"/>
                  <a:pt x="216174" y="79267"/>
                  <a:pt x="215626" y="79078"/>
                </a:cubicBezTo>
                <a:cubicBezTo>
                  <a:pt x="215078" y="78890"/>
                  <a:pt x="214701" y="78653"/>
                  <a:pt x="214493" y="78370"/>
                </a:cubicBezTo>
                <a:cubicBezTo>
                  <a:pt x="214285" y="78087"/>
                  <a:pt x="214181" y="77757"/>
                  <a:pt x="214181" y="77379"/>
                </a:cubicBezTo>
                <a:lnTo>
                  <a:pt x="214181" y="36480"/>
                </a:lnTo>
                <a:lnTo>
                  <a:pt x="207837" y="36480"/>
                </a:lnTo>
                <a:cubicBezTo>
                  <a:pt x="207120" y="36480"/>
                  <a:pt x="206581" y="36037"/>
                  <a:pt x="206223" y="35149"/>
                </a:cubicBezTo>
                <a:cubicBezTo>
                  <a:pt x="205864" y="34262"/>
                  <a:pt x="205685" y="32779"/>
                  <a:pt x="205685" y="30702"/>
                </a:cubicBezTo>
                <a:cubicBezTo>
                  <a:pt x="205685" y="29607"/>
                  <a:pt x="205732" y="28682"/>
                  <a:pt x="205826" y="27927"/>
                </a:cubicBezTo>
                <a:cubicBezTo>
                  <a:pt x="205921" y="27171"/>
                  <a:pt x="206053" y="26577"/>
                  <a:pt x="206223" y="26142"/>
                </a:cubicBezTo>
                <a:cubicBezTo>
                  <a:pt x="206393" y="25708"/>
                  <a:pt x="206619" y="25396"/>
                  <a:pt x="206902" y="25208"/>
                </a:cubicBezTo>
                <a:cubicBezTo>
                  <a:pt x="207186" y="25019"/>
                  <a:pt x="207516" y="24924"/>
                  <a:pt x="207894" y="24924"/>
                </a:cubicBezTo>
                <a:lnTo>
                  <a:pt x="214181" y="24924"/>
                </a:lnTo>
                <a:lnTo>
                  <a:pt x="214181" y="20676"/>
                </a:lnTo>
                <a:cubicBezTo>
                  <a:pt x="214181" y="17239"/>
                  <a:pt x="214521" y="14228"/>
                  <a:pt x="215201" y="11641"/>
                </a:cubicBezTo>
                <a:cubicBezTo>
                  <a:pt x="215881" y="9054"/>
                  <a:pt x="216948" y="6901"/>
                  <a:pt x="218402" y="5183"/>
                </a:cubicBezTo>
                <a:cubicBezTo>
                  <a:pt x="219856" y="3465"/>
                  <a:pt x="221706" y="2171"/>
                  <a:pt x="223953" y="1303"/>
                </a:cubicBezTo>
                <a:cubicBezTo>
                  <a:pt x="226200" y="434"/>
                  <a:pt x="228853" y="0"/>
                  <a:pt x="231912" y="0"/>
                </a:cubicBezTo>
                <a:cubicBezTo>
                  <a:pt x="233385" y="0"/>
                  <a:pt x="234782" y="123"/>
                  <a:pt x="236104" y="368"/>
                </a:cubicBezTo>
                <a:cubicBezTo>
                  <a:pt x="237425" y="614"/>
                  <a:pt x="238464" y="878"/>
                  <a:pt x="239219" y="1161"/>
                </a:cubicBezTo>
                <a:cubicBezTo>
                  <a:pt x="239974" y="1444"/>
                  <a:pt x="240484" y="1709"/>
                  <a:pt x="240749" y="1954"/>
                </a:cubicBezTo>
                <a:cubicBezTo>
                  <a:pt x="241013" y="2200"/>
                  <a:pt x="241230" y="2559"/>
                  <a:pt x="241400" y="3031"/>
                </a:cubicBezTo>
                <a:cubicBezTo>
                  <a:pt x="241570" y="3503"/>
                  <a:pt x="241693" y="4107"/>
                  <a:pt x="241768" y="4843"/>
                </a:cubicBezTo>
                <a:cubicBezTo>
                  <a:pt x="241844" y="5580"/>
                  <a:pt x="241882" y="6495"/>
                  <a:pt x="241882" y="7591"/>
                </a:cubicBezTo>
                <a:close/>
                <a:moveTo>
                  <a:pt x="262503" y="77379"/>
                </a:moveTo>
                <a:cubicBezTo>
                  <a:pt x="262503" y="77757"/>
                  <a:pt x="262389" y="78087"/>
                  <a:pt x="262163" y="78370"/>
                </a:cubicBezTo>
                <a:cubicBezTo>
                  <a:pt x="261936" y="78653"/>
                  <a:pt x="261549" y="78890"/>
                  <a:pt x="261002" y="79078"/>
                </a:cubicBezTo>
                <a:cubicBezTo>
                  <a:pt x="260454" y="79267"/>
                  <a:pt x="259727" y="79409"/>
                  <a:pt x="258821" y="79503"/>
                </a:cubicBezTo>
                <a:cubicBezTo>
                  <a:pt x="257914" y="79598"/>
                  <a:pt x="256763" y="79645"/>
                  <a:pt x="255365" y="79645"/>
                </a:cubicBezTo>
                <a:cubicBezTo>
                  <a:pt x="253968" y="79645"/>
                  <a:pt x="252816" y="79598"/>
                  <a:pt x="251910" y="79503"/>
                </a:cubicBezTo>
                <a:cubicBezTo>
                  <a:pt x="251003" y="79409"/>
                  <a:pt x="250277" y="79267"/>
                  <a:pt x="249729" y="79078"/>
                </a:cubicBezTo>
                <a:cubicBezTo>
                  <a:pt x="249181" y="78890"/>
                  <a:pt x="248794" y="78653"/>
                  <a:pt x="248568" y="78370"/>
                </a:cubicBezTo>
                <a:cubicBezTo>
                  <a:pt x="248341" y="78087"/>
                  <a:pt x="248228" y="77757"/>
                  <a:pt x="248228" y="77379"/>
                </a:cubicBezTo>
                <a:lnTo>
                  <a:pt x="248228" y="2889"/>
                </a:lnTo>
                <a:cubicBezTo>
                  <a:pt x="248228" y="2511"/>
                  <a:pt x="248341" y="2171"/>
                  <a:pt x="248568" y="1869"/>
                </a:cubicBezTo>
                <a:cubicBezTo>
                  <a:pt x="248794" y="1567"/>
                  <a:pt x="249181" y="1312"/>
                  <a:pt x="249729" y="1105"/>
                </a:cubicBezTo>
                <a:cubicBezTo>
                  <a:pt x="250277" y="897"/>
                  <a:pt x="251003" y="736"/>
                  <a:pt x="251910" y="623"/>
                </a:cubicBezTo>
                <a:cubicBezTo>
                  <a:pt x="252816" y="510"/>
                  <a:pt x="253968" y="453"/>
                  <a:pt x="255365" y="453"/>
                </a:cubicBezTo>
                <a:cubicBezTo>
                  <a:pt x="256763" y="453"/>
                  <a:pt x="257914" y="510"/>
                  <a:pt x="258821" y="623"/>
                </a:cubicBezTo>
                <a:cubicBezTo>
                  <a:pt x="259727" y="736"/>
                  <a:pt x="260454" y="897"/>
                  <a:pt x="261002" y="1105"/>
                </a:cubicBezTo>
                <a:cubicBezTo>
                  <a:pt x="261549" y="1312"/>
                  <a:pt x="261936" y="1567"/>
                  <a:pt x="262163" y="1869"/>
                </a:cubicBezTo>
                <a:cubicBezTo>
                  <a:pt x="262389" y="2171"/>
                  <a:pt x="262503" y="2511"/>
                  <a:pt x="262503" y="2889"/>
                </a:cubicBezTo>
                <a:lnTo>
                  <a:pt x="262503" y="77379"/>
                </a:lnTo>
                <a:close/>
                <a:moveTo>
                  <a:pt x="323385" y="50633"/>
                </a:moveTo>
                <a:cubicBezTo>
                  <a:pt x="323385" y="52374"/>
                  <a:pt x="322998" y="53660"/>
                  <a:pt x="322224" y="54492"/>
                </a:cubicBezTo>
                <a:cubicBezTo>
                  <a:pt x="321450" y="55324"/>
                  <a:pt x="320383" y="55740"/>
                  <a:pt x="319023" y="55740"/>
                </a:cubicBezTo>
                <a:lnTo>
                  <a:pt x="288264" y="55740"/>
                </a:lnTo>
                <a:cubicBezTo>
                  <a:pt x="288264" y="57901"/>
                  <a:pt x="288519" y="59863"/>
                  <a:pt x="289029" y="61626"/>
                </a:cubicBezTo>
                <a:cubicBezTo>
                  <a:pt x="289539" y="63389"/>
                  <a:pt x="290351" y="64887"/>
                  <a:pt x="291465" y="66120"/>
                </a:cubicBezTo>
                <a:cubicBezTo>
                  <a:pt x="292579" y="67353"/>
                  <a:pt x="294014" y="68291"/>
                  <a:pt x="295770" y="68935"/>
                </a:cubicBezTo>
                <a:cubicBezTo>
                  <a:pt x="297526" y="69579"/>
                  <a:pt x="299631" y="69902"/>
                  <a:pt x="302086" y="69902"/>
                </a:cubicBezTo>
                <a:cubicBezTo>
                  <a:pt x="304579" y="69902"/>
                  <a:pt x="306769" y="69719"/>
                  <a:pt x="308657" y="69355"/>
                </a:cubicBezTo>
                <a:cubicBezTo>
                  <a:pt x="310545" y="68990"/>
                  <a:pt x="312179" y="68587"/>
                  <a:pt x="313557" y="68146"/>
                </a:cubicBezTo>
                <a:cubicBezTo>
                  <a:pt x="314935" y="67704"/>
                  <a:pt x="316078" y="67301"/>
                  <a:pt x="316984" y="66937"/>
                </a:cubicBezTo>
                <a:cubicBezTo>
                  <a:pt x="317890" y="66572"/>
                  <a:pt x="318627" y="66390"/>
                  <a:pt x="319193" y="66390"/>
                </a:cubicBezTo>
                <a:cubicBezTo>
                  <a:pt x="319533" y="66390"/>
                  <a:pt x="319816" y="66456"/>
                  <a:pt x="320043" y="66590"/>
                </a:cubicBezTo>
                <a:cubicBezTo>
                  <a:pt x="320270" y="66722"/>
                  <a:pt x="320458" y="66959"/>
                  <a:pt x="320609" y="67301"/>
                </a:cubicBezTo>
                <a:cubicBezTo>
                  <a:pt x="320761" y="67642"/>
                  <a:pt x="320864" y="68126"/>
                  <a:pt x="320921" y="68753"/>
                </a:cubicBezTo>
                <a:cubicBezTo>
                  <a:pt x="320978" y="69379"/>
                  <a:pt x="321006" y="70167"/>
                  <a:pt x="321006" y="71116"/>
                </a:cubicBezTo>
                <a:cubicBezTo>
                  <a:pt x="321006" y="71952"/>
                  <a:pt x="320987" y="72664"/>
                  <a:pt x="320949" y="73253"/>
                </a:cubicBezTo>
                <a:cubicBezTo>
                  <a:pt x="320912" y="73840"/>
                  <a:pt x="320855" y="74343"/>
                  <a:pt x="320779" y="74761"/>
                </a:cubicBezTo>
                <a:cubicBezTo>
                  <a:pt x="320704" y="75179"/>
                  <a:pt x="320591" y="75530"/>
                  <a:pt x="320440" y="75816"/>
                </a:cubicBezTo>
                <a:cubicBezTo>
                  <a:pt x="320288" y="76100"/>
                  <a:pt x="320090" y="76375"/>
                  <a:pt x="319845" y="76641"/>
                </a:cubicBezTo>
                <a:cubicBezTo>
                  <a:pt x="319599" y="76906"/>
                  <a:pt x="318929" y="77266"/>
                  <a:pt x="317834" y="77719"/>
                </a:cubicBezTo>
                <a:cubicBezTo>
                  <a:pt x="316739" y="78172"/>
                  <a:pt x="315341" y="78616"/>
                  <a:pt x="313642" y="79050"/>
                </a:cubicBezTo>
                <a:cubicBezTo>
                  <a:pt x="311943" y="79484"/>
                  <a:pt x="309998" y="79862"/>
                  <a:pt x="307807" y="80183"/>
                </a:cubicBezTo>
                <a:cubicBezTo>
                  <a:pt x="305617" y="80504"/>
                  <a:pt x="303276" y="80664"/>
                  <a:pt x="300783" y="80664"/>
                </a:cubicBezTo>
                <a:cubicBezTo>
                  <a:pt x="296289" y="80664"/>
                  <a:pt x="292352" y="80097"/>
                  <a:pt x="288972" y="78961"/>
                </a:cubicBezTo>
                <a:cubicBezTo>
                  <a:pt x="285593" y="77826"/>
                  <a:pt x="282770" y="76104"/>
                  <a:pt x="280504" y="73796"/>
                </a:cubicBezTo>
                <a:cubicBezTo>
                  <a:pt x="278238" y="71488"/>
                  <a:pt x="276548" y="68575"/>
                  <a:pt x="275434" y="65057"/>
                </a:cubicBezTo>
                <a:cubicBezTo>
                  <a:pt x="274320" y="61537"/>
                  <a:pt x="273763" y="57413"/>
                  <a:pt x="273763" y="52683"/>
                </a:cubicBezTo>
                <a:cubicBezTo>
                  <a:pt x="273763" y="48180"/>
                  <a:pt x="274348" y="44121"/>
                  <a:pt x="275519" y="40507"/>
                </a:cubicBezTo>
                <a:cubicBezTo>
                  <a:pt x="276690" y="36894"/>
                  <a:pt x="278389" y="33829"/>
                  <a:pt x="280617" y="31313"/>
                </a:cubicBezTo>
                <a:cubicBezTo>
                  <a:pt x="282845" y="28796"/>
                  <a:pt x="285555" y="26875"/>
                  <a:pt x="288746" y="25551"/>
                </a:cubicBezTo>
                <a:cubicBezTo>
                  <a:pt x="291937" y="24227"/>
                  <a:pt x="295534" y="23565"/>
                  <a:pt x="299537" y="23565"/>
                </a:cubicBezTo>
                <a:cubicBezTo>
                  <a:pt x="303767" y="23565"/>
                  <a:pt x="307383" y="24189"/>
                  <a:pt x="310385" y="25438"/>
                </a:cubicBezTo>
                <a:cubicBezTo>
                  <a:pt x="313387" y="26686"/>
                  <a:pt x="315851" y="28417"/>
                  <a:pt x="317777" y="30630"/>
                </a:cubicBezTo>
                <a:cubicBezTo>
                  <a:pt x="319703" y="32842"/>
                  <a:pt x="321119" y="35462"/>
                  <a:pt x="322026" y="38489"/>
                </a:cubicBezTo>
                <a:cubicBezTo>
                  <a:pt x="322932" y="41515"/>
                  <a:pt x="323385" y="44807"/>
                  <a:pt x="323385" y="48364"/>
                </a:cubicBezTo>
                <a:lnTo>
                  <a:pt x="323385" y="50633"/>
                </a:lnTo>
                <a:moveTo>
                  <a:pt x="309563" y="46563"/>
                </a:moveTo>
                <a:cubicBezTo>
                  <a:pt x="309677" y="42543"/>
                  <a:pt x="308874" y="39385"/>
                  <a:pt x="307156" y="37091"/>
                </a:cubicBezTo>
                <a:cubicBezTo>
                  <a:pt x="305438" y="34796"/>
                  <a:pt x="302785" y="33648"/>
                  <a:pt x="299197" y="33648"/>
                </a:cubicBezTo>
                <a:cubicBezTo>
                  <a:pt x="297384" y="33648"/>
                  <a:pt x="295808" y="33990"/>
                  <a:pt x="294467" y="34673"/>
                </a:cubicBezTo>
                <a:cubicBezTo>
                  <a:pt x="293127" y="35355"/>
                  <a:pt x="292012" y="36275"/>
                  <a:pt x="291125" y="37433"/>
                </a:cubicBezTo>
                <a:cubicBezTo>
                  <a:pt x="290238" y="38589"/>
                  <a:pt x="289558" y="39955"/>
                  <a:pt x="289086" y="41529"/>
                </a:cubicBezTo>
                <a:cubicBezTo>
                  <a:pt x="288614" y="43102"/>
                  <a:pt x="288340" y="44780"/>
                  <a:pt x="288264" y="46563"/>
                </a:cubicBezTo>
                <a:lnTo>
                  <a:pt x="309563" y="46563"/>
                </a:lnTo>
                <a:close/>
                <a:moveTo>
                  <a:pt x="382985" y="77377"/>
                </a:moveTo>
                <a:cubicBezTo>
                  <a:pt x="382985" y="77793"/>
                  <a:pt x="382891" y="78142"/>
                  <a:pt x="382702" y="78427"/>
                </a:cubicBezTo>
                <a:cubicBezTo>
                  <a:pt x="382513" y="78710"/>
                  <a:pt x="382192" y="78946"/>
                  <a:pt x="381739" y="79135"/>
                </a:cubicBezTo>
                <a:cubicBezTo>
                  <a:pt x="381286" y="79324"/>
                  <a:pt x="380672" y="79456"/>
                  <a:pt x="379898" y="79531"/>
                </a:cubicBezTo>
                <a:cubicBezTo>
                  <a:pt x="379124" y="79607"/>
                  <a:pt x="378171" y="79645"/>
                  <a:pt x="377038" y="79645"/>
                </a:cubicBezTo>
                <a:cubicBezTo>
                  <a:pt x="375829" y="79645"/>
                  <a:pt x="374847" y="79607"/>
                  <a:pt x="374092" y="79531"/>
                </a:cubicBezTo>
                <a:cubicBezTo>
                  <a:pt x="373337" y="79457"/>
                  <a:pt x="372723" y="79326"/>
                  <a:pt x="372251" y="79139"/>
                </a:cubicBezTo>
                <a:cubicBezTo>
                  <a:pt x="371779" y="78950"/>
                  <a:pt x="371439" y="78715"/>
                  <a:pt x="371231" y="78434"/>
                </a:cubicBezTo>
                <a:cubicBezTo>
                  <a:pt x="371024" y="78152"/>
                  <a:pt x="370920" y="77804"/>
                  <a:pt x="370920" y="77390"/>
                </a:cubicBezTo>
                <a:lnTo>
                  <a:pt x="370920" y="71810"/>
                </a:lnTo>
                <a:cubicBezTo>
                  <a:pt x="368314" y="74610"/>
                  <a:pt x="365586" y="76787"/>
                  <a:pt x="362734" y="78338"/>
                </a:cubicBezTo>
                <a:cubicBezTo>
                  <a:pt x="359883" y="79889"/>
                  <a:pt x="356720" y="80664"/>
                  <a:pt x="353246" y="80664"/>
                </a:cubicBezTo>
                <a:cubicBezTo>
                  <a:pt x="349394" y="80664"/>
                  <a:pt x="346137" y="79917"/>
                  <a:pt x="343475" y="78423"/>
                </a:cubicBezTo>
                <a:cubicBezTo>
                  <a:pt x="340812" y="76928"/>
                  <a:pt x="338641" y="74913"/>
                  <a:pt x="336960" y="72378"/>
                </a:cubicBezTo>
                <a:cubicBezTo>
                  <a:pt x="335280" y="69842"/>
                  <a:pt x="334062" y="66881"/>
                  <a:pt x="333307" y="63495"/>
                </a:cubicBezTo>
                <a:cubicBezTo>
                  <a:pt x="332551" y="60108"/>
                  <a:pt x="332174" y="56542"/>
                  <a:pt x="332174" y="52796"/>
                </a:cubicBezTo>
                <a:cubicBezTo>
                  <a:pt x="332174" y="48293"/>
                  <a:pt x="332655" y="44244"/>
                  <a:pt x="333618" y="40649"/>
                </a:cubicBezTo>
                <a:cubicBezTo>
                  <a:pt x="334581" y="37054"/>
                  <a:pt x="335988" y="33990"/>
                  <a:pt x="337838" y="31455"/>
                </a:cubicBezTo>
                <a:cubicBezTo>
                  <a:pt x="339689" y="28920"/>
                  <a:pt x="341992" y="26971"/>
                  <a:pt x="344749" y="25609"/>
                </a:cubicBezTo>
                <a:cubicBezTo>
                  <a:pt x="347506" y="24246"/>
                  <a:pt x="350678" y="23565"/>
                  <a:pt x="354266" y="23565"/>
                </a:cubicBezTo>
                <a:cubicBezTo>
                  <a:pt x="357098" y="23565"/>
                  <a:pt x="359666" y="24142"/>
                  <a:pt x="361970" y="25296"/>
                </a:cubicBezTo>
                <a:cubicBezTo>
                  <a:pt x="364273" y="26450"/>
                  <a:pt x="366558" y="28144"/>
                  <a:pt x="368824" y="30377"/>
                </a:cubicBezTo>
                <a:lnTo>
                  <a:pt x="368824" y="3004"/>
                </a:lnTo>
                <a:cubicBezTo>
                  <a:pt x="368824" y="2625"/>
                  <a:pt x="368928" y="2285"/>
                  <a:pt x="369135" y="1983"/>
                </a:cubicBezTo>
                <a:cubicBezTo>
                  <a:pt x="369343" y="1681"/>
                  <a:pt x="369721" y="1426"/>
                  <a:pt x="370268" y="1218"/>
                </a:cubicBezTo>
                <a:cubicBezTo>
                  <a:pt x="370816" y="1010"/>
                  <a:pt x="371543" y="850"/>
                  <a:pt x="372449" y="736"/>
                </a:cubicBezTo>
                <a:cubicBezTo>
                  <a:pt x="373356" y="623"/>
                  <a:pt x="374507" y="566"/>
                  <a:pt x="375905" y="566"/>
                </a:cubicBezTo>
                <a:cubicBezTo>
                  <a:pt x="377302" y="566"/>
                  <a:pt x="378454" y="623"/>
                  <a:pt x="379360" y="736"/>
                </a:cubicBezTo>
                <a:cubicBezTo>
                  <a:pt x="380266" y="850"/>
                  <a:pt x="380984" y="1010"/>
                  <a:pt x="381513" y="1218"/>
                </a:cubicBezTo>
                <a:cubicBezTo>
                  <a:pt x="382041" y="1426"/>
                  <a:pt x="382419" y="1681"/>
                  <a:pt x="382646" y="1984"/>
                </a:cubicBezTo>
                <a:cubicBezTo>
                  <a:pt x="382872" y="2287"/>
                  <a:pt x="382985" y="2626"/>
                  <a:pt x="382985" y="3004"/>
                </a:cubicBezTo>
                <a:lnTo>
                  <a:pt x="382985" y="77377"/>
                </a:lnTo>
                <a:moveTo>
                  <a:pt x="368824" y="43600"/>
                </a:moveTo>
                <a:cubicBezTo>
                  <a:pt x="366785" y="41038"/>
                  <a:pt x="364830" y="39079"/>
                  <a:pt x="362961" y="37723"/>
                </a:cubicBezTo>
                <a:cubicBezTo>
                  <a:pt x="361092" y="36366"/>
                  <a:pt x="359137" y="35687"/>
                  <a:pt x="357098" y="35687"/>
                </a:cubicBezTo>
                <a:cubicBezTo>
                  <a:pt x="355248" y="35687"/>
                  <a:pt x="353652" y="36150"/>
                  <a:pt x="352311" y="37075"/>
                </a:cubicBezTo>
                <a:cubicBezTo>
                  <a:pt x="350971" y="38000"/>
                  <a:pt x="349895" y="39237"/>
                  <a:pt x="349083" y="40785"/>
                </a:cubicBezTo>
                <a:cubicBezTo>
                  <a:pt x="348271" y="42334"/>
                  <a:pt x="347666" y="44061"/>
                  <a:pt x="347270" y="45969"/>
                </a:cubicBezTo>
                <a:cubicBezTo>
                  <a:pt x="346873" y="47876"/>
                  <a:pt x="346675" y="49830"/>
                  <a:pt x="346675" y="51831"/>
                </a:cubicBezTo>
                <a:cubicBezTo>
                  <a:pt x="346675" y="53946"/>
                  <a:pt x="346845" y="56004"/>
                  <a:pt x="347185" y="58006"/>
                </a:cubicBezTo>
                <a:cubicBezTo>
                  <a:pt x="347525" y="60007"/>
                  <a:pt x="348082" y="61792"/>
                  <a:pt x="348856" y="63359"/>
                </a:cubicBezTo>
                <a:cubicBezTo>
                  <a:pt x="349630" y="64926"/>
                  <a:pt x="350659" y="66182"/>
                  <a:pt x="351943" y="67126"/>
                </a:cubicBezTo>
                <a:cubicBezTo>
                  <a:pt x="353227" y="68070"/>
                  <a:pt x="354851" y="68542"/>
                  <a:pt x="356815" y="68542"/>
                </a:cubicBezTo>
                <a:cubicBezTo>
                  <a:pt x="357797" y="68542"/>
                  <a:pt x="358750" y="68401"/>
                  <a:pt x="359676" y="68119"/>
                </a:cubicBezTo>
                <a:cubicBezTo>
                  <a:pt x="360601" y="67836"/>
                  <a:pt x="361545" y="67374"/>
                  <a:pt x="362508" y="66733"/>
                </a:cubicBezTo>
                <a:cubicBezTo>
                  <a:pt x="363471" y="66092"/>
                  <a:pt x="364462" y="65254"/>
                  <a:pt x="365482" y="64218"/>
                </a:cubicBezTo>
                <a:cubicBezTo>
                  <a:pt x="366501" y="63180"/>
                  <a:pt x="367615" y="61908"/>
                  <a:pt x="368824" y="60401"/>
                </a:cubicBezTo>
                <a:lnTo>
                  <a:pt x="368824" y="436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patch">
            <a:extLst xmlns:a="http://schemas.openxmlformats.org/drawingml/2006/main">
              <a:ext uri="{FF2B5EF4-FFF2-40B4-BE49-F238E27FC236}">
                <a16:creationId xmlns:a16="http://schemas.microsoft.com/office/drawing/2014/main" id="{E92549FF-E5B4-450F-B7C5-9ED972BC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00" y="3424251"/>
            <a:ext cx="253882" cy="99471"/>
          </a:xfrm>
          <a:custGeom xmlns:a="http://schemas.openxmlformats.org/drawingml/2006/main">
            <a:pathLst>
              <a:path w="253882" h="99471">
                <a:moveTo>
                  <a:pt x="50868" y="50923"/>
                </a:moveTo>
                <a:cubicBezTo>
                  <a:pt x="50868" y="55427"/>
                  <a:pt x="50387" y="59485"/>
                  <a:pt x="49424" y="63099"/>
                </a:cubicBezTo>
                <a:cubicBezTo>
                  <a:pt x="48461" y="66712"/>
                  <a:pt x="47054" y="69787"/>
                  <a:pt x="45204" y="72321"/>
                </a:cubicBezTo>
                <a:cubicBezTo>
                  <a:pt x="43353" y="74856"/>
                  <a:pt x="41050" y="76805"/>
                  <a:pt x="38293" y="78168"/>
                </a:cubicBezTo>
                <a:cubicBezTo>
                  <a:pt x="35536" y="79530"/>
                  <a:pt x="32383" y="80211"/>
                  <a:pt x="28833" y="80211"/>
                </a:cubicBezTo>
                <a:cubicBezTo>
                  <a:pt x="27360" y="80211"/>
                  <a:pt x="26010" y="80069"/>
                  <a:pt x="24783" y="79785"/>
                </a:cubicBezTo>
                <a:cubicBezTo>
                  <a:pt x="23555" y="79501"/>
                  <a:pt x="22366" y="79067"/>
                  <a:pt x="21214" y="78480"/>
                </a:cubicBezTo>
                <a:cubicBezTo>
                  <a:pt x="20062" y="77893"/>
                  <a:pt x="18920" y="77165"/>
                  <a:pt x="17787" y="76296"/>
                </a:cubicBezTo>
                <a:cubicBezTo>
                  <a:pt x="16654" y="75425"/>
                  <a:pt x="15483" y="74403"/>
                  <a:pt x="14275" y="73230"/>
                </a:cubicBezTo>
                <a:lnTo>
                  <a:pt x="14275" y="97033"/>
                </a:lnTo>
                <a:cubicBezTo>
                  <a:pt x="14275" y="97411"/>
                  <a:pt x="14162" y="97751"/>
                  <a:pt x="13935" y="98053"/>
                </a:cubicBezTo>
                <a:cubicBezTo>
                  <a:pt x="13708" y="98356"/>
                  <a:pt x="13321" y="98612"/>
                  <a:pt x="12774" y="98820"/>
                </a:cubicBezTo>
                <a:cubicBezTo>
                  <a:pt x="12226" y="99027"/>
                  <a:pt x="11499" y="99188"/>
                  <a:pt x="10593" y="99301"/>
                </a:cubicBezTo>
                <a:cubicBezTo>
                  <a:pt x="9687" y="99414"/>
                  <a:pt x="8535" y="99471"/>
                  <a:pt x="7137" y="99471"/>
                </a:cubicBezTo>
                <a:cubicBezTo>
                  <a:pt x="5740" y="99471"/>
                  <a:pt x="4588" y="99414"/>
                  <a:pt x="3682" y="99301"/>
                </a:cubicBezTo>
                <a:cubicBezTo>
                  <a:pt x="2776" y="99188"/>
                  <a:pt x="2049" y="99027"/>
                  <a:pt x="1501" y="98820"/>
                </a:cubicBezTo>
                <a:cubicBezTo>
                  <a:pt x="954" y="98612"/>
                  <a:pt x="566" y="98356"/>
                  <a:pt x="340" y="98053"/>
                </a:cubicBezTo>
                <a:cubicBezTo>
                  <a:pt x="113" y="97751"/>
                  <a:pt x="0" y="97411"/>
                  <a:pt x="0" y="97033"/>
                </a:cubicBezTo>
                <a:lnTo>
                  <a:pt x="0" y="26399"/>
                </a:lnTo>
                <a:cubicBezTo>
                  <a:pt x="0" y="26021"/>
                  <a:pt x="94" y="25691"/>
                  <a:pt x="283" y="25408"/>
                </a:cubicBezTo>
                <a:cubicBezTo>
                  <a:pt x="472" y="25123"/>
                  <a:pt x="802" y="24887"/>
                  <a:pt x="1275" y="24698"/>
                </a:cubicBezTo>
                <a:cubicBezTo>
                  <a:pt x="1747" y="24509"/>
                  <a:pt x="2370" y="24367"/>
                  <a:pt x="3144" y="24273"/>
                </a:cubicBezTo>
                <a:cubicBezTo>
                  <a:pt x="3918" y="24179"/>
                  <a:pt x="4890" y="24131"/>
                  <a:pt x="6061" y="24131"/>
                </a:cubicBezTo>
                <a:cubicBezTo>
                  <a:pt x="7194" y="24131"/>
                  <a:pt x="8148" y="24179"/>
                  <a:pt x="8922" y="24273"/>
                </a:cubicBezTo>
                <a:cubicBezTo>
                  <a:pt x="9696" y="24366"/>
                  <a:pt x="10319" y="24507"/>
                  <a:pt x="10791" y="24696"/>
                </a:cubicBezTo>
                <a:cubicBezTo>
                  <a:pt x="11263" y="24884"/>
                  <a:pt x="11594" y="25119"/>
                  <a:pt x="11782" y="25401"/>
                </a:cubicBezTo>
                <a:cubicBezTo>
                  <a:pt x="11971" y="25681"/>
                  <a:pt x="12066" y="26010"/>
                  <a:pt x="12066" y="26387"/>
                </a:cubicBezTo>
                <a:lnTo>
                  <a:pt x="12066" y="32306"/>
                </a:lnTo>
                <a:cubicBezTo>
                  <a:pt x="13538" y="30793"/>
                  <a:pt x="14983" y="29460"/>
                  <a:pt x="16399" y="28305"/>
                </a:cubicBezTo>
                <a:cubicBezTo>
                  <a:pt x="17815" y="27151"/>
                  <a:pt x="19260" y="26187"/>
                  <a:pt x="20733" y="25411"/>
                </a:cubicBezTo>
                <a:cubicBezTo>
                  <a:pt x="22205" y="24635"/>
                  <a:pt x="23725" y="24058"/>
                  <a:pt x="25293" y="23680"/>
                </a:cubicBezTo>
                <a:cubicBezTo>
                  <a:pt x="26860" y="23301"/>
                  <a:pt x="28531" y="23112"/>
                  <a:pt x="30306" y="23112"/>
                </a:cubicBezTo>
                <a:cubicBezTo>
                  <a:pt x="34007" y="23112"/>
                  <a:pt x="37160" y="23840"/>
                  <a:pt x="39766" y="25298"/>
                </a:cubicBezTo>
                <a:cubicBezTo>
                  <a:pt x="42371" y="26754"/>
                  <a:pt x="44496" y="28750"/>
                  <a:pt x="46138" y="31285"/>
                </a:cubicBezTo>
                <a:cubicBezTo>
                  <a:pt x="47781" y="33820"/>
                  <a:pt x="48980" y="36771"/>
                  <a:pt x="49736" y="40139"/>
                </a:cubicBezTo>
                <a:cubicBezTo>
                  <a:pt x="50491" y="43507"/>
                  <a:pt x="50868" y="47102"/>
                  <a:pt x="50868" y="50923"/>
                </a:cubicBezTo>
                <a:moveTo>
                  <a:pt x="36027" y="51973"/>
                </a:moveTo>
                <a:cubicBezTo>
                  <a:pt x="36027" y="49817"/>
                  <a:pt x="35867" y="47746"/>
                  <a:pt x="35546" y="45760"/>
                </a:cubicBezTo>
                <a:cubicBezTo>
                  <a:pt x="35225" y="43773"/>
                  <a:pt x="34677" y="42005"/>
                  <a:pt x="33903" y="40454"/>
                </a:cubicBezTo>
                <a:cubicBezTo>
                  <a:pt x="33129" y="38904"/>
                  <a:pt x="32109" y="37665"/>
                  <a:pt x="30844" y="36739"/>
                </a:cubicBezTo>
                <a:cubicBezTo>
                  <a:pt x="29579" y="35811"/>
                  <a:pt x="28002" y="35347"/>
                  <a:pt x="26114" y="35347"/>
                </a:cubicBezTo>
                <a:cubicBezTo>
                  <a:pt x="25170" y="35347"/>
                  <a:pt x="24235" y="35489"/>
                  <a:pt x="23310" y="35772"/>
                </a:cubicBezTo>
                <a:cubicBezTo>
                  <a:pt x="22385" y="36054"/>
                  <a:pt x="21441" y="36516"/>
                  <a:pt x="20478" y="37156"/>
                </a:cubicBezTo>
                <a:cubicBezTo>
                  <a:pt x="19515" y="37797"/>
                  <a:pt x="18523" y="38627"/>
                  <a:pt x="17504" y="39645"/>
                </a:cubicBezTo>
                <a:cubicBezTo>
                  <a:pt x="16484" y="40663"/>
                  <a:pt x="15408" y="41925"/>
                  <a:pt x="14275" y="43432"/>
                </a:cubicBezTo>
                <a:lnTo>
                  <a:pt x="14275" y="60118"/>
                </a:lnTo>
                <a:cubicBezTo>
                  <a:pt x="16276" y="62661"/>
                  <a:pt x="18183" y="64625"/>
                  <a:pt x="19996" y="66011"/>
                </a:cubicBezTo>
                <a:cubicBezTo>
                  <a:pt x="21809" y="67396"/>
                  <a:pt x="23697" y="68089"/>
                  <a:pt x="25661" y="68089"/>
                </a:cubicBezTo>
                <a:cubicBezTo>
                  <a:pt x="27511" y="68089"/>
                  <a:pt x="29088" y="67616"/>
                  <a:pt x="30391" y="66671"/>
                </a:cubicBezTo>
                <a:cubicBezTo>
                  <a:pt x="31694" y="65725"/>
                  <a:pt x="32760" y="64485"/>
                  <a:pt x="33591" y="62954"/>
                </a:cubicBezTo>
                <a:cubicBezTo>
                  <a:pt x="34422" y="61422"/>
                  <a:pt x="35036" y="59691"/>
                  <a:pt x="35432" y="57762"/>
                </a:cubicBezTo>
                <a:cubicBezTo>
                  <a:pt x="35829" y="55832"/>
                  <a:pt x="36027" y="53903"/>
                  <a:pt x="36027" y="51973"/>
                </a:cubicBezTo>
                <a:close/>
                <a:moveTo>
                  <a:pt x="105570" y="77094"/>
                </a:moveTo>
                <a:cubicBezTo>
                  <a:pt x="105570" y="77623"/>
                  <a:pt x="105381" y="78039"/>
                  <a:pt x="105004" y="78342"/>
                </a:cubicBezTo>
                <a:cubicBezTo>
                  <a:pt x="104626" y="78644"/>
                  <a:pt x="104031" y="78861"/>
                  <a:pt x="103219" y="78993"/>
                </a:cubicBezTo>
                <a:cubicBezTo>
                  <a:pt x="102407" y="79126"/>
                  <a:pt x="101208" y="79192"/>
                  <a:pt x="99622" y="79192"/>
                </a:cubicBezTo>
                <a:cubicBezTo>
                  <a:pt x="97923" y="79192"/>
                  <a:pt x="96686" y="79126"/>
                  <a:pt x="95912" y="78993"/>
                </a:cubicBezTo>
                <a:cubicBezTo>
                  <a:pt x="95138" y="78861"/>
                  <a:pt x="94590" y="78644"/>
                  <a:pt x="94269" y="78342"/>
                </a:cubicBezTo>
                <a:cubicBezTo>
                  <a:pt x="93948" y="78040"/>
                  <a:pt x="93788" y="77624"/>
                  <a:pt x="93788" y="77096"/>
                </a:cubicBezTo>
                <a:lnTo>
                  <a:pt x="93788" y="73074"/>
                </a:lnTo>
                <a:cubicBezTo>
                  <a:pt x="91710" y="75302"/>
                  <a:pt x="89341" y="77048"/>
                  <a:pt x="86678" y="78314"/>
                </a:cubicBezTo>
                <a:cubicBezTo>
                  <a:pt x="84016" y="79579"/>
                  <a:pt x="81061" y="80211"/>
                  <a:pt x="77813" y="80211"/>
                </a:cubicBezTo>
                <a:cubicBezTo>
                  <a:pt x="75132" y="80211"/>
                  <a:pt x="72668" y="79861"/>
                  <a:pt x="70421" y="79160"/>
                </a:cubicBezTo>
                <a:cubicBezTo>
                  <a:pt x="68174" y="78459"/>
                  <a:pt x="66229" y="77417"/>
                  <a:pt x="64586" y="76034"/>
                </a:cubicBezTo>
                <a:cubicBezTo>
                  <a:pt x="62944" y="74650"/>
                  <a:pt x="61669" y="72936"/>
                  <a:pt x="60763" y="70891"/>
                </a:cubicBezTo>
                <a:cubicBezTo>
                  <a:pt x="59856" y="68845"/>
                  <a:pt x="59403" y="66457"/>
                  <a:pt x="59403" y="63729"/>
                </a:cubicBezTo>
                <a:cubicBezTo>
                  <a:pt x="59403" y="60773"/>
                  <a:pt x="59979" y="58205"/>
                  <a:pt x="61131" y="56027"/>
                </a:cubicBezTo>
                <a:cubicBezTo>
                  <a:pt x="62283" y="53848"/>
                  <a:pt x="64001" y="52049"/>
                  <a:pt x="66286" y="50628"/>
                </a:cubicBezTo>
                <a:cubicBezTo>
                  <a:pt x="68570" y="49207"/>
                  <a:pt x="71412" y="48155"/>
                  <a:pt x="74811" y="47473"/>
                </a:cubicBezTo>
                <a:cubicBezTo>
                  <a:pt x="78210" y="46791"/>
                  <a:pt x="82156" y="46450"/>
                  <a:pt x="86650" y="46450"/>
                </a:cubicBezTo>
                <a:lnTo>
                  <a:pt x="91578" y="46450"/>
                </a:lnTo>
                <a:lnTo>
                  <a:pt x="91578" y="43405"/>
                </a:lnTo>
                <a:cubicBezTo>
                  <a:pt x="91578" y="41826"/>
                  <a:pt x="91418" y="40445"/>
                  <a:pt x="91097" y="39261"/>
                </a:cubicBezTo>
                <a:cubicBezTo>
                  <a:pt x="90776" y="38076"/>
                  <a:pt x="90247" y="37089"/>
                  <a:pt x="89511" y="36300"/>
                </a:cubicBezTo>
                <a:cubicBezTo>
                  <a:pt x="88774" y="35510"/>
                  <a:pt x="87792" y="34928"/>
                  <a:pt x="86565" y="34553"/>
                </a:cubicBezTo>
                <a:cubicBezTo>
                  <a:pt x="85338" y="34176"/>
                  <a:pt x="83818" y="33988"/>
                  <a:pt x="82005" y="33988"/>
                </a:cubicBezTo>
                <a:cubicBezTo>
                  <a:pt x="79626" y="33988"/>
                  <a:pt x="77502" y="34252"/>
                  <a:pt x="75632" y="34781"/>
                </a:cubicBezTo>
                <a:cubicBezTo>
                  <a:pt x="73763" y="35310"/>
                  <a:pt x="72111" y="35895"/>
                  <a:pt x="70676" y="36537"/>
                </a:cubicBezTo>
                <a:cubicBezTo>
                  <a:pt x="69241" y="37179"/>
                  <a:pt x="68042" y="37764"/>
                  <a:pt x="67079" y="38293"/>
                </a:cubicBezTo>
                <a:cubicBezTo>
                  <a:pt x="66116" y="38822"/>
                  <a:pt x="65332" y="39086"/>
                  <a:pt x="64728" y="39086"/>
                </a:cubicBezTo>
                <a:cubicBezTo>
                  <a:pt x="64313" y="39086"/>
                  <a:pt x="63944" y="38953"/>
                  <a:pt x="63623" y="38688"/>
                </a:cubicBezTo>
                <a:cubicBezTo>
                  <a:pt x="63302" y="38422"/>
                  <a:pt x="63038" y="38043"/>
                  <a:pt x="62830" y="37549"/>
                </a:cubicBezTo>
                <a:cubicBezTo>
                  <a:pt x="62623" y="37056"/>
                  <a:pt x="62462" y="36449"/>
                  <a:pt x="62349" y="35728"/>
                </a:cubicBezTo>
                <a:cubicBezTo>
                  <a:pt x="62235" y="35006"/>
                  <a:pt x="62179" y="34209"/>
                  <a:pt x="62179" y="33336"/>
                </a:cubicBezTo>
                <a:cubicBezTo>
                  <a:pt x="62179" y="32160"/>
                  <a:pt x="62273" y="31230"/>
                  <a:pt x="62462" y="30547"/>
                </a:cubicBezTo>
                <a:cubicBezTo>
                  <a:pt x="62651" y="29863"/>
                  <a:pt x="63010" y="29247"/>
                  <a:pt x="63538" y="28697"/>
                </a:cubicBezTo>
                <a:cubicBezTo>
                  <a:pt x="64067" y="28146"/>
                  <a:pt x="64992" y="27540"/>
                  <a:pt x="66314" y="26879"/>
                </a:cubicBezTo>
                <a:cubicBezTo>
                  <a:pt x="67636" y="26218"/>
                  <a:pt x="69184" y="25604"/>
                  <a:pt x="70959" y="25038"/>
                </a:cubicBezTo>
                <a:cubicBezTo>
                  <a:pt x="72734" y="24471"/>
                  <a:pt x="74669" y="24009"/>
                  <a:pt x="76765" y="23650"/>
                </a:cubicBezTo>
                <a:cubicBezTo>
                  <a:pt x="78861" y="23291"/>
                  <a:pt x="81023" y="23112"/>
                  <a:pt x="83251" y="23112"/>
                </a:cubicBezTo>
                <a:cubicBezTo>
                  <a:pt x="87217" y="23112"/>
                  <a:pt x="90606" y="23499"/>
                  <a:pt x="93419" y="24275"/>
                </a:cubicBezTo>
                <a:cubicBezTo>
                  <a:pt x="96233" y="25049"/>
                  <a:pt x="98546" y="26240"/>
                  <a:pt x="100358" y="27847"/>
                </a:cubicBezTo>
                <a:cubicBezTo>
                  <a:pt x="102171" y="29453"/>
                  <a:pt x="103493" y="31523"/>
                  <a:pt x="104324" y="34055"/>
                </a:cubicBezTo>
                <a:cubicBezTo>
                  <a:pt x="105155" y="36588"/>
                  <a:pt x="105570" y="39593"/>
                  <a:pt x="105570" y="43071"/>
                </a:cubicBezTo>
                <a:lnTo>
                  <a:pt x="105570" y="77094"/>
                </a:lnTo>
                <a:moveTo>
                  <a:pt x="91578" y="55400"/>
                </a:moveTo>
                <a:lnTo>
                  <a:pt x="86140" y="55400"/>
                </a:lnTo>
                <a:cubicBezTo>
                  <a:pt x="83837" y="55400"/>
                  <a:pt x="81873" y="55571"/>
                  <a:pt x="80249" y="55914"/>
                </a:cubicBezTo>
                <a:cubicBezTo>
                  <a:pt x="78625" y="56256"/>
                  <a:pt x="77303" y="56770"/>
                  <a:pt x="76284" y="57455"/>
                </a:cubicBezTo>
                <a:cubicBezTo>
                  <a:pt x="75264" y="58140"/>
                  <a:pt x="74518" y="58968"/>
                  <a:pt x="74046" y="59939"/>
                </a:cubicBezTo>
                <a:cubicBezTo>
                  <a:pt x="73574" y="60909"/>
                  <a:pt x="73338" y="62022"/>
                  <a:pt x="73338" y="63278"/>
                </a:cubicBezTo>
                <a:cubicBezTo>
                  <a:pt x="73338" y="65409"/>
                  <a:pt x="74008" y="67083"/>
                  <a:pt x="75349" y="68301"/>
                </a:cubicBezTo>
                <a:cubicBezTo>
                  <a:pt x="76690" y="69519"/>
                  <a:pt x="78550" y="70128"/>
                  <a:pt x="80929" y="70128"/>
                </a:cubicBezTo>
                <a:cubicBezTo>
                  <a:pt x="82930" y="70128"/>
                  <a:pt x="84771" y="69615"/>
                  <a:pt x="86452" y="68588"/>
                </a:cubicBezTo>
                <a:cubicBezTo>
                  <a:pt x="88132" y="67560"/>
                  <a:pt x="89841" y="66057"/>
                  <a:pt x="91578" y="64078"/>
                </a:cubicBezTo>
                <a:lnTo>
                  <a:pt x="91578" y="55400"/>
                </a:lnTo>
                <a:close/>
                <a:moveTo>
                  <a:pt x="147998" y="71902"/>
                </a:moveTo>
                <a:cubicBezTo>
                  <a:pt x="147998" y="73572"/>
                  <a:pt x="147894" y="74853"/>
                  <a:pt x="147686" y="75745"/>
                </a:cubicBezTo>
                <a:cubicBezTo>
                  <a:pt x="147478" y="76636"/>
                  <a:pt x="147205" y="77262"/>
                  <a:pt x="146865" y="77623"/>
                </a:cubicBezTo>
                <a:cubicBezTo>
                  <a:pt x="146525" y="77983"/>
                  <a:pt x="146024" y="78305"/>
                  <a:pt x="145364" y="78590"/>
                </a:cubicBezTo>
                <a:cubicBezTo>
                  <a:pt x="144703" y="78874"/>
                  <a:pt x="143929" y="79121"/>
                  <a:pt x="143041" y="79330"/>
                </a:cubicBezTo>
                <a:cubicBezTo>
                  <a:pt x="142154" y="79539"/>
                  <a:pt x="141191" y="79700"/>
                  <a:pt x="140152" y="79813"/>
                </a:cubicBezTo>
                <a:cubicBezTo>
                  <a:pt x="139114" y="79927"/>
                  <a:pt x="138066" y="79985"/>
                  <a:pt x="137008" y="79985"/>
                </a:cubicBezTo>
                <a:cubicBezTo>
                  <a:pt x="134176" y="79985"/>
                  <a:pt x="131721" y="79626"/>
                  <a:pt x="129644" y="78908"/>
                </a:cubicBezTo>
                <a:cubicBezTo>
                  <a:pt x="127567" y="78191"/>
                  <a:pt x="125849" y="77086"/>
                  <a:pt x="124489" y="75595"/>
                </a:cubicBezTo>
                <a:cubicBezTo>
                  <a:pt x="123130" y="74103"/>
                  <a:pt x="122129" y="72224"/>
                  <a:pt x="121487" y="69958"/>
                </a:cubicBezTo>
                <a:cubicBezTo>
                  <a:pt x="120845" y="67692"/>
                  <a:pt x="120524" y="65011"/>
                  <a:pt x="120524" y="61914"/>
                </a:cubicBezTo>
                <a:lnTo>
                  <a:pt x="120524" y="36027"/>
                </a:lnTo>
                <a:lnTo>
                  <a:pt x="114463" y="36027"/>
                </a:lnTo>
                <a:cubicBezTo>
                  <a:pt x="113745" y="36027"/>
                  <a:pt x="113198" y="35583"/>
                  <a:pt x="112820" y="34696"/>
                </a:cubicBezTo>
                <a:cubicBezTo>
                  <a:pt x="112443" y="33808"/>
                  <a:pt x="112254" y="32326"/>
                  <a:pt x="112254" y="30249"/>
                </a:cubicBezTo>
                <a:cubicBezTo>
                  <a:pt x="112254" y="29154"/>
                  <a:pt x="112301" y="28229"/>
                  <a:pt x="112395" y="27473"/>
                </a:cubicBezTo>
                <a:cubicBezTo>
                  <a:pt x="112490" y="26718"/>
                  <a:pt x="112631" y="26123"/>
                  <a:pt x="112820" y="25689"/>
                </a:cubicBezTo>
                <a:cubicBezTo>
                  <a:pt x="113009" y="25255"/>
                  <a:pt x="113245" y="24943"/>
                  <a:pt x="113528" y="24754"/>
                </a:cubicBezTo>
                <a:cubicBezTo>
                  <a:pt x="113812" y="24566"/>
                  <a:pt x="114142" y="24471"/>
                  <a:pt x="114520" y="24471"/>
                </a:cubicBezTo>
                <a:lnTo>
                  <a:pt x="120524" y="24471"/>
                </a:lnTo>
                <a:lnTo>
                  <a:pt x="120524" y="13153"/>
                </a:lnTo>
                <a:cubicBezTo>
                  <a:pt x="120524" y="12773"/>
                  <a:pt x="120628" y="12431"/>
                  <a:pt x="120836" y="12128"/>
                </a:cubicBezTo>
                <a:cubicBezTo>
                  <a:pt x="121043" y="11824"/>
                  <a:pt x="121421" y="11569"/>
                  <a:pt x="121969" y="11361"/>
                </a:cubicBezTo>
                <a:cubicBezTo>
                  <a:pt x="122516" y="11152"/>
                  <a:pt x="123253" y="11001"/>
                  <a:pt x="124178" y="10906"/>
                </a:cubicBezTo>
                <a:cubicBezTo>
                  <a:pt x="125103" y="10811"/>
                  <a:pt x="126245" y="10763"/>
                  <a:pt x="127605" y="10763"/>
                </a:cubicBezTo>
                <a:cubicBezTo>
                  <a:pt x="129002" y="10763"/>
                  <a:pt x="130163" y="10811"/>
                  <a:pt x="131089" y="10906"/>
                </a:cubicBezTo>
                <a:cubicBezTo>
                  <a:pt x="132014" y="11001"/>
                  <a:pt x="132741" y="11152"/>
                  <a:pt x="133270" y="11361"/>
                </a:cubicBezTo>
                <a:cubicBezTo>
                  <a:pt x="133798" y="11569"/>
                  <a:pt x="134176" y="11824"/>
                  <a:pt x="134403" y="12128"/>
                </a:cubicBezTo>
                <a:cubicBezTo>
                  <a:pt x="134629" y="12431"/>
                  <a:pt x="134742" y="12773"/>
                  <a:pt x="134742" y="13153"/>
                </a:cubicBezTo>
                <a:lnTo>
                  <a:pt x="134742" y="24471"/>
                </a:lnTo>
                <a:lnTo>
                  <a:pt x="145732" y="24471"/>
                </a:lnTo>
                <a:cubicBezTo>
                  <a:pt x="146109" y="24471"/>
                  <a:pt x="146440" y="24566"/>
                  <a:pt x="146723" y="24754"/>
                </a:cubicBezTo>
                <a:cubicBezTo>
                  <a:pt x="147006" y="24943"/>
                  <a:pt x="147242" y="25255"/>
                  <a:pt x="147431" y="25689"/>
                </a:cubicBezTo>
                <a:cubicBezTo>
                  <a:pt x="147620" y="26123"/>
                  <a:pt x="147762" y="26718"/>
                  <a:pt x="147856" y="27473"/>
                </a:cubicBezTo>
                <a:cubicBezTo>
                  <a:pt x="147950" y="28229"/>
                  <a:pt x="147998" y="29154"/>
                  <a:pt x="147998" y="30249"/>
                </a:cubicBezTo>
                <a:cubicBezTo>
                  <a:pt x="147998" y="32326"/>
                  <a:pt x="147809" y="33808"/>
                  <a:pt x="147431" y="34696"/>
                </a:cubicBezTo>
                <a:cubicBezTo>
                  <a:pt x="147054" y="35583"/>
                  <a:pt x="146506" y="36027"/>
                  <a:pt x="145788" y="36027"/>
                </a:cubicBezTo>
                <a:lnTo>
                  <a:pt x="134742" y="36027"/>
                </a:lnTo>
                <a:lnTo>
                  <a:pt x="134742" y="59719"/>
                </a:lnTo>
                <a:cubicBezTo>
                  <a:pt x="134742" y="62471"/>
                  <a:pt x="135177" y="64536"/>
                  <a:pt x="136045" y="65912"/>
                </a:cubicBezTo>
                <a:cubicBezTo>
                  <a:pt x="136914" y="67288"/>
                  <a:pt x="138462" y="67976"/>
                  <a:pt x="140690" y="67976"/>
                </a:cubicBezTo>
                <a:cubicBezTo>
                  <a:pt x="141446" y="67976"/>
                  <a:pt x="142125" y="67910"/>
                  <a:pt x="142730" y="67777"/>
                </a:cubicBezTo>
                <a:cubicBezTo>
                  <a:pt x="143334" y="67645"/>
                  <a:pt x="143872" y="67494"/>
                  <a:pt x="144344" y="67324"/>
                </a:cubicBezTo>
                <a:cubicBezTo>
                  <a:pt x="144816" y="67154"/>
                  <a:pt x="145213" y="67003"/>
                  <a:pt x="145534" y="66871"/>
                </a:cubicBezTo>
                <a:cubicBezTo>
                  <a:pt x="145855" y="66739"/>
                  <a:pt x="146147" y="66673"/>
                  <a:pt x="146412" y="66673"/>
                </a:cubicBezTo>
                <a:cubicBezTo>
                  <a:pt x="146638" y="66673"/>
                  <a:pt x="146855" y="66739"/>
                  <a:pt x="147063" y="66871"/>
                </a:cubicBezTo>
                <a:cubicBezTo>
                  <a:pt x="147271" y="67003"/>
                  <a:pt x="147431" y="67268"/>
                  <a:pt x="147544" y="67666"/>
                </a:cubicBezTo>
                <a:cubicBezTo>
                  <a:pt x="147658" y="68062"/>
                  <a:pt x="147762" y="68602"/>
                  <a:pt x="147856" y="69286"/>
                </a:cubicBezTo>
                <a:cubicBezTo>
                  <a:pt x="147950" y="69968"/>
                  <a:pt x="147998" y="70840"/>
                  <a:pt x="147998" y="71902"/>
                </a:cubicBezTo>
                <a:close/>
                <a:moveTo>
                  <a:pt x="195223" y="68882"/>
                </a:moveTo>
                <a:cubicBezTo>
                  <a:pt x="195223" y="69864"/>
                  <a:pt x="195195" y="70685"/>
                  <a:pt x="195138" y="71346"/>
                </a:cubicBezTo>
                <a:cubicBezTo>
                  <a:pt x="195082" y="72007"/>
                  <a:pt x="195006" y="72564"/>
                  <a:pt x="194912" y="73017"/>
                </a:cubicBezTo>
                <a:cubicBezTo>
                  <a:pt x="194817" y="73470"/>
                  <a:pt x="194704" y="73839"/>
                  <a:pt x="194572" y="74122"/>
                </a:cubicBezTo>
                <a:cubicBezTo>
                  <a:pt x="194440" y="74405"/>
                  <a:pt x="194147" y="74764"/>
                  <a:pt x="193694" y="75198"/>
                </a:cubicBezTo>
                <a:cubicBezTo>
                  <a:pt x="193241" y="75632"/>
                  <a:pt x="192467" y="76161"/>
                  <a:pt x="191371" y="76784"/>
                </a:cubicBezTo>
                <a:cubicBezTo>
                  <a:pt x="190276" y="77407"/>
                  <a:pt x="189030" y="77964"/>
                  <a:pt x="187633" y="78455"/>
                </a:cubicBezTo>
                <a:cubicBezTo>
                  <a:pt x="186236" y="78946"/>
                  <a:pt x="184715" y="79343"/>
                  <a:pt x="183073" y="79645"/>
                </a:cubicBezTo>
                <a:cubicBezTo>
                  <a:pt x="181430" y="79947"/>
                  <a:pt x="179740" y="80098"/>
                  <a:pt x="178003" y="80098"/>
                </a:cubicBezTo>
                <a:cubicBezTo>
                  <a:pt x="174113" y="80098"/>
                  <a:pt x="170667" y="79494"/>
                  <a:pt x="167665" y="78285"/>
                </a:cubicBezTo>
                <a:cubicBezTo>
                  <a:pt x="164663" y="77077"/>
                  <a:pt x="162142" y="75292"/>
                  <a:pt x="160103" y="72932"/>
                </a:cubicBezTo>
                <a:cubicBezTo>
                  <a:pt x="158063" y="70572"/>
                  <a:pt x="156524" y="67692"/>
                  <a:pt x="155486" y="64294"/>
                </a:cubicBezTo>
                <a:cubicBezTo>
                  <a:pt x="154447" y="60895"/>
                  <a:pt x="153928" y="57005"/>
                  <a:pt x="153928" y="52624"/>
                </a:cubicBezTo>
                <a:cubicBezTo>
                  <a:pt x="153928" y="47564"/>
                  <a:pt x="154561" y="43193"/>
                  <a:pt x="155826" y="39511"/>
                </a:cubicBezTo>
                <a:cubicBezTo>
                  <a:pt x="157091" y="35829"/>
                  <a:pt x="158856" y="32779"/>
                  <a:pt x="161122" y="30362"/>
                </a:cubicBezTo>
                <a:cubicBezTo>
                  <a:pt x="163388" y="27946"/>
                  <a:pt x="166069" y="26152"/>
                  <a:pt x="169166" y="24981"/>
                </a:cubicBezTo>
                <a:cubicBezTo>
                  <a:pt x="172263" y="23810"/>
                  <a:pt x="175662" y="23225"/>
                  <a:pt x="179362" y="23225"/>
                </a:cubicBezTo>
                <a:cubicBezTo>
                  <a:pt x="180873" y="23225"/>
                  <a:pt x="182355" y="23357"/>
                  <a:pt x="183809" y="23622"/>
                </a:cubicBezTo>
                <a:cubicBezTo>
                  <a:pt x="185263" y="23886"/>
                  <a:pt x="186623" y="24245"/>
                  <a:pt x="187888" y="24698"/>
                </a:cubicBezTo>
                <a:cubicBezTo>
                  <a:pt x="189153" y="25151"/>
                  <a:pt x="190286" y="25661"/>
                  <a:pt x="191286" y="26227"/>
                </a:cubicBezTo>
                <a:cubicBezTo>
                  <a:pt x="192287" y="26794"/>
                  <a:pt x="192995" y="27285"/>
                  <a:pt x="193411" y="27700"/>
                </a:cubicBezTo>
                <a:cubicBezTo>
                  <a:pt x="193826" y="28115"/>
                  <a:pt x="194119" y="28465"/>
                  <a:pt x="194289" y="28748"/>
                </a:cubicBezTo>
                <a:cubicBezTo>
                  <a:pt x="194459" y="29031"/>
                  <a:pt x="194591" y="29399"/>
                  <a:pt x="194685" y="29853"/>
                </a:cubicBezTo>
                <a:cubicBezTo>
                  <a:pt x="194780" y="30306"/>
                  <a:pt x="194855" y="30863"/>
                  <a:pt x="194912" y="31524"/>
                </a:cubicBezTo>
                <a:cubicBezTo>
                  <a:pt x="194968" y="32185"/>
                  <a:pt x="194997" y="32987"/>
                  <a:pt x="194997" y="33931"/>
                </a:cubicBezTo>
                <a:cubicBezTo>
                  <a:pt x="194997" y="36122"/>
                  <a:pt x="194808" y="37660"/>
                  <a:pt x="194430" y="38548"/>
                </a:cubicBezTo>
                <a:cubicBezTo>
                  <a:pt x="194053" y="39435"/>
                  <a:pt x="193562" y="39879"/>
                  <a:pt x="192958" y="39879"/>
                </a:cubicBezTo>
                <a:cubicBezTo>
                  <a:pt x="192316" y="39879"/>
                  <a:pt x="191636" y="39615"/>
                  <a:pt x="190918" y="39086"/>
                </a:cubicBezTo>
                <a:cubicBezTo>
                  <a:pt x="190201" y="38557"/>
                  <a:pt x="189351" y="37972"/>
                  <a:pt x="188369" y="37330"/>
                </a:cubicBezTo>
                <a:cubicBezTo>
                  <a:pt x="187387" y="36688"/>
                  <a:pt x="186217" y="36103"/>
                  <a:pt x="184857" y="35574"/>
                </a:cubicBezTo>
                <a:cubicBezTo>
                  <a:pt x="183498" y="35045"/>
                  <a:pt x="181874" y="34781"/>
                  <a:pt x="179986" y="34781"/>
                </a:cubicBezTo>
                <a:cubicBezTo>
                  <a:pt x="176285" y="34781"/>
                  <a:pt x="173452" y="36206"/>
                  <a:pt x="171489" y="39058"/>
                </a:cubicBezTo>
                <a:cubicBezTo>
                  <a:pt x="169525" y="41909"/>
                  <a:pt x="168543" y="46091"/>
                  <a:pt x="168543" y="51605"/>
                </a:cubicBezTo>
                <a:cubicBezTo>
                  <a:pt x="168543" y="54324"/>
                  <a:pt x="168788" y="56722"/>
                  <a:pt x="169279" y="58799"/>
                </a:cubicBezTo>
                <a:cubicBezTo>
                  <a:pt x="169770" y="60876"/>
                  <a:pt x="170497" y="62613"/>
                  <a:pt x="171460" y="64010"/>
                </a:cubicBezTo>
                <a:cubicBezTo>
                  <a:pt x="172423" y="65408"/>
                  <a:pt x="173632" y="66456"/>
                  <a:pt x="175086" y="67154"/>
                </a:cubicBezTo>
                <a:cubicBezTo>
                  <a:pt x="176540" y="67853"/>
                  <a:pt x="178229" y="68202"/>
                  <a:pt x="180155" y="68202"/>
                </a:cubicBezTo>
                <a:cubicBezTo>
                  <a:pt x="182119" y="68202"/>
                  <a:pt x="183809" y="67910"/>
                  <a:pt x="185225" y="67324"/>
                </a:cubicBezTo>
                <a:cubicBezTo>
                  <a:pt x="186641" y="66739"/>
                  <a:pt x="187878" y="66087"/>
                  <a:pt x="188936" y="65370"/>
                </a:cubicBezTo>
                <a:cubicBezTo>
                  <a:pt x="189993" y="64652"/>
                  <a:pt x="190881" y="64001"/>
                  <a:pt x="191598" y="63416"/>
                </a:cubicBezTo>
                <a:cubicBezTo>
                  <a:pt x="192316" y="62830"/>
                  <a:pt x="192920" y="62538"/>
                  <a:pt x="193411" y="62538"/>
                </a:cubicBezTo>
                <a:cubicBezTo>
                  <a:pt x="193751" y="62538"/>
                  <a:pt x="194034" y="62632"/>
                  <a:pt x="194260" y="62821"/>
                </a:cubicBezTo>
                <a:cubicBezTo>
                  <a:pt x="194487" y="63010"/>
                  <a:pt x="194666" y="63359"/>
                  <a:pt x="194799" y="63869"/>
                </a:cubicBezTo>
                <a:cubicBezTo>
                  <a:pt x="194931" y="64379"/>
                  <a:pt x="195035" y="65030"/>
                  <a:pt x="195110" y="65823"/>
                </a:cubicBezTo>
                <a:cubicBezTo>
                  <a:pt x="195186" y="66616"/>
                  <a:pt x="195223" y="67636"/>
                  <a:pt x="195223" y="68882"/>
                </a:cubicBezTo>
                <a:close/>
                <a:moveTo>
                  <a:pt x="253882" y="76924"/>
                </a:moveTo>
                <a:cubicBezTo>
                  <a:pt x="253882" y="77302"/>
                  <a:pt x="253769" y="77633"/>
                  <a:pt x="253542" y="77917"/>
                </a:cubicBezTo>
                <a:cubicBezTo>
                  <a:pt x="253315" y="78200"/>
                  <a:pt x="252938" y="78436"/>
                  <a:pt x="252409" y="78625"/>
                </a:cubicBezTo>
                <a:cubicBezTo>
                  <a:pt x="251880" y="78814"/>
                  <a:pt x="251153" y="78956"/>
                  <a:pt x="250228" y="79050"/>
                </a:cubicBezTo>
                <a:cubicBezTo>
                  <a:pt x="249303" y="79144"/>
                  <a:pt x="248161" y="79192"/>
                  <a:pt x="246801" y="79192"/>
                </a:cubicBezTo>
                <a:cubicBezTo>
                  <a:pt x="245404" y="79192"/>
                  <a:pt x="244243" y="79144"/>
                  <a:pt x="243317" y="79050"/>
                </a:cubicBezTo>
                <a:cubicBezTo>
                  <a:pt x="242392" y="78956"/>
                  <a:pt x="241665" y="78814"/>
                  <a:pt x="241137" y="78625"/>
                </a:cubicBezTo>
                <a:cubicBezTo>
                  <a:pt x="240608" y="78436"/>
                  <a:pt x="240230" y="78200"/>
                  <a:pt x="240004" y="77917"/>
                </a:cubicBezTo>
                <a:cubicBezTo>
                  <a:pt x="239777" y="77634"/>
                  <a:pt x="239664" y="77303"/>
                  <a:pt x="239664" y="76926"/>
                </a:cubicBezTo>
                <a:lnTo>
                  <a:pt x="239664" y="48093"/>
                </a:lnTo>
                <a:cubicBezTo>
                  <a:pt x="239664" y="45638"/>
                  <a:pt x="239484" y="43712"/>
                  <a:pt x="239126" y="42315"/>
                </a:cubicBezTo>
                <a:cubicBezTo>
                  <a:pt x="238767" y="40918"/>
                  <a:pt x="238248" y="39719"/>
                  <a:pt x="237568" y="38718"/>
                </a:cubicBezTo>
                <a:cubicBezTo>
                  <a:pt x="236888" y="37717"/>
                  <a:pt x="236010" y="36943"/>
                  <a:pt x="234934" y="36395"/>
                </a:cubicBezTo>
                <a:cubicBezTo>
                  <a:pt x="233857" y="35848"/>
                  <a:pt x="232602" y="35574"/>
                  <a:pt x="231167" y="35574"/>
                </a:cubicBezTo>
                <a:cubicBezTo>
                  <a:pt x="229354" y="35574"/>
                  <a:pt x="227523" y="36235"/>
                  <a:pt x="225672" y="37557"/>
                </a:cubicBezTo>
                <a:cubicBezTo>
                  <a:pt x="223822" y="38878"/>
                  <a:pt x="221896" y="40804"/>
                  <a:pt x="219894" y="43334"/>
                </a:cubicBezTo>
                <a:lnTo>
                  <a:pt x="219894" y="76926"/>
                </a:lnTo>
                <a:cubicBezTo>
                  <a:pt x="219894" y="77303"/>
                  <a:pt x="219781" y="77634"/>
                  <a:pt x="219554" y="77917"/>
                </a:cubicBezTo>
                <a:cubicBezTo>
                  <a:pt x="219328" y="78200"/>
                  <a:pt x="218941" y="78436"/>
                  <a:pt x="218393" y="78625"/>
                </a:cubicBezTo>
                <a:cubicBezTo>
                  <a:pt x="217845" y="78814"/>
                  <a:pt x="217118" y="78956"/>
                  <a:pt x="216212" y="79050"/>
                </a:cubicBezTo>
                <a:cubicBezTo>
                  <a:pt x="215306" y="79144"/>
                  <a:pt x="214154" y="79192"/>
                  <a:pt x="212757" y="79192"/>
                </a:cubicBezTo>
                <a:cubicBezTo>
                  <a:pt x="211359" y="79192"/>
                  <a:pt x="210208" y="79144"/>
                  <a:pt x="209301" y="79050"/>
                </a:cubicBezTo>
                <a:cubicBezTo>
                  <a:pt x="208395" y="78956"/>
                  <a:pt x="207668" y="78814"/>
                  <a:pt x="207120" y="78625"/>
                </a:cubicBezTo>
                <a:cubicBezTo>
                  <a:pt x="206573" y="78436"/>
                  <a:pt x="206186" y="78200"/>
                  <a:pt x="205959" y="77917"/>
                </a:cubicBezTo>
                <a:cubicBezTo>
                  <a:pt x="205733" y="77634"/>
                  <a:pt x="205619" y="77303"/>
                  <a:pt x="205619" y="76926"/>
                </a:cubicBezTo>
                <a:lnTo>
                  <a:pt x="205619" y="2436"/>
                </a:lnTo>
                <a:cubicBezTo>
                  <a:pt x="205619" y="2058"/>
                  <a:pt x="205733" y="1718"/>
                  <a:pt x="205959" y="1416"/>
                </a:cubicBezTo>
                <a:cubicBezTo>
                  <a:pt x="206186" y="1114"/>
                  <a:pt x="206573" y="859"/>
                  <a:pt x="207120" y="651"/>
                </a:cubicBezTo>
                <a:cubicBezTo>
                  <a:pt x="207668" y="444"/>
                  <a:pt x="208395" y="283"/>
                  <a:pt x="209301" y="170"/>
                </a:cubicBezTo>
                <a:cubicBezTo>
                  <a:pt x="210208" y="57"/>
                  <a:pt x="211359" y="0"/>
                  <a:pt x="212757" y="0"/>
                </a:cubicBezTo>
                <a:cubicBezTo>
                  <a:pt x="214154" y="0"/>
                  <a:pt x="215306" y="57"/>
                  <a:pt x="216212" y="170"/>
                </a:cubicBezTo>
                <a:cubicBezTo>
                  <a:pt x="217118" y="283"/>
                  <a:pt x="217845" y="444"/>
                  <a:pt x="218393" y="651"/>
                </a:cubicBezTo>
                <a:cubicBezTo>
                  <a:pt x="218941" y="858"/>
                  <a:pt x="219328" y="1112"/>
                  <a:pt x="219554" y="1414"/>
                </a:cubicBezTo>
                <a:cubicBezTo>
                  <a:pt x="219781" y="1715"/>
                  <a:pt x="219894" y="2055"/>
                  <a:pt x="219894" y="2432"/>
                </a:cubicBezTo>
                <a:lnTo>
                  <a:pt x="219894" y="30313"/>
                </a:lnTo>
                <a:cubicBezTo>
                  <a:pt x="222349" y="27894"/>
                  <a:pt x="224851" y="26089"/>
                  <a:pt x="227400" y="24898"/>
                </a:cubicBezTo>
                <a:cubicBezTo>
                  <a:pt x="229949" y="23707"/>
                  <a:pt x="232602" y="23112"/>
                  <a:pt x="235359" y="23112"/>
                </a:cubicBezTo>
                <a:cubicBezTo>
                  <a:pt x="238795" y="23112"/>
                  <a:pt x="241694" y="23679"/>
                  <a:pt x="244054" y="24813"/>
                </a:cubicBezTo>
                <a:cubicBezTo>
                  <a:pt x="246414" y="25947"/>
                  <a:pt x="248321" y="27497"/>
                  <a:pt x="249775" y="29463"/>
                </a:cubicBezTo>
                <a:cubicBezTo>
                  <a:pt x="251229" y="31428"/>
                  <a:pt x="252277" y="33725"/>
                  <a:pt x="252919" y="36353"/>
                </a:cubicBezTo>
                <a:cubicBezTo>
                  <a:pt x="253561" y="38980"/>
                  <a:pt x="253882" y="42164"/>
                  <a:pt x="253882" y="45907"/>
                </a:cubicBezTo>
                <a:lnTo>
                  <a:pt x="253882" y="769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B87D2-11B7-4965-BE64-D80D7F64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037" y="2528456"/>
            <a:ext cx="10" cy="335560"/>
          </a:xfrm>
          <a:custGeom xmlns:a="http://schemas.openxmlformats.org/drawingml/2006/main">
            <a:pathLst>
              <a:path w="1" h="335560" fill="none">
                <a:moveTo>
                  <a:pt x="0" y="335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C55A11"/>
            </a:solidFill>
            <a:custDash>
              <a:ds d="400000" sp="300000"/>
            </a:custDash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2DEB7-AB4B-4F61-AAAC-E7A1B73F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502" y="2495890"/>
            <a:ext cx="39076" cy="39076"/>
          </a:xfrm>
          <a:custGeom xmlns:a="http://schemas.openxmlformats.org/drawingml/2006/main">
            <a:pathLst>
              <a:path w="39076" h="39076">
                <a:moveTo>
                  <a:pt x="39076" y="39076"/>
                </a:moveTo>
                <a:lnTo>
                  <a:pt x="0" y="39076"/>
                </a:lnTo>
                <a:lnTo>
                  <a:pt x="19538" y="0"/>
                </a:lnTo>
                <a:lnTo>
                  <a:pt x="39076" y="39076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context">
            <a:extLst xmlns:a="http://schemas.openxmlformats.org/drawingml/2006/main">
              <a:ext uri="{FF2B5EF4-FFF2-40B4-BE49-F238E27FC236}">
                <a16:creationId xmlns:a16="http://schemas.microsoft.com/office/drawing/2014/main" id="{A8DC8497-6B16-4AD9-B231-22269D0C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998" y="2567487"/>
            <a:ext cx="247930" cy="48655"/>
          </a:xfrm>
          <a:custGeom xmlns:a="http://schemas.openxmlformats.org/drawingml/2006/main">
            <a:pathLst>
              <a:path w="247930" h="48655">
                <a:moveTo>
                  <a:pt x="31709" y="13301"/>
                </a:moveTo>
                <a:cubicBezTo>
                  <a:pt x="31709" y="13913"/>
                  <a:pt x="31637" y="14605"/>
                  <a:pt x="31491" y="15376"/>
                </a:cubicBezTo>
                <a:cubicBezTo>
                  <a:pt x="31346" y="16147"/>
                  <a:pt x="31154" y="16877"/>
                  <a:pt x="30916" y="17569"/>
                </a:cubicBezTo>
                <a:cubicBezTo>
                  <a:pt x="30678" y="18260"/>
                  <a:pt x="30380" y="18838"/>
                  <a:pt x="30023" y="19304"/>
                </a:cubicBezTo>
                <a:cubicBezTo>
                  <a:pt x="29666" y="19769"/>
                  <a:pt x="29275" y="20002"/>
                  <a:pt x="28852" y="20002"/>
                </a:cubicBezTo>
                <a:cubicBezTo>
                  <a:pt x="28455" y="20002"/>
                  <a:pt x="28071" y="19841"/>
                  <a:pt x="27701" y="19519"/>
                </a:cubicBezTo>
                <a:cubicBezTo>
                  <a:pt x="27331" y="19198"/>
                  <a:pt x="26874" y="18836"/>
                  <a:pt x="26332" y="18434"/>
                </a:cubicBezTo>
                <a:cubicBezTo>
                  <a:pt x="25790" y="18032"/>
                  <a:pt x="25108" y="17664"/>
                  <a:pt x="24288" y="17329"/>
                </a:cubicBezTo>
                <a:cubicBezTo>
                  <a:pt x="23468" y="16994"/>
                  <a:pt x="22410" y="16827"/>
                  <a:pt x="21113" y="16827"/>
                </a:cubicBezTo>
                <a:cubicBezTo>
                  <a:pt x="19737" y="16827"/>
                  <a:pt x="18507" y="17131"/>
                  <a:pt x="17422" y="17739"/>
                </a:cubicBezTo>
                <a:cubicBezTo>
                  <a:pt x="16338" y="18346"/>
                  <a:pt x="15392" y="19132"/>
                  <a:pt x="14585" y="20096"/>
                </a:cubicBezTo>
                <a:cubicBezTo>
                  <a:pt x="13778" y="21060"/>
                  <a:pt x="13110" y="22157"/>
                  <a:pt x="12581" y="23385"/>
                </a:cubicBezTo>
                <a:cubicBezTo>
                  <a:pt x="12051" y="24613"/>
                  <a:pt x="11615" y="25854"/>
                  <a:pt x="11271" y="27108"/>
                </a:cubicBezTo>
                <a:cubicBezTo>
                  <a:pt x="10927" y="28363"/>
                  <a:pt x="10682" y="29564"/>
                  <a:pt x="10537" y="30714"/>
                </a:cubicBezTo>
                <a:cubicBezTo>
                  <a:pt x="10391" y="31863"/>
                  <a:pt x="10318" y="32860"/>
                  <a:pt x="10318" y="33705"/>
                </a:cubicBezTo>
                <a:cubicBezTo>
                  <a:pt x="10318" y="35845"/>
                  <a:pt x="10788" y="37469"/>
                  <a:pt x="11727" y="38579"/>
                </a:cubicBezTo>
                <a:cubicBezTo>
                  <a:pt x="12667" y="39688"/>
                  <a:pt x="14142" y="40242"/>
                  <a:pt x="16152" y="40242"/>
                </a:cubicBezTo>
                <a:cubicBezTo>
                  <a:pt x="17634" y="40242"/>
                  <a:pt x="18904" y="40050"/>
                  <a:pt x="19962" y="39667"/>
                </a:cubicBezTo>
                <a:cubicBezTo>
                  <a:pt x="21021" y="39283"/>
                  <a:pt x="21927" y="38860"/>
                  <a:pt x="22681" y="38397"/>
                </a:cubicBezTo>
                <a:cubicBezTo>
                  <a:pt x="23435" y="37934"/>
                  <a:pt x="24083" y="37517"/>
                  <a:pt x="24625" y="37146"/>
                </a:cubicBezTo>
                <a:cubicBezTo>
                  <a:pt x="25168" y="36776"/>
                  <a:pt x="25664" y="36591"/>
                  <a:pt x="26114" y="36591"/>
                </a:cubicBezTo>
                <a:cubicBezTo>
                  <a:pt x="26378" y="36591"/>
                  <a:pt x="26570" y="36710"/>
                  <a:pt x="26689" y="36948"/>
                </a:cubicBezTo>
                <a:cubicBezTo>
                  <a:pt x="26808" y="37186"/>
                  <a:pt x="26868" y="37530"/>
                  <a:pt x="26868" y="37980"/>
                </a:cubicBezTo>
                <a:cubicBezTo>
                  <a:pt x="26868" y="38430"/>
                  <a:pt x="26815" y="38992"/>
                  <a:pt x="26709" y="39667"/>
                </a:cubicBezTo>
                <a:cubicBezTo>
                  <a:pt x="26603" y="40341"/>
                  <a:pt x="26464" y="41022"/>
                  <a:pt x="26292" y="41710"/>
                </a:cubicBezTo>
                <a:cubicBezTo>
                  <a:pt x="26120" y="42398"/>
                  <a:pt x="25922" y="43040"/>
                  <a:pt x="25697" y="43635"/>
                </a:cubicBezTo>
                <a:cubicBezTo>
                  <a:pt x="25472" y="44230"/>
                  <a:pt x="25181" y="44702"/>
                  <a:pt x="24824" y="45049"/>
                </a:cubicBezTo>
                <a:cubicBezTo>
                  <a:pt x="24467" y="45396"/>
                  <a:pt x="23904" y="45791"/>
                  <a:pt x="23137" y="46232"/>
                </a:cubicBezTo>
                <a:cubicBezTo>
                  <a:pt x="22370" y="46673"/>
                  <a:pt x="21484" y="47067"/>
                  <a:pt x="20478" y="47414"/>
                </a:cubicBezTo>
                <a:cubicBezTo>
                  <a:pt x="19473" y="47761"/>
                  <a:pt x="18381" y="48042"/>
                  <a:pt x="17204" y="48255"/>
                </a:cubicBezTo>
                <a:cubicBezTo>
                  <a:pt x="16027" y="48469"/>
                  <a:pt x="14803" y="48576"/>
                  <a:pt x="13533" y="48576"/>
                </a:cubicBezTo>
                <a:cubicBezTo>
                  <a:pt x="9009" y="48576"/>
                  <a:pt x="5622" y="47432"/>
                  <a:pt x="3373" y="45143"/>
                </a:cubicBezTo>
                <a:cubicBezTo>
                  <a:pt x="1124" y="42855"/>
                  <a:pt x="0" y="39475"/>
                  <a:pt x="0" y="35003"/>
                </a:cubicBezTo>
                <a:cubicBezTo>
                  <a:pt x="0" y="33389"/>
                  <a:pt x="152" y="31617"/>
                  <a:pt x="456" y="29685"/>
                </a:cubicBezTo>
                <a:cubicBezTo>
                  <a:pt x="761" y="27754"/>
                  <a:pt x="1257" y="25816"/>
                  <a:pt x="1945" y="23871"/>
                </a:cubicBezTo>
                <a:cubicBezTo>
                  <a:pt x="2633" y="21927"/>
                  <a:pt x="3525" y="20042"/>
                  <a:pt x="4623" y="18216"/>
                </a:cubicBezTo>
                <a:cubicBezTo>
                  <a:pt x="5721" y="16390"/>
                  <a:pt x="7064" y="14777"/>
                  <a:pt x="8652" y="13374"/>
                </a:cubicBezTo>
                <a:cubicBezTo>
                  <a:pt x="10239" y="11972"/>
                  <a:pt x="12078" y="10848"/>
                  <a:pt x="14168" y="10001"/>
                </a:cubicBezTo>
                <a:cubicBezTo>
                  <a:pt x="16258" y="9154"/>
                  <a:pt x="18666" y="8731"/>
                  <a:pt x="21391" y="8731"/>
                </a:cubicBezTo>
                <a:cubicBezTo>
                  <a:pt x="22449" y="8731"/>
                  <a:pt x="23481" y="8810"/>
                  <a:pt x="24486" y="8969"/>
                </a:cubicBezTo>
                <a:cubicBezTo>
                  <a:pt x="25492" y="9128"/>
                  <a:pt x="26418" y="9346"/>
                  <a:pt x="27265" y="9624"/>
                </a:cubicBezTo>
                <a:cubicBezTo>
                  <a:pt x="28111" y="9902"/>
                  <a:pt x="28859" y="10226"/>
                  <a:pt x="29507" y="10596"/>
                </a:cubicBezTo>
                <a:cubicBezTo>
                  <a:pt x="30155" y="10967"/>
                  <a:pt x="30638" y="11304"/>
                  <a:pt x="30955" y="11608"/>
                </a:cubicBezTo>
                <a:cubicBezTo>
                  <a:pt x="31273" y="11913"/>
                  <a:pt x="31478" y="12185"/>
                  <a:pt x="31571" y="12424"/>
                </a:cubicBezTo>
                <a:cubicBezTo>
                  <a:pt x="31663" y="12663"/>
                  <a:pt x="31709" y="12956"/>
                  <a:pt x="31709" y="13301"/>
                </a:cubicBezTo>
                <a:close/>
                <a:moveTo>
                  <a:pt x="70947" y="22848"/>
                </a:moveTo>
                <a:cubicBezTo>
                  <a:pt x="70947" y="24756"/>
                  <a:pt x="70768" y="26718"/>
                  <a:pt x="70411" y="28733"/>
                </a:cubicBezTo>
                <a:cubicBezTo>
                  <a:pt x="70054" y="30748"/>
                  <a:pt x="69492" y="32716"/>
                  <a:pt x="68724" y="34639"/>
                </a:cubicBezTo>
                <a:cubicBezTo>
                  <a:pt x="67957" y="36560"/>
                  <a:pt x="66972" y="38363"/>
                  <a:pt x="65768" y="40046"/>
                </a:cubicBezTo>
                <a:cubicBezTo>
                  <a:pt x="64564" y="41729"/>
                  <a:pt x="63122" y="43214"/>
                  <a:pt x="61442" y="44500"/>
                </a:cubicBezTo>
                <a:cubicBezTo>
                  <a:pt x="59762" y="45785"/>
                  <a:pt x="57837" y="46799"/>
                  <a:pt x="55668" y="47542"/>
                </a:cubicBezTo>
                <a:cubicBezTo>
                  <a:pt x="53498" y="48284"/>
                  <a:pt x="51051" y="48655"/>
                  <a:pt x="48326" y="48655"/>
                </a:cubicBezTo>
                <a:cubicBezTo>
                  <a:pt x="45653" y="48655"/>
                  <a:pt x="43345" y="48344"/>
                  <a:pt x="41400" y="47720"/>
                </a:cubicBezTo>
                <a:cubicBezTo>
                  <a:pt x="39456" y="47098"/>
                  <a:pt x="37835" y="46183"/>
                  <a:pt x="36539" y="44977"/>
                </a:cubicBezTo>
                <a:cubicBezTo>
                  <a:pt x="35242" y="43771"/>
                  <a:pt x="34277" y="42286"/>
                  <a:pt x="33642" y="40524"/>
                </a:cubicBezTo>
                <a:cubicBezTo>
                  <a:pt x="33007" y="38761"/>
                  <a:pt x="32689" y="36739"/>
                  <a:pt x="32689" y="34459"/>
                </a:cubicBezTo>
                <a:cubicBezTo>
                  <a:pt x="32689" y="32551"/>
                  <a:pt x="32868" y="30589"/>
                  <a:pt x="33225" y="28574"/>
                </a:cubicBezTo>
                <a:cubicBezTo>
                  <a:pt x="33582" y="26559"/>
                  <a:pt x="34144" y="24598"/>
                  <a:pt x="34912" y="22689"/>
                </a:cubicBezTo>
                <a:cubicBezTo>
                  <a:pt x="35679" y="20780"/>
                  <a:pt x="36664" y="18971"/>
                  <a:pt x="37868" y="17261"/>
                </a:cubicBezTo>
                <a:cubicBezTo>
                  <a:pt x="39072" y="15551"/>
                  <a:pt x="40514" y="14060"/>
                  <a:pt x="42194" y="12788"/>
                </a:cubicBezTo>
                <a:cubicBezTo>
                  <a:pt x="43874" y="11515"/>
                  <a:pt x="45799" y="10508"/>
                  <a:pt x="47968" y="9765"/>
                </a:cubicBezTo>
                <a:cubicBezTo>
                  <a:pt x="50138" y="9023"/>
                  <a:pt x="52585" y="8652"/>
                  <a:pt x="55310" y="8652"/>
                </a:cubicBezTo>
                <a:cubicBezTo>
                  <a:pt x="57983" y="8652"/>
                  <a:pt x="60291" y="8963"/>
                  <a:pt x="62236" y="9587"/>
                </a:cubicBezTo>
                <a:cubicBezTo>
                  <a:pt x="64180" y="10209"/>
                  <a:pt x="65801" y="11124"/>
                  <a:pt x="67097" y="12330"/>
                </a:cubicBezTo>
                <a:cubicBezTo>
                  <a:pt x="68394" y="13536"/>
                  <a:pt x="69359" y="15021"/>
                  <a:pt x="69994" y="16784"/>
                </a:cubicBezTo>
                <a:cubicBezTo>
                  <a:pt x="70629" y="18546"/>
                  <a:pt x="70947" y="20568"/>
                  <a:pt x="70947" y="22848"/>
                </a:cubicBezTo>
                <a:moveTo>
                  <a:pt x="60628" y="23505"/>
                </a:moveTo>
                <a:cubicBezTo>
                  <a:pt x="60628" y="22393"/>
                  <a:pt x="60516" y="21406"/>
                  <a:pt x="60291" y="20545"/>
                </a:cubicBezTo>
                <a:cubicBezTo>
                  <a:pt x="60066" y="19684"/>
                  <a:pt x="59696" y="18955"/>
                  <a:pt x="59180" y="18359"/>
                </a:cubicBezTo>
                <a:cubicBezTo>
                  <a:pt x="58664" y="17762"/>
                  <a:pt x="58002" y="17305"/>
                  <a:pt x="57196" y="16987"/>
                </a:cubicBezTo>
                <a:cubicBezTo>
                  <a:pt x="56389" y="16669"/>
                  <a:pt x="55403" y="16510"/>
                  <a:pt x="54239" y="16510"/>
                </a:cubicBezTo>
                <a:cubicBezTo>
                  <a:pt x="52916" y="16510"/>
                  <a:pt x="51725" y="16768"/>
                  <a:pt x="50667" y="17285"/>
                </a:cubicBezTo>
                <a:cubicBezTo>
                  <a:pt x="49609" y="17801"/>
                  <a:pt x="48663" y="18497"/>
                  <a:pt x="47830" y="19372"/>
                </a:cubicBezTo>
                <a:cubicBezTo>
                  <a:pt x="46996" y="20247"/>
                  <a:pt x="46275" y="21260"/>
                  <a:pt x="45667" y="22413"/>
                </a:cubicBezTo>
                <a:cubicBezTo>
                  <a:pt x="45058" y="23565"/>
                  <a:pt x="44555" y="24778"/>
                  <a:pt x="44159" y="26050"/>
                </a:cubicBezTo>
                <a:cubicBezTo>
                  <a:pt x="43762" y="27322"/>
                  <a:pt x="43471" y="28614"/>
                  <a:pt x="43285" y="29926"/>
                </a:cubicBezTo>
                <a:cubicBezTo>
                  <a:pt x="43100" y="31237"/>
                  <a:pt x="43008" y="32490"/>
                  <a:pt x="43008" y="33683"/>
                </a:cubicBezTo>
                <a:cubicBezTo>
                  <a:pt x="43008" y="34795"/>
                  <a:pt x="43120" y="35789"/>
                  <a:pt x="43345" y="36664"/>
                </a:cubicBezTo>
                <a:cubicBezTo>
                  <a:pt x="43570" y="37538"/>
                  <a:pt x="43940" y="38273"/>
                  <a:pt x="44456" y="38870"/>
                </a:cubicBezTo>
                <a:cubicBezTo>
                  <a:pt x="44972" y="39466"/>
                  <a:pt x="45634" y="39924"/>
                  <a:pt x="46441" y="40242"/>
                </a:cubicBezTo>
                <a:cubicBezTo>
                  <a:pt x="47247" y="40559"/>
                  <a:pt x="48233" y="40718"/>
                  <a:pt x="49397" y="40718"/>
                </a:cubicBezTo>
                <a:cubicBezTo>
                  <a:pt x="50720" y="40718"/>
                  <a:pt x="51911" y="40460"/>
                  <a:pt x="52969" y="39943"/>
                </a:cubicBezTo>
                <a:cubicBezTo>
                  <a:pt x="54027" y="39426"/>
                  <a:pt x="54973" y="38724"/>
                  <a:pt x="55807" y="37836"/>
                </a:cubicBezTo>
                <a:cubicBezTo>
                  <a:pt x="56640" y="36948"/>
                  <a:pt x="57361" y="35928"/>
                  <a:pt x="57969" y="34775"/>
                </a:cubicBezTo>
                <a:cubicBezTo>
                  <a:pt x="58578" y="33623"/>
                  <a:pt x="59081" y="32404"/>
                  <a:pt x="59477" y="31119"/>
                </a:cubicBezTo>
                <a:cubicBezTo>
                  <a:pt x="59874" y="29833"/>
                  <a:pt x="60165" y="28542"/>
                  <a:pt x="60351" y="27243"/>
                </a:cubicBezTo>
                <a:cubicBezTo>
                  <a:pt x="60536" y="25945"/>
                  <a:pt x="60628" y="24699"/>
                  <a:pt x="60628" y="23505"/>
                </a:cubicBezTo>
                <a:close/>
                <a:moveTo>
                  <a:pt x="113024" y="18823"/>
                </a:moveTo>
                <a:cubicBezTo>
                  <a:pt x="113024" y="19749"/>
                  <a:pt x="112964" y="20676"/>
                  <a:pt x="112845" y="21603"/>
                </a:cubicBezTo>
                <a:cubicBezTo>
                  <a:pt x="112726" y="22530"/>
                  <a:pt x="112574" y="23483"/>
                  <a:pt x="112389" y="24463"/>
                </a:cubicBezTo>
                <a:lnTo>
                  <a:pt x="107983" y="46354"/>
                </a:lnTo>
                <a:cubicBezTo>
                  <a:pt x="107930" y="46618"/>
                  <a:pt x="107805" y="46850"/>
                  <a:pt x="107606" y="47048"/>
                </a:cubicBezTo>
                <a:cubicBezTo>
                  <a:pt x="107408" y="47247"/>
                  <a:pt x="107104" y="47412"/>
                  <a:pt x="106694" y="47544"/>
                </a:cubicBezTo>
                <a:cubicBezTo>
                  <a:pt x="106283" y="47677"/>
                  <a:pt x="105754" y="47776"/>
                  <a:pt x="105106" y="47842"/>
                </a:cubicBezTo>
                <a:cubicBezTo>
                  <a:pt x="104458" y="47908"/>
                  <a:pt x="103644" y="47941"/>
                  <a:pt x="102665" y="47941"/>
                </a:cubicBezTo>
                <a:cubicBezTo>
                  <a:pt x="101686" y="47941"/>
                  <a:pt x="100886" y="47908"/>
                  <a:pt x="100264" y="47842"/>
                </a:cubicBezTo>
                <a:cubicBezTo>
                  <a:pt x="99643" y="47776"/>
                  <a:pt x="99160" y="47677"/>
                  <a:pt x="98816" y="47544"/>
                </a:cubicBezTo>
                <a:cubicBezTo>
                  <a:pt x="98472" y="47412"/>
                  <a:pt x="98240" y="47247"/>
                  <a:pt x="98121" y="47048"/>
                </a:cubicBezTo>
                <a:cubicBezTo>
                  <a:pt x="98002" y="46850"/>
                  <a:pt x="97969" y="46618"/>
                  <a:pt x="98022" y="46354"/>
                </a:cubicBezTo>
                <a:lnTo>
                  <a:pt x="102308" y="25121"/>
                </a:lnTo>
                <a:cubicBezTo>
                  <a:pt x="102440" y="24483"/>
                  <a:pt x="102540" y="23832"/>
                  <a:pt x="102606" y="23167"/>
                </a:cubicBezTo>
                <a:cubicBezTo>
                  <a:pt x="102672" y="22502"/>
                  <a:pt x="102705" y="21917"/>
                  <a:pt x="102705" y="21412"/>
                </a:cubicBezTo>
                <a:cubicBezTo>
                  <a:pt x="102705" y="20215"/>
                  <a:pt x="102454" y="19231"/>
                  <a:pt x="101951" y="18460"/>
                </a:cubicBezTo>
                <a:cubicBezTo>
                  <a:pt x="101448" y="17689"/>
                  <a:pt x="100602" y="17303"/>
                  <a:pt x="99411" y="17303"/>
                </a:cubicBezTo>
                <a:cubicBezTo>
                  <a:pt x="98326" y="17303"/>
                  <a:pt x="97195" y="17648"/>
                  <a:pt x="96018" y="18339"/>
                </a:cubicBezTo>
                <a:cubicBezTo>
                  <a:pt x="94841" y="19028"/>
                  <a:pt x="93729" y="19964"/>
                  <a:pt x="92684" y="21145"/>
                </a:cubicBezTo>
                <a:cubicBezTo>
                  <a:pt x="91639" y="22326"/>
                  <a:pt x="90707" y="23706"/>
                  <a:pt x="89886" y="25285"/>
                </a:cubicBezTo>
                <a:cubicBezTo>
                  <a:pt x="89066" y="26864"/>
                  <a:pt x="88484" y="28542"/>
                  <a:pt x="88140" y="30320"/>
                </a:cubicBezTo>
                <a:lnTo>
                  <a:pt x="84926" y="46354"/>
                </a:lnTo>
                <a:cubicBezTo>
                  <a:pt x="84873" y="46618"/>
                  <a:pt x="84747" y="46850"/>
                  <a:pt x="84549" y="47048"/>
                </a:cubicBezTo>
                <a:cubicBezTo>
                  <a:pt x="84350" y="47247"/>
                  <a:pt x="84046" y="47412"/>
                  <a:pt x="83636" y="47544"/>
                </a:cubicBezTo>
                <a:cubicBezTo>
                  <a:pt x="83226" y="47677"/>
                  <a:pt x="82690" y="47776"/>
                  <a:pt x="82028" y="47842"/>
                </a:cubicBezTo>
                <a:cubicBezTo>
                  <a:pt x="81367" y="47908"/>
                  <a:pt x="80560" y="47941"/>
                  <a:pt x="79608" y="47941"/>
                </a:cubicBezTo>
                <a:cubicBezTo>
                  <a:pt x="78629" y="47941"/>
                  <a:pt x="77828" y="47908"/>
                  <a:pt x="77207" y="47842"/>
                </a:cubicBezTo>
                <a:cubicBezTo>
                  <a:pt x="76585" y="47776"/>
                  <a:pt x="76095" y="47677"/>
                  <a:pt x="75738" y="47544"/>
                </a:cubicBezTo>
                <a:cubicBezTo>
                  <a:pt x="75381" y="47412"/>
                  <a:pt x="75149" y="47247"/>
                  <a:pt x="75044" y="47048"/>
                </a:cubicBezTo>
                <a:cubicBezTo>
                  <a:pt x="74938" y="46850"/>
                  <a:pt x="74911" y="46618"/>
                  <a:pt x="74964" y="46354"/>
                </a:cubicBezTo>
                <a:lnTo>
                  <a:pt x="82068" y="10914"/>
                </a:lnTo>
                <a:cubicBezTo>
                  <a:pt x="82121" y="10649"/>
                  <a:pt x="82234" y="10418"/>
                  <a:pt x="82405" y="10219"/>
                </a:cubicBezTo>
                <a:cubicBezTo>
                  <a:pt x="82577" y="10021"/>
                  <a:pt x="82842" y="9862"/>
                  <a:pt x="83199" y="9743"/>
                </a:cubicBezTo>
                <a:cubicBezTo>
                  <a:pt x="83556" y="9624"/>
                  <a:pt x="84019" y="9531"/>
                  <a:pt x="84588" y="9465"/>
                </a:cubicBezTo>
                <a:cubicBezTo>
                  <a:pt x="85157" y="9399"/>
                  <a:pt x="85838" y="9366"/>
                  <a:pt x="86632" y="9366"/>
                </a:cubicBezTo>
                <a:cubicBezTo>
                  <a:pt x="87452" y="9366"/>
                  <a:pt x="88120" y="9399"/>
                  <a:pt x="88636" y="9465"/>
                </a:cubicBezTo>
                <a:cubicBezTo>
                  <a:pt x="89152" y="9531"/>
                  <a:pt x="89556" y="9624"/>
                  <a:pt x="89847" y="9743"/>
                </a:cubicBezTo>
                <a:cubicBezTo>
                  <a:pt x="90138" y="9862"/>
                  <a:pt x="90330" y="10021"/>
                  <a:pt x="90422" y="10219"/>
                </a:cubicBezTo>
                <a:cubicBezTo>
                  <a:pt x="90515" y="10418"/>
                  <a:pt x="90535" y="10649"/>
                  <a:pt x="90482" y="10914"/>
                </a:cubicBezTo>
                <a:lnTo>
                  <a:pt x="89331" y="16748"/>
                </a:lnTo>
                <a:cubicBezTo>
                  <a:pt x="89886" y="15817"/>
                  <a:pt x="90627" y="14866"/>
                  <a:pt x="91553" y="13896"/>
                </a:cubicBezTo>
                <a:cubicBezTo>
                  <a:pt x="92479" y="12926"/>
                  <a:pt x="93544" y="12055"/>
                  <a:pt x="94748" y="11285"/>
                </a:cubicBezTo>
                <a:cubicBezTo>
                  <a:pt x="95952" y="10513"/>
                  <a:pt x="97261" y="9881"/>
                  <a:pt x="98677" y="9390"/>
                </a:cubicBezTo>
                <a:cubicBezTo>
                  <a:pt x="100092" y="8898"/>
                  <a:pt x="101567" y="8652"/>
                  <a:pt x="103102" y="8652"/>
                </a:cubicBezTo>
                <a:cubicBezTo>
                  <a:pt x="104954" y="8652"/>
                  <a:pt x="106508" y="8923"/>
                  <a:pt x="107765" y="9466"/>
                </a:cubicBezTo>
                <a:cubicBezTo>
                  <a:pt x="109022" y="10009"/>
                  <a:pt x="110040" y="10744"/>
                  <a:pt x="110821" y="11672"/>
                </a:cubicBezTo>
                <a:cubicBezTo>
                  <a:pt x="111601" y="12598"/>
                  <a:pt x="112164" y="13678"/>
                  <a:pt x="112508" y="14910"/>
                </a:cubicBezTo>
                <a:cubicBezTo>
                  <a:pt x="112852" y="16141"/>
                  <a:pt x="113024" y="17445"/>
                  <a:pt x="113024" y="18823"/>
                </a:cubicBezTo>
                <a:close/>
                <a:moveTo>
                  <a:pt x="145163" y="11311"/>
                </a:moveTo>
                <a:cubicBezTo>
                  <a:pt x="145163" y="11575"/>
                  <a:pt x="145136" y="11913"/>
                  <a:pt x="145083" y="12323"/>
                </a:cubicBezTo>
                <a:cubicBezTo>
                  <a:pt x="145031" y="12733"/>
                  <a:pt x="144958" y="13176"/>
                  <a:pt x="144865" y="13652"/>
                </a:cubicBezTo>
                <a:cubicBezTo>
                  <a:pt x="144773" y="14128"/>
                  <a:pt x="144647" y="14605"/>
                  <a:pt x="144488" y="15081"/>
                </a:cubicBezTo>
                <a:cubicBezTo>
                  <a:pt x="144329" y="15557"/>
                  <a:pt x="144151" y="15987"/>
                  <a:pt x="143952" y="16371"/>
                </a:cubicBezTo>
                <a:cubicBezTo>
                  <a:pt x="143754" y="16754"/>
                  <a:pt x="143529" y="17072"/>
                  <a:pt x="143278" y="17323"/>
                </a:cubicBezTo>
                <a:cubicBezTo>
                  <a:pt x="143026" y="17574"/>
                  <a:pt x="142755" y="17700"/>
                  <a:pt x="142464" y="17700"/>
                </a:cubicBezTo>
                <a:lnTo>
                  <a:pt x="134725" y="17700"/>
                </a:lnTo>
                <a:lnTo>
                  <a:pt x="131392" y="34329"/>
                </a:lnTo>
                <a:cubicBezTo>
                  <a:pt x="131312" y="34723"/>
                  <a:pt x="131240" y="35190"/>
                  <a:pt x="131173" y="35729"/>
                </a:cubicBezTo>
                <a:cubicBezTo>
                  <a:pt x="131107" y="36267"/>
                  <a:pt x="131074" y="36707"/>
                  <a:pt x="131074" y="37048"/>
                </a:cubicBezTo>
                <a:cubicBezTo>
                  <a:pt x="131074" y="38099"/>
                  <a:pt x="131326" y="38868"/>
                  <a:pt x="131828" y="39354"/>
                </a:cubicBezTo>
                <a:cubicBezTo>
                  <a:pt x="132331" y="39840"/>
                  <a:pt x="133125" y="40083"/>
                  <a:pt x="134209" y="40083"/>
                </a:cubicBezTo>
                <a:cubicBezTo>
                  <a:pt x="134844" y="40083"/>
                  <a:pt x="135387" y="40037"/>
                  <a:pt x="135837" y="39944"/>
                </a:cubicBezTo>
                <a:cubicBezTo>
                  <a:pt x="136286" y="39852"/>
                  <a:pt x="136677" y="39746"/>
                  <a:pt x="137007" y="39627"/>
                </a:cubicBezTo>
                <a:cubicBezTo>
                  <a:pt x="137338" y="39508"/>
                  <a:pt x="137622" y="39402"/>
                  <a:pt x="137861" y="39309"/>
                </a:cubicBezTo>
                <a:cubicBezTo>
                  <a:pt x="138099" y="39217"/>
                  <a:pt x="138324" y="39170"/>
                  <a:pt x="138535" y="39170"/>
                </a:cubicBezTo>
                <a:cubicBezTo>
                  <a:pt x="138747" y="39170"/>
                  <a:pt x="138925" y="39270"/>
                  <a:pt x="139071" y="39468"/>
                </a:cubicBezTo>
                <a:cubicBezTo>
                  <a:pt x="139217" y="39667"/>
                  <a:pt x="139289" y="39991"/>
                  <a:pt x="139289" y="40442"/>
                </a:cubicBezTo>
                <a:cubicBezTo>
                  <a:pt x="139289" y="40947"/>
                  <a:pt x="139236" y="41519"/>
                  <a:pt x="139131" y="42157"/>
                </a:cubicBezTo>
                <a:cubicBezTo>
                  <a:pt x="139025" y="42795"/>
                  <a:pt x="138886" y="43413"/>
                  <a:pt x="138714" y="44011"/>
                </a:cubicBezTo>
                <a:cubicBezTo>
                  <a:pt x="138542" y="44609"/>
                  <a:pt x="138350" y="45154"/>
                  <a:pt x="138138" y="45646"/>
                </a:cubicBezTo>
                <a:cubicBezTo>
                  <a:pt x="137927" y="46137"/>
                  <a:pt x="137702" y="46503"/>
                  <a:pt x="137464" y="46742"/>
                </a:cubicBezTo>
                <a:cubicBezTo>
                  <a:pt x="137226" y="46982"/>
                  <a:pt x="136868" y="47208"/>
                  <a:pt x="136392" y="47420"/>
                </a:cubicBezTo>
                <a:cubicBezTo>
                  <a:pt x="135916" y="47633"/>
                  <a:pt x="135354" y="47819"/>
                  <a:pt x="134706" y="47978"/>
                </a:cubicBezTo>
                <a:cubicBezTo>
                  <a:pt x="134057" y="48138"/>
                  <a:pt x="133363" y="48264"/>
                  <a:pt x="132622" y="48357"/>
                </a:cubicBezTo>
                <a:cubicBezTo>
                  <a:pt x="131881" y="48450"/>
                  <a:pt x="131140" y="48497"/>
                  <a:pt x="130400" y="48497"/>
                </a:cubicBezTo>
                <a:cubicBezTo>
                  <a:pt x="128812" y="48497"/>
                  <a:pt x="127416" y="48331"/>
                  <a:pt x="126213" y="48001"/>
                </a:cubicBezTo>
                <a:cubicBezTo>
                  <a:pt x="125009" y="47670"/>
                  <a:pt x="123997" y="47147"/>
                  <a:pt x="123177" y="46433"/>
                </a:cubicBezTo>
                <a:cubicBezTo>
                  <a:pt x="122356" y="45719"/>
                  <a:pt x="121741" y="44806"/>
                  <a:pt x="121331" y="43695"/>
                </a:cubicBezTo>
                <a:cubicBezTo>
                  <a:pt x="120921" y="42583"/>
                  <a:pt x="120716" y="41234"/>
                  <a:pt x="120716" y="39647"/>
                </a:cubicBezTo>
                <a:cubicBezTo>
                  <a:pt x="120716" y="39356"/>
                  <a:pt x="120729" y="39018"/>
                  <a:pt x="120756" y="38635"/>
                </a:cubicBezTo>
                <a:cubicBezTo>
                  <a:pt x="120782" y="38251"/>
                  <a:pt x="120829" y="37848"/>
                  <a:pt x="120895" y="37424"/>
                </a:cubicBezTo>
                <a:cubicBezTo>
                  <a:pt x="120961" y="37001"/>
                  <a:pt x="121027" y="36571"/>
                  <a:pt x="121093" y="36134"/>
                </a:cubicBezTo>
                <a:cubicBezTo>
                  <a:pt x="121159" y="35698"/>
                  <a:pt x="121232" y="35308"/>
                  <a:pt x="121311" y="34964"/>
                </a:cubicBezTo>
                <a:lnTo>
                  <a:pt x="124764" y="17700"/>
                </a:lnTo>
                <a:lnTo>
                  <a:pt x="120478" y="17700"/>
                </a:lnTo>
                <a:cubicBezTo>
                  <a:pt x="120134" y="17700"/>
                  <a:pt x="119883" y="17588"/>
                  <a:pt x="119724" y="17363"/>
                </a:cubicBezTo>
                <a:cubicBezTo>
                  <a:pt x="119565" y="17138"/>
                  <a:pt x="119486" y="16708"/>
                  <a:pt x="119486" y="16073"/>
                </a:cubicBezTo>
                <a:cubicBezTo>
                  <a:pt x="119486" y="15623"/>
                  <a:pt x="119532" y="15035"/>
                  <a:pt x="119625" y="14307"/>
                </a:cubicBezTo>
                <a:cubicBezTo>
                  <a:pt x="119717" y="13579"/>
                  <a:pt x="119869" y="12865"/>
                  <a:pt x="120081" y="12164"/>
                </a:cubicBezTo>
                <a:cubicBezTo>
                  <a:pt x="120293" y="11463"/>
                  <a:pt x="120571" y="10861"/>
                  <a:pt x="120914" y="10358"/>
                </a:cubicBezTo>
                <a:cubicBezTo>
                  <a:pt x="121258" y="9855"/>
                  <a:pt x="121669" y="9604"/>
                  <a:pt x="122145" y="9604"/>
                </a:cubicBezTo>
                <a:lnTo>
                  <a:pt x="126391" y="9604"/>
                </a:lnTo>
                <a:lnTo>
                  <a:pt x="127979" y="1674"/>
                </a:lnTo>
                <a:cubicBezTo>
                  <a:pt x="128032" y="1409"/>
                  <a:pt x="128157" y="1170"/>
                  <a:pt x="128356" y="957"/>
                </a:cubicBezTo>
                <a:cubicBezTo>
                  <a:pt x="128554" y="744"/>
                  <a:pt x="128858" y="565"/>
                  <a:pt x="129268" y="419"/>
                </a:cubicBezTo>
                <a:cubicBezTo>
                  <a:pt x="129679" y="273"/>
                  <a:pt x="130208" y="167"/>
                  <a:pt x="130856" y="100"/>
                </a:cubicBezTo>
                <a:cubicBezTo>
                  <a:pt x="131504" y="33"/>
                  <a:pt x="132318" y="0"/>
                  <a:pt x="133297" y="0"/>
                </a:cubicBezTo>
                <a:cubicBezTo>
                  <a:pt x="134249" y="0"/>
                  <a:pt x="135043" y="33"/>
                  <a:pt x="135678" y="100"/>
                </a:cubicBezTo>
                <a:cubicBezTo>
                  <a:pt x="136313" y="167"/>
                  <a:pt x="136802" y="273"/>
                  <a:pt x="137146" y="419"/>
                </a:cubicBezTo>
                <a:cubicBezTo>
                  <a:pt x="137490" y="565"/>
                  <a:pt x="137722" y="744"/>
                  <a:pt x="137841" y="957"/>
                </a:cubicBezTo>
                <a:cubicBezTo>
                  <a:pt x="137960" y="1170"/>
                  <a:pt x="137993" y="1409"/>
                  <a:pt x="137940" y="1674"/>
                </a:cubicBezTo>
                <a:lnTo>
                  <a:pt x="136352" y="9604"/>
                </a:lnTo>
                <a:lnTo>
                  <a:pt x="144012" y="9604"/>
                </a:lnTo>
                <a:cubicBezTo>
                  <a:pt x="144462" y="9604"/>
                  <a:pt x="144766" y="9750"/>
                  <a:pt x="144925" y="10041"/>
                </a:cubicBezTo>
                <a:cubicBezTo>
                  <a:pt x="145083" y="10332"/>
                  <a:pt x="145163" y="10755"/>
                  <a:pt x="145163" y="11311"/>
                </a:cubicBezTo>
                <a:close/>
                <a:moveTo>
                  <a:pt x="182000" y="18710"/>
                </a:moveTo>
                <a:cubicBezTo>
                  <a:pt x="182000" y="20618"/>
                  <a:pt x="181570" y="22334"/>
                  <a:pt x="180710" y="23859"/>
                </a:cubicBezTo>
                <a:cubicBezTo>
                  <a:pt x="179851" y="25383"/>
                  <a:pt x="178514" y="26695"/>
                  <a:pt x="176702" y="27795"/>
                </a:cubicBezTo>
                <a:cubicBezTo>
                  <a:pt x="174890" y="28895"/>
                  <a:pt x="172588" y="29736"/>
                  <a:pt x="169797" y="30319"/>
                </a:cubicBezTo>
                <a:cubicBezTo>
                  <a:pt x="167005" y="30902"/>
                  <a:pt x="163678" y="31193"/>
                  <a:pt x="159816" y="31193"/>
                </a:cubicBezTo>
                <a:lnTo>
                  <a:pt x="156164" y="31193"/>
                </a:lnTo>
                <a:cubicBezTo>
                  <a:pt x="156059" y="31802"/>
                  <a:pt x="155979" y="32404"/>
                  <a:pt x="155926" y="32999"/>
                </a:cubicBezTo>
                <a:cubicBezTo>
                  <a:pt x="155873" y="33595"/>
                  <a:pt x="155847" y="34144"/>
                  <a:pt x="155847" y="34646"/>
                </a:cubicBezTo>
                <a:cubicBezTo>
                  <a:pt x="155847" y="36789"/>
                  <a:pt x="156403" y="38403"/>
                  <a:pt x="157514" y="39488"/>
                </a:cubicBezTo>
                <a:cubicBezTo>
                  <a:pt x="158625" y="40573"/>
                  <a:pt x="160411" y="41115"/>
                  <a:pt x="162871" y="41115"/>
                </a:cubicBezTo>
                <a:cubicBezTo>
                  <a:pt x="164618" y="41115"/>
                  <a:pt x="166185" y="40987"/>
                  <a:pt x="167574" y="40732"/>
                </a:cubicBezTo>
                <a:cubicBezTo>
                  <a:pt x="168963" y="40476"/>
                  <a:pt x="170180" y="40194"/>
                  <a:pt x="171225" y="39885"/>
                </a:cubicBezTo>
                <a:cubicBezTo>
                  <a:pt x="172270" y="39576"/>
                  <a:pt x="173137" y="39293"/>
                  <a:pt x="173825" y="39038"/>
                </a:cubicBezTo>
                <a:cubicBezTo>
                  <a:pt x="174513" y="38782"/>
                  <a:pt x="175015" y="38655"/>
                  <a:pt x="175333" y="38655"/>
                </a:cubicBezTo>
                <a:cubicBezTo>
                  <a:pt x="175650" y="38655"/>
                  <a:pt x="175875" y="38748"/>
                  <a:pt x="176008" y="38935"/>
                </a:cubicBezTo>
                <a:cubicBezTo>
                  <a:pt x="176140" y="39122"/>
                  <a:pt x="176206" y="39415"/>
                  <a:pt x="176206" y="39814"/>
                </a:cubicBezTo>
                <a:cubicBezTo>
                  <a:pt x="176206" y="40268"/>
                  <a:pt x="176166" y="40789"/>
                  <a:pt x="176087" y="41376"/>
                </a:cubicBezTo>
                <a:cubicBezTo>
                  <a:pt x="176008" y="41962"/>
                  <a:pt x="175895" y="42542"/>
                  <a:pt x="175750" y="43116"/>
                </a:cubicBezTo>
                <a:cubicBezTo>
                  <a:pt x="175604" y="43688"/>
                  <a:pt x="175419" y="44228"/>
                  <a:pt x="175194" y="44735"/>
                </a:cubicBezTo>
                <a:cubicBezTo>
                  <a:pt x="174969" y="45242"/>
                  <a:pt x="174711" y="45629"/>
                  <a:pt x="174420" y="45895"/>
                </a:cubicBezTo>
                <a:cubicBezTo>
                  <a:pt x="174103" y="46215"/>
                  <a:pt x="173521" y="46535"/>
                  <a:pt x="172674" y="46856"/>
                </a:cubicBezTo>
                <a:cubicBezTo>
                  <a:pt x="171827" y="47176"/>
                  <a:pt x="170809" y="47469"/>
                  <a:pt x="169618" y="47735"/>
                </a:cubicBezTo>
                <a:cubicBezTo>
                  <a:pt x="168428" y="48002"/>
                  <a:pt x="167091" y="48222"/>
                  <a:pt x="165610" y="48395"/>
                </a:cubicBezTo>
                <a:cubicBezTo>
                  <a:pt x="164128" y="48569"/>
                  <a:pt x="162620" y="48655"/>
                  <a:pt x="161086" y="48655"/>
                </a:cubicBezTo>
                <a:cubicBezTo>
                  <a:pt x="158546" y="48655"/>
                  <a:pt x="156330" y="48390"/>
                  <a:pt x="154438" y="47859"/>
                </a:cubicBezTo>
                <a:cubicBezTo>
                  <a:pt x="152546" y="47329"/>
                  <a:pt x="150966" y="46521"/>
                  <a:pt x="149696" y="45435"/>
                </a:cubicBezTo>
                <a:cubicBezTo>
                  <a:pt x="148426" y="44347"/>
                  <a:pt x="147473" y="42962"/>
                  <a:pt x="146838" y="41279"/>
                </a:cubicBezTo>
                <a:cubicBezTo>
                  <a:pt x="146203" y="39595"/>
                  <a:pt x="145886" y="37601"/>
                  <a:pt x="145886" y="35295"/>
                </a:cubicBezTo>
                <a:cubicBezTo>
                  <a:pt x="145886" y="33518"/>
                  <a:pt x="146051" y="31616"/>
                  <a:pt x="146382" y="29589"/>
                </a:cubicBezTo>
                <a:cubicBezTo>
                  <a:pt x="146712" y="27561"/>
                  <a:pt x="147248" y="25559"/>
                  <a:pt x="147989" y="23584"/>
                </a:cubicBezTo>
                <a:cubicBezTo>
                  <a:pt x="148730" y="21608"/>
                  <a:pt x="149682" y="19720"/>
                  <a:pt x="150846" y="17917"/>
                </a:cubicBezTo>
                <a:cubicBezTo>
                  <a:pt x="152011" y="16115"/>
                  <a:pt x="153419" y="14531"/>
                  <a:pt x="155073" y="13166"/>
                </a:cubicBezTo>
                <a:cubicBezTo>
                  <a:pt x="156727" y="11800"/>
                  <a:pt x="158638" y="10706"/>
                  <a:pt x="160808" y="9884"/>
                </a:cubicBezTo>
                <a:cubicBezTo>
                  <a:pt x="162977" y="9063"/>
                  <a:pt x="165451" y="8652"/>
                  <a:pt x="168229" y="8652"/>
                </a:cubicBezTo>
                <a:cubicBezTo>
                  <a:pt x="170637" y="8652"/>
                  <a:pt x="172707" y="8936"/>
                  <a:pt x="174440" y="9506"/>
                </a:cubicBezTo>
                <a:cubicBezTo>
                  <a:pt x="176173" y="10076"/>
                  <a:pt x="177595" y="10831"/>
                  <a:pt x="178706" y="11772"/>
                </a:cubicBezTo>
                <a:cubicBezTo>
                  <a:pt x="179818" y="12713"/>
                  <a:pt x="180644" y="13786"/>
                  <a:pt x="181187" y="14993"/>
                </a:cubicBezTo>
                <a:cubicBezTo>
                  <a:pt x="181729" y="16199"/>
                  <a:pt x="182000" y="17438"/>
                  <a:pt x="182000" y="18710"/>
                </a:cubicBezTo>
                <a:moveTo>
                  <a:pt x="172198" y="19470"/>
                </a:moveTo>
                <a:cubicBezTo>
                  <a:pt x="172198" y="18417"/>
                  <a:pt x="171781" y="17541"/>
                  <a:pt x="170948" y="16843"/>
                </a:cubicBezTo>
                <a:cubicBezTo>
                  <a:pt x="170114" y="16145"/>
                  <a:pt x="168904" y="15795"/>
                  <a:pt x="167316" y="15795"/>
                </a:cubicBezTo>
                <a:cubicBezTo>
                  <a:pt x="165993" y="15795"/>
                  <a:pt x="164809" y="16032"/>
                  <a:pt x="163764" y="16507"/>
                </a:cubicBezTo>
                <a:cubicBezTo>
                  <a:pt x="162719" y="16981"/>
                  <a:pt x="161800" y="17620"/>
                  <a:pt x="161006" y="18423"/>
                </a:cubicBezTo>
                <a:cubicBezTo>
                  <a:pt x="160212" y="19226"/>
                  <a:pt x="159531" y="20174"/>
                  <a:pt x="158962" y="21268"/>
                </a:cubicBezTo>
                <a:cubicBezTo>
                  <a:pt x="158393" y="22361"/>
                  <a:pt x="157937" y="23527"/>
                  <a:pt x="157593" y="24764"/>
                </a:cubicBezTo>
                <a:lnTo>
                  <a:pt x="160927" y="24764"/>
                </a:lnTo>
                <a:cubicBezTo>
                  <a:pt x="163043" y="24764"/>
                  <a:pt x="164816" y="24626"/>
                  <a:pt x="166245" y="24350"/>
                </a:cubicBezTo>
                <a:cubicBezTo>
                  <a:pt x="167673" y="24073"/>
                  <a:pt x="168824" y="23698"/>
                  <a:pt x="169697" y="23224"/>
                </a:cubicBezTo>
                <a:cubicBezTo>
                  <a:pt x="170571" y="22749"/>
                  <a:pt x="171206" y="22190"/>
                  <a:pt x="171602" y="21545"/>
                </a:cubicBezTo>
                <a:cubicBezTo>
                  <a:pt x="171999" y="20899"/>
                  <a:pt x="172198" y="20207"/>
                  <a:pt x="172198" y="19470"/>
                </a:cubicBezTo>
                <a:close/>
                <a:moveTo>
                  <a:pt x="207206" y="28019"/>
                </a:moveTo>
                <a:lnTo>
                  <a:pt x="213556" y="45639"/>
                </a:lnTo>
                <a:cubicBezTo>
                  <a:pt x="213688" y="46089"/>
                  <a:pt x="213715" y="46460"/>
                  <a:pt x="213635" y="46751"/>
                </a:cubicBezTo>
                <a:cubicBezTo>
                  <a:pt x="213556" y="47042"/>
                  <a:pt x="213311" y="47280"/>
                  <a:pt x="212901" y="47465"/>
                </a:cubicBezTo>
                <a:cubicBezTo>
                  <a:pt x="212491" y="47650"/>
                  <a:pt x="211902" y="47776"/>
                  <a:pt x="211135" y="47842"/>
                </a:cubicBezTo>
                <a:cubicBezTo>
                  <a:pt x="210368" y="47908"/>
                  <a:pt x="209376" y="47941"/>
                  <a:pt x="208159" y="47941"/>
                </a:cubicBezTo>
                <a:cubicBezTo>
                  <a:pt x="207047" y="47941"/>
                  <a:pt x="206174" y="47915"/>
                  <a:pt x="205539" y="47862"/>
                </a:cubicBezTo>
                <a:cubicBezTo>
                  <a:pt x="204904" y="47809"/>
                  <a:pt x="204415" y="47729"/>
                  <a:pt x="204071" y="47624"/>
                </a:cubicBezTo>
                <a:cubicBezTo>
                  <a:pt x="203727" y="47518"/>
                  <a:pt x="203495" y="47372"/>
                  <a:pt x="203376" y="47187"/>
                </a:cubicBezTo>
                <a:cubicBezTo>
                  <a:pt x="203257" y="47002"/>
                  <a:pt x="203171" y="46790"/>
                  <a:pt x="203118" y="46552"/>
                </a:cubicBezTo>
                <a:lnTo>
                  <a:pt x="198832" y="34051"/>
                </a:lnTo>
                <a:lnTo>
                  <a:pt x="189863" y="46592"/>
                </a:lnTo>
                <a:cubicBezTo>
                  <a:pt x="189704" y="46830"/>
                  <a:pt x="189526" y="47035"/>
                  <a:pt x="189327" y="47207"/>
                </a:cubicBezTo>
                <a:cubicBezTo>
                  <a:pt x="189129" y="47379"/>
                  <a:pt x="188798" y="47518"/>
                  <a:pt x="188335" y="47624"/>
                </a:cubicBezTo>
                <a:cubicBezTo>
                  <a:pt x="187872" y="47729"/>
                  <a:pt x="187264" y="47809"/>
                  <a:pt x="186510" y="47862"/>
                </a:cubicBezTo>
                <a:cubicBezTo>
                  <a:pt x="185756" y="47915"/>
                  <a:pt x="184744" y="47941"/>
                  <a:pt x="183474" y="47941"/>
                </a:cubicBezTo>
                <a:cubicBezTo>
                  <a:pt x="182336" y="47941"/>
                  <a:pt x="181423" y="47908"/>
                  <a:pt x="180735" y="47842"/>
                </a:cubicBezTo>
                <a:cubicBezTo>
                  <a:pt x="180047" y="47776"/>
                  <a:pt x="179545" y="47657"/>
                  <a:pt x="179227" y="47485"/>
                </a:cubicBezTo>
                <a:cubicBezTo>
                  <a:pt x="178910" y="47313"/>
                  <a:pt x="178771" y="47088"/>
                  <a:pt x="178811" y="46810"/>
                </a:cubicBezTo>
                <a:cubicBezTo>
                  <a:pt x="178850" y="46532"/>
                  <a:pt x="179016" y="46168"/>
                  <a:pt x="179307" y="45719"/>
                </a:cubicBezTo>
                <a:lnTo>
                  <a:pt x="192760" y="28098"/>
                </a:lnTo>
                <a:lnTo>
                  <a:pt x="186847" y="11747"/>
                </a:lnTo>
                <a:cubicBezTo>
                  <a:pt x="186688" y="11271"/>
                  <a:pt x="186635" y="10881"/>
                  <a:pt x="186688" y="10576"/>
                </a:cubicBezTo>
                <a:cubicBezTo>
                  <a:pt x="186741" y="10272"/>
                  <a:pt x="186946" y="10027"/>
                  <a:pt x="187303" y="9842"/>
                </a:cubicBezTo>
                <a:cubicBezTo>
                  <a:pt x="187661" y="9657"/>
                  <a:pt x="188216" y="9531"/>
                  <a:pt x="188970" y="9465"/>
                </a:cubicBezTo>
                <a:cubicBezTo>
                  <a:pt x="189724" y="9399"/>
                  <a:pt x="190723" y="9366"/>
                  <a:pt x="191967" y="9366"/>
                </a:cubicBezTo>
                <a:cubicBezTo>
                  <a:pt x="193051" y="9366"/>
                  <a:pt x="193905" y="9386"/>
                  <a:pt x="194526" y="9426"/>
                </a:cubicBezTo>
                <a:cubicBezTo>
                  <a:pt x="195148" y="9465"/>
                  <a:pt x="195624" y="9525"/>
                  <a:pt x="195955" y="9604"/>
                </a:cubicBezTo>
                <a:cubicBezTo>
                  <a:pt x="196286" y="9683"/>
                  <a:pt x="196511" y="9809"/>
                  <a:pt x="196630" y="9981"/>
                </a:cubicBezTo>
                <a:cubicBezTo>
                  <a:pt x="196749" y="10153"/>
                  <a:pt x="196848" y="10371"/>
                  <a:pt x="196927" y="10636"/>
                </a:cubicBezTo>
                <a:lnTo>
                  <a:pt x="201055" y="22462"/>
                </a:lnTo>
                <a:lnTo>
                  <a:pt x="209587" y="10636"/>
                </a:lnTo>
                <a:cubicBezTo>
                  <a:pt x="209746" y="10424"/>
                  <a:pt x="209918" y="10239"/>
                  <a:pt x="210103" y="10080"/>
                </a:cubicBezTo>
                <a:cubicBezTo>
                  <a:pt x="210288" y="9922"/>
                  <a:pt x="210579" y="9789"/>
                  <a:pt x="210976" y="9683"/>
                </a:cubicBezTo>
                <a:cubicBezTo>
                  <a:pt x="211373" y="9578"/>
                  <a:pt x="211889" y="9498"/>
                  <a:pt x="212524" y="9445"/>
                </a:cubicBezTo>
                <a:cubicBezTo>
                  <a:pt x="213159" y="9392"/>
                  <a:pt x="214019" y="9366"/>
                  <a:pt x="215104" y="9366"/>
                </a:cubicBezTo>
                <a:cubicBezTo>
                  <a:pt x="216321" y="9366"/>
                  <a:pt x="217293" y="9392"/>
                  <a:pt x="218021" y="9445"/>
                </a:cubicBezTo>
                <a:cubicBezTo>
                  <a:pt x="218748" y="9498"/>
                  <a:pt x="219284" y="9604"/>
                  <a:pt x="219628" y="9763"/>
                </a:cubicBezTo>
                <a:cubicBezTo>
                  <a:pt x="219972" y="9922"/>
                  <a:pt x="220124" y="10140"/>
                  <a:pt x="220084" y="10418"/>
                </a:cubicBezTo>
                <a:cubicBezTo>
                  <a:pt x="220045" y="10695"/>
                  <a:pt x="219853" y="11073"/>
                  <a:pt x="219509" y="11549"/>
                </a:cubicBezTo>
                <a:lnTo>
                  <a:pt x="207206" y="28019"/>
                </a:lnTo>
                <a:close/>
                <a:moveTo>
                  <a:pt x="247930" y="11311"/>
                </a:moveTo>
                <a:cubicBezTo>
                  <a:pt x="247930" y="11575"/>
                  <a:pt x="247904" y="11913"/>
                  <a:pt x="247851" y="12323"/>
                </a:cubicBezTo>
                <a:cubicBezTo>
                  <a:pt x="247798" y="12733"/>
                  <a:pt x="247725" y="13176"/>
                  <a:pt x="247633" y="13652"/>
                </a:cubicBezTo>
                <a:cubicBezTo>
                  <a:pt x="247540" y="14128"/>
                  <a:pt x="247414" y="14605"/>
                  <a:pt x="247256" y="15081"/>
                </a:cubicBezTo>
                <a:cubicBezTo>
                  <a:pt x="247097" y="15557"/>
                  <a:pt x="246918" y="15987"/>
                  <a:pt x="246720" y="16371"/>
                </a:cubicBezTo>
                <a:cubicBezTo>
                  <a:pt x="246521" y="16754"/>
                  <a:pt x="246297" y="17072"/>
                  <a:pt x="246045" y="17323"/>
                </a:cubicBezTo>
                <a:cubicBezTo>
                  <a:pt x="245794" y="17574"/>
                  <a:pt x="245523" y="17700"/>
                  <a:pt x="245232" y="17700"/>
                </a:cubicBezTo>
                <a:lnTo>
                  <a:pt x="237493" y="17700"/>
                </a:lnTo>
                <a:lnTo>
                  <a:pt x="234159" y="34329"/>
                </a:lnTo>
                <a:cubicBezTo>
                  <a:pt x="234080" y="34723"/>
                  <a:pt x="234007" y="35190"/>
                  <a:pt x="233941" y="35729"/>
                </a:cubicBezTo>
                <a:cubicBezTo>
                  <a:pt x="233875" y="36267"/>
                  <a:pt x="233842" y="36707"/>
                  <a:pt x="233842" y="37048"/>
                </a:cubicBezTo>
                <a:cubicBezTo>
                  <a:pt x="233842" y="38099"/>
                  <a:pt x="234093" y="38868"/>
                  <a:pt x="234596" y="39354"/>
                </a:cubicBezTo>
                <a:cubicBezTo>
                  <a:pt x="235098" y="39840"/>
                  <a:pt x="235892" y="40083"/>
                  <a:pt x="236977" y="40083"/>
                </a:cubicBezTo>
                <a:cubicBezTo>
                  <a:pt x="237612" y="40083"/>
                  <a:pt x="238154" y="40037"/>
                  <a:pt x="238604" y="39944"/>
                </a:cubicBezTo>
                <a:cubicBezTo>
                  <a:pt x="239054" y="39852"/>
                  <a:pt x="239444" y="39746"/>
                  <a:pt x="239775" y="39627"/>
                </a:cubicBezTo>
                <a:cubicBezTo>
                  <a:pt x="240105" y="39508"/>
                  <a:pt x="240390" y="39402"/>
                  <a:pt x="240628" y="39309"/>
                </a:cubicBezTo>
                <a:cubicBezTo>
                  <a:pt x="240866" y="39217"/>
                  <a:pt x="241091" y="39170"/>
                  <a:pt x="241303" y="39170"/>
                </a:cubicBezTo>
                <a:cubicBezTo>
                  <a:pt x="241514" y="39170"/>
                  <a:pt x="241693" y="39270"/>
                  <a:pt x="241838" y="39468"/>
                </a:cubicBezTo>
                <a:cubicBezTo>
                  <a:pt x="241984" y="39667"/>
                  <a:pt x="242057" y="39991"/>
                  <a:pt x="242057" y="40442"/>
                </a:cubicBezTo>
                <a:cubicBezTo>
                  <a:pt x="242057" y="40947"/>
                  <a:pt x="242004" y="41519"/>
                  <a:pt x="241898" y="42157"/>
                </a:cubicBezTo>
                <a:cubicBezTo>
                  <a:pt x="241792" y="42795"/>
                  <a:pt x="241653" y="43413"/>
                  <a:pt x="241481" y="44011"/>
                </a:cubicBezTo>
                <a:cubicBezTo>
                  <a:pt x="241309" y="44609"/>
                  <a:pt x="241117" y="45154"/>
                  <a:pt x="240906" y="45646"/>
                </a:cubicBezTo>
                <a:cubicBezTo>
                  <a:pt x="240694" y="46137"/>
                  <a:pt x="240469" y="46503"/>
                  <a:pt x="240231" y="46742"/>
                </a:cubicBezTo>
                <a:cubicBezTo>
                  <a:pt x="239993" y="46982"/>
                  <a:pt x="239636" y="47208"/>
                  <a:pt x="239160" y="47420"/>
                </a:cubicBezTo>
                <a:cubicBezTo>
                  <a:pt x="238683" y="47633"/>
                  <a:pt x="238121" y="47819"/>
                  <a:pt x="237473" y="47978"/>
                </a:cubicBezTo>
                <a:cubicBezTo>
                  <a:pt x="236825" y="48138"/>
                  <a:pt x="236130" y="48264"/>
                  <a:pt x="235389" y="48357"/>
                </a:cubicBezTo>
                <a:cubicBezTo>
                  <a:pt x="234649" y="48450"/>
                  <a:pt x="233908" y="48497"/>
                  <a:pt x="233167" y="48497"/>
                </a:cubicBezTo>
                <a:cubicBezTo>
                  <a:pt x="231579" y="48497"/>
                  <a:pt x="230184" y="48331"/>
                  <a:pt x="228980" y="48001"/>
                </a:cubicBezTo>
                <a:cubicBezTo>
                  <a:pt x="227776" y="47670"/>
                  <a:pt x="226764" y="47147"/>
                  <a:pt x="225944" y="46433"/>
                </a:cubicBezTo>
                <a:cubicBezTo>
                  <a:pt x="225124" y="45719"/>
                  <a:pt x="224509" y="44806"/>
                  <a:pt x="224099" y="43695"/>
                </a:cubicBezTo>
                <a:cubicBezTo>
                  <a:pt x="223689" y="42583"/>
                  <a:pt x="223483" y="41234"/>
                  <a:pt x="223483" y="39647"/>
                </a:cubicBezTo>
                <a:cubicBezTo>
                  <a:pt x="223483" y="39356"/>
                  <a:pt x="223497" y="39018"/>
                  <a:pt x="223523" y="38635"/>
                </a:cubicBezTo>
                <a:cubicBezTo>
                  <a:pt x="223550" y="38251"/>
                  <a:pt x="223596" y="37848"/>
                  <a:pt x="223662" y="37424"/>
                </a:cubicBezTo>
                <a:cubicBezTo>
                  <a:pt x="223728" y="37001"/>
                  <a:pt x="223794" y="36571"/>
                  <a:pt x="223860" y="36134"/>
                </a:cubicBezTo>
                <a:cubicBezTo>
                  <a:pt x="223927" y="35698"/>
                  <a:pt x="223999" y="35308"/>
                  <a:pt x="224079" y="34964"/>
                </a:cubicBezTo>
                <a:lnTo>
                  <a:pt x="227531" y="17700"/>
                </a:lnTo>
                <a:lnTo>
                  <a:pt x="223245" y="17700"/>
                </a:lnTo>
                <a:cubicBezTo>
                  <a:pt x="222901" y="17700"/>
                  <a:pt x="222650" y="17588"/>
                  <a:pt x="222491" y="17363"/>
                </a:cubicBezTo>
                <a:cubicBezTo>
                  <a:pt x="222333" y="17138"/>
                  <a:pt x="222253" y="16708"/>
                  <a:pt x="222253" y="16073"/>
                </a:cubicBezTo>
                <a:cubicBezTo>
                  <a:pt x="222253" y="15623"/>
                  <a:pt x="222299" y="15035"/>
                  <a:pt x="222392" y="14307"/>
                </a:cubicBezTo>
                <a:cubicBezTo>
                  <a:pt x="222485" y="13579"/>
                  <a:pt x="222637" y="12865"/>
                  <a:pt x="222848" y="12164"/>
                </a:cubicBezTo>
                <a:cubicBezTo>
                  <a:pt x="223060" y="11463"/>
                  <a:pt x="223338" y="10861"/>
                  <a:pt x="223682" y="10358"/>
                </a:cubicBezTo>
                <a:cubicBezTo>
                  <a:pt x="224026" y="9855"/>
                  <a:pt x="224436" y="9604"/>
                  <a:pt x="224912" y="9604"/>
                </a:cubicBezTo>
                <a:lnTo>
                  <a:pt x="229159" y="9604"/>
                </a:lnTo>
                <a:lnTo>
                  <a:pt x="230746" y="1674"/>
                </a:lnTo>
                <a:cubicBezTo>
                  <a:pt x="230799" y="1409"/>
                  <a:pt x="230925" y="1170"/>
                  <a:pt x="231123" y="957"/>
                </a:cubicBezTo>
                <a:cubicBezTo>
                  <a:pt x="231322" y="744"/>
                  <a:pt x="231626" y="565"/>
                  <a:pt x="232036" y="419"/>
                </a:cubicBezTo>
                <a:cubicBezTo>
                  <a:pt x="232446" y="273"/>
                  <a:pt x="232975" y="167"/>
                  <a:pt x="233623" y="100"/>
                </a:cubicBezTo>
                <a:cubicBezTo>
                  <a:pt x="234272" y="33"/>
                  <a:pt x="235085" y="0"/>
                  <a:pt x="236064" y="0"/>
                </a:cubicBezTo>
                <a:cubicBezTo>
                  <a:pt x="237017" y="0"/>
                  <a:pt x="237810" y="33"/>
                  <a:pt x="238445" y="100"/>
                </a:cubicBezTo>
                <a:cubicBezTo>
                  <a:pt x="239080" y="167"/>
                  <a:pt x="239570" y="273"/>
                  <a:pt x="239914" y="419"/>
                </a:cubicBezTo>
                <a:cubicBezTo>
                  <a:pt x="240258" y="565"/>
                  <a:pt x="240489" y="744"/>
                  <a:pt x="240608" y="957"/>
                </a:cubicBezTo>
                <a:cubicBezTo>
                  <a:pt x="240727" y="1170"/>
                  <a:pt x="240760" y="1409"/>
                  <a:pt x="240707" y="1674"/>
                </a:cubicBezTo>
                <a:lnTo>
                  <a:pt x="239120" y="9604"/>
                </a:lnTo>
                <a:lnTo>
                  <a:pt x="246779" y="9604"/>
                </a:lnTo>
                <a:cubicBezTo>
                  <a:pt x="247229" y="9604"/>
                  <a:pt x="247533" y="9750"/>
                  <a:pt x="247692" y="10041"/>
                </a:cubicBezTo>
                <a:cubicBezTo>
                  <a:pt x="247851" y="10332"/>
                  <a:pt x="247930" y="10755"/>
                  <a:pt x="247930" y="11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expanding">
            <a:extLst xmlns:a="http://schemas.openxmlformats.org/drawingml/2006/main">
              <a:ext uri="{FF2B5EF4-FFF2-40B4-BE49-F238E27FC236}">
                <a16:creationId xmlns:a16="http://schemas.microsoft.com/office/drawing/2014/main" id="{27DE8898-C3F6-4AF3-9D1D-F9C80BAE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899" y="2657315"/>
            <a:ext cx="349817" cy="69689"/>
          </a:xfrm>
          <a:custGeom xmlns:a="http://schemas.openxmlformats.org/drawingml/2006/main">
            <a:pathLst>
              <a:path w="349817" h="69689">
                <a:moveTo>
                  <a:pt x="36115" y="26171"/>
                </a:moveTo>
                <a:cubicBezTo>
                  <a:pt x="36115" y="28079"/>
                  <a:pt x="35685" y="29795"/>
                  <a:pt x="34825" y="31320"/>
                </a:cubicBezTo>
                <a:cubicBezTo>
                  <a:pt x="33965" y="32844"/>
                  <a:pt x="32629" y="34156"/>
                  <a:pt x="30816" y="35256"/>
                </a:cubicBezTo>
                <a:cubicBezTo>
                  <a:pt x="29004" y="36356"/>
                  <a:pt x="26702" y="37197"/>
                  <a:pt x="23911" y="37780"/>
                </a:cubicBezTo>
                <a:cubicBezTo>
                  <a:pt x="21120" y="38363"/>
                  <a:pt x="17793" y="38655"/>
                  <a:pt x="13930" y="38655"/>
                </a:cubicBezTo>
                <a:lnTo>
                  <a:pt x="10279" y="38655"/>
                </a:lnTo>
                <a:cubicBezTo>
                  <a:pt x="10173" y="39263"/>
                  <a:pt x="10094" y="39865"/>
                  <a:pt x="10041" y="40460"/>
                </a:cubicBezTo>
                <a:cubicBezTo>
                  <a:pt x="9988" y="41056"/>
                  <a:pt x="9961" y="41605"/>
                  <a:pt x="9961" y="42107"/>
                </a:cubicBezTo>
                <a:cubicBezTo>
                  <a:pt x="9961" y="44250"/>
                  <a:pt x="10517" y="45864"/>
                  <a:pt x="11628" y="46949"/>
                </a:cubicBezTo>
                <a:cubicBezTo>
                  <a:pt x="12739" y="48034"/>
                  <a:pt x="14525" y="48576"/>
                  <a:pt x="16986" y="48576"/>
                </a:cubicBezTo>
                <a:cubicBezTo>
                  <a:pt x="18732" y="48576"/>
                  <a:pt x="20300" y="48448"/>
                  <a:pt x="21689" y="48193"/>
                </a:cubicBezTo>
                <a:cubicBezTo>
                  <a:pt x="23078" y="47937"/>
                  <a:pt x="24295" y="47655"/>
                  <a:pt x="25340" y="47346"/>
                </a:cubicBezTo>
                <a:cubicBezTo>
                  <a:pt x="26385" y="47037"/>
                  <a:pt x="27251" y="46754"/>
                  <a:pt x="27939" y="46499"/>
                </a:cubicBezTo>
                <a:cubicBezTo>
                  <a:pt x="28627" y="46243"/>
                  <a:pt x="29130" y="46116"/>
                  <a:pt x="29447" y="46116"/>
                </a:cubicBezTo>
                <a:cubicBezTo>
                  <a:pt x="29765" y="46116"/>
                  <a:pt x="29990" y="46209"/>
                  <a:pt x="30122" y="46396"/>
                </a:cubicBezTo>
                <a:cubicBezTo>
                  <a:pt x="30254" y="46583"/>
                  <a:pt x="30320" y="46876"/>
                  <a:pt x="30320" y="47275"/>
                </a:cubicBezTo>
                <a:cubicBezTo>
                  <a:pt x="30320" y="47729"/>
                  <a:pt x="30281" y="48250"/>
                  <a:pt x="30201" y="48837"/>
                </a:cubicBezTo>
                <a:cubicBezTo>
                  <a:pt x="30122" y="49423"/>
                  <a:pt x="30010" y="50003"/>
                  <a:pt x="29864" y="50577"/>
                </a:cubicBezTo>
                <a:cubicBezTo>
                  <a:pt x="29718" y="51150"/>
                  <a:pt x="29533" y="51689"/>
                  <a:pt x="29308" y="52196"/>
                </a:cubicBezTo>
                <a:cubicBezTo>
                  <a:pt x="29083" y="52703"/>
                  <a:pt x="28826" y="53090"/>
                  <a:pt x="28535" y="53356"/>
                </a:cubicBezTo>
                <a:cubicBezTo>
                  <a:pt x="28217" y="53676"/>
                  <a:pt x="27635" y="53996"/>
                  <a:pt x="26788" y="54317"/>
                </a:cubicBezTo>
                <a:cubicBezTo>
                  <a:pt x="25942" y="54637"/>
                  <a:pt x="24923" y="54930"/>
                  <a:pt x="23732" y="55196"/>
                </a:cubicBezTo>
                <a:cubicBezTo>
                  <a:pt x="22542" y="55463"/>
                  <a:pt x="21206" y="55683"/>
                  <a:pt x="19724" y="55856"/>
                </a:cubicBezTo>
                <a:cubicBezTo>
                  <a:pt x="18243" y="56030"/>
                  <a:pt x="16734" y="56117"/>
                  <a:pt x="15200" y="56117"/>
                </a:cubicBezTo>
                <a:cubicBezTo>
                  <a:pt x="12660" y="56117"/>
                  <a:pt x="10444" y="55851"/>
                  <a:pt x="8552" y="55320"/>
                </a:cubicBezTo>
                <a:cubicBezTo>
                  <a:pt x="6661" y="54790"/>
                  <a:pt x="5080" y="53982"/>
                  <a:pt x="3810" y="52896"/>
                </a:cubicBezTo>
                <a:cubicBezTo>
                  <a:pt x="2540" y="51808"/>
                  <a:pt x="1587" y="50423"/>
                  <a:pt x="952" y="48740"/>
                </a:cubicBezTo>
                <a:cubicBezTo>
                  <a:pt x="317" y="47056"/>
                  <a:pt x="0" y="45062"/>
                  <a:pt x="0" y="42756"/>
                </a:cubicBezTo>
                <a:cubicBezTo>
                  <a:pt x="0" y="40979"/>
                  <a:pt x="165" y="39077"/>
                  <a:pt x="496" y="37050"/>
                </a:cubicBezTo>
                <a:cubicBezTo>
                  <a:pt x="827" y="35022"/>
                  <a:pt x="1363" y="33020"/>
                  <a:pt x="2103" y="31045"/>
                </a:cubicBezTo>
                <a:cubicBezTo>
                  <a:pt x="2844" y="29069"/>
                  <a:pt x="3797" y="27181"/>
                  <a:pt x="4961" y="25378"/>
                </a:cubicBezTo>
                <a:cubicBezTo>
                  <a:pt x="6125" y="23576"/>
                  <a:pt x="7534" y="21992"/>
                  <a:pt x="9187" y="20627"/>
                </a:cubicBezTo>
                <a:cubicBezTo>
                  <a:pt x="10841" y="19261"/>
                  <a:pt x="12753" y="18167"/>
                  <a:pt x="14922" y="17345"/>
                </a:cubicBezTo>
                <a:cubicBezTo>
                  <a:pt x="17092" y="16524"/>
                  <a:pt x="19565" y="16113"/>
                  <a:pt x="22343" y="16113"/>
                </a:cubicBezTo>
                <a:cubicBezTo>
                  <a:pt x="24751" y="16113"/>
                  <a:pt x="26821" y="16398"/>
                  <a:pt x="28554" y="16967"/>
                </a:cubicBezTo>
                <a:cubicBezTo>
                  <a:pt x="30287" y="17537"/>
                  <a:pt x="31709" y="18292"/>
                  <a:pt x="32821" y="19233"/>
                </a:cubicBezTo>
                <a:cubicBezTo>
                  <a:pt x="33932" y="20174"/>
                  <a:pt x="34759" y="21248"/>
                  <a:pt x="35301" y="22454"/>
                </a:cubicBezTo>
                <a:cubicBezTo>
                  <a:pt x="35843" y="23660"/>
                  <a:pt x="36115" y="24899"/>
                  <a:pt x="36115" y="26171"/>
                </a:cubicBezTo>
                <a:moveTo>
                  <a:pt x="26312" y="26931"/>
                </a:moveTo>
                <a:cubicBezTo>
                  <a:pt x="26312" y="25878"/>
                  <a:pt x="25895" y="25002"/>
                  <a:pt x="25062" y="24304"/>
                </a:cubicBezTo>
                <a:cubicBezTo>
                  <a:pt x="24229" y="23606"/>
                  <a:pt x="23018" y="23256"/>
                  <a:pt x="21431" y="23256"/>
                </a:cubicBezTo>
                <a:cubicBezTo>
                  <a:pt x="20108" y="23256"/>
                  <a:pt x="18924" y="23494"/>
                  <a:pt x="17879" y="23968"/>
                </a:cubicBezTo>
                <a:cubicBezTo>
                  <a:pt x="16834" y="24442"/>
                  <a:pt x="15914" y="25081"/>
                  <a:pt x="15121" y="25884"/>
                </a:cubicBezTo>
                <a:cubicBezTo>
                  <a:pt x="14327" y="26687"/>
                  <a:pt x="13645" y="27635"/>
                  <a:pt x="13077" y="28729"/>
                </a:cubicBezTo>
                <a:cubicBezTo>
                  <a:pt x="12508" y="29822"/>
                  <a:pt x="12051" y="30988"/>
                  <a:pt x="11707" y="32225"/>
                </a:cubicBezTo>
                <a:lnTo>
                  <a:pt x="15041" y="32225"/>
                </a:lnTo>
                <a:cubicBezTo>
                  <a:pt x="17158" y="32225"/>
                  <a:pt x="18930" y="32087"/>
                  <a:pt x="20359" y="31811"/>
                </a:cubicBezTo>
                <a:cubicBezTo>
                  <a:pt x="21788" y="31534"/>
                  <a:pt x="22939" y="31159"/>
                  <a:pt x="23812" y="30685"/>
                </a:cubicBezTo>
                <a:cubicBezTo>
                  <a:pt x="24685" y="30210"/>
                  <a:pt x="25320" y="29651"/>
                  <a:pt x="25717" y="29006"/>
                </a:cubicBezTo>
                <a:cubicBezTo>
                  <a:pt x="26114" y="28360"/>
                  <a:pt x="26312" y="27668"/>
                  <a:pt x="26312" y="26931"/>
                </a:cubicBezTo>
                <a:close/>
                <a:moveTo>
                  <a:pt x="61361" y="35480"/>
                </a:moveTo>
                <a:lnTo>
                  <a:pt x="67711" y="53100"/>
                </a:lnTo>
                <a:cubicBezTo>
                  <a:pt x="67843" y="53550"/>
                  <a:pt x="67870" y="53921"/>
                  <a:pt x="67790" y="54212"/>
                </a:cubicBezTo>
                <a:cubicBezTo>
                  <a:pt x="67711" y="54503"/>
                  <a:pt x="67466" y="54741"/>
                  <a:pt x="67056" y="54926"/>
                </a:cubicBezTo>
                <a:cubicBezTo>
                  <a:pt x="66646" y="55111"/>
                  <a:pt x="66057" y="55237"/>
                  <a:pt x="65290" y="55303"/>
                </a:cubicBezTo>
                <a:cubicBezTo>
                  <a:pt x="64523" y="55369"/>
                  <a:pt x="63531" y="55402"/>
                  <a:pt x="62314" y="55402"/>
                </a:cubicBezTo>
                <a:cubicBezTo>
                  <a:pt x="61203" y="55402"/>
                  <a:pt x="60329" y="55376"/>
                  <a:pt x="59694" y="55323"/>
                </a:cubicBezTo>
                <a:cubicBezTo>
                  <a:pt x="59059" y="55270"/>
                  <a:pt x="58570" y="55191"/>
                  <a:pt x="58226" y="55085"/>
                </a:cubicBezTo>
                <a:cubicBezTo>
                  <a:pt x="57882" y="54979"/>
                  <a:pt x="57651" y="54833"/>
                  <a:pt x="57532" y="54648"/>
                </a:cubicBezTo>
                <a:cubicBezTo>
                  <a:pt x="57412" y="54463"/>
                  <a:pt x="57326" y="54251"/>
                  <a:pt x="57274" y="54013"/>
                </a:cubicBezTo>
                <a:lnTo>
                  <a:pt x="52987" y="41512"/>
                </a:lnTo>
                <a:lnTo>
                  <a:pt x="44018" y="54053"/>
                </a:lnTo>
                <a:cubicBezTo>
                  <a:pt x="43860" y="54291"/>
                  <a:pt x="43681" y="54496"/>
                  <a:pt x="43483" y="54668"/>
                </a:cubicBezTo>
                <a:cubicBezTo>
                  <a:pt x="43284" y="54840"/>
                  <a:pt x="42953" y="54979"/>
                  <a:pt x="42490" y="55085"/>
                </a:cubicBezTo>
                <a:cubicBezTo>
                  <a:pt x="42027" y="55191"/>
                  <a:pt x="41419" y="55270"/>
                  <a:pt x="40665" y="55323"/>
                </a:cubicBezTo>
                <a:cubicBezTo>
                  <a:pt x="39911" y="55376"/>
                  <a:pt x="38899" y="55402"/>
                  <a:pt x="37629" y="55402"/>
                </a:cubicBezTo>
                <a:cubicBezTo>
                  <a:pt x="36491" y="55402"/>
                  <a:pt x="35578" y="55369"/>
                  <a:pt x="34890" y="55303"/>
                </a:cubicBezTo>
                <a:cubicBezTo>
                  <a:pt x="34203" y="55237"/>
                  <a:pt x="33700" y="55118"/>
                  <a:pt x="33382" y="54946"/>
                </a:cubicBezTo>
                <a:cubicBezTo>
                  <a:pt x="33065" y="54774"/>
                  <a:pt x="32926" y="54549"/>
                  <a:pt x="32966" y="54271"/>
                </a:cubicBezTo>
                <a:cubicBezTo>
                  <a:pt x="33005" y="53993"/>
                  <a:pt x="33171" y="53630"/>
                  <a:pt x="33462" y="53180"/>
                </a:cubicBezTo>
                <a:lnTo>
                  <a:pt x="46915" y="35559"/>
                </a:lnTo>
                <a:lnTo>
                  <a:pt x="41002" y="19208"/>
                </a:lnTo>
                <a:cubicBezTo>
                  <a:pt x="40843" y="18732"/>
                  <a:pt x="40790" y="18342"/>
                  <a:pt x="40843" y="18037"/>
                </a:cubicBezTo>
                <a:cubicBezTo>
                  <a:pt x="40896" y="17733"/>
                  <a:pt x="41101" y="17488"/>
                  <a:pt x="41459" y="17303"/>
                </a:cubicBezTo>
                <a:cubicBezTo>
                  <a:pt x="41816" y="17118"/>
                  <a:pt x="42371" y="16992"/>
                  <a:pt x="43125" y="16926"/>
                </a:cubicBezTo>
                <a:cubicBezTo>
                  <a:pt x="43879" y="16860"/>
                  <a:pt x="44878" y="16827"/>
                  <a:pt x="46122" y="16827"/>
                </a:cubicBezTo>
                <a:cubicBezTo>
                  <a:pt x="47206" y="16827"/>
                  <a:pt x="48060" y="16847"/>
                  <a:pt x="48681" y="16887"/>
                </a:cubicBezTo>
                <a:cubicBezTo>
                  <a:pt x="49303" y="16926"/>
                  <a:pt x="49779" y="16986"/>
                  <a:pt x="50110" y="17065"/>
                </a:cubicBezTo>
                <a:cubicBezTo>
                  <a:pt x="50441" y="17145"/>
                  <a:pt x="50666" y="17270"/>
                  <a:pt x="50785" y="17442"/>
                </a:cubicBezTo>
                <a:cubicBezTo>
                  <a:pt x="50904" y="17614"/>
                  <a:pt x="51003" y="17832"/>
                  <a:pt x="51082" y="18097"/>
                </a:cubicBezTo>
                <a:lnTo>
                  <a:pt x="55210" y="29924"/>
                </a:lnTo>
                <a:lnTo>
                  <a:pt x="63742" y="18097"/>
                </a:lnTo>
                <a:cubicBezTo>
                  <a:pt x="63901" y="17885"/>
                  <a:pt x="64073" y="17700"/>
                  <a:pt x="64258" y="17541"/>
                </a:cubicBezTo>
                <a:cubicBezTo>
                  <a:pt x="64444" y="17383"/>
                  <a:pt x="64735" y="17250"/>
                  <a:pt x="65131" y="17145"/>
                </a:cubicBezTo>
                <a:cubicBezTo>
                  <a:pt x="65528" y="17039"/>
                  <a:pt x="66044" y="16959"/>
                  <a:pt x="66679" y="16906"/>
                </a:cubicBezTo>
                <a:cubicBezTo>
                  <a:pt x="67314" y="16853"/>
                  <a:pt x="68174" y="16827"/>
                  <a:pt x="69259" y="16827"/>
                </a:cubicBezTo>
                <a:cubicBezTo>
                  <a:pt x="70476" y="16827"/>
                  <a:pt x="71448" y="16853"/>
                  <a:pt x="72176" y="16906"/>
                </a:cubicBezTo>
                <a:cubicBezTo>
                  <a:pt x="72903" y="16959"/>
                  <a:pt x="73439" y="17065"/>
                  <a:pt x="73783" y="17224"/>
                </a:cubicBezTo>
                <a:cubicBezTo>
                  <a:pt x="74127" y="17383"/>
                  <a:pt x="74279" y="17601"/>
                  <a:pt x="74239" y="17879"/>
                </a:cubicBezTo>
                <a:cubicBezTo>
                  <a:pt x="74200" y="18157"/>
                  <a:pt x="74008" y="18534"/>
                  <a:pt x="73664" y="19010"/>
                </a:cubicBezTo>
                <a:lnTo>
                  <a:pt x="61361" y="35480"/>
                </a:lnTo>
                <a:close/>
                <a:moveTo>
                  <a:pt x="113325" y="29633"/>
                </a:moveTo>
                <a:cubicBezTo>
                  <a:pt x="113325" y="31356"/>
                  <a:pt x="113166" y="33212"/>
                  <a:pt x="112848" y="35201"/>
                </a:cubicBezTo>
                <a:cubicBezTo>
                  <a:pt x="112531" y="37188"/>
                  <a:pt x="112042" y="39163"/>
                  <a:pt x="111380" y="41125"/>
                </a:cubicBezTo>
                <a:cubicBezTo>
                  <a:pt x="110719" y="43087"/>
                  <a:pt x="109872" y="44976"/>
                  <a:pt x="108840" y="46791"/>
                </a:cubicBezTo>
                <a:cubicBezTo>
                  <a:pt x="107808" y="48607"/>
                  <a:pt x="106571" y="50205"/>
                  <a:pt x="105129" y="51584"/>
                </a:cubicBezTo>
                <a:cubicBezTo>
                  <a:pt x="103688" y="52962"/>
                  <a:pt x="102034" y="54062"/>
                  <a:pt x="100169" y="54884"/>
                </a:cubicBezTo>
                <a:cubicBezTo>
                  <a:pt x="98303" y="55706"/>
                  <a:pt x="96207" y="56117"/>
                  <a:pt x="93878" y="56117"/>
                </a:cubicBezTo>
                <a:cubicBezTo>
                  <a:pt x="92820" y="56117"/>
                  <a:pt x="91828" y="56011"/>
                  <a:pt x="90902" y="55799"/>
                </a:cubicBezTo>
                <a:cubicBezTo>
                  <a:pt x="89976" y="55587"/>
                  <a:pt x="89123" y="55290"/>
                  <a:pt x="88342" y="54907"/>
                </a:cubicBezTo>
                <a:cubicBezTo>
                  <a:pt x="87562" y="54524"/>
                  <a:pt x="86854" y="54074"/>
                  <a:pt x="86219" y="53559"/>
                </a:cubicBezTo>
                <a:cubicBezTo>
                  <a:pt x="85584" y="53043"/>
                  <a:pt x="85028" y="52494"/>
                  <a:pt x="84552" y="51912"/>
                </a:cubicBezTo>
                <a:lnTo>
                  <a:pt x="81417" y="67902"/>
                </a:lnTo>
                <a:cubicBezTo>
                  <a:pt x="81364" y="68167"/>
                  <a:pt x="81238" y="68405"/>
                  <a:pt x="81040" y="68617"/>
                </a:cubicBezTo>
                <a:cubicBezTo>
                  <a:pt x="80841" y="68829"/>
                  <a:pt x="80537" y="69008"/>
                  <a:pt x="80127" y="69154"/>
                </a:cubicBezTo>
                <a:cubicBezTo>
                  <a:pt x="79717" y="69299"/>
                  <a:pt x="79181" y="69411"/>
                  <a:pt x="78520" y="69491"/>
                </a:cubicBezTo>
                <a:cubicBezTo>
                  <a:pt x="77858" y="69570"/>
                  <a:pt x="77038" y="69610"/>
                  <a:pt x="76059" y="69610"/>
                </a:cubicBezTo>
                <a:cubicBezTo>
                  <a:pt x="75080" y="69610"/>
                  <a:pt x="74287" y="69570"/>
                  <a:pt x="73678" y="69491"/>
                </a:cubicBezTo>
                <a:cubicBezTo>
                  <a:pt x="73070" y="69411"/>
                  <a:pt x="72587" y="69299"/>
                  <a:pt x="72229" y="69154"/>
                </a:cubicBezTo>
                <a:cubicBezTo>
                  <a:pt x="71872" y="69008"/>
                  <a:pt x="71641" y="68829"/>
                  <a:pt x="71535" y="68617"/>
                </a:cubicBezTo>
                <a:cubicBezTo>
                  <a:pt x="71429" y="68405"/>
                  <a:pt x="71403" y="68167"/>
                  <a:pt x="71456" y="67902"/>
                </a:cubicBezTo>
                <a:lnTo>
                  <a:pt x="81377" y="18376"/>
                </a:lnTo>
                <a:cubicBezTo>
                  <a:pt x="81483" y="17820"/>
                  <a:pt x="81893" y="17422"/>
                  <a:pt x="82607" y="17184"/>
                </a:cubicBezTo>
                <a:cubicBezTo>
                  <a:pt x="83322" y="16946"/>
                  <a:pt x="84499" y="16827"/>
                  <a:pt x="86140" y="16827"/>
                </a:cubicBezTo>
                <a:cubicBezTo>
                  <a:pt x="86960" y="16827"/>
                  <a:pt x="87628" y="16860"/>
                  <a:pt x="88144" y="16926"/>
                </a:cubicBezTo>
                <a:cubicBezTo>
                  <a:pt x="88660" y="16992"/>
                  <a:pt x="89070" y="17085"/>
                  <a:pt x="89374" y="17204"/>
                </a:cubicBezTo>
                <a:cubicBezTo>
                  <a:pt x="89678" y="17323"/>
                  <a:pt x="89883" y="17482"/>
                  <a:pt x="89989" y="17682"/>
                </a:cubicBezTo>
                <a:cubicBezTo>
                  <a:pt x="90095" y="17880"/>
                  <a:pt x="90121" y="18111"/>
                  <a:pt x="90069" y="18376"/>
                </a:cubicBezTo>
                <a:lnTo>
                  <a:pt x="88957" y="24106"/>
                </a:lnTo>
                <a:cubicBezTo>
                  <a:pt x="89354" y="23231"/>
                  <a:pt x="89983" y="22323"/>
                  <a:pt x="90842" y="21382"/>
                </a:cubicBezTo>
                <a:cubicBezTo>
                  <a:pt x="91702" y="20441"/>
                  <a:pt x="92734" y="19579"/>
                  <a:pt x="93938" y="18796"/>
                </a:cubicBezTo>
                <a:cubicBezTo>
                  <a:pt x="95142" y="18014"/>
                  <a:pt x="96465" y="17371"/>
                  <a:pt x="97907" y="16868"/>
                </a:cubicBezTo>
                <a:cubicBezTo>
                  <a:pt x="99349" y="16364"/>
                  <a:pt x="100837" y="16113"/>
                  <a:pt x="102371" y="16113"/>
                </a:cubicBezTo>
                <a:cubicBezTo>
                  <a:pt x="104409" y="16113"/>
                  <a:pt x="106122" y="16464"/>
                  <a:pt x="107511" y="17167"/>
                </a:cubicBezTo>
                <a:cubicBezTo>
                  <a:pt x="108900" y="17869"/>
                  <a:pt x="110024" y="18830"/>
                  <a:pt x="110884" y="20049"/>
                </a:cubicBezTo>
                <a:cubicBezTo>
                  <a:pt x="111744" y="21269"/>
                  <a:pt x="112366" y="22700"/>
                  <a:pt x="112749" y="24344"/>
                </a:cubicBezTo>
                <a:cubicBezTo>
                  <a:pt x="113133" y="25988"/>
                  <a:pt x="113325" y="27751"/>
                  <a:pt x="113325" y="29633"/>
                </a:cubicBezTo>
                <a:moveTo>
                  <a:pt x="103046" y="30519"/>
                </a:moveTo>
                <a:cubicBezTo>
                  <a:pt x="103046" y="29619"/>
                  <a:pt x="102973" y="28799"/>
                  <a:pt x="102828" y="28058"/>
                </a:cubicBezTo>
                <a:cubicBezTo>
                  <a:pt x="102682" y="27317"/>
                  <a:pt x="102444" y="26689"/>
                  <a:pt x="102113" y="26173"/>
                </a:cubicBezTo>
                <a:cubicBezTo>
                  <a:pt x="101783" y="25657"/>
                  <a:pt x="101359" y="25267"/>
                  <a:pt x="100843" y="25002"/>
                </a:cubicBezTo>
                <a:cubicBezTo>
                  <a:pt x="100327" y="24738"/>
                  <a:pt x="99699" y="24606"/>
                  <a:pt x="98958" y="24606"/>
                </a:cubicBezTo>
                <a:cubicBezTo>
                  <a:pt x="97768" y="24606"/>
                  <a:pt x="96570" y="24956"/>
                  <a:pt x="95367" y="25657"/>
                </a:cubicBezTo>
                <a:cubicBezTo>
                  <a:pt x="94163" y="26358"/>
                  <a:pt x="93032" y="27311"/>
                  <a:pt x="91973" y="28516"/>
                </a:cubicBezTo>
                <a:cubicBezTo>
                  <a:pt x="90915" y="29720"/>
                  <a:pt x="89976" y="31122"/>
                  <a:pt x="89156" y="32724"/>
                </a:cubicBezTo>
                <a:cubicBezTo>
                  <a:pt x="88336" y="34325"/>
                  <a:pt x="87753" y="36038"/>
                  <a:pt x="87410" y="37865"/>
                </a:cubicBezTo>
                <a:lnTo>
                  <a:pt x="86298" y="43278"/>
                </a:lnTo>
                <a:cubicBezTo>
                  <a:pt x="87224" y="44727"/>
                  <a:pt x="88250" y="45813"/>
                  <a:pt x="89374" y="46537"/>
                </a:cubicBezTo>
                <a:cubicBezTo>
                  <a:pt x="90498" y="47262"/>
                  <a:pt x="91801" y="47624"/>
                  <a:pt x="93283" y="47624"/>
                </a:cubicBezTo>
                <a:cubicBezTo>
                  <a:pt x="94368" y="47624"/>
                  <a:pt x="95367" y="47359"/>
                  <a:pt x="96279" y="46830"/>
                </a:cubicBezTo>
                <a:cubicBezTo>
                  <a:pt x="97192" y="46301"/>
                  <a:pt x="98012" y="45593"/>
                  <a:pt x="98740" y="44707"/>
                </a:cubicBezTo>
                <a:cubicBezTo>
                  <a:pt x="99468" y="43820"/>
                  <a:pt x="100103" y="42795"/>
                  <a:pt x="100645" y="41631"/>
                </a:cubicBezTo>
                <a:cubicBezTo>
                  <a:pt x="101187" y="40467"/>
                  <a:pt x="101637" y="39250"/>
                  <a:pt x="101994" y="37980"/>
                </a:cubicBezTo>
                <a:cubicBezTo>
                  <a:pt x="102351" y="36710"/>
                  <a:pt x="102616" y="35433"/>
                  <a:pt x="102788" y="34150"/>
                </a:cubicBezTo>
                <a:cubicBezTo>
                  <a:pt x="102960" y="32867"/>
                  <a:pt x="103046" y="31657"/>
                  <a:pt x="103046" y="30519"/>
                </a:cubicBezTo>
                <a:close/>
                <a:moveTo>
                  <a:pt x="150211" y="53854"/>
                </a:moveTo>
                <a:cubicBezTo>
                  <a:pt x="150105" y="54410"/>
                  <a:pt x="149689" y="54807"/>
                  <a:pt x="148961" y="55045"/>
                </a:cubicBezTo>
                <a:cubicBezTo>
                  <a:pt x="148233" y="55283"/>
                  <a:pt x="147063" y="55402"/>
                  <a:pt x="145449" y="55402"/>
                </a:cubicBezTo>
                <a:cubicBezTo>
                  <a:pt x="144628" y="55402"/>
                  <a:pt x="143960" y="55376"/>
                  <a:pt x="143445" y="55323"/>
                </a:cubicBezTo>
                <a:cubicBezTo>
                  <a:pt x="142929" y="55270"/>
                  <a:pt x="142512" y="55184"/>
                  <a:pt x="142194" y="55065"/>
                </a:cubicBezTo>
                <a:cubicBezTo>
                  <a:pt x="141877" y="54946"/>
                  <a:pt x="141672" y="54787"/>
                  <a:pt x="141579" y="54589"/>
                </a:cubicBezTo>
                <a:cubicBezTo>
                  <a:pt x="141487" y="54390"/>
                  <a:pt x="141467" y="54145"/>
                  <a:pt x="141520" y="53854"/>
                </a:cubicBezTo>
                <a:lnTo>
                  <a:pt x="142631" y="48179"/>
                </a:lnTo>
                <a:cubicBezTo>
                  <a:pt x="142234" y="49030"/>
                  <a:pt x="141599" y="49928"/>
                  <a:pt x="140726" y="50872"/>
                </a:cubicBezTo>
                <a:cubicBezTo>
                  <a:pt x="139853" y="51816"/>
                  <a:pt x="138821" y="52674"/>
                  <a:pt x="137630" y="53445"/>
                </a:cubicBezTo>
                <a:cubicBezTo>
                  <a:pt x="136440" y="54216"/>
                  <a:pt x="135124" y="54854"/>
                  <a:pt x="133682" y="55359"/>
                </a:cubicBezTo>
                <a:cubicBezTo>
                  <a:pt x="132240" y="55864"/>
                  <a:pt x="130751" y="56117"/>
                  <a:pt x="129217" y="56117"/>
                </a:cubicBezTo>
                <a:cubicBezTo>
                  <a:pt x="127100" y="56117"/>
                  <a:pt x="125341" y="55745"/>
                  <a:pt x="123939" y="55003"/>
                </a:cubicBezTo>
                <a:cubicBezTo>
                  <a:pt x="122536" y="54260"/>
                  <a:pt x="121412" y="53260"/>
                  <a:pt x="120565" y="52000"/>
                </a:cubicBezTo>
                <a:cubicBezTo>
                  <a:pt x="119719" y="50741"/>
                  <a:pt x="119117" y="49303"/>
                  <a:pt x="118760" y="47687"/>
                </a:cubicBezTo>
                <a:cubicBezTo>
                  <a:pt x="118402" y="46070"/>
                  <a:pt x="118224" y="44373"/>
                  <a:pt x="118224" y="42596"/>
                </a:cubicBezTo>
                <a:cubicBezTo>
                  <a:pt x="118224" y="40926"/>
                  <a:pt x="118383" y="39103"/>
                  <a:pt x="118700" y="37129"/>
                </a:cubicBezTo>
                <a:cubicBezTo>
                  <a:pt x="119018" y="35154"/>
                  <a:pt x="119507" y="33185"/>
                  <a:pt x="120168" y="31223"/>
                </a:cubicBezTo>
                <a:cubicBezTo>
                  <a:pt x="120830" y="29261"/>
                  <a:pt x="121677" y="27372"/>
                  <a:pt x="122708" y="25557"/>
                </a:cubicBezTo>
                <a:cubicBezTo>
                  <a:pt x="123740" y="23741"/>
                  <a:pt x="124977" y="22131"/>
                  <a:pt x="126419" y="20726"/>
                </a:cubicBezTo>
                <a:cubicBezTo>
                  <a:pt x="127861" y="19321"/>
                  <a:pt x="129515" y="18200"/>
                  <a:pt x="131380" y="17365"/>
                </a:cubicBezTo>
                <a:cubicBezTo>
                  <a:pt x="133245" y="16530"/>
                  <a:pt x="135355" y="16113"/>
                  <a:pt x="137710" y="16113"/>
                </a:cubicBezTo>
                <a:cubicBezTo>
                  <a:pt x="139906" y="16113"/>
                  <a:pt x="141850" y="16572"/>
                  <a:pt x="143544" y="17492"/>
                </a:cubicBezTo>
                <a:cubicBezTo>
                  <a:pt x="145237" y="18411"/>
                  <a:pt x="146719" y="19751"/>
                  <a:pt x="147989" y="21510"/>
                </a:cubicBezTo>
                <a:lnTo>
                  <a:pt x="148624" y="18375"/>
                </a:lnTo>
                <a:cubicBezTo>
                  <a:pt x="148729" y="17819"/>
                  <a:pt x="149146" y="17422"/>
                  <a:pt x="149874" y="17184"/>
                </a:cubicBezTo>
                <a:cubicBezTo>
                  <a:pt x="150601" y="16946"/>
                  <a:pt x="151772" y="16827"/>
                  <a:pt x="153386" y="16827"/>
                </a:cubicBezTo>
                <a:cubicBezTo>
                  <a:pt x="154180" y="16827"/>
                  <a:pt x="154841" y="16860"/>
                  <a:pt x="155370" y="16926"/>
                </a:cubicBezTo>
                <a:cubicBezTo>
                  <a:pt x="155899" y="16992"/>
                  <a:pt x="156316" y="17085"/>
                  <a:pt x="156620" y="17204"/>
                </a:cubicBezTo>
                <a:cubicBezTo>
                  <a:pt x="156925" y="17323"/>
                  <a:pt x="157130" y="17482"/>
                  <a:pt x="157236" y="17680"/>
                </a:cubicBezTo>
                <a:cubicBezTo>
                  <a:pt x="157341" y="17879"/>
                  <a:pt x="157368" y="18110"/>
                  <a:pt x="157315" y="18375"/>
                </a:cubicBezTo>
                <a:lnTo>
                  <a:pt x="150211" y="53854"/>
                </a:lnTo>
                <a:moveTo>
                  <a:pt x="145290" y="29011"/>
                </a:moveTo>
                <a:cubicBezTo>
                  <a:pt x="144364" y="27542"/>
                  <a:pt x="143339" y="26441"/>
                  <a:pt x="142214" y="25707"/>
                </a:cubicBezTo>
                <a:cubicBezTo>
                  <a:pt x="141090" y="24973"/>
                  <a:pt x="139787" y="24606"/>
                  <a:pt x="138305" y="24606"/>
                </a:cubicBezTo>
                <a:cubicBezTo>
                  <a:pt x="137194" y="24606"/>
                  <a:pt x="136175" y="24871"/>
                  <a:pt x="135249" y="25401"/>
                </a:cubicBezTo>
                <a:cubicBezTo>
                  <a:pt x="134323" y="25931"/>
                  <a:pt x="133503" y="26639"/>
                  <a:pt x="132789" y="27527"/>
                </a:cubicBezTo>
                <a:cubicBezTo>
                  <a:pt x="132074" y="28415"/>
                  <a:pt x="131446" y="29443"/>
                  <a:pt x="130904" y="30609"/>
                </a:cubicBezTo>
                <a:cubicBezTo>
                  <a:pt x="130361" y="31775"/>
                  <a:pt x="129911" y="32988"/>
                  <a:pt x="129554" y="34247"/>
                </a:cubicBezTo>
                <a:cubicBezTo>
                  <a:pt x="129197" y="35505"/>
                  <a:pt x="128933" y="36777"/>
                  <a:pt x="128761" y="38063"/>
                </a:cubicBezTo>
                <a:cubicBezTo>
                  <a:pt x="128589" y="39348"/>
                  <a:pt x="128503" y="40534"/>
                  <a:pt x="128503" y="41621"/>
                </a:cubicBezTo>
                <a:cubicBezTo>
                  <a:pt x="128503" y="42416"/>
                  <a:pt x="128562" y="43171"/>
                  <a:pt x="128681" y="43887"/>
                </a:cubicBezTo>
                <a:cubicBezTo>
                  <a:pt x="128800" y="44602"/>
                  <a:pt x="129019" y="45238"/>
                  <a:pt x="129336" y="45796"/>
                </a:cubicBezTo>
                <a:cubicBezTo>
                  <a:pt x="129653" y="46352"/>
                  <a:pt x="130077" y="46796"/>
                  <a:pt x="130606" y="47128"/>
                </a:cubicBezTo>
                <a:cubicBezTo>
                  <a:pt x="131135" y="47458"/>
                  <a:pt x="131810" y="47624"/>
                  <a:pt x="132630" y="47624"/>
                </a:cubicBezTo>
                <a:cubicBezTo>
                  <a:pt x="133794" y="47624"/>
                  <a:pt x="134985" y="47273"/>
                  <a:pt x="136202" y="46572"/>
                </a:cubicBezTo>
                <a:cubicBezTo>
                  <a:pt x="137419" y="45871"/>
                  <a:pt x="138556" y="44918"/>
                  <a:pt x="139615" y="43715"/>
                </a:cubicBezTo>
                <a:cubicBezTo>
                  <a:pt x="140673" y="42511"/>
                  <a:pt x="141606" y="41108"/>
                  <a:pt x="142413" y="39508"/>
                </a:cubicBezTo>
                <a:cubicBezTo>
                  <a:pt x="143220" y="37907"/>
                  <a:pt x="143808" y="36194"/>
                  <a:pt x="144179" y="34368"/>
                </a:cubicBezTo>
                <a:lnTo>
                  <a:pt x="145290" y="29011"/>
                </a:lnTo>
                <a:close/>
                <a:moveTo>
                  <a:pt x="198487" y="26284"/>
                </a:moveTo>
                <a:cubicBezTo>
                  <a:pt x="198487" y="27210"/>
                  <a:pt x="198427" y="28137"/>
                  <a:pt x="198308" y="29064"/>
                </a:cubicBezTo>
                <a:cubicBezTo>
                  <a:pt x="198189" y="29991"/>
                  <a:pt x="198037" y="30944"/>
                  <a:pt x="197852" y="31924"/>
                </a:cubicBezTo>
                <a:lnTo>
                  <a:pt x="193447" y="53815"/>
                </a:lnTo>
                <a:cubicBezTo>
                  <a:pt x="193394" y="54079"/>
                  <a:pt x="193268" y="54311"/>
                  <a:pt x="193070" y="54509"/>
                </a:cubicBezTo>
                <a:cubicBezTo>
                  <a:pt x="192871" y="54708"/>
                  <a:pt x="192567" y="54873"/>
                  <a:pt x="192157" y="55005"/>
                </a:cubicBezTo>
                <a:cubicBezTo>
                  <a:pt x="191747" y="55138"/>
                  <a:pt x="191218" y="55237"/>
                  <a:pt x="190570" y="55303"/>
                </a:cubicBezTo>
                <a:cubicBezTo>
                  <a:pt x="189921" y="55369"/>
                  <a:pt x="189108" y="55402"/>
                  <a:pt x="188129" y="55402"/>
                </a:cubicBezTo>
                <a:cubicBezTo>
                  <a:pt x="187150" y="55402"/>
                  <a:pt x="186350" y="55369"/>
                  <a:pt x="185728" y="55303"/>
                </a:cubicBezTo>
                <a:cubicBezTo>
                  <a:pt x="185106" y="55237"/>
                  <a:pt x="184623" y="55138"/>
                  <a:pt x="184279" y="55005"/>
                </a:cubicBezTo>
                <a:cubicBezTo>
                  <a:pt x="183935" y="54873"/>
                  <a:pt x="183704" y="54708"/>
                  <a:pt x="183585" y="54509"/>
                </a:cubicBezTo>
                <a:cubicBezTo>
                  <a:pt x="183466" y="54311"/>
                  <a:pt x="183433" y="54079"/>
                  <a:pt x="183486" y="53815"/>
                </a:cubicBezTo>
                <a:lnTo>
                  <a:pt x="187772" y="32583"/>
                </a:lnTo>
                <a:cubicBezTo>
                  <a:pt x="187904" y="31944"/>
                  <a:pt x="188003" y="31293"/>
                  <a:pt x="188069" y="30628"/>
                </a:cubicBezTo>
                <a:cubicBezTo>
                  <a:pt x="188135" y="29963"/>
                  <a:pt x="188169" y="29378"/>
                  <a:pt x="188169" y="28873"/>
                </a:cubicBezTo>
                <a:cubicBezTo>
                  <a:pt x="188169" y="27676"/>
                  <a:pt x="187917" y="26692"/>
                  <a:pt x="187414" y="25921"/>
                </a:cubicBezTo>
                <a:cubicBezTo>
                  <a:pt x="186912" y="25150"/>
                  <a:pt x="186065" y="24764"/>
                  <a:pt x="184875" y="24764"/>
                </a:cubicBezTo>
                <a:cubicBezTo>
                  <a:pt x="183790" y="24764"/>
                  <a:pt x="182659" y="25109"/>
                  <a:pt x="181481" y="25800"/>
                </a:cubicBezTo>
                <a:cubicBezTo>
                  <a:pt x="180304" y="26489"/>
                  <a:pt x="179193" y="27425"/>
                  <a:pt x="178148" y="28606"/>
                </a:cubicBezTo>
                <a:cubicBezTo>
                  <a:pt x="177103" y="29787"/>
                  <a:pt x="176170" y="31167"/>
                  <a:pt x="175350" y="32746"/>
                </a:cubicBezTo>
                <a:cubicBezTo>
                  <a:pt x="174530" y="34325"/>
                  <a:pt x="173948" y="36003"/>
                  <a:pt x="173604" y="37781"/>
                </a:cubicBezTo>
                <a:lnTo>
                  <a:pt x="170389" y="53815"/>
                </a:lnTo>
                <a:cubicBezTo>
                  <a:pt x="170336" y="54079"/>
                  <a:pt x="170210" y="54311"/>
                  <a:pt x="170012" y="54509"/>
                </a:cubicBezTo>
                <a:cubicBezTo>
                  <a:pt x="169814" y="54708"/>
                  <a:pt x="169509" y="54873"/>
                  <a:pt x="169099" y="55005"/>
                </a:cubicBezTo>
                <a:cubicBezTo>
                  <a:pt x="168689" y="55138"/>
                  <a:pt x="168153" y="55237"/>
                  <a:pt x="167492" y="55303"/>
                </a:cubicBezTo>
                <a:cubicBezTo>
                  <a:pt x="166830" y="55369"/>
                  <a:pt x="166024" y="55402"/>
                  <a:pt x="165071" y="55402"/>
                </a:cubicBezTo>
                <a:cubicBezTo>
                  <a:pt x="164092" y="55402"/>
                  <a:pt x="163292" y="55369"/>
                  <a:pt x="162670" y="55303"/>
                </a:cubicBezTo>
                <a:cubicBezTo>
                  <a:pt x="162048" y="55237"/>
                  <a:pt x="161559" y="55138"/>
                  <a:pt x="161202" y="55005"/>
                </a:cubicBezTo>
                <a:cubicBezTo>
                  <a:pt x="160844" y="54873"/>
                  <a:pt x="160613" y="54708"/>
                  <a:pt x="160507" y="54509"/>
                </a:cubicBezTo>
                <a:cubicBezTo>
                  <a:pt x="160401" y="54311"/>
                  <a:pt x="160375" y="54079"/>
                  <a:pt x="160428" y="53815"/>
                </a:cubicBezTo>
                <a:lnTo>
                  <a:pt x="167532" y="18375"/>
                </a:lnTo>
                <a:cubicBezTo>
                  <a:pt x="167585" y="18110"/>
                  <a:pt x="167697" y="17879"/>
                  <a:pt x="167869" y="17680"/>
                </a:cubicBezTo>
                <a:cubicBezTo>
                  <a:pt x="168041" y="17482"/>
                  <a:pt x="168305" y="17323"/>
                  <a:pt x="168663" y="17204"/>
                </a:cubicBezTo>
                <a:cubicBezTo>
                  <a:pt x="169020" y="17085"/>
                  <a:pt x="169483" y="16992"/>
                  <a:pt x="170052" y="16926"/>
                </a:cubicBezTo>
                <a:cubicBezTo>
                  <a:pt x="170621" y="16860"/>
                  <a:pt x="171302" y="16827"/>
                  <a:pt x="172096" y="16827"/>
                </a:cubicBezTo>
                <a:cubicBezTo>
                  <a:pt x="172916" y="16827"/>
                  <a:pt x="173584" y="16860"/>
                  <a:pt x="174100" y="16926"/>
                </a:cubicBezTo>
                <a:cubicBezTo>
                  <a:pt x="174616" y="16992"/>
                  <a:pt x="175019" y="17085"/>
                  <a:pt x="175310" y="17204"/>
                </a:cubicBezTo>
                <a:cubicBezTo>
                  <a:pt x="175601" y="17323"/>
                  <a:pt x="175793" y="17482"/>
                  <a:pt x="175886" y="17680"/>
                </a:cubicBezTo>
                <a:cubicBezTo>
                  <a:pt x="175978" y="17879"/>
                  <a:pt x="175998" y="18110"/>
                  <a:pt x="175945" y="18375"/>
                </a:cubicBezTo>
                <a:lnTo>
                  <a:pt x="174794" y="24209"/>
                </a:lnTo>
                <a:cubicBezTo>
                  <a:pt x="175350" y="23278"/>
                  <a:pt x="176091" y="22327"/>
                  <a:pt x="177017" y="21357"/>
                </a:cubicBezTo>
                <a:cubicBezTo>
                  <a:pt x="177943" y="20387"/>
                  <a:pt x="179008" y="19516"/>
                  <a:pt x="180211" y="18746"/>
                </a:cubicBezTo>
                <a:cubicBezTo>
                  <a:pt x="181415" y="17974"/>
                  <a:pt x="182725" y="17343"/>
                  <a:pt x="184140" y="16851"/>
                </a:cubicBezTo>
                <a:cubicBezTo>
                  <a:pt x="185556" y="16359"/>
                  <a:pt x="187031" y="16113"/>
                  <a:pt x="188565" y="16113"/>
                </a:cubicBezTo>
                <a:cubicBezTo>
                  <a:pt x="190417" y="16113"/>
                  <a:pt x="191972" y="16384"/>
                  <a:pt x="193229" y="16927"/>
                </a:cubicBezTo>
                <a:cubicBezTo>
                  <a:pt x="194485" y="17470"/>
                  <a:pt x="195504" y="18205"/>
                  <a:pt x="196284" y="19133"/>
                </a:cubicBezTo>
                <a:cubicBezTo>
                  <a:pt x="197065" y="20059"/>
                  <a:pt x="197627" y="21139"/>
                  <a:pt x="197971" y="22371"/>
                </a:cubicBezTo>
                <a:cubicBezTo>
                  <a:pt x="198315" y="23602"/>
                  <a:pt x="198487" y="24906"/>
                  <a:pt x="198487" y="26284"/>
                </a:cubicBezTo>
                <a:close/>
                <a:moveTo>
                  <a:pt x="236397" y="53889"/>
                </a:moveTo>
                <a:cubicBezTo>
                  <a:pt x="236291" y="54432"/>
                  <a:pt x="235874" y="54821"/>
                  <a:pt x="235147" y="55054"/>
                </a:cubicBezTo>
                <a:cubicBezTo>
                  <a:pt x="234419" y="55286"/>
                  <a:pt x="233248" y="55402"/>
                  <a:pt x="231634" y="55402"/>
                </a:cubicBezTo>
                <a:cubicBezTo>
                  <a:pt x="230814" y="55402"/>
                  <a:pt x="230146" y="55376"/>
                  <a:pt x="229630" y="55324"/>
                </a:cubicBezTo>
                <a:cubicBezTo>
                  <a:pt x="229114" y="55273"/>
                  <a:pt x="228697" y="55189"/>
                  <a:pt x="228380" y="55072"/>
                </a:cubicBezTo>
                <a:cubicBezTo>
                  <a:pt x="228062" y="54956"/>
                  <a:pt x="227857" y="54801"/>
                  <a:pt x="227765" y="54607"/>
                </a:cubicBezTo>
                <a:cubicBezTo>
                  <a:pt x="227672" y="54413"/>
                  <a:pt x="227652" y="54174"/>
                  <a:pt x="227705" y="53889"/>
                </a:cubicBezTo>
                <a:lnTo>
                  <a:pt x="228777" y="48203"/>
                </a:lnTo>
                <a:cubicBezTo>
                  <a:pt x="228380" y="49051"/>
                  <a:pt x="227745" y="49946"/>
                  <a:pt x="226872" y="50888"/>
                </a:cubicBezTo>
                <a:cubicBezTo>
                  <a:pt x="225999" y="51829"/>
                  <a:pt x="224967" y="52690"/>
                  <a:pt x="223776" y="53472"/>
                </a:cubicBezTo>
                <a:cubicBezTo>
                  <a:pt x="222586" y="54255"/>
                  <a:pt x="221270" y="54891"/>
                  <a:pt x="219828" y="55381"/>
                </a:cubicBezTo>
                <a:cubicBezTo>
                  <a:pt x="218386" y="55871"/>
                  <a:pt x="216897" y="56117"/>
                  <a:pt x="215363" y="56117"/>
                </a:cubicBezTo>
                <a:cubicBezTo>
                  <a:pt x="213855" y="56117"/>
                  <a:pt x="212539" y="55924"/>
                  <a:pt x="211414" y="55540"/>
                </a:cubicBezTo>
                <a:cubicBezTo>
                  <a:pt x="210290" y="55155"/>
                  <a:pt x="209324" y="54632"/>
                  <a:pt x="208517" y="53970"/>
                </a:cubicBezTo>
                <a:cubicBezTo>
                  <a:pt x="207710" y="53307"/>
                  <a:pt x="207042" y="52525"/>
                  <a:pt x="206513" y="51623"/>
                </a:cubicBezTo>
                <a:cubicBezTo>
                  <a:pt x="205984" y="50722"/>
                  <a:pt x="205560" y="49768"/>
                  <a:pt x="205243" y="48761"/>
                </a:cubicBezTo>
                <a:cubicBezTo>
                  <a:pt x="204925" y="47753"/>
                  <a:pt x="204700" y="46713"/>
                  <a:pt x="204568" y="45639"/>
                </a:cubicBezTo>
                <a:cubicBezTo>
                  <a:pt x="204436" y="44565"/>
                  <a:pt x="204370" y="43511"/>
                  <a:pt x="204370" y="42477"/>
                </a:cubicBezTo>
                <a:cubicBezTo>
                  <a:pt x="204370" y="40754"/>
                  <a:pt x="204528" y="38905"/>
                  <a:pt x="204846" y="36931"/>
                </a:cubicBezTo>
                <a:cubicBezTo>
                  <a:pt x="205163" y="34955"/>
                  <a:pt x="205660" y="32993"/>
                  <a:pt x="206334" y="31045"/>
                </a:cubicBezTo>
                <a:cubicBezTo>
                  <a:pt x="207009" y="29096"/>
                  <a:pt x="207862" y="27220"/>
                  <a:pt x="208894" y="25418"/>
                </a:cubicBezTo>
                <a:cubicBezTo>
                  <a:pt x="209926" y="23615"/>
                  <a:pt x="211163" y="22025"/>
                  <a:pt x="212605" y="20647"/>
                </a:cubicBezTo>
                <a:cubicBezTo>
                  <a:pt x="214047" y="19268"/>
                  <a:pt x="215700" y="18167"/>
                  <a:pt x="217565" y="17345"/>
                </a:cubicBezTo>
                <a:cubicBezTo>
                  <a:pt x="219431" y="16524"/>
                  <a:pt x="221527" y="16113"/>
                  <a:pt x="223856" y="16113"/>
                </a:cubicBezTo>
                <a:cubicBezTo>
                  <a:pt x="224888" y="16113"/>
                  <a:pt x="225873" y="16226"/>
                  <a:pt x="226812" y="16451"/>
                </a:cubicBezTo>
                <a:cubicBezTo>
                  <a:pt x="227752" y="16676"/>
                  <a:pt x="228611" y="16981"/>
                  <a:pt x="229392" y="17365"/>
                </a:cubicBezTo>
                <a:cubicBezTo>
                  <a:pt x="230172" y="17750"/>
                  <a:pt x="230880" y="18207"/>
                  <a:pt x="231515" y="18738"/>
                </a:cubicBezTo>
                <a:cubicBezTo>
                  <a:pt x="232150" y="19268"/>
                  <a:pt x="232693" y="19825"/>
                  <a:pt x="233142" y="20409"/>
                </a:cubicBezTo>
                <a:lnTo>
                  <a:pt x="236913" y="1708"/>
                </a:lnTo>
                <a:cubicBezTo>
                  <a:pt x="236965" y="1443"/>
                  <a:pt x="237085" y="1205"/>
                  <a:pt x="237270" y="993"/>
                </a:cubicBezTo>
                <a:cubicBezTo>
                  <a:pt x="237455" y="781"/>
                  <a:pt x="237753" y="602"/>
                  <a:pt x="238163" y="456"/>
                </a:cubicBezTo>
                <a:cubicBezTo>
                  <a:pt x="238573" y="311"/>
                  <a:pt x="239102" y="198"/>
                  <a:pt x="239750" y="119"/>
                </a:cubicBezTo>
                <a:cubicBezTo>
                  <a:pt x="240398" y="40"/>
                  <a:pt x="241212" y="0"/>
                  <a:pt x="242191" y="0"/>
                </a:cubicBezTo>
                <a:cubicBezTo>
                  <a:pt x="243170" y="0"/>
                  <a:pt x="243970" y="40"/>
                  <a:pt x="244592" y="119"/>
                </a:cubicBezTo>
                <a:cubicBezTo>
                  <a:pt x="245214" y="198"/>
                  <a:pt x="245696" y="311"/>
                  <a:pt x="246040" y="456"/>
                </a:cubicBezTo>
                <a:cubicBezTo>
                  <a:pt x="246384" y="602"/>
                  <a:pt x="246609" y="781"/>
                  <a:pt x="246715" y="993"/>
                </a:cubicBezTo>
                <a:cubicBezTo>
                  <a:pt x="246821" y="1205"/>
                  <a:pt x="246847" y="1443"/>
                  <a:pt x="246794" y="1708"/>
                </a:cubicBezTo>
                <a:lnTo>
                  <a:pt x="236397" y="53889"/>
                </a:lnTo>
                <a:moveTo>
                  <a:pt x="231436" y="29032"/>
                </a:moveTo>
                <a:cubicBezTo>
                  <a:pt x="230510" y="27570"/>
                  <a:pt x="229485" y="26467"/>
                  <a:pt x="228360" y="25723"/>
                </a:cubicBezTo>
                <a:cubicBezTo>
                  <a:pt x="227236" y="24978"/>
                  <a:pt x="225933" y="24606"/>
                  <a:pt x="224451" y="24606"/>
                </a:cubicBezTo>
                <a:cubicBezTo>
                  <a:pt x="223366" y="24606"/>
                  <a:pt x="222368" y="24864"/>
                  <a:pt x="221455" y="25381"/>
                </a:cubicBezTo>
                <a:cubicBezTo>
                  <a:pt x="220542" y="25897"/>
                  <a:pt x="219722" y="26587"/>
                  <a:pt x="218994" y="27448"/>
                </a:cubicBezTo>
                <a:cubicBezTo>
                  <a:pt x="218267" y="28310"/>
                  <a:pt x="217632" y="29317"/>
                  <a:pt x="217089" y="30470"/>
                </a:cubicBezTo>
                <a:cubicBezTo>
                  <a:pt x="216547" y="31623"/>
                  <a:pt x="216097" y="32836"/>
                  <a:pt x="215740" y="34108"/>
                </a:cubicBezTo>
                <a:cubicBezTo>
                  <a:pt x="215383" y="35380"/>
                  <a:pt x="215112" y="36652"/>
                  <a:pt x="214926" y="37924"/>
                </a:cubicBezTo>
                <a:cubicBezTo>
                  <a:pt x="214741" y="39196"/>
                  <a:pt x="214649" y="40402"/>
                  <a:pt x="214649" y="41542"/>
                </a:cubicBezTo>
                <a:cubicBezTo>
                  <a:pt x="214649" y="43556"/>
                  <a:pt x="214979" y="45073"/>
                  <a:pt x="215641" y="46093"/>
                </a:cubicBezTo>
                <a:cubicBezTo>
                  <a:pt x="216302" y="47114"/>
                  <a:pt x="217347" y="47624"/>
                  <a:pt x="218776" y="47624"/>
                </a:cubicBezTo>
                <a:cubicBezTo>
                  <a:pt x="219940" y="47624"/>
                  <a:pt x="221131" y="47273"/>
                  <a:pt x="222348" y="46572"/>
                </a:cubicBezTo>
                <a:cubicBezTo>
                  <a:pt x="223565" y="45871"/>
                  <a:pt x="224702" y="44932"/>
                  <a:pt x="225761" y="43754"/>
                </a:cubicBezTo>
                <a:cubicBezTo>
                  <a:pt x="226819" y="42576"/>
                  <a:pt x="227752" y="41187"/>
                  <a:pt x="228559" y="39586"/>
                </a:cubicBezTo>
                <a:cubicBezTo>
                  <a:pt x="229366" y="37984"/>
                  <a:pt x="229954" y="36270"/>
                  <a:pt x="230325" y="34444"/>
                </a:cubicBezTo>
                <a:lnTo>
                  <a:pt x="231436" y="29032"/>
                </a:lnTo>
                <a:close/>
                <a:moveTo>
                  <a:pt x="266774" y="6509"/>
                </a:moveTo>
                <a:cubicBezTo>
                  <a:pt x="266589" y="7487"/>
                  <a:pt x="266338" y="8314"/>
                  <a:pt x="266020" y="8989"/>
                </a:cubicBezTo>
                <a:cubicBezTo>
                  <a:pt x="265703" y="9664"/>
                  <a:pt x="265279" y="10206"/>
                  <a:pt x="264750" y="10616"/>
                </a:cubicBezTo>
                <a:cubicBezTo>
                  <a:pt x="264221" y="11026"/>
                  <a:pt x="263573" y="11317"/>
                  <a:pt x="262806" y="11489"/>
                </a:cubicBezTo>
                <a:cubicBezTo>
                  <a:pt x="262038" y="11661"/>
                  <a:pt x="261086" y="11747"/>
                  <a:pt x="259948" y="11747"/>
                </a:cubicBezTo>
                <a:cubicBezTo>
                  <a:pt x="258837" y="11747"/>
                  <a:pt x="257931" y="11661"/>
                  <a:pt x="257230" y="11489"/>
                </a:cubicBezTo>
                <a:cubicBezTo>
                  <a:pt x="256529" y="11317"/>
                  <a:pt x="255999" y="11026"/>
                  <a:pt x="255642" y="10616"/>
                </a:cubicBezTo>
                <a:cubicBezTo>
                  <a:pt x="255285" y="10206"/>
                  <a:pt x="255080" y="9664"/>
                  <a:pt x="255027" y="8989"/>
                </a:cubicBezTo>
                <a:cubicBezTo>
                  <a:pt x="254974" y="8314"/>
                  <a:pt x="255054" y="7487"/>
                  <a:pt x="255265" y="6509"/>
                </a:cubicBezTo>
                <a:cubicBezTo>
                  <a:pt x="255450" y="5556"/>
                  <a:pt x="255702" y="4749"/>
                  <a:pt x="256019" y="4088"/>
                </a:cubicBezTo>
                <a:cubicBezTo>
                  <a:pt x="256337" y="3426"/>
                  <a:pt x="256760" y="2884"/>
                  <a:pt x="257289" y="2461"/>
                </a:cubicBezTo>
                <a:cubicBezTo>
                  <a:pt x="257818" y="2037"/>
                  <a:pt x="258467" y="1733"/>
                  <a:pt x="259234" y="1548"/>
                </a:cubicBezTo>
                <a:cubicBezTo>
                  <a:pt x="260001" y="1363"/>
                  <a:pt x="260954" y="1270"/>
                  <a:pt x="262091" y="1270"/>
                </a:cubicBezTo>
                <a:cubicBezTo>
                  <a:pt x="263203" y="1270"/>
                  <a:pt x="264109" y="1363"/>
                  <a:pt x="264810" y="1548"/>
                </a:cubicBezTo>
                <a:cubicBezTo>
                  <a:pt x="265511" y="1733"/>
                  <a:pt x="266040" y="2037"/>
                  <a:pt x="266397" y="2461"/>
                </a:cubicBezTo>
                <a:cubicBezTo>
                  <a:pt x="266754" y="2884"/>
                  <a:pt x="266953" y="3426"/>
                  <a:pt x="266993" y="4088"/>
                </a:cubicBezTo>
                <a:cubicBezTo>
                  <a:pt x="267032" y="4749"/>
                  <a:pt x="266959" y="5556"/>
                  <a:pt x="266774" y="6509"/>
                </a:cubicBezTo>
                <a:moveTo>
                  <a:pt x="256535" y="53815"/>
                </a:moveTo>
                <a:cubicBezTo>
                  <a:pt x="256482" y="54079"/>
                  <a:pt x="256357" y="54311"/>
                  <a:pt x="256158" y="54509"/>
                </a:cubicBezTo>
                <a:cubicBezTo>
                  <a:pt x="255960" y="54708"/>
                  <a:pt x="255655" y="54873"/>
                  <a:pt x="255245" y="55005"/>
                </a:cubicBezTo>
                <a:cubicBezTo>
                  <a:pt x="254835" y="55138"/>
                  <a:pt x="254300" y="55237"/>
                  <a:pt x="253638" y="55303"/>
                </a:cubicBezTo>
                <a:cubicBezTo>
                  <a:pt x="252977" y="55369"/>
                  <a:pt x="252170" y="55402"/>
                  <a:pt x="251217" y="55402"/>
                </a:cubicBezTo>
                <a:cubicBezTo>
                  <a:pt x="250238" y="55402"/>
                  <a:pt x="249438" y="55369"/>
                  <a:pt x="248816" y="55303"/>
                </a:cubicBezTo>
                <a:cubicBezTo>
                  <a:pt x="248194" y="55237"/>
                  <a:pt x="247705" y="55138"/>
                  <a:pt x="247348" y="55005"/>
                </a:cubicBezTo>
                <a:cubicBezTo>
                  <a:pt x="246991" y="54873"/>
                  <a:pt x="246759" y="54708"/>
                  <a:pt x="246653" y="54509"/>
                </a:cubicBezTo>
                <a:cubicBezTo>
                  <a:pt x="246547" y="54311"/>
                  <a:pt x="246521" y="54079"/>
                  <a:pt x="246574" y="53815"/>
                </a:cubicBezTo>
                <a:lnTo>
                  <a:pt x="253598" y="18494"/>
                </a:lnTo>
                <a:cubicBezTo>
                  <a:pt x="253651" y="18229"/>
                  <a:pt x="253777" y="17998"/>
                  <a:pt x="253975" y="17799"/>
                </a:cubicBezTo>
                <a:cubicBezTo>
                  <a:pt x="254174" y="17601"/>
                  <a:pt x="254478" y="17429"/>
                  <a:pt x="254888" y="17283"/>
                </a:cubicBezTo>
                <a:cubicBezTo>
                  <a:pt x="255298" y="17138"/>
                  <a:pt x="255827" y="17025"/>
                  <a:pt x="256476" y="16946"/>
                </a:cubicBezTo>
                <a:cubicBezTo>
                  <a:pt x="257124" y="16867"/>
                  <a:pt x="257937" y="16827"/>
                  <a:pt x="258916" y="16827"/>
                </a:cubicBezTo>
                <a:cubicBezTo>
                  <a:pt x="259895" y="16827"/>
                  <a:pt x="260696" y="16867"/>
                  <a:pt x="261317" y="16946"/>
                </a:cubicBezTo>
                <a:cubicBezTo>
                  <a:pt x="261939" y="17025"/>
                  <a:pt x="262429" y="17138"/>
                  <a:pt x="262786" y="17283"/>
                </a:cubicBezTo>
                <a:cubicBezTo>
                  <a:pt x="263143" y="17429"/>
                  <a:pt x="263374" y="17601"/>
                  <a:pt x="263480" y="17799"/>
                </a:cubicBezTo>
                <a:cubicBezTo>
                  <a:pt x="263586" y="17998"/>
                  <a:pt x="263613" y="18229"/>
                  <a:pt x="263560" y="18494"/>
                </a:cubicBezTo>
                <a:lnTo>
                  <a:pt x="256535" y="53815"/>
                </a:lnTo>
                <a:close/>
                <a:moveTo>
                  <a:pt x="304790" y="26284"/>
                </a:moveTo>
                <a:cubicBezTo>
                  <a:pt x="304790" y="27210"/>
                  <a:pt x="304731" y="28137"/>
                  <a:pt x="304611" y="29064"/>
                </a:cubicBezTo>
                <a:cubicBezTo>
                  <a:pt x="304492" y="29991"/>
                  <a:pt x="304340" y="30944"/>
                  <a:pt x="304155" y="31924"/>
                </a:cubicBezTo>
                <a:lnTo>
                  <a:pt x="299750" y="53815"/>
                </a:lnTo>
                <a:cubicBezTo>
                  <a:pt x="299697" y="54079"/>
                  <a:pt x="299571" y="54311"/>
                  <a:pt x="299373" y="54509"/>
                </a:cubicBezTo>
                <a:cubicBezTo>
                  <a:pt x="299174" y="54708"/>
                  <a:pt x="298870" y="54873"/>
                  <a:pt x="298460" y="55005"/>
                </a:cubicBezTo>
                <a:cubicBezTo>
                  <a:pt x="298050" y="55138"/>
                  <a:pt x="297521" y="55237"/>
                  <a:pt x="296873" y="55303"/>
                </a:cubicBezTo>
                <a:cubicBezTo>
                  <a:pt x="296224" y="55369"/>
                  <a:pt x="295411" y="55402"/>
                  <a:pt x="294432" y="55402"/>
                </a:cubicBezTo>
                <a:cubicBezTo>
                  <a:pt x="293453" y="55402"/>
                  <a:pt x="292653" y="55369"/>
                  <a:pt x="292031" y="55303"/>
                </a:cubicBezTo>
                <a:cubicBezTo>
                  <a:pt x="291409" y="55237"/>
                  <a:pt x="290926" y="55138"/>
                  <a:pt x="290582" y="55005"/>
                </a:cubicBezTo>
                <a:cubicBezTo>
                  <a:pt x="290238" y="54873"/>
                  <a:pt x="290007" y="54708"/>
                  <a:pt x="289888" y="54509"/>
                </a:cubicBezTo>
                <a:cubicBezTo>
                  <a:pt x="289769" y="54311"/>
                  <a:pt x="289736" y="54079"/>
                  <a:pt x="289789" y="53815"/>
                </a:cubicBezTo>
                <a:lnTo>
                  <a:pt x="294075" y="32583"/>
                </a:lnTo>
                <a:cubicBezTo>
                  <a:pt x="294207" y="31944"/>
                  <a:pt x="294306" y="31293"/>
                  <a:pt x="294372" y="30628"/>
                </a:cubicBezTo>
                <a:cubicBezTo>
                  <a:pt x="294439" y="29963"/>
                  <a:pt x="294472" y="29378"/>
                  <a:pt x="294472" y="28873"/>
                </a:cubicBezTo>
                <a:cubicBezTo>
                  <a:pt x="294472" y="27676"/>
                  <a:pt x="294220" y="26692"/>
                  <a:pt x="293718" y="25921"/>
                </a:cubicBezTo>
                <a:cubicBezTo>
                  <a:pt x="293215" y="25150"/>
                  <a:pt x="292368" y="24764"/>
                  <a:pt x="291178" y="24764"/>
                </a:cubicBezTo>
                <a:cubicBezTo>
                  <a:pt x="290093" y="24764"/>
                  <a:pt x="288962" y="25109"/>
                  <a:pt x="287784" y="25800"/>
                </a:cubicBezTo>
                <a:cubicBezTo>
                  <a:pt x="286607" y="26489"/>
                  <a:pt x="285496" y="27425"/>
                  <a:pt x="284451" y="28606"/>
                </a:cubicBezTo>
                <a:cubicBezTo>
                  <a:pt x="283406" y="29787"/>
                  <a:pt x="282473" y="31167"/>
                  <a:pt x="281653" y="32746"/>
                </a:cubicBezTo>
                <a:cubicBezTo>
                  <a:pt x="280833" y="34325"/>
                  <a:pt x="280251" y="36003"/>
                  <a:pt x="279907" y="37781"/>
                </a:cubicBezTo>
                <a:lnTo>
                  <a:pt x="276692" y="53815"/>
                </a:lnTo>
                <a:cubicBezTo>
                  <a:pt x="276639" y="54079"/>
                  <a:pt x="276514" y="54311"/>
                  <a:pt x="276315" y="54509"/>
                </a:cubicBezTo>
                <a:cubicBezTo>
                  <a:pt x="276117" y="54708"/>
                  <a:pt x="275812" y="54873"/>
                  <a:pt x="275402" y="55005"/>
                </a:cubicBezTo>
                <a:cubicBezTo>
                  <a:pt x="274992" y="55138"/>
                  <a:pt x="274456" y="55237"/>
                  <a:pt x="273795" y="55303"/>
                </a:cubicBezTo>
                <a:cubicBezTo>
                  <a:pt x="273134" y="55369"/>
                  <a:pt x="272327" y="55402"/>
                  <a:pt x="271374" y="55402"/>
                </a:cubicBezTo>
                <a:cubicBezTo>
                  <a:pt x="270395" y="55402"/>
                  <a:pt x="269595" y="55369"/>
                  <a:pt x="268973" y="55303"/>
                </a:cubicBezTo>
                <a:cubicBezTo>
                  <a:pt x="268351" y="55237"/>
                  <a:pt x="267862" y="55138"/>
                  <a:pt x="267505" y="55005"/>
                </a:cubicBezTo>
                <a:cubicBezTo>
                  <a:pt x="267148" y="54873"/>
                  <a:pt x="266916" y="54708"/>
                  <a:pt x="266810" y="54509"/>
                </a:cubicBezTo>
                <a:cubicBezTo>
                  <a:pt x="266704" y="54311"/>
                  <a:pt x="266678" y="54079"/>
                  <a:pt x="266731" y="53815"/>
                </a:cubicBezTo>
                <a:lnTo>
                  <a:pt x="273835" y="18375"/>
                </a:lnTo>
                <a:cubicBezTo>
                  <a:pt x="273888" y="18110"/>
                  <a:pt x="274000" y="17879"/>
                  <a:pt x="274172" y="17680"/>
                </a:cubicBezTo>
                <a:cubicBezTo>
                  <a:pt x="274344" y="17482"/>
                  <a:pt x="274609" y="17323"/>
                  <a:pt x="274966" y="17204"/>
                </a:cubicBezTo>
                <a:cubicBezTo>
                  <a:pt x="275323" y="17085"/>
                  <a:pt x="275786" y="16992"/>
                  <a:pt x="276355" y="16926"/>
                </a:cubicBezTo>
                <a:cubicBezTo>
                  <a:pt x="276924" y="16860"/>
                  <a:pt x="277605" y="16827"/>
                  <a:pt x="278399" y="16827"/>
                </a:cubicBezTo>
                <a:cubicBezTo>
                  <a:pt x="279219" y="16827"/>
                  <a:pt x="279887" y="16860"/>
                  <a:pt x="280403" y="16926"/>
                </a:cubicBezTo>
                <a:cubicBezTo>
                  <a:pt x="280919" y="16992"/>
                  <a:pt x="281322" y="17085"/>
                  <a:pt x="281613" y="17204"/>
                </a:cubicBezTo>
                <a:cubicBezTo>
                  <a:pt x="281904" y="17323"/>
                  <a:pt x="282096" y="17482"/>
                  <a:pt x="282189" y="17680"/>
                </a:cubicBezTo>
                <a:cubicBezTo>
                  <a:pt x="282281" y="17879"/>
                  <a:pt x="282301" y="18110"/>
                  <a:pt x="282248" y="18375"/>
                </a:cubicBezTo>
                <a:lnTo>
                  <a:pt x="281097" y="24209"/>
                </a:lnTo>
                <a:cubicBezTo>
                  <a:pt x="281653" y="23278"/>
                  <a:pt x="282394" y="22327"/>
                  <a:pt x="283320" y="21357"/>
                </a:cubicBezTo>
                <a:cubicBezTo>
                  <a:pt x="284246" y="20387"/>
                  <a:pt x="285311" y="19516"/>
                  <a:pt x="286514" y="18746"/>
                </a:cubicBezTo>
                <a:cubicBezTo>
                  <a:pt x="287718" y="17974"/>
                  <a:pt x="289028" y="17343"/>
                  <a:pt x="290443" y="16851"/>
                </a:cubicBezTo>
                <a:cubicBezTo>
                  <a:pt x="291859" y="16359"/>
                  <a:pt x="293334" y="16113"/>
                  <a:pt x="294868" y="16113"/>
                </a:cubicBezTo>
                <a:cubicBezTo>
                  <a:pt x="296720" y="16113"/>
                  <a:pt x="298275" y="16384"/>
                  <a:pt x="299532" y="16927"/>
                </a:cubicBezTo>
                <a:cubicBezTo>
                  <a:pt x="300788" y="17470"/>
                  <a:pt x="301807" y="18205"/>
                  <a:pt x="302587" y="19133"/>
                </a:cubicBezTo>
                <a:cubicBezTo>
                  <a:pt x="303368" y="20059"/>
                  <a:pt x="303930" y="21139"/>
                  <a:pt x="304274" y="22371"/>
                </a:cubicBezTo>
                <a:cubicBezTo>
                  <a:pt x="304618" y="23602"/>
                  <a:pt x="304790" y="24906"/>
                  <a:pt x="304790" y="26284"/>
                </a:cubicBezTo>
                <a:close/>
                <a:moveTo>
                  <a:pt x="342343" y="55272"/>
                </a:moveTo>
                <a:cubicBezTo>
                  <a:pt x="341866" y="57681"/>
                  <a:pt x="341126" y="59780"/>
                  <a:pt x="340120" y="61567"/>
                </a:cubicBezTo>
                <a:cubicBezTo>
                  <a:pt x="339115" y="63355"/>
                  <a:pt x="337792" y="64851"/>
                  <a:pt x="336152" y="66055"/>
                </a:cubicBezTo>
                <a:cubicBezTo>
                  <a:pt x="334511" y="67260"/>
                  <a:pt x="332520" y="68167"/>
                  <a:pt x="330179" y="68775"/>
                </a:cubicBezTo>
                <a:cubicBezTo>
                  <a:pt x="327837" y="69385"/>
                  <a:pt x="325106" y="69689"/>
                  <a:pt x="321984" y="69689"/>
                </a:cubicBezTo>
                <a:cubicBezTo>
                  <a:pt x="319735" y="69689"/>
                  <a:pt x="317717" y="69510"/>
                  <a:pt x="315931" y="69151"/>
                </a:cubicBezTo>
                <a:cubicBezTo>
                  <a:pt x="314146" y="68793"/>
                  <a:pt x="312657" y="68335"/>
                  <a:pt x="311467" y="67777"/>
                </a:cubicBezTo>
                <a:cubicBezTo>
                  <a:pt x="311043" y="67564"/>
                  <a:pt x="310752" y="67325"/>
                  <a:pt x="310594" y="67059"/>
                </a:cubicBezTo>
                <a:cubicBezTo>
                  <a:pt x="310435" y="66793"/>
                  <a:pt x="310355" y="66422"/>
                  <a:pt x="310355" y="65944"/>
                </a:cubicBezTo>
                <a:cubicBezTo>
                  <a:pt x="310355" y="65784"/>
                  <a:pt x="310369" y="65518"/>
                  <a:pt x="310395" y="65146"/>
                </a:cubicBezTo>
                <a:cubicBezTo>
                  <a:pt x="310422" y="64774"/>
                  <a:pt x="310481" y="64363"/>
                  <a:pt x="310574" y="63911"/>
                </a:cubicBezTo>
                <a:cubicBezTo>
                  <a:pt x="310666" y="63460"/>
                  <a:pt x="310779" y="62988"/>
                  <a:pt x="310911" y="62496"/>
                </a:cubicBezTo>
                <a:cubicBezTo>
                  <a:pt x="311043" y="62005"/>
                  <a:pt x="311209" y="61567"/>
                  <a:pt x="311407" y="61182"/>
                </a:cubicBezTo>
                <a:cubicBezTo>
                  <a:pt x="311606" y="60796"/>
                  <a:pt x="311824" y="60477"/>
                  <a:pt x="312062" y="60225"/>
                </a:cubicBezTo>
                <a:cubicBezTo>
                  <a:pt x="312300" y="59973"/>
                  <a:pt x="312578" y="59847"/>
                  <a:pt x="312895" y="59847"/>
                </a:cubicBezTo>
                <a:cubicBezTo>
                  <a:pt x="313213" y="59847"/>
                  <a:pt x="313603" y="59959"/>
                  <a:pt x="314066" y="60184"/>
                </a:cubicBezTo>
                <a:cubicBezTo>
                  <a:pt x="314529" y="60409"/>
                  <a:pt x="315144" y="60654"/>
                  <a:pt x="315912" y="60919"/>
                </a:cubicBezTo>
                <a:cubicBezTo>
                  <a:pt x="316679" y="61183"/>
                  <a:pt x="317631" y="61428"/>
                  <a:pt x="318769" y="61653"/>
                </a:cubicBezTo>
                <a:cubicBezTo>
                  <a:pt x="319907" y="61878"/>
                  <a:pt x="321309" y="61990"/>
                  <a:pt x="322976" y="61990"/>
                </a:cubicBezTo>
                <a:cubicBezTo>
                  <a:pt x="324325" y="61990"/>
                  <a:pt x="325536" y="61885"/>
                  <a:pt x="326607" y="61674"/>
                </a:cubicBezTo>
                <a:cubicBezTo>
                  <a:pt x="327679" y="61464"/>
                  <a:pt x="328611" y="61122"/>
                  <a:pt x="329405" y="60647"/>
                </a:cubicBezTo>
                <a:cubicBezTo>
                  <a:pt x="330199" y="60173"/>
                  <a:pt x="330840" y="59568"/>
                  <a:pt x="331330" y="58830"/>
                </a:cubicBezTo>
                <a:cubicBezTo>
                  <a:pt x="331819" y="58093"/>
                  <a:pt x="332170" y="57186"/>
                  <a:pt x="332381" y="56107"/>
                </a:cubicBezTo>
                <a:cubicBezTo>
                  <a:pt x="332725" y="54367"/>
                  <a:pt x="333069" y="52918"/>
                  <a:pt x="333413" y="51761"/>
                </a:cubicBezTo>
                <a:cubicBezTo>
                  <a:pt x="333757" y="50603"/>
                  <a:pt x="334075" y="49655"/>
                  <a:pt x="334366" y="48918"/>
                </a:cubicBezTo>
                <a:cubicBezTo>
                  <a:pt x="333889" y="49793"/>
                  <a:pt x="333208" y="50661"/>
                  <a:pt x="332322" y="51523"/>
                </a:cubicBezTo>
                <a:cubicBezTo>
                  <a:pt x="331436" y="52384"/>
                  <a:pt x="330424" y="53160"/>
                  <a:pt x="329286" y="53849"/>
                </a:cubicBezTo>
                <a:cubicBezTo>
                  <a:pt x="328148" y="54539"/>
                  <a:pt x="326925" y="55089"/>
                  <a:pt x="325615" y="55500"/>
                </a:cubicBezTo>
                <a:cubicBezTo>
                  <a:pt x="324305" y="55911"/>
                  <a:pt x="322989" y="56117"/>
                  <a:pt x="321666" y="56117"/>
                </a:cubicBezTo>
                <a:cubicBezTo>
                  <a:pt x="319629" y="56117"/>
                  <a:pt x="317916" y="55772"/>
                  <a:pt x="316527" y="55083"/>
                </a:cubicBezTo>
                <a:cubicBezTo>
                  <a:pt x="315138" y="54394"/>
                  <a:pt x="314007" y="53439"/>
                  <a:pt x="313134" y="52220"/>
                </a:cubicBezTo>
                <a:cubicBezTo>
                  <a:pt x="312260" y="51000"/>
                  <a:pt x="311632" y="49569"/>
                  <a:pt x="311248" y="47925"/>
                </a:cubicBezTo>
                <a:cubicBezTo>
                  <a:pt x="310865" y="46281"/>
                  <a:pt x="310673" y="44505"/>
                  <a:pt x="310673" y="42596"/>
                </a:cubicBezTo>
                <a:cubicBezTo>
                  <a:pt x="310673" y="40873"/>
                  <a:pt x="310832" y="39017"/>
                  <a:pt x="311149" y="37030"/>
                </a:cubicBezTo>
                <a:cubicBezTo>
                  <a:pt x="311467" y="35041"/>
                  <a:pt x="311963" y="33066"/>
                  <a:pt x="312637" y="31104"/>
                </a:cubicBezTo>
                <a:cubicBezTo>
                  <a:pt x="313312" y="29142"/>
                  <a:pt x="314165" y="27260"/>
                  <a:pt x="315197" y="25458"/>
                </a:cubicBezTo>
                <a:cubicBezTo>
                  <a:pt x="316229" y="23655"/>
                  <a:pt x="317466" y="22058"/>
                  <a:pt x="318908" y="20667"/>
                </a:cubicBezTo>
                <a:cubicBezTo>
                  <a:pt x="320350" y="19274"/>
                  <a:pt x="322003" y="18167"/>
                  <a:pt x="323869" y="17345"/>
                </a:cubicBezTo>
                <a:cubicBezTo>
                  <a:pt x="325734" y="16524"/>
                  <a:pt x="327831" y="16113"/>
                  <a:pt x="330159" y="16113"/>
                </a:cubicBezTo>
                <a:cubicBezTo>
                  <a:pt x="332355" y="16113"/>
                  <a:pt x="334300" y="16570"/>
                  <a:pt x="335993" y="17486"/>
                </a:cubicBezTo>
                <a:cubicBezTo>
                  <a:pt x="337686" y="18400"/>
                  <a:pt x="339168" y="19732"/>
                  <a:pt x="340438" y="21481"/>
                </a:cubicBezTo>
                <a:lnTo>
                  <a:pt x="341073" y="18376"/>
                </a:lnTo>
                <a:cubicBezTo>
                  <a:pt x="341179" y="17820"/>
                  <a:pt x="341595" y="17422"/>
                  <a:pt x="342323" y="17184"/>
                </a:cubicBezTo>
                <a:cubicBezTo>
                  <a:pt x="343050" y="16946"/>
                  <a:pt x="344221" y="16827"/>
                  <a:pt x="345835" y="16827"/>
                </a:cubicBezTo>
                <a:cubicBezTo>
                  <a:pt x="346629" y="16827"/>
                  <a:pt x="347290" y="16860"/>
                  <a:pt x="347819" y="16926"/>
                </a:cubicBezTo>
                <a:cubicBezTo>
                  <a:pt x="348349" y="16992"/>
                  <a:pt x="348765" y="17085"/>
                  <a:pt x="349070" y="17204"/>
                </a:cubicBezTo>
                <a:cubicBezTo>
                  <a:pt x="349374" y="17323"/>
                  <a:pt x="349579" y="17482"/>
                  <a:pt x="349685" y="17682"/>
                </a:cubicBezTo>
                <a:cubicBezTo>
                  <a:pt x="349790" y="17880"/>
                  <a:pt x="349817" y="18111"/>
                  <a:pt x="349764" y="18376"/>
                </a:cubicBezTo>
                <a:lnTo>
                  <a:pt x="342343" y="55272"/>
                </a:lnTo>
                <a:moveTo>
                  <a:pt x="337739" y="28957"/>
                </a:moveTo>
                <a:cubicBezTo>
                  <a:pt x="336813" y="27507"/>
                  <a:pt x="335788" y="26420"/>
                  <a:pt x="334663" y="25694"/>
                </a:cubicBezTo>
                <a:cubicBezTo>
                  <a:pt x="333539" y="24969"/>
                  <a:pt x="332236" y="24606"/>
                  <a:pt x="330754" y="24606"/>
                </a:cubicBezTo>
                <a:cubicBezTo>
                  <a:pt x="329643" y="24606"/>
                  <a:pt x="328631" y="24870"/>
                  <a:pt x="327718" y="25399"/>
                </a:cubicBezTo>
                <a:cubicBezTo>
                  <a:pt x="326805" y="25928"/>
                  <a:pt x="325985" y="26636"/>
                  <a:pt x="325258" y="27523"/>
                </a:cubicBezTo>
                <a:cubicBezTo>
                  <a:pt x="324530" y="28409"/>
                  <a:pt x="323895" y="29434"/>
                  <a:pt x="323353" y="30598"/>
                </a:cubicBezTo>
                <a:cubicBezTo>
                  <a:pt x="322810" y="31762"/>
                  <a:pt x="322361" y="32979"/>
                  <a:pt x="322003" y="34249"/>
                </a:cubicBezTo>
                <a:cubicBezTo>
                  <a:pt x="321646" y="35519"/>
                  <a:pt x="321382" y="36789"/>
                  <a:pt x="321210" y="38059"/>
                </a:cubicBezTo>
                <a:cubicBezTo>
                  <a:pt x="321038" y="39329"/>
                  <a:pt x="320952" y="40533"/>
                  <a:pt x="320952" y="41671"/>
                </a:cubicBezTo>
                <a:cubicBezTo>
                  <a:pt x="320952" y="42570"/>
                  <a:pt x="321031" y="43390"/>
                  <a:pt x="321190" y="44131"/>
                </a:cubicBezTo>
                <a:cubicBezTo>
                  <a:pt x="321349" y="44872"/>
                  <a:pt x="321593" y="45500"/>
                  <a:pt x="321924" y="46016"/>
                </a:cubicBezTo>
                <a:cubicBezTo>
                  <a:pt x="322255" y="46532"/>
                  <a:pt x="322678" y="46929"/>
                  <a:pt x="323194" y="47207"/>
                </a:cubicBezTo>
                <a:cubicBezTo>
                  <a:pt x="323710" y="47485"/>
                  <a:pt x="324338" y="47624"/>
                  <a:pt x="325079" y="47624"/>
                </a:cubicBezTo>
                <a:cubicBezTo>
                  <a:pt x="326243" y="47624"/>
                  <a:pt x="327434" y="47273"/>
                  <a:pt x="328651" y="46572"/>
                </a:cubicBezTo>
                <a:cubicBezTo>
                  <a:pt x="329868" y="45871"/>
                  <a:pt x="331006" y="44918"/>
                  <a:pt x="332064" y="43715"/>
                </a:cubicBezTo>
                <a:cubicBezTo>
                  <a:pt x="333122" y="42510"/>
                  <a:pt x="334055" y="41101"/>
                  <a:pt x="334862" y="39487"/>
                </a:cubicBezTo>
                <a:cubicBezTo>
                  <a:pt x="335669" y="37872"/>
                  <a:pt x="336257" y="36155"/>
                  <a:pt x="336628" y="34335"/>
                </a:cubicBezTo>
                <a:lnTo>
                  <a:pt x="337739" y="28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LLM">
            <a:extLst xmlns:a="http://schemas.openxmlformats.org/drawingml/2006/main">
              <a:ext uri="{FF2B5EF4-FFF2-40B4-BE49-F238E27FC236}">
                <a16:creationId xmlns:a16="http://schemas.microsoft.com/office/drawing/2014/main" id="{0E013EF3-7011-4F0B-B312-F6C81639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524" y="2327356"/>
            <a:ext cx="184033" cy="73980"/>
          </a:xfrm>
          <a:custGeom xmlns:a="http://schemas.openxmlformats.org/drawingml/2006/main">
            <a:pathLst>
              <a:path w="184033" h="73980">
                <a:moveTo>
                  <a:pt x="40276" y="67381"/>
                </a:moveTo>
                <a:cubicBezTo>
                  <a:pt x="40276" y="68518"/>
                  <a:pt x="40228" y="69476"/>
                  <a:pt x="40134" y="70254"/>
                </a:cubicBezTo>
                <a:cubicBezTo>
                  <a:pt x="40040" y="71032"/>
                  <a:pt x="39898" y="71677"/>
                  <a:pt x="39709" y="72189"/>
                </a:cubicBezTo>
                <a:cubicBezTo>
                  <a:pt x="39520" y="72701"/>
                  <a:pt x="39284" y="73071"/>
                  <a:pt x="39001" y="73299"/>
                </a:cubicBezTo>
                <a:cubicBezTo>
                  <a:pt x="38718" y="73526"/>
                  <a:pt x="38387" y="73640"/>
                  <a:pt x="38010" y="73640"/>
                </a:cubicBezTo>
                <a:lnTo>
                  <a:pt x="4418" y="73640"/>
                </a:lnTo>
                <a:cubicBezTo>
                  <a:pt x="3172" y="73640"/>
                  <a:pt x="2124" y="73272"/>
                  <a:pt x="1275" y="72536"/>
                </a:cubicBezTo>
                <a:cubicBezTo>
                  <a:pt x="425" y="71799"/>
                  <a:pt x="0" y="70600"/>
                  <a:pt x="0" y="68939"/>
                </a:cubicBezTo>
                <a:lnTo>
                  <a:pt x="0" y="2379"/>
                </a:lnTo>
                <a:cubicBezTo>
                  <a:pt x="0" y="2002"/>
                  <a:pt x="123" y="1662"/>
                  <a:pt x="368" y="1360"/>
                </a:cubicBezTo>
                <a:cubicBezTo>
                  <a:pt x="614" y="1057"/>
                  <a:pt x="1020" y="812"/>
                  <a:pt x="1586" y="623"/>
                </a:cubicBezTo>
                <a:cubicBezTo>
                  <a:pt x="2153" y="434"/>
                  <a:pt x="2917" y="283"/>
                  <a:pt x="3880" y="170"/>
                </a:cubicBezTo>
                <a:cubicBezTo>
                  <a:pt x="4843" y="57"/>
                  <a:pt x="6042" y="0"/>
                  <a:pt x="7477" y="0"/>
                </a:cubicBezTo>
                <a:cubicBezTo>
                  <a:pt x="8950" y="0"/>
                  <a:pt x="10159" y="57"/>
                  <a:pt x="11103" y="170"/>
                </a:cubicBezTo>
                <a:cubicBezTo>
                  <a:pt x="12047" y="283"/>
                  <a:pt x="12802" y="434"/>
                  <a:pt x="13369" y="623"/>
                </a:cubicBezTo>
                <a:cubicBezTo>
                  <a:pt x="13935" y="812"/>
                  <a:pt x="14341" y="1057"/>
                  <a:pt x="14586" y="1360"/>
                </a:cubicBezTo>
                <a:cubicBezTo>
                  <a:pt x="14832" y="1660"/>
                  <a:pt x="14955" y="2000"/>
                  <a:pt x="14955" y="2377"/>
                </a:cubicBezTo>
                <a:lnTo>
                  <a:pt x="14955" y="61291"/>
                </a:lnTo>
                <a:lnTo>
                  <a:pt x="38010" y="61291"/>
                </a:lnTo>
                <a:cubicBezTo>
                  <a:pt x="38387" y="61291"/>
                  <a:pt x="38718" y="61396"/>
                  <a:pt x="39001" y="61605"/>
                </a:cubicBezTo>
                <a:cubicBezTo>
                  <a:pt x="39284" y="61814"/>
                  <a:pt x="39520" y="62155"/>
                  <a:pt x="39709" y="62630"/>
                </a:cubicBezTo>
                <a:cubicBezTo>
                  <a:pt x="39898" y="63103"/>
                  <a:pt x="40040" y="63728"/>
                  <a:pt x="40134" y="64506"/>
                </a:cubicBezTo>
                <a:cubicBezTo>
                  <a:pt x="40228" y="65284"/>
                  <a:pt x="40276" y="66242"/>
                  <a:pt x="40276" y="67381"/>
                </a:cubicBezTo>
                <a:close/>
                <a:moveTo>
                  <a:pt x="89581" y="67381"/>
                </a:moveTo>
                <a:cubicBezTo>
                  <a:pt x="89581" y="68518"/>
                  <a:pt x="89534" y="69476"/>
                  <a:pt x="89439" y="70254"/>
                </a:cubicBezTo>
                <a:cubicBezTo>
                  <a:pt x="89345" y="71032"/>
                  <a:pt x="89203" y="71677"/>
                  <a:pt x="89014" y="72189"/>
                </a:cubicBezTo>
                <a:cubicBezTo>
                  <a:pt x="88826" y="72701"/>
                  <a:pt x="88590" y="73071"/>
                  <a:pt x="88306" y="73299"/>
                </a:cubicBezTo>
                <a:cubicBezTo>
                  <a:pt x="88023" y="73526"/>
                  <a:pt x="87693" y="73640"/>
                  <a:pt x="87315" y="73640"/>
                </a:cubicBezTo>
                <a:lnTo>
                  <a:pt x="53724" y="73640"/>
                </a:lnTo>
                <a:cubicBezTo>
                  <a:pt x="52478" y="73640"/>
                  <a:pt x="51430" y="73272"/>
                  <a:pt x="50580" y="72536"/>
                </a:cubicBezTo>
                <a:cubicBezTo>
                  <a:pt x="49730" y="71799"/>
                  <a:pt x="49305" y="70600"/>
                  <a:pt x="49305" y="68939"/>
                </a:cubicBezTo>
                <a:lnTo>
                  <a:pt x="49305" y="2379"/>
                </a:lnTo>
                <a:cubicBezTo>
                  <a:pt x="49305" y="2002"/>
                  <a:pt x="49428" y="1662"/>
                  <a:pt x="49674" y="1360"/>
                </a:cubicBezTo>
                <a:cubicBezTo>
                  <a:pt x="49919" y="1057"/>
                  <a:pt x="50325" y="812"/>
                  <a:pt x="50891" y="623"/>
                </a:cubicBezTo>
                <a:cubicBezTo>
                  <a:pt x="51458" y="434"/>
                  <a:pt x="52223" y="283"/>
                  <a:pt x="53186" y="170"/>
                </a:cubicBezTo>
                <a:cubicBezTo>
                  <a:pt x="54149" y="57"/>
                  <a:pt x="55348" y="0"/>
                  <a:pt x="56783" y="0"/>
                </a:cubicBezTo>
                <a:cubicBezTo>
                  <a:pt x="58255" y="0"/>
                  <a:pt x="59464" y="57"/>
                  <a:pt x="60408" y="170"/>
                </a:cubicBezTo>
                <a:cubicBezTo>
                  <a:pt x="61352" y="283"/>
                  <a:pt x="62107" y="434"/>
                  <a:pt x="62674" y="623"/>
                </a:cubicBezTo>
                <a:cubicBezTo>
                  <a:pt x="63240" y="812"/>
                  <a:pt x="63646" y="1057"/>
                  <a:pt x="63892" y="1360"/>
                </a:cubicBezTo>
                <a:cubicBezTo>
                  <a:pt x="64137" y="1660"/>
                  <a:pt x="64260" y="2000"/>
                  <a:pt x="64260" y="2377"/>
                </a:cubicBezTo>
                <a:lnTo>
                  <a:pt x="64260" y="61291"/>
                </a:lnTo>
                <a:lnTo>
                  <a:pt x="87315" y="61291"/>
                </a:lnTo>
                <a:cubicBezTo>
                  <a:pt x="87693" y="61291"/>
                  <a:pt x="88023" y="61396"/>
                  <a:pt x="88306" y="61605"/>
                </a:cubicBezTo>
                <a:cubicBezTo>
                  <a:pt x="88590" y="61814"/>
                  <a:pt x="88826" y="62155"/>
                  <a:pt x="89014" y="62630"/>
                </a:cubicBezTo>
                <a:cubicBezTo>
                  <a:pt x="89203" y="63103"/>
                  <a:pt x="89345" y="63728"/>
                  <a:pt x="89439" y="64506"/>
                </a:cubicBezTo>
                <a:cubicBezTo>
                  <a:pt x="89534" y="65284"/>
                  <a:pt x="89581" y="66242"/>
                  <a:pt x="89581" y="67381"/>
                </a:cubicBezTo>
                <a:close/>
                <a:moveTo>
                  <a:pt x="184033" y="71601"/>
                </a:moveTo>
                <a:cubicBezTo>
                  <a:pt x="184033" y="71979"/>
                  <a:pt x="183929" y="72319"/>
                  <a:pt x="183721" y="72621"/>
                </a:cubicBezTo>
                <a:cubicBezTo>
                  <a:pt x="183513" y="72923"/>
                  <a:pt x="183136" y="73168"/>
                  <a:pt x="182588" y="73357"/>
                </a:cubicBezTo>
                <a:cubicBezTo>
                  <a:pt x="182041" y="73546"/>
                  <a:pt x="181314" y="73697"/>
                  <a:pt x="180407" y="73810"/>
                </a:cubicBezTo>
                <a:cubicBezTo>
                  <a:pt x="179501" y="73924"/>
                  <a:pt x="178349" y="73980"/>
                  <a:pt x="176952" y="73980"/>
                </a:cubicBezTo>
                <a:cubicBezTo>
                  <a:pt x="175592" y="73980"/>
                  <a:pt x="174460" y="73924"/>
                  <a:pt x="173553" y="73810"/>
                </a:cubicBezTo>
                <a:cubicBezTo>
                  <a:pt x="172647" y="73697"/>
                  <a:pt x="171929" y="73546"/>
                  <a:pt x="171401" y="73357"/>
                </a:cubicBezTo>
                <a:cubicBezTo>
                  <a:pt x="170872" y="73168"/>
                  <a:pt x="170494" y="72923"/>
                  <a:pt x="170268" y="72622"/>
                </a:cubicBezTo>
                <a:cubicBezTo>
                  <a:pt x="170041" y="72320"/>
                  <a:pt x="169928" y="71980"/>
                  <a:pt x="169928" y="71603"/>
                </a:cubicBezTo>
                <a:lnTo>
                  <a:pt x="169928" y="12009"/>
                </a:lnTo>
                <a:lnTo>
                  <a:pt x="169815" y="12009"/>
                </a:lnTo>
                <a:lnTo>
                  <a:pt x="148572" y="71544"/>
                </a:lnTo>
                <a:cubicBezTo>
                  <a:pt x="148421" y="72035"/>
                  <a:pt x="148176" y="72441"/>
                  <a:pt x="147836" y="72762"/>
                </a:cubicBezTo>
                <a:cubicBezTo>
                  <a:pt x="147496" y="73083"/>
                  <a:pt x="147033" y="73338"/>
                  <a:pt x="146448" y="73527"/>
                </a:cubicBezTo>
                <a:cubicBezTo>
                  <a:pt x="145863" y="73716"/>
                  <a:pt x="145117" y="73839"/>
                  <a:pt x="144210" y="73895"/>
                </a:cubicBezTo>
                <a:cubicBezTo>
                  <a:pt x="143304" y="73952"/>
                  <a:pt x="142209" y="73980"/>
                  <a:pt x="140925" y="73980"/>
                </a:cubicBezTo>
                <a:cubicBezTo>
                  <a:pt x="139641" y="73980"/>
                  <a:pt x="138546" y="73933"/>
                  <a:pt x="137639" y="73839"/>
                </a:cubicBezTo>
                <a:cubicBezTo>
                  <a:pt x="136733" y="73744"/>
                  <a:pt x="135987" y="73593"/>
                  <a:pt x="135402" y="73385"/>
                </a:cubicBezTo>
                <a:cubicBezTo>
                  <a:pt x="134817" y="73178"/>
                  <a:pt x="134354" y="72923"/>
                  <a:pt x="134014" y="72621"/>
                </a:cubicBezTo>
                <a:cubicBezTo>
                  <a:pt x="133674" y="72319"/>
                  <a:pt x="133448" y="71960"/>
                  <a:pt x="133334" y="71544"/>
                </a:cubicBezTo>
                <a:lnTo>
                  <a:pt x="112828" y="12009"/>
                </a:lnTo>
                <a:lnTo>
                  <a:pt x="112715" y="12009"/>
                </a:lnTo>
                <a:lnTo>
                  <a:pt x="112715" y="71603"/>
                </a:lnTo>
                <a:cubicBezTo>
                  <a:pt x="112715" y="71980"/>
                  <a:pt x="112611" y="72320"/>
                  <a:pt x="112403" y="72622"/>
                </a:cubicBezTo>
                <a:cubicBezTo>
                  <a:pt x="112196" y="72923"/>
                  <a:pt x="111809" y="73168"/>
                  <a:pt x="111242" y="73357"/>
                </a:cubicBezTo>
                <a:cubicBezTo>
                  <a:pt x="110676" y="73546"/>
                  <a:pt x="109949" y="73697"/>
                  <a:pt x="109061" y="73810"/>
                </a:cubicBezTo>
                <a:cubicBezTo>
                  <a:pt x="108174" y="73924"/>
                  <a:pt x="107031" y="73980"/>
                  <a:pt x="105634" y="73980"/>
                </a:cubicBezTo>
                <a:cubicBezTo>
                  <a:pt x="104275" y="73980"/>
                  <a:pt x="103142" y="73924"/>
                  <a:pt x="102235" y="73810"/>
                </a:cubicBezTo>
                <a:cubicBezTo>
                  <a:pt x="101329" y="73697"/>
                  <a:pt x="100602" y="73546"/>
                  <a:pt x="100055" y="73357"/>
                </a:cubicBezTo>
                <a:cubicBezTo>
                  <a:pt x="99507" y="73168"/>
                  <a:pt x="99129" y="72923"/>
                  <a:pt x="98922" y="72621"/>
                </a:cubicBezTo>
                <a:cubicBezTo>
                  <a:pt x="98714" y="72319"/>
                  <a:pt x="98610" y="71979"/>
                  <a:pt x="98610" y="71601"/>
                </a:cubicBezTo>
                <a:lnTo>
                  <a:pt x="98610" y="6288"/>
                </a:lnTo>
                <a:cubicBezTo>
                  <a:pt x="98610" y="4362"/>
                  <a:pt x="99120" y="2889"/>
                  <a:pt x="100139" y="1869"/>
                </a:cubicBezTo>
                <a:cubicBezTo>
                  <a:pt x="101159" y="850"/>
                  <a:pt x="102519" y="340"/>
                  <a:pt x="104218" y="340"/>
                </a:cubicBezTo>
                <a:lnTo>
                  <a:pt x="113961" y="340"/>
                </a:lnTo>
                <a:cubicBezTo>
                  <a:pt x="115698" y="340"/>
                  <a:pt x="117190" y="481"/>
                  <a:pt x="118436" y="765"/>
                </a:cubicBezTo>
                <a:cubicBezTo>
                  <a:pt x="119682" y="1048"/>
                  <a:pt x="120759" y="1520"/>
                  <a:pt x="121665" y="2181"/>
                </a:cubicBezTo>
                <a:cubicBezTo>
                  <a:pt x="122571" y="2842"/>
                  <a:pt x="123327" y="3710"/>
                  <a:pt x="123931" y="4787"/>
                </a:cubicBezTo>
                <a:cubicBezTo>
                  <a:pt x="124535" y="5863"/>
                  <a:pt x="125064" y="7194"/>
                  <a:pt x="125517" y="8780"/>
                </a:cubicBezTo>
                <a:lnTo>
                  <a:pt x="141378" y="52455"/>
                </a:lnTo>
                <a:lnTo>
                  <a:pt x="141605" y="52455"/>
                </a:lnTo>
                <a:lnTo>
                  <a:pt x="158032" y="8893"/>
                </a:lnTo>
                <a:cubicBezTo>
                  <a:pt x="158523" y="7307"/>
                  <a:pt x="159061" y="5967"/>
                  <a:pt x="159646" y="4872"/>
                </a:cubicBezTo>
                <a:cubicBezTo>
                  <a:pt x="160232" y="3776"/>
                  <a:pt x="160912" y="2889"/>
                  <a:pt x="161686" y="2209"/>
                </a:cubicBezTo>
                <a:cubicBezTo>
                  <a:pt x="162460" y="1529"/>
                  <a:pt x="163376" y="1048"/>
                  <a:pt x="164433" y="765"/>
                </a:cubicBezTo>
                <a:cubicBezTo>
                  <a:pt x="165491" y="481"/>
                  <a:pt x="166718" y="340"/>
                  <a:pt x="168115" y="340"/>
                </a:cubicBezTo>
                <a:lnTo>
                  <a:pt x="178142" y="340"/>
                </a:lnTo>
                <a:cubicBezTo>
                  <a:pt x="179161" y="340"/>
                  <a:pt x="180039" y="472"/>
                  <a:pt x="180776" y="736"/>
                </a:cubicBezTo>
                <a:cubicBezTo>
                  <a:pt x="181512" y="1001"/>
                  <a:pt x="182116" y="1388"/>
                  <a:pt x="182588" y="1898"/>
                </a:cubicBezTo>
                <a:cubicBezTo>
                  <a:pt x="183060" y="2407"/>
                  <a:pt x="183419" y="3031"/>
                  <a:pt x="183665" y="3767"/>
                </a:cubicBezTo>
                <a:cubicBezTo>
                  <a:pt x="183910" y="4503"/>
                  <a:pt x="184033" y="5344"/>
                  <a:pt x="184033" y="6288"/>
                </a:cubicBezTo>
                <a:lnTo>
                  <a:pt x="184033" y="716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448CF-7805-4AED-BAB4-7ACFC349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465" y="2605934"/>
            <a:ext cx="108486" cy="106344"/>
          </a:xfrm>
          <a:custGeom xmlns:a="http://schemas.openxmlformats.org/drawingml/2006/main">
            <a:pathLst>
              <a:path w="108486" h="106344">
                <a:moveTo>
                  <a:pt x="0" y="53172"/>
                </a:moveTo>
                <a:cubicBezTo>
                  <a:pt x="0" y="23804"/>
                  <a:pt x="24285" y="0"/>
                  <a:pt x="54243" y="0"/>
                </a:cubicBezTo>
                <a:cubicBezTo>
                  <a:pt x="84201" y="0"/>
                  <a:pt x="108486" y="23804"/>
                  <a:pt x="108486" y="53172"/>
                </a:cubicBezTo>
                <a:cubicBezTo>
                  <a:pt x="108486" y="82540"/>
                  <a:pt x="84201" y="106344"/>
                  <a:pt x="54243" y="106344"/>
                </a:cubicBezTo>
                <a:cubicBezTo>
                  <a:pt x="24285" y="106344"/>
                  <a:pt x="0" y="82540"/>
                  <a:pt x="0" y="53172"/>
                </a:cubicBez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964AD-98B5-4A49-B477-D4DEFED2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465" y="2605934"/>
            <a:ext cx="108486" cy="106344"/>
          </a:xfrm>
          <a:custGeom xmlns:a="http://schemas.openxmlformats.org/drawingml/2006/main">
            <a:pathLst>
              <a:path w="108486" h="106344" fill="none">
                <a:moveTo>
                  <a:pt x="0" y="53172"/>
                </a:moveTo>
                <a:cubicBezTo>
                  <a:pt x="0" y="23804"/>
                  <a:pt x="24285" y="0"/>
                  <a:pt x="54243" y="0"/>
                </a:cubicBezTo>
                <a:cubicBezTo>
                  <a:pt x="84201" y="0"/>
                  <a:pt x="108486" y="23804"/>
                  <a:pt x="108486" y="53172"/>
                </a:cubicBezTo>
                <a:cubicBezTo>
                  <a:pt x="108486" y="82540"/>
                  <a:pt x="84201" y="106344"/>
                  <a:pt x="54243" y="106344"/>
                </a:cubicBezTo>
                <a:cubicBezTo>
                  <a:pt x="24285" y="106344"/>
                  <a:pt x="0" y="82540"/>
                  <a:pt x="0" y="531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385723"/>
            </a:solidFill>
            <a:miter/>
          </a:ln>
        </p:spPr>
      </p:sp>
      <p:sp>
        <p:nvSpPr>
          <p:cNvPr id="143" name="Text 1">
            <a:extLst xmlns:a="http://schemas.openxmlformats.org/drawingml/2006/main">
              <a:ext uri="{FF2B5EF4-FFF2-40B4-BE49-F238E27FC236}">
                <a16:creationId xmlns:a16="http://schemas.microsoft.com/office/drawing/2014/main" id="{CB7E957D-4258-47A9-9056-B851F0CF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958" y="2634448"/>
            <a:ext cx="31590" cy="51751"/>
          </a:xfrm>
          <a:custGeom xmlns:a="http://schemas.openxmlformats.org/drawingml/2006/main">
            <a:pathLst>
              <a:path w="31590" h="51751">
                <a:moveTo>
                  <a:pt x="31590" y="47763"/>
                </a:moveTo>
                <a:cubicBezTo>
                  <a:pt x="31590" y="48507"/>
                  <a:pt x="31551" y="49139"/>
                  <a:pt x="31471" y="49658"/>
                </a:cubicBezTo>
                <a:cubicBezTo>
                  <a:pt x="31392" y="50176"/>
                  <a:pt x="31279" y="50588"/>
                  <a:pt x="31134" y="50894"/>
                </a:cubicBezTo>
                <a:cubicBezTo>
                  <a:pt x="30988" y="51199"/>
                  <a:pt x="30823" y="51418"/>
                  <a:pt x="30638" y="51551"/>
                </a:cubicBezTo>
                <a:cubicBezTo>
                  <a:pt x="30453" y="51684"/>
                  <a:pt x="30241" y="51751"/>
                  <a:pt x="30003" y="51751"/>
                </a:cubicBezTo>
                <a:lnTo>
                  <a:pt x="1667" y="51751"/>
                </a:lnTo>
                <a:cubicBezTo>
                  <a:pt x="1455" y="51751"/>
                  <a:pt x="1257" y="51684"/>
                  <a:pt x="1072" y="51551"/>
                </a:cubicBezTo>
                <a:cubicBezTo>
                  <a:pt x="886" y="51418"/>
                  <a:pt x="721" y="51199"/>
                  <a:pt x="575" y="50894"/>
                </a:cubicBezTo>
                <a:cubicBezTo>
                  <a:pt x="430" y="50588"/>
                  <a:pt x="317" y="50176"/>
                  <a:pt x="238" y="49658"/>
                </a:cubicBezTo>
                <a:cubicBezTo>
                  <a:pt x="159" y="49139"/>
                  <a:pt x="119" y="48507"/>
                  <a:pt x="119" y="47763"/>
                </a:cubicBezTo>
                <a:cubicBezTo>
                  <a:pt x="119" y="46992"/>
                  <a:pt x="152" y="46347"/>
                  <a:pt x="218" y="45829"/>
                </a:cubicBezTo>
                <a:cubicBezTo>
                  <a:pt x="284" y="45311"/>
                  <a:pt x="390" y="44892"/>
                  <a:pt x="536" y="44573"/>
                </a:cubicBezTo>
                <a:cubicBezTo>
                  <a:pt x="681" y="44254"/>
                  <a:pt x="847" y="44021"/>
                  <a:pt x="1032" y="43875"/>
                </a:cubicBezTo>
                <a:cubicBezTo>
                  <a:pt x="1217" y="43728"/>
                  <a:pt x="1429" y="43655"/>
                  <a:pt x="1667" y="43655"/>
                </a:cubicBezTo>
                <a:lnTo>
                  <a:pt x="11231" y="43655"/>
                </a:lnTo>
                <a:lnTo>
                  <a:pt x="11231" y="10239"/>
                </a:lnTo>
                <a:lnTo>
                  <a:pt x="2976" y="14843"/>
                </a:lnTo>
                <a:cubicBezTo>
                  <a:pt x="2368" y="15134"/>
                  <a:pt x="1872" y="15312"/>
                  <a:pt x="1488" y="15378"/>
                </a:cubicBezTo>
                <a:cubicBezTo>
                  <a:pt x="1105" y="15445"/>
                  <a:pt x="800" y="15365"/>
                  <a:pt x="575" y="15140"/>
                </a:cubicBezTo>
                <a:cubicBezTo>
                  <a:pt x="351" y="14915"/>
                  <a:pt x="198" y="14524"/>
                  <a:pt x="119" y="13967"/>
                </a:cubicBezTo>
                <a:cubicBezTo>
                  <a:pt x="40" y="13410"/>
                  <a:pt x="0" y="12627"/>
                  <a:pt x="0" y="11619"/>
                </a:cubicBezTo>
                <a:cubicBezTo>
                  <a:pt x="0" y="10983"/>
                  <a:pt x="13" y="10459"/>
                  <a:pt x="40" y="10048"/>
                </a:cubicBezTo>
                <a:cubicBezTo>
                  <a:pt x="66" y="9636"/>
                  <a:pt x="132" y="9285"/>
                  <a:pt x="238" y="8993"/>
                </a:cubicBezTo>
                <a:cubicBezTo>
                  <a:pt x="344" y="8701"/>
                  <a:pt x="489" y="8462"/>
                  <a:pt x="675" y="8277"/>
                </a:cubicBezTo>
                <a:cubicBezTo>
                  <a:pt x="860" y="8091"/>
                  <a:pt x="1111" y="7892"/>
                  <a:pt x="1429" y="7681"/>
                </a:cubicBezTo>
                <a:lnTo>
                  <a:pt x="12462" y="517"/>
                </a:lnTo>
                <a:cubicBezTo>
                  <a:pt x="12594" y="411"/>
                  <a:pt x="12759" y="325"/>
                  <a:pt x="12958" y="259"/>
                </a:cubicBezTo>
                <a:cubicBezTo>
                  <a:pt x="13156" y="192"/>
                  <a:pt x="13414" y="139"/>
                  <a:pt x="13731" y="99"/>
                </a:cubicBezTo>
                <a:cubicBezTo>
                  <a:pt x="14049" y="60"/>
                  <a:pt x="14466" y="33"/>
                  <a:pt x="14982" y="20"/>
                </a:cubicBezTo>
                <a:cubicBezTo>
                  <a:pt x="15498" y="7"/>
                  <a:pt x="16166" y="0"/>
                  <a:pt x="16986" y="0"/>
                </a:cubicBezTo>
                <a:cubicBezTo>
                  <a:pt x="17991" y="0"/>
                  <a:pt x="18805" y="20"/>
                  <a:pt x="19426" y="60"/>
                </a:cubicBezTo>
                <a:cubicBezTo>
                  <a:pt x="20048" y="99"/>
                  <a:pt x="20518" y="165"/>
                  <a:pt x="20835" y="258"/>
                </a:cubicBezTo>
                <a:cubicBezTo>
                  <a:pt x="21153" y="351"/>
                  <a:pt x="21364" y="476"/>
                  <a:pt x="21470" y="635"/>
                </a:cubicBezTo>
                <a:cubicBezTo>
                  <a:pt x="21576" y="794"/>
                  <a:pt x="21629" y="992"/>
                  <a:pt x="21629" y="1230"/>
                </a:cubicBezTo>
                <a:lnTo>
                  <a:pt x="21629" y="43655"/>
                </a:lnTo>
                <a:lnTo>
                  <a:pt x="30003" y="43655"/>
                </a:lnTo>
                <a:cubicBezTo>
                  <a:pt x="30241" y="43655"/>
                  <a:pt x="30459" y="43728"/>
                  <a:pt x="30658" y="43875"/>
                </a:cubicBezTo>
                <a:cubicBezTo>
                  <a:pt x="30856" y="44021"/>
                  <a:pt x="31028" y="44254"/>
                  <a:pt x="31174" y="44573"/>
                </a:cubicBezTo>
                <a:cubicBezTo>
                  <a:pt x="31319" y="44892"/>
                  <a:pt x="31425" y="45311"/>
                  <a:pt x="31491" y="45829"/>
                </a:cubicBezTo>
                <a:cubicBezTo>
                  <a:pt x="31557" y="46347"/>
                  <a:pt x="31590" y="46992"/>
                  <a:pt x="31590" y="4776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D3BFF-7E18-4EBD-82DF-F336D472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851" y="1423394"/>
            <a:ext cx="108486" cy="106344"/>
          </a:xfrm>
          <a:custGeom xmlns:a="http://schemas.openxmlformats.org/drawingml/2006/main">
            <a:pathLst>
              <a:path w="108486" h="106344">
                <a:moveTo>
                  <a:pt x="0" y="53172"/>
                </a:moveTo>
                <a:cubicBezTo>
                  <a:pt x="0" y="23804"/>
                  <a:pt x="24285" y="0"/>
                  <a:pt x="54243" y="0"/>
                </a:cubicBezTo>
                <a:cubicBezTo>
                  <a:pt x="84201" y="0"/>
                  <a:pt x="108486" y="23804"/>
                  <a:pt x="108486" y="53172"/>
                </a:cubicBezTo>
                <a:cubicBezTo>
                  <a:pt x="108486" y="82540"/>
                  <a:pt x="84201" y="106344"/>
                  <a:pt x="54243" y="106344"/>
                </a:cubicBezTo>
                <a:cubicBezTo>
                  <a:pt x="24285" y="106344"/>
                  <a:pt x="0" y="82540"/>
                  <a:pt x="0" y="53172"/>
                </a:cubicBez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59CEC-303C-4F3C-B789-1D4763B2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851" y="1423394"/>
            <a:ext cx="108486" cy="106344"/>
          </a:xfrm>
          <a:custGeom xmlns:a="http://schemas.openxmlformats.org/drawingml/2006/main">
            <a:pathLst>
              <a:path w="108486" h="106344" fill="none">
                <a:moveTo>
                  <a:pt x="0" y="53172"/>
                </a:moveTo>
                <a:cubicBezTo>
                  <a:pt x="0" y="23804"/>
                  <a:pt x="24285" y="0"/>
                  <a:pt x="54243" y="0"/>
                </a:cubicBezTo>
                <a:cubicBezTo>
                  <a:pt x="84201" y="0"/>
                  <a:pt x="108486" y="23804"/>
                  <a:pt x="108486" y="53172"/>
                </a:cubicBezTo>
                <a:cubicBezTo>
                  <a:pt x="108486" y="82540"/>
                  <a:pt x="84201" y="106344"/>
                  <a:pt x="54243" y="106344"/>
                </a:cubicBezTo>
                <a:cubicBezTo>
                  <a:pt x="24285" y="106344"/>
                  <a:pt x="0" y="82540"/>
                  <a:pt x="0" y="531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385723"/>
            </a:solidFill>
            <a:miter/>
          </a:ln>
        </p:spPr>
      </p:sp>
      <p:sp>
        <p:nvSpPr>
          <p:cNvPr id="146" name="Text 2">
            <a:extLst xmlns:a="http://schemas.openxmlformats.org/drawingml/2006/main">
              <a:ext uri="{FF2B5EF4-FFF2-40B4-BE49-F238E27FC236}">
                <a16:creationId xmlns:a16="http://schemas.microsoft.com/office/drawing/2014/main" id="{07119A72-01B4-4C75-A024-C86DDF95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963" y="1451352"/>
            <a:ext cx="34448" cy="52307"/>
          </a:xfrm>
          <a:custGeom xmlns:a="http://schemas.openxmlformats.org/drawingml/2006/main">
            <a:pathLst>
              <a:path w="34448" h="52307">
                <a:moveTo>
                  <a:pt x="34448" y="48040"/>
                </a:moveTo>
                <a:cubicBezTo>
                  <a:pt x="34448" y="48811"/>
                  <a:pt x="34415" y="49469"/>
                  <a:pt x="34349" y="50014"/>
                </a:cubicBezTo>
                <a:cubicBezTo>
                  <a:pt x="34282" y="50558"/>
                  <a:pt x="34183" y="51004"/>
                  <a:pt x="34051" y="51349"/>
                </a:cubicBezTo>
                <a:cubicBezTo>
                  <a:pt x="33919" y="51695"/>
                  <a:pt x="33747" y="51941"/>
                  <a:pt x="33535" y="52087"/>
                </a:cubicBezTo>
                <a:cubicBezTo>
                  <a:pt x="33323" y="52233"/>
                  <a:pt x="33085" y="52307"/>
                  <a:pt x="32821" y="52307"/>
                </a:cubicBezTo>
                <a:lnTo>
                  <a:pt x="3294" y="52307"/>
                </a:lnTo>
                <a:cubicBezTo>
                  <a:pt x="2712" y="52307"/>
                  <a:pt x="2209" y="52254"/>
                  <a:pt x="1786" y="52148"/>
                </a:cubicBezTo>
                <a:cubicBezTo>
                  <a:pt x="1363" y="52041"/>
                  <a:pt x="1019" y="51835"/>
                  <a:pt x="754" y="51530"/>
                </a:cubicBezTo>
                <a:cubicBezTo>
                  <a:pt x="489" y="51224"/>
                  <a:pt x="298" y="50780"/>
                  <a:pt x="179" y="50196"/>
                </a:cubicBezTo>
                <a:cubicBezTo>
                  <a:pt x="60" y="49612"/>
                  <a:pt x="0" y="48856"/>
                  <a:pt x="0" y="47926"/>
                </a:cubicBezTo>
                <a:cubicBezTo>
                  <a:pt x="0" y="47050"/>
                  <a:pt x="40" y="46300"/>
                  <a:pt x="119" y="45677"/>
                </a:cubicBezTo>
                <a:cubicBezTo>
                  <a:pt x="198" y="45052"/>
                  <a:pt x="344" y="44495"/>
                  <a:pt x="556" y="44004"/>
                </a:cubicBezTo>
                <a:cubicBezTo>
                  <a:pt x="767" y="43512"/>
                  <a:pt x="1038" y="43033"/>
                  <a:pt x="1369" y="42569"/>
                </a:cubicBezTo>
                <a:cubicBezTo>
                  <a:pt x="1700" y="42104"/>
                  <a:pt x="2130" y="41593"/>
                  <a:pt x="2659" y="41036"/>
                </a:cubicBezTo>
                <a:lnTo>
                  <a:pt x="11549" y="31527"/>
                </a:lnTo>
                <a:cubicBezTo>
                  <a:pt x="13321" y="29674"/>
                  <a:pt x="14750" y="27987"/>
                  <a:pt x="15835" y="26466"/>
                </a:cubicBezTo>
                <a:cubicBezTo>
                  <a:pt x="16920" y="24945"/>
                  <a:pt x="17766" y="23556"/>
                  <a:pt x="18375" y="22299"/>
                </a:cubicBezTo>
                <a:cubicBezTo>
                  <a:pt x="18983" y="21041"/>
                  <a:pt x="19400" y="19883"/>
                  <a:pt x="19625" y="18825"/>
                </a:cubicBezTo>
                <a:cubicBezTo>
                  <a:pt x="19850" y="17766"/>
                  <a:pt x="19962" y="16760"/>
                  <a:pt x="19962" y="15808"/>
                </a:cubicBezTo>
                <a:cubicBezTo>
                  <a:pt x="19962" y="14939"/>
                  <a:pt x="19823" y="14116"/>
                  <a:pt x="19546" y="13338"/>
                </a:cubicBezTo>
                <a:cubicBezTo>
                  <a:pt x="19268" y="12561"/>
                  <a:pt x="18858" y="11883"/>
                  <a:pt x="18315" y="11303"/>
                </a:cubicBezTo>
                <a:cubicBezTo>
                  <a:pt x="17773" y="10724"/>
                  <a:pt x="17092" y="10269"/>
                  <a:pt x="16271" y="9940"/>
                </a:cubicBezTo>
                <a:cubicBezTo>
                  <a:pt x="15451" y="9610"/>
                  <a:pt x="14486" y="9445"/>
                  <a:pt x="13374" y="9445"/>
                </a:cubicBezTo>
                <a:cubicBezTo>
                  <a:pt x="11813" y="9445"/>
                  <a:pt x="10431" y="9644"/>
                  <a:pt x="9227" y="10041"/>
                </a:cubicBezTo>
                <a:cubicBezTo>
                  <a:pt x="8023" y="10438"/>
                  <a:pt x="6965" y="10881"/>
                  <a:pt x="6052" y="11370"/>
                </a:cubicBezTo>
                <a:cubicBezTo>
                  <a:pt x="5139" y="11860"/>
                  <a:pt x="4379" y="12309"/>
                  <a:pt x="3770" y="12719"/>
                </a:cubicBezTo>
                <a:cubicBezTo>
                  <a:pt x="3162" y="13130"/>
                  <a:pt x="2685" y="13335"/>
                  <a:pt x="2341" y="13335"/>
                </a:cubicBezTo>
                <a:cubicBezTo>
                  <a:pt x="2103" y="13335"/>
                  <a:pt x="1898" y="13255"/>
                  <a:pt x="1726" y="13095"/>
                </a:cubicBezTo>
                <a:cubicBezTo>
                  <a:pt x="1554" y="12936"/>
                  <a:pt x="1415" y="12670"/>
                  <a:pt x="1310" y="12299"/>
                </a:cubicBezTo>
                <a:cubicBezTo>
                  <a:pt x="1204" y="11927"/>
                  <a:pt x="1118" y="11429"/>
                  <a:pt x="1052" y="10805"/>
                </a:cubicBezTo>
                <a:cubicBezTo>
                  <a:pt x="986" y="10180"/>
                  <a:pt x="952" y="9416"/>
                  <a:pt x="952" y="8513"/>
                </a:cubicBezTo>
                <a:cubicBezTo>
                  <a:pt x="952" y="7902"/>
                  <a:pt x="972" y="7390"/>
                  <a:pt x="1012" y="6979"/>
                </a:cubicBezTo>
                <a:cubicBezTo>
                  <a:pt x="1052" y="6567"/>
                  <a:pt x="1111" y="6208"/>
                  <a:pt x="1191" y="5902"/>
                </a:cubicBezTo>
                <a:cubicBezTo>
                  <a:pt x="1270" y="5596"/>
                  <a:pt x="1376" y="5330"/>
                  <a:pt x="1508" y="5105"/>
                </a:cubicBezTo>
                <a:cubicBezTo>
                  <a:pt x="1640" y="4879"/>
                  <a:pt x="1872" y="4607"/>
                  <a:pt x="2203" y="4289"/>
                </a:cubicBezTo>
                <a:cubicBezTo>
                  <a:pt x="2533" y="3969"/>
                  <a:pt x="3142" y="3565"/>
                  <a:pt x="4028" y="3076"/>
                </a:cubicBezTo>
                <a:cubicBezTo>
                  <a:pt x="4914" y="2586"/>
                  <a:pt x="6006" y="2110"/>
                  <a:pt x="7302" y="1647"/>
                </a:cubicBezTo>
                <a:cubicBezTo>
                  <a:pt x="8599" y="1184"/>
                  <a:pt x="10027" y="794"/>
                  <a:pt x="11588" y="476"/>
                </a:cubicBezTo>
                <a:cubicBezTo>
                  <a:pt x="13149" y="159"/>
                  <a:pt x="14777" y="0"/>
                  <a:pt x="16470" y="0"/>
                </a:cubicBezTo>
                <a:cubicBezTo>
                  <a:pt x="19142" y="0"/>
                  <a:pt x="21477" y="338"/>
                  <a:pt x="23474" y="1013"/>
                </a:cubicBezTo>
                <a:cubicBezTo>
                  <a:pt x="25472" y="1688"/>
                  <a:pt x="27132" y="2628"/>
                  <a:pt x="28455" y="3832"/>
                </a:cubicBezTo>
                <a:cubicBezTo>
                  <a:pt x="29778" y="5037"/>
                  <a:pt x="30764" y="6467"/>
                  <a:pt x="31412" y="8122"/>
                </a:cubicBezTo>
                <a:cubicBezTo>
                  <a:pt x="32060" y="9776"/>
                  <a:pt x="32384" y="11557"/>
                  <a:pt x="32384" y="13464"/>
                </a:cubicBezTo>
                <a:cubicBezTo>
                  <a:pt x="32384" y="15130"/>
                  <a:pt x="32225" y="16771"/>
                  <a:pt x="31908" y="18385"/>
                </a:cubicBezTo>
                <a:cubicBezTo>
                  <a:pt x="31590" y="19998"/>
                  <a:pt x="30929" y="21737"/>
                  <a:pt x="29924" y="23602"/>
                </a:cubicBezTo>
                <a:cubicBezTo>
                  <a:pt x="28918" y="25467"/>
                  <a:pt x="27503" y="27531"/>
                  <a:pt x="25677" y="29793"/>
                </a:cubicBezTo>
                <a:cubicBezTo>
                  <a:pt x="23852" y="32055"/>
                  <a:pt x="21431" y="34680"/>
                  <a:pt x="18414" y="37670"/>
                </a:cubicBezTo>
                <a:lnTo>
                  <a:pt x="12422" y="43814"/>
                </a:lnTo>
                <a:lnTo>
                  <a:pt x="32662" y="43814"/>
                </a:lnTo>
                <a:cubicBezTo>
                  <a:pt x="32926" y="43814"/>
                  <a:pt x="33171" y="43894"/>
                  <a:pt x="33396" y="44053"/>
                </a:cubicBezTo>
                <a:cubicBezTo>
                  <a:pt x="33621" y="44213"/>
                  <a:pt x="33813" y="44459"/>
                  <a:pt x="33972" y="44791"/>
                </a:cubicBezTo>
                <a:cubicBezTo>
                  <a:pt x="34130" y="45123"/>
                  <a:pt x="34249" y="45562"/>
                  <a:pt x="34329" y="46107"/>
                </a:cubicBezTo>
                <a:cubicBezTo>
                  <a:pt x="34408" y="46652"/>
                  <a:pt x="34448" y="47296"/>
                  <a:pt x="34448" y="4804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D31D4-B511-46A8-82A5-46ADFF0D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764" y="1938530"/>
            <a:ext cx="108486" cy="106344"/>
          </a:xfrm>
          <a:custGeom xmlns:a="http://schemas.openxmlformats.org/drawingml/2006/main">
            <a:pathLst>
              <a:path w="108486" h="106344">
                <a:moveTo>
                  <a:pt x="0" y="53172"/>
                </a:moveTo>
                <a:cubicBezTo>
                  <a:pt x="0" y="23804"/>
                  <a:pt x="24285" y="0"/>
                  <a:pt x="54243" y="0"/>
                </a:cubicBezTo>
                <a:cubicBezTo>
                  <a:pt x="84201" y="0"/>
                  <a:pt x="108486" y="23804"/>
                  <a:pt x="108486" y="53172"/>
                </a:cubicBezTo>
                <a:cubicBezTo>
                  <a:pt x="108486" y="82540"/>
                  <a:pt x="84201" y="106344"/>
                  <a:pt x="54243" y="106344"/>
                </a:cubicBezTo>
                <a:cubicBezTo>
                  <a:pt x="24285" y="106344"/>
                  <a:pt x="0" y="82540"/>
                  <a:pt x="0" y="53172"/>
                </a:cubicBez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F2766-B425-498D-AB43-A4AED06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764" y="1938530"/>
            <a:ext cx="108486" cy="106344"/>
          </a:xfrm>
          <a:custGeom xmlns:a="http://schemas.openxmlformats.org/drawingml/2006/main">
            <a:pathLst>
              <a:path w="108486" h="106344" fill="none">
                <a:moveTo>
                  <a:pt x="0" y="53172"/>
                </a:moveTo>
                <a:cubicBezTo>
                  <a:pt x="0" y="23804"/>
                  <a:pt x="24285" y="0"/>
                  <a:pt x="54243" y="0"/>
                </a:cubicBezTo>
                <a:cubicBezTo>
                  <a:pt x="84201" y="0"/>
                  <a:pt x="108486" y="23804"/>
                  <a:pt x="108486" y="53172"/>
                </a:cubicBezTo>
                <a:cubicBezTo>
                  <a:pt x="108486" y="82540"/>
                  <a:pt x="84201" y="106344"/>
                  <a:pt x="54243" y="106344"/>
                </a:cubicBezTo>
                <a:cubicBezTo>
                  <a:pt x="24285" y="106344"/>
                  <a:pt x="0" y="82540"/>
                  <a:pt x="0" y="531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385723"/>
            </a:solidFill>
            <a:miter/>
          </a:ln>
        </p:spPr>
      </p:sp>
      <p:sp>
        <p:nvSpPr>
          <p:cNvPr id="149" name="Text 3">
            <a:extLst xmlns:a="http://schemas.openxmlformats.org/drawingml/2006/main">
              <a:ext uri="{FF2B5EF4-FFF2-40B4-BE49-F238E27FC236}">
                <a16:creationId xmlns:a16="http://schemas.microsoft.com/office/drawing/2014/main" id="{0BE73B49-1801-43DD-9EF1-BDB72CC3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756" y="1966488"/>
            <a:ext cx="34329" cy="53259"/>
          </a:xfrm>
          <a:custGeom xmlns:a="http://schemas.openxmlformats.org/drawingml/2006/main">
            <a:pathLst>
              <a:path w="34329" h="53259">
                <a:moveTo>
                  <a:pt x="34329" y="37268"/>
                </a:moveTo>
                <a:cubicBezTo>
                  <a:pt x="34329" y="39841"/>
                  <a:pt x="33839" y="42122"/>
                  <a:pt x="32860" y="44111"/>
                </a:cubicBezTo>
                <a:cubicBezTo>
                  <a:pt x="31881" y="46100"/>
                  <a:pt x="30519" y="47770"/>
                  <a:pt x="28773" y="49123"/>
                </a:cubicBezTo>
                <a:cubicBezTo>
                  <a:pt x="27026" y="50475"/>
                  <a:pt x="24936" y="51502"/>
                  <a:pt x="22502" y="52205"/>
                </a:cubicBezTo>
                <a:cubicBezTo>
                  <a:pt x="20068" y="52908"/>
                  <a:pt x="17409" y="53259"/>
                  <a:pt x="14525" y="53259"/>
                </a:cubicBezTo>
                <a:cubicBezTo>
                  <a:pt x="12779" y="53259"/>
                  <a:pt x="11139" y="53132"/>
                  <a:pt x="9604" y="52877"/>
                </a:cubicBezTo>
                <a:cubicBezTo>
                  <a:pt x="8070" y="52622"/>
                  <a:pt x="6714" y="52307"/>
                  <a:pt x="5536" y="51932"/>
                </a:cubicBezTo>
                <a:cubicBezTo>
                  <a:pt x="4359" y="51557"/>
                  <a:pt x="3387" y="51168"/>
                  <a:pt x="2619" y="50766"/>
                </a:cubicBezTo>
                <a:cubicBezTo>
                  <a:pt x="1852" y="50364"/>
                  <a:pt x="1349" y="50058"/>
                  <a:pt x="1111" y="49846"/>
                </a:cubicBezTo>
                <a:cubicBezTo>
                  <a:pt x="873" y="49634"/>
                  <a:pt x="695" y="49396"/>
                  <a:pt x="575" y="49132"/>
                </a:cubicBezTo>
                <a:cubicBezTo>
                  <a:pt x="456" y="48867"/>
                  <a:pt x="351" y="48556"/>
                  <a:pt x="258" y="48199"/>
                </a:cubicBezTo>
                <a:cubicBezTo>
                  <a:pt x="165" y="47842"/>
                  <a:pt x="99" y="47392"/>
                  <a:pt x="60" y="46850"/>
                </a:cubicBezTo>
                <a:cubicBezTo>
                  <a:pt x="20" y="46307"/>
                  <a:pt x="0" y="45653"/>
                  <a:pt x="0" y="44885"/>
                </a:cubicBezTo>
                <a:cubicBezTo>
                  <a:pt x="0" y="43615"/>
                  <a:pt x="106" y="42736"/>
                  <a:pt x="317" y="42246"/>
                </a:cubicBezTo>
                <a:cubicBezTo>
                  <a:pt x="529" y="41757"/>
                  <a:pt x="847" y="41512"/>
                  <a:pt x="1270" y="41512"/>
                </a:cubicBezTo>
                <a:cubicBezTo>
                  <a:pt x="1535" y="41512"/>
                  <a:pt x="1991" y="41693"/>
                  <a:pt x="2639" y="42054"/>
                </a:cubicBezTo>
                <a:cubicBezTo>
                  <a:pt x="3287" y="42415"/>
                  <a:pt x="4114" y="42803"/>
                  <a:pt x="5120" y="43218"/>
                </a:cubicBezTo>
                <a:cubicBezTo>
                  <a:pt x="6125" y="43634"/>
                  <a:pt x="7302" y="44022"/>
                  <a:pt x="8652" y="44383"/>
                </a:cubicBezTo>
                <a:cubicBezTo>
                  <a:pt x="10001" y="44744"/>
                  <a:pt x="11536" y="44925"/>
                  <a:pt x="13255" y="44925"/>
                </a:cubicBezTo>
                <a:cubicBezTo>
                  <a:pt x="14710" y="44925"/>
                  <a:pt x="15994" y="44753"/>
                  <a:pt x="17105" y="44408"/>
                </a:cubicBezTo>
                <a:cubicBezTo>
                  <a:pt x="18216" y="44063"/>
                  <a:pt x="19162" y="43579"/>
                  <a:pt x="19942" y="42956"/>
                </a:cubicBezTo>
                <a:cubicBezTo>
                  <a:pt x="20723" y="42332"/>
                  <a:pt x="21305" y="41576"/>
                  <a:pt x="21689" y="40687"/>
                </a:cubicBezTo>
                <a:cubicBezTo>
                  <a:pt x="22072" y="39798"/>
                  <a:pt x="22264" y="38810"/>
                  <a:pt x="22264" y="37723"/>
                </a:cubicBezTo>
                <a:cubicBezTo>
                  <a:pt x="22264" y="36529"/>
                  <a:pt x="22033" y="35455"/>
                  <a:pt x="21570" y="34500"/>
                </a:cubicBezTo>
                <a:cubicBezTo>
                  <a:pt x="21107" y="33545"/>
                  <a:pt x="20419" y="32729"/>
                  <a:pt x="19506" y="32053"/>
                </a:cubicBezTo>
                <a:cubicBezTo>
                  <a:pt x="18593" y="31376"/>
                  <a:pt x="17442" y="30852"/>
                  <a:pt x="16053" y="30480"/>
                </a:cubicBezTo>
                <a:cubicBezTo>
                  <a:pt x="14664" y="30109"/>
                  <a:pt x="13030" y="29924"/>
                  <a:pt x="11152" y="29924"/>
                </a:cubicBezTo>
                <a:lnTo>
                  <a:pt x="6707" y="29924"/>
                </a:lnTo>
                <a:cubicBezTo>
                  <a:pt x="6363" y="29924"/>
                  <a:pt x="6072" y="29877"/>
                  <a:pt x="5834" y="29785"/>
                </a:cubicBezTo>
                <a:cubicBezTo>
                  <a:pt x="5596" y="29691"/>
                  <a:pt x="5397" y="29498"/>
                  <a:pt x="5239" y="29205"/>
                </a:cubicBezTo>
                <a:cubicBezTo>
                  <a:pt x="5080" y="28913"/>
                  <a:pt x="4967" y="28507"/>
                  <a:pt x="4901" y="27989"/>
                </a:cubicBezTo>
                <a:cubicBezTo>
                  <a:pt x="4835" y="27470"/>
                  <a:pt x="4802" y="26799"/>
                  <a:pt x="4802" y="25975"/>
                </a:cubicBezTo>
                <a:cubicBezTo>
                  <a:pt x="4802" y="25203"/>
                  <a:pt x="4835" y="24572"/>
                  <a:pt x="4901" y="24080"/>
                </a:cubicBezTo>
                <a:cubicBezTo>
                  <a:pt x="4967" y="23588"/>
                  <a:pt x="5073" y="23209"/>
                  <a:pt x="5219" y="22942"/>
                </a:cubicBezTo>
                <a:cubicBezTo>
                  <a:pt x="5364" y="22676"/>
                  <a:pt x="5549" y="22490"/>
                  <a:pt x="5774" y="22384"/>
                </a:cubicBezTo>
                <a:cubicBezTo>
                  <a:pt x="5999" y="22278"/>
                  <a:pt x="6270" y="22224"/>
                  <a:pt x="6588" y="22224"/>
                </a:cubicBezTo>
                <a:lnTo>
                  <a:pt x="11072" y="22224"/>
                </a:lnTo>
                <a:cubicBezTo>
                  <a:pt x="12607" y="22224"/>
                  <a:pt x="13970" y="22046"/>
                  <a:pt x="15160" y="21690"/>
                </a:cubicBezTo>
                <a:cubicBezTo>
                  <a:pt x="16351" y="21333"/>
                  <a:pt x="17350" y="20826"/>
                  <a:pt x="18157" y="20167"/>
                </a:cubicBezTo>
                <a:cubicBezTo>
                  <a:pt x="18963" y="19507"/>
                  <a:pt x="19579" y="18709"/>
                  <a:pt x="20002" y="17772"/>
                </a:cubicBezTo>
                <a:cubicBezTo>
                  <a:pt x="20425" y="16835"/>
                  <a:pt x="20637" y="15800"/>
                  <a:pt x="20637" y="14665"/>
                </a:cubicBezTo>
                <a:cubicBezTo>
                  <a:pt x="20637" y="13795"/>
                  <a:pt x="20491" y="12970"/>
                  <a:pt x="20200" y="12192"/>
                </a:cubicBezTo>
                <a:cubicBezTo>
                  <a:pt x="19909" y="11414"/>
                  <a:pt x="19479" y="10742"/>
                  <a:pt x="18911" y="10175"/>
                </a:cubicBezTo>
                <a:cubicBezTo>
                  <a:pt x="18342" y="9607"/>
                  <a:pt x="17608" y="9159"/>
                  <a:pt x="16708" y="8829"/>
                </a:cubicBezTo>
                <a:cubicBezTo>
                  <a:pt x="15808" y="8499"/>
                  <a:pt x="14750" y="8334"/>
                  <a:pt x="13533" y="8334"/>
                </a:cubicBezTo>
                <a:cubicBezTo>
                  <a:pt x="12157" y="8334"/>
                  <a:pt x="10861" y="8539"/>
                  <a:pt x="9644" y="8949"/>
                </a:cubicBezTo>
                <a:cubicBezTo>
                  <a:pt x="8427" y="9359"/>
                  <a:pt x="7335" y="9809"/>
                  <a:pt x="6370" y="10299"/>
                </a:cubicBezTo>
                <a:cubicBezTo>
                  <a:pt x="5404" y="10788"/>
                  <a:pt x="4584" y="11244"/>
                  <a:pt x="3909" y="11668"/>
                </a:cubicBezTo>
                <a:cubicBezTo>
                  <a:pt x="3234" y="12091"/>
                  <a:pt x="2738" y="12303"/>
                  <a:pt x="2421" y="12303"/>
                </a:cubicBezTo>
                <a:cubicBezTo>
                  <a:pt x="2209" y="12303"/>
                  <a:pt x="2024" y="12256"/>
                  <a:pt x="1865" y="12164"/>
                </a:cubicBezTo>
                <a:cubicBezTo>
                  <a:pt x="1707" y="12071"/>
                  <a:pt x="1574" y="11893"/>
                  <a:pt x="1468" y="11628"/>
                </a:cubicBezTo>
                <a:cubicBezTo>
                  <a:pt x="1363" y="11364"/>
                  <a:pt x="1283" y="10980"/>
                  <a:pt x="1230" y="10477"/>
                </a:cubicBezTo>
                <a:cubicBezTo>
                  <a:pt x="1177" y="9975"/>
                  <a:pt x="1151" y="9326"/>
                  <a:pt x="1151" y="8533"/>
                </a:cubicBezTo>
                <a:cubicBezTo>
                  <a:pt x="1151" y="7871"/>
                  <a:pt x="1164" y="7322"/>
                  <a:pt x="1191" y="6886"/>
                </a:cubicBezTo>
                <a:cubicBezTo>
                  <a:pt x="1217" y="6449"/>
                  <a:pt x="1270" y="6085"/>
                  <a:pt x="1349" y="5794"/>
                </a:cubicBezTo>
                <a:cubicBezTo>
                  <a:pt x="1429" y="5503"/>
                  <a:pt x="1528" y="5252"/>
                  <a:pt x="1647" y="5040"/>
                </a:cubicBezTo>
                <a:cubicBezTo>
                  <a:pt x="1766" y="4829"/>
                  <a:pt x="1958" y="4597"/>
                  <a:pt x="2222" y="4346"/>
                </a:cubicBezTo>
                <a:cubicBezTo>
                  <a:pt x="2487" y="4094"/>
                  <a:pt x="3029" y="3715"/>
                  <a:pt x="3850" y="3207"/>
                </a:cubicBezTo>
                <a:cubicBezTo>
                  <a:pt x="4670" y="2700"/>
                  <a:pt x="5702" y="2205"/>
                  <a:pt x="6945" y="1724"/>
                </a:cubicBezTo>
                <a:cubicBezTo>
                  <a:pt x="8189" y="1243"/>
                  <a:pt x="9624" y="835"/>
                  <a:pt x="11251" y="501"/>
                </a:cubicBezTo>
                <a:cubicBezTo>
                  <a:pt x="12878" y="167"/>
                  <a:pt x="14644" y="0"/>
                  <a:pt x="16549" y="0"/>
                </a:cubicBezTo>
                <a:cubicBezTo>
                  <a:pt x="19036" y="0"/>
                  <a:pt x="21239" y="291"/>
                  <a:pt x="23157" y="874"/>
                </a:cubicBezTo>
                <a:cubicBezTo>
                  <a:pt x="25075" y="1456"/>
                  <a:pt x="26689" y="2297"/>
                  <a:pt x="27999" y="3396"/>
                </a:cubicBezTo>
                <a:cubicBezTo>
                  <a:pt x="29308" y="4494"/>
                  <a:pt x="30301" y="5844"/>
                  <a:pt x="30975" y="7446"/>
                </a:cubicBezTo>
                <a:cubicBezTo>
                  <a:pt x="31650" y="9048"/>
                  <a:pt x="31987" y="10854"/>
                  <a:pt x="31987" y="12866"/>
                </a:cubicBezTo>
                <a:cubicBezTo>
                  <a:pt x="31987" y="14428"/>
                  <a:pt x="31789" y="15884"/>
                  <a:pt x="31392" y="17234"/>
                </a:cubicBezTo>
                <a:cubicBezTo>
                  <a:pt x="30995" y="18584"/>
                  <a:pt x="30413" y="19789"/>
                  <a:pt x="29646" y="20848"/>
                </a:cubicBezTo>
                <a:cubicBezTo>
                  <a:pt x="28878" y="21907"/>
                  <a:pt x="27919" y="22807"/>
                  <a:pt x="26768" y="23549"/>
                </a:cubicBezTo>
                <a:cubicBezTo>
                  <a:pt x="25618" y="24290"/>
                  <a:pt x="24288" y="24845"/>
                  <a:pt x="22780" y="25216"/>
                </a:cubicBezTo>
                <a:lnTo>
                  <a:pt x="22780" y="25335"/>
                </a:lnTo>
                <a:cubicBezTo>
                  <a:pt x="24579" y="25547"/>
                  <a:pt x="26193" y="26005"/>
                  <a:pt x="27622" y="26708"/>
                </a:cubicBezTo>
                <a:cubicBezTo>
                  <a:pt x="29050" y="27410"/>
                  <a:pt x="30261" y="28292"/>
                  <a:pt x="31253" y="29353"/>
                </a:cubicBezTo>
                <a:cubicBezTo>
                  <a:pt x="32245" y="30414"/>
                  <a:pt x="33006" y="31614"/>
                  <a:pt x="33535" y="32953"/>
                </a:cubicBezTo>
                <a:cubicBezTo>
                  <a:pt x="34064" y="34292"/>
                  <a:pt x="34329" y="35730"/>
                  <a:pt x="34329" y="3726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3C7A0-8A65-4077-8715-06E4C9C4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773" y="1728093"/>
            <a:ext cx="108486" cy="106344"/>
          </a:xfrm>
          <a:custGeom xmlns:a="http://schemas.openxmlformats.org/drawingml/2006/main">
            <a:pathLst>
              <a:path w="108486" h="106344">
                <a:moveTo>
                  <a:pt x="0" y="53172"/>
                </a:moveTo>
                <a:cubicBezTo>
                  <a:pt x="0" y="23804"/>
                  <a:pt x="24285" y="0"/>
                  <a:pt x="54243" y="0"/>
                </a:cubicBezTo>
                <a:cubicBezTo>
                  <a:pt x="84201" y="0"/>
                  <a:pt x="108486" y="23804"/>
                  <a:pt x="108486" y="53172"/>
                </a:cubicBezTo>
                <a:cubicBezTo>
                  <a:pt x="108486" y="82540"/>
                  <a:pt x="84201" y="106344"/>
                  <a:pt x="54243" y="106344"/>
                </a:cubicBezTo>
                <a:cubicBezTo>
                  <a:pt x="24285" y="106344"/>
                  <a:pt x="0" y="82540"/>
                  <a:pt x="0" y="53172"/>
                </a:cubicBez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D1D90-A454-4A75-9E84-930829EE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773" y="1728093"/>
            <a:ext cx="108486" cy="106344"/>
          </a:xfrm>
          <a:custGeom xmlns:a="http://schemas.openxmlformats.org/drawingml/2006/main">
            <a:pathLst>
              <a:path w="108486" h="106344" fill="none">
                <a:moveTo>
                  <a:pt x="0" y="53172"/>
                </a:moveTo>
                <a:cubicBezTo>
                  <a:pt x="0" y="23804"/>
                  <a:pt x="24285" y="0"/>
                  <a:pt x="54243" y="0"/>
                </a:cubicBezTo>
                <a:cubicBezTo>
                  <a:pt x="84201" y="0"/>
                  <a:pt x="108486" y="23804"/>
                  <a:pt x="108486" y="53172"/>
                </a:cubicBezTo>
                <a:cubicBezTo>
                  <a:pt x="108486" y="82540"/>
                  <a:pt x="84201" y="106344"/>
                  <a:pt x="54243" y="106344"/>
                </a:cubicBezTo>
                <a:cubicBezTo>
                  <a:pt x="24285" y="106344"/>
                  <a:pt x="0" y="82540"/>
                  <a:pt x="0" y="531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385723"/>
            </a:solidFill>
            <a:miter/>
          </a:ln>
        </p:spPr>
      </p:sp>
      <p:sp>
        <p:nvSpPr>
          <p:cNvPr id="152" name="Text 4">
            <a:extLst xmlns:a="http://schemas.openxmlformats.org/drawingml/2006/main">
              <a:ext uri="{FF2B5EF4-FFF2-40B4-BE49-F238E27FC236}">
                <a16:creationId xmlns:a16="http://schemas.microsoft.com/office/drawing/2014/main" id="{D718E85D-72D8-4BE7-8C52-35E41908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820" y="1756765"/>
            <a:ext cx="38099" cy="51830"/>
          </a:xfrm>
          <a:custGeom xmlns:a="http://schemas.openxmlformats.org/drawingml/2006/main">
            <a:pathLst>
              <a:path w="38099" h="51830">
                <a:moveTo>
                  <a:pt x="38099" y="36829"/>
                </a:moveTo>
                <a:cubicBezTo>
                  <a:pt x="38099" y="38178"/>
                  <a:pt x="37960" y="39204"/>
                  <a:pt x="37682" y="39905"/>
                </a:cubicBezTo>
                <a:cubicBezTo>
                  <a:pt x="37404" y="40606"/>
                  <a:pt x="37027" y="40956"/>
                  <a:pt x="36551" y="40956"/>
                </a:cubicBezTo>
                <a:lnTo>
                  <a:pt x="31987" y="40956"/>
                </a:lnTo>
                <a:lnTo>
                  <a:pt x="31987" y="50243"/>
                </a:lnTo>
                <a:cubicBezTo>
                  <a:pt x="31987" y="50508"/>
                  <a:pt x="31908" y="50739"/>
                  <a:pt x="31749" y="50937"/>
                </a:cubicBezTo>
                <a:cubicBezTo>
                  <a:pt x="31590" y="51136"/>
                  <a:pt x="31313" y="51301"/>
                  <a:pt x="30916" y="51434"/>
                </a:cubicBezTo>
                <a:cubicBezTo>
                  <a:pt x="30519" y="51566"/>
                  <a:pt x="30003" y="51665"/>
                  <a:pt x="29368" y="51731"/>
                </a:cubicBezTo>
                <a:cubicBezTo>
                  <a:pt x="28733" y="51797"/>
                  <a:pt x="27913" y="51830"/>
                  <a:pt x="26907" y="51830"/>
                </a:cubicBezTo>
                <a:cubicBezTo>
                  <a:pt x="25955" y="51830"/>
                  <a:pt x="25155" y="51797"/>
                  <a:pt x="24506" y="51731"/>
                </a:cubicBezTo>
                <a:cubicBezTo>
                  <a:pt x="23858" y="51665"/>
                  <a:pt x="23342" y="51566"/>
                  <a:pt x="22959" y="51434"/>
                </a:cubicBezTo>
                <a:cubicBezTo>
                  <a:pt x="22575" y="51301"/>
                  <a:pt x="22310" y="51136"/>
                  <a:pt x="22165" y="50937"/>
                </a:cubicBezTo>
                <a:cubicBezTo>
                  <a:pt x="22019" y="50739"/>
                  <a:pt x="21947" y="50508"/>
                  <a:pt x="21947" y="50243"/>
                </a:cubicBezTo>
                <a:lnTo>
                  <a:pt x="21947" y="40956"/>
                </a:lnTo>
                <a:lnTo>
                  <a:pt x="2302" y="40956"/>
                </a:lnTo>
                <a:cubicBezTo>
                  <a:pt x="1931" y="40956"/>
                  <a:pt x="1601" y="40910"/>
                  <a:pt x="1310" y="40817"/>
                </a:cubicBezTo>
                <a:cubicBezTo>
                  <a:pt x="1019" y="40725"/>
                  <a:pt x="774" y="40513"/>
                  <a:pt x="575" y="40182"/>
                </a:cubicBezTo>
                <a:cubicBezTo>
                  <a:pt x="377" y="39852"/>
                  <a:pt x="232" y="39375"/>
                  <a:pt x="139" y="38754"/>
                </a:cubicBezTo>
                <a:cubicBezTo>
                  <a:pt x="46" y="38132"/>
                  <a:pt x="0" y="37305"/>
                  <a:pt x="0" y="36273"/>
                </a:cubicBezTo>
                <a:cubicBezTo>
                  <a:pt x="0" y="35427"/>
                  <a:pt x="20" y="34693"/>
                  <a:pt x="60" y="34071"/>
                </a:cubicBezTo>
                <a:cubicBezTo>
                  <a:pt x="99" y="33449"/>
                  <a:pt x="165" y="32887"/>
                  <a:pt x="258" y="32384"/>
                </a:cubicBezTo>
                <a:cubicBezTo>
                  <a:pt x="351" y="31881"/>
                  <a:pt x="483" y="31405"/>
                  <a:pt x="655" y="30955"/>
                </a:cubicBezTo>
                <a:cubicBezTo>
                  <a:pt x="827" y="30506"/>
                  <a:pt x="1045" y="30029"/>
                  <a:pt x="1310" y="29527"/>
                </a:cubicBezTo>
                <a:lnTo>
                  <a:pt x="17264" y="1389"/>
                </a:lnTo>
                <a:cubicBezTo>
                  <a:pt x="17396" y="1151"/>
                  <a:pt x="17621" y="946"/>
                  <a:pt x="17938" y="774"/>
                </a:cubicBezTo>
                <a:cubicBezTo>
                  <a:pt x="18256" y="602"/>
                  <a:pt x="18699" y="456"/>
                  <a:pt x="19268" y="337"/>
                </a:cubicBezTo>
                <a:cubicBezTo>
                  <a:pt x="19837" y="218"/>
                  <a:pt x="20558" y="132"/>
                  <a:pt x="21431" y="79"/>
                </a:cubicBezTo>
                <a:cubicBezTo>
                  <a:pt x="22304" y="26"/>
                  <a:pt x="23362" y="0"/>
                  <a:pt x="24606" y="0"/>
                </a:cubicBezTo>
                <a:cubicBezTo>
                  <a:pt x="25955" y="0"/>
                  <a:pt x="27106" y="33"/>
                  <a:pt x="28058" y="99"/>
                </a:cubicBezTo>
                <a:cubicBezTo>
                  <a:pt x="29011" y="165"/>
                  <a:pt x="29771" y="271"/>
                  <a:pt x="30340" y="417"/>
                </a:cubicBezTo>
                <a:cubicBezTo>
                  <a:pt x="30909" y="562"/>
                  <a:pt x="31326" y="741"/>
                  <a:pt x="31590" y="952"/>
                </a:cubicBezTo>
                <a:cubicBezTo>
                  <a:pt x="31855" y="1164"/>
                  <a:pt x="31987" y="1415"/>
                  <a:pt x="31987" y="1707"/>
                </a:cubicBezTo>
                <a:lnTo>
                  <a:pt x="31987" y="32622"/>
                </a:lnTo>
                <a:lnTo>
                  <a:pt x="36551" y="32622"/>
                </a:lnTo>
                <a:cubicBezTo>
                  <a:pt x="36974" y="32622"/>
                  <a:pt x="37338" y="32946"/>
                  <a:pt x="37643" y="33595"/>
                </a:cubicBezTo>
                <a:cubicBezTo>
                  <a:pt x="37947" y="34243"/>
                  <a:pt x="38099" y="35321"/>
                  <a:pt x="38099" y="36829"/>
                </a:cubicBezTo>
                <a:moveTo>
                  <a:pt x="21947" y="9048"/>
                </a:moveTo>
                <a:lnTo>
                  <a:pt x="21867" y="9048"/>
                </a:lnTo>
                <a:lnTo>
                  <a:pt x="8334" y="32622"/>
                </a:lnTo>
                <a:lnTo>
                  <a:pt x="21947" y="32622"/>
                </a:lnTo>
                <a:lnTo>
                  <a:pt x="21947" y="90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Context-enhancedAssessment">
            <a:extLst xmlns:a="http://schemas.openxmlformats.org/drawingml/2006/main">
              <a:ext uri="{FF2B5EF4-FFF2-40B4-BE49-F238E27FC236}">
                <a16:creationId xmlns:a16="http://schemas.microsoft.com/office/drawing/2014/main" id="{51E31061-28AD-433B-9CFF-BE86A132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741" y="3803985"/>
            <a:ext cx="2054651" cy="102981"/>
          </a:xfrm>
          <a:custGeom xmlns:a="http://schemas.openxmlformats.org/drawingml/2006/main">
            <a:pathLst>
              <a:path w="2054651" h="102981">
                <a:moveTo>
                  <a:pt x="67162" y="64584"/>
                </a:moveTo>
                <a:lnTo>
                  <a:pt x="86632" y="70689"/>
                </a:lnTo>
                <a:cubicBezTo>
                  <a:pt x="83647" y="81613"/>
                  <a:pt x="78683" y="89726"/>
                  <a:pt x="71741" y="95029"/>
                </a:cubicBezTo>
                <a:cubicBezTo>
                  <a:pt x="64798" y="100330"/>
                  <a:pt x="55991" y="102981"/>
                  <a:pt x="45317" y="102981"/>
                </a:cubicBezTo>
                <a:cubicBezTo>
                  <a:pt x="32111" y="102981"/>
                  <a:pt x="21257" y="98464"/>
                  <a:pt x="12754" y="89430"/>
                </a:cubicBezTo>
                <a:cubicBezTo>
                  <a:pt x="4251" y="80395"/>
                  <a:pt x="0" y="68043"/>
                  <a:pt x="0" y="52375"/>
                </a:cubicBezTo>
                <a:cubicBezTo>
                  <a:pt x="0" y="35799"/>
                  <a:pt x="4274" y="22926"/>
                  <a:pt x="12822" y="13757"/>
                </a:cubicBezTo>
                <a:cubicBezTo>
                  <a:pt x="21370" y="4586"/>
                  <a:pt x="32608" y="0"/>
                  <a:pt x="46538" y="0"/>
                </a:cubicBezTo>
                <a:cubicBezTo>
                  <a:pt x="58704" y="0"/>
                  <a:pt x="68586" y="3604"/>
                  <a:pt x="76184" y="10812"/>
                </a:cubicBezTo>
                <a:cubicBezTo>
                  <a:pt x="80707" y="15073"/>
                  <a:pt x="84099" y="21193"/>
                  <a:pt x="86360" y="29171"/>
                </a:cubicBezTo>
                <a:lnTo>
                  <a:pt x="66483" y="33920"/>
                </a:lnTo>
                <a:cubicBezTo>
                  <a:pt x="65307" y="28764"/>
                  <a:pt x="62854" y="24694"/>
                  <a:pt x="59123" y="21709"/>
                </a:cubicBezTo>
                <a:cubicBezTo>
                  <a:pt x="55391" y="18724"/>
                  <a:pt x="50857" y="17231"/>
                  <a:pt x="45521" y="17231"/>
                </a:cubicBezTo>
                <a:cubicBezTo>
                  <a:pt x="38149" y="17231"/>
                  <a:pt x="32167" y="19877"/>
                  <a:pt x="27577" y="25169"/>
                </a:cubicBezTo>
                <a:cubicBezTo>
                  <a:pt x="22986" y="30460"/>
                  <a:pt x="20691" y="39031"/>
                  <a:pt x="20691" y="50880"/>
                </a:cubicBezTo>
                <a:cubicBezTo>
                  <a:pt x="20691" y="63453"/>
                  <a:pt x="22953" y="72408"/>
                  <a:pt x="27475" y="77745"/>
                </a:cubicBezTo>
                <a:cubicBezTo>
                  <a:pt x="31998" y="83081"/>
                  <a:pt x="37877" y="85750"/>
                  <a:pt x="45114" y="85750"/>
                </a:cubicBezTo>
                <a:cubicBezTo>
                  <a:pt x="50450" y="85750"/>
                  <a:pt x="55041" y="84049"/>
                  <a:pt x="58885" y="80647"/>
                </a:cubicBezTo>
                <a:cubicBezTo>
                  <a:pt x="62729" y="77244"/>
                  <a:pt x="65488" y="71889"/>
                  <a:pt x="67162" y="64584"/>
                </a:cubicBezTo>
                <a:close/>
                <a:moveTo>
                  <a:pt x="99017" y="64177"/>
                </a:moveTo>
                <a:cubicBezTo>
                  <a:pt x="99017" y="57845"/>
                  <a:pt x="100577" y="51717"/>
                  <a:pt x="103698" y="45792"/>
                </a:cubicBezTo>
                <a:cubicBezTo>
                  <a:pt x="106818" y="39867"/>
                  <a:pt x="111239" y="35345"/>
                  <a:pt x="116961" y="32224"/>
                </a:cubicBezTo>
                <a:cubicBezTo>
                  <a:pt x="122682" y="29103"/>
                  <a:pt x="129070" y="27543"/>
                  <a:pt x="136125" y="27543"/>
                </a:cubicBezTo>
                <a:cubicBezTo>
                  <a:pt x="147025" y="27543"/>
                  <a:pt x="155957" y="31082"/>
                  <a:pt x="162922" y="38160"/>
                </a:cubicBezTo>
                <a:cubicBezTo>
                  <a:pt x="169887" y="45238"/>
                  <a:pt x="173369" y="54182"/>
                  <a:pt x="173369" y="64991"/>
                </a:cubicBezTo>
                <a:cubicBezTo>
                  <a:pt x="173369" y="75890"/>
                  <a:pt x="169853" y="84924"/>
                  <a:pt x="162820" y="92093"/>
                </a:cubicBezTo>
                <a:cubicBezTo>
                  <a:pt x="155788" y="99261"/>
                  <a:pt x="146934" y="102845"/>
                  <a:pt x="136261" y="102845"/>
                </a:cubicBezTo>
                <a:cubicBezTo>
                  <a:pt x="129658" y="102845"/>
                  <a:pt x="123360" y="101353"/>
                  <a:pt x="117368" y="98368"/>
                </a:cubicBezTo>
                <a:cubicBezTo>
                  <a:pt x="111375" y="95383"/>
                  <a:pt x="106818" y="91007"/>
                  <a:pt x="103698" y="85241"/>
                </a:cubicBezTo>
                <a:cubicBezTo>
                  <a:pt x="100577" y="79475"/>
                  <a:pt x="99017" y="72453"/>
                  <a:pt x="99017" y="64177"/>
                </a:cubicBezTo>
                <a:moveTo>
                  <a:pt x="118555" y="65194"/>
                </a:moveTo>
                <a:cubicBezTo>
                  <a:pt x="118555" y="72317"/>
                  <a:pt x="120251" y="77773"/>
                  <a:pt x="123643" y="81561"/>
                </a:cubicBezTo>
                <a:cubicBezTo>
                  <a:pt x="127035" y="85348"/>
                  <a:pt x="131218" y="87242"/>
                  <a:pt x="136193" y="87242"/>
                </a:cubicBezTo>
                <a:cubicBezTo>
                  <a:pt x="141168" y="87242"/>
                  <a:pt x="145340" y="85348"/>
                  <a:pt x="148710" y="81561"/>
                </a:cubicBezTo>
                <a:cubicBezTo>
                  <a:pt x="152079" y="77773"/>
                  <a:pt x="153764" y="72272"/>
                  <a:pt x="153764" y="65059"/>
                </a:cubicBezTo>
                <a:cubicBezTo>
                  <a:pt x="153764" y="58026"/>
                  <a:pt x="152079" y="52616"/>
                  <a:pt x="148710" y="48828"/>
                </a:cubicBezTo>
                <a:cubicBezTo>
                  <a:pt x="145340" y="45040"/>
                  <a:pt x="141168" y="43146"/>
                  <a:pt x="136193" y="43146"/>
                </a:cubicBezTo>
                <a:cubicBezTo>
                  <a:pt x="131218" y="43146"/>
                  <a:pt x="127035" y="45040"/>
                  <a:pt x="123643" y="48828"/>
                </a:cubicBezTo>
                <a:cubicBezTo>
                  <a:pt x="120251" y="52616"/>
                  <a:pt x="118555" y="58071"/>
                  <a:pt x="118555" y="65194"/>
                </a:cubicBezTo>
                <a:close/>
                <a:moveTo>
                  <a:pt x="253711" y="101217"/>
                </a:moveTo>
                <a:lnTo>
                  <a:pt x="234648" y="101217"/>
                </a:lnTo>
                <a:lnTo>
                  <a:pt x="234648" y="64490"/>
                </a:lnTo>
                <a:cubicBezTo>
                  <a:pt x="234648" y="56720"/>
                  <a:pt x="234241" y="51694"/>
                  <a:pt x="233427" y="49413"/>
                </a:cubicBezTo>
                <a:cubicBezTo>
                  <a:pt x="232613" y="47132"/>
                  <a:pt x="231290" y="45359"/>
                  <a:pt x="229458" y="44094"/>
                </a:cubicBezTo>
                <a:cubicBezTo>
                  <a:pt x="227627" y="42829"/>
                  <a:pt x="225422" y="42196"/>
                  <a:pt x="222844" y="42196"/>
                </a:cubicBezTo>
                <a:cubicBezTo>
                  <a:pt x="219542" y="42196"/>
                  <a:pt x="216580" y="43100"/>
                  <a:pt x="213957" y="44908"/>
                </a:cubicBezTo>
                <a:cubicBezTo>
                  <a:pt x="211334" y="46714"/>
                  <a:pt x="209536" y="49108"/>
                  <a:pt x="208564" y="52090"/>
                </a:cubicBezTo>
                <a:cubicBezTo>
                  <a:pt x="207591" y="55071"/>
                  <a:pt x="207105" y="60582"/>
                  <a:pt x="207105" y="68624"/>
                </a:cubicBezTo>
                <a:lnTo>
                  <a:pt x="207105" y="101217"/>
                </a:lnTo>
                <a:lnTo>
                  <a:pt x="188042" y="101217"/>
                </a:lnTo>
                <a:lnTo>
                  <a:pt x="188042" y="29171"/>
                </a:lnTo>
                <a:lnTo>
                  <a:pt x="205748" y="29171"/>
                </a:lnTo>
                <a:lnTo>
                  <a:pt x="205748" y="39754"/>
                </a:lnTo>
                <a:cubicBezTo>
                  <a:pt x="212035" y="31613"/>
                  <a:pt x="219949" y="27543"/>
                  <a:pt x="229492" y="27543"/>
                </a:cubicBezTo>
                <a:cubicBezTo>
                  <a:pt x="233698" y="27543"/>
                  <a:pt x="237543" y="28301"/>
                  <a:pt x="241025" y="29816"/>
                </a:cubicBezTo>
                <a:cubicBezTo>
                  <a:pt x="244507" y="31331"/>
                  <a:pt x="247142" y="33264"/>
                  <a:pt x="248928" y="35616"/>
                </a:cubicBezTo>
                <a:cubicBezTo>
                  <a:pt x="250715" y="37968"/>
                  <a:pt x="251958" y="40636"/>
                  <a:pt x="252660" y="43621"/>
                </a:cubicBezTo>
                <a:cubicBezTo>
                  <a:pt x="253361" y="46606"/>
                  <a:pt x="253711" y="50880"/>
                  <a:pt x="253711" y="56443"/>
                </a:cubicBezTo>
                <a:lnTo>
                  <a:pt x="253711" y="101217"/>
                </a:lnTo>
                <a:close/>
                <a:moveTo>
                  <a:pt x="305967" y="29171"/>
                </a:moveTo>
                <a:lnTo>
                  <a:pt x="305967" y="44367"/>
                </a:lnTo>
                <a:lnTo>
                  <a:pt x="292942" y="44367"/>
                </a:lnTo>
                <a:lnTo>
                  <a:pt x="292942" y="73356"/>
                </a:lnTo>
                <a:cubicBezTo>
                  <a:pt x="292942" y="79227"/>
                  <a:pt x="293066" y="82648"/>
                  <a:pt x="293315" y="83619"/>
                </a:cubicBezTo>
                <a:cubicBezTo>
                  <a:pt x="293563" y="84589"/>
                  <a:pt x="294129" y="85390"/>
                  <a:pt x="295011" y="86023"/>
                </a:cubicBezTo>
                <a:cubicBezTo>
                  <a:pt x="295893" y="86655"/>
                  <a:pt x="296967" y="86971"/>
                  <a:pt x="298233" y="86971"/>
                </a:cubicBezTo>
                <a:cubicBezTo>
                  <a:pt x="299997" y="86971"/>
                  <a:pt x="302552" y="86360"/>
                  <a:pt x="305899" y="85139"/>
                </a:cubicBezTo>
                <a:lnTo>
                  <a:pt x="307527" y="99983"/>
                </a:lnTo>
                <a:cubicBezTo>
                  <a:pt x="303095" y="101891"/>
                  <a:pt x="298075" y="102845"/>
                  <a:pt x="292467" y="102845"/>
                </a:cubicBezTo>
                <a:cubicBezTo>
                  <a:pt x="289029" y="102845"/>
                  <a:pt x="285931" y="102269"/>
                  <a:pt x="283173" y="101115"/>
                </a:cubicBezTo>
                <a:cubicBezTo>
                  <a:pt x="280414" y="99962"/>
                  <a:pt x="278390" y="98470"/>
                  <a:pt x="277101" y="96638"/>
                </a:cubicBezTo>
                <a:cubicBezTo>
                  <a:pt x="275812" y="94806"/>
                  <a:pt x="274919" y="92330"/>
                  <a:pt x="274421" y="89210"/>
                </a:cubicBezTo>
                <a:cubicBezTo>
                  <a:pt x="274014" y="86993"/>
                  <a:pt x="273811" y="82516"/>
                  <a:pt x="273811" y="75777"/>
                </a:cubicBezTo>
                <a:lnTo>
                  <a:pt x="273811" y="44367"/>
                </a:lnTo>
                <a:lnTo>
                  <a:pt x="265059" y="44367"/>
                </a:lnTo>
                <a:lnTo>
                  <a:pt x="265059" y="29171"/>
                </a:lnTo>
                <a:lnTo>
                  <a:pt x="273811" y="29171"/>
                </a:lnTo>
                <a:lnTo>
                  <a:pt x="273811" y="14789"/>
                </a:lnTo>
                <a:lnTo>
                  <a:pt x="292942" y="3528"/>
                </a:lnTo>
                <a:lnTo>
                  <a:pt x="292942" y="29171"/>
                </a:lnTo>
                <a:lnTo>
                  <a:pt x="305967" y="29171"/>
                </a:lnTo>
                <a:close/>
                <a:moveTo>
                  <a:pt x="361194" y="78287"/>
                </a:moveTo>
                <a:lnTo>
                  <a:pt x="380189" y="81544"/>
                </a:lnTo>
                <a:cubicBezTo>
                  <a:pt x="377747" y="88486"/>
                  <a:pt x="373892" y="93772"/>
                  <a:pt x="368623" y="97401"/>
                </a:cubicBezTo>
                <a:cubicBezTo>
                  <a:pt x="363354" y="101031"/>
                  <a:pt x="356762" y="102845"/>
                  <a:pt x="348847" y="102845"/>
                </a:cubicBezTo>
                <a:cubicBezTo>
                  <a:pt x="336320" y="102845"/>
                  <a:pt x="327048" y="98752"/>
                  <a:pt x="321033" y="90566"/>
                </a:cubicBezTo>
                <a:cubicBezTo>
                  <a:pt x="316284" y="84008"/>
                  <a:pt x="313910" y="75732"/>
                  <a:pt x="313910" y="65737"/>
                </a:cubicBezTo>
                <a:cubicBezTo>
                  <a:pt x="313910" y="53797"/>
                  <a:pt x="317030" y="44446"/>
                  <a:pt x="323272" y="37685"/>
                </a:cubicBezTo>
                <a:cubicBezTo>
                  <a:pt x="329513" y="30924"/>
                  <a:pt x="337405" y="27543"/>
                  <a:pt x="346948" y="27543"/>
                </a:cubicBezTo>
                <a:cubicBezTo>
                  <a:pt x="357667" y="27543"/>
                  <a:pt x="366124" y="31082"/>
                  <a:pt x="372320" y="38160"/>
                </a:cubicBezTo>
                <a:cubicBezTo>
                  <a:pt x="378516" y="45238"/>
                  <a:pt x="381478" y="56081"/>
                  <a:pt x="381207" y="70689"/>
                </a:cubicBezTo>
                <a:lnTo>
                  <a:pt x="333448" y="70689"/>
                </a:lnTo>
                <a:cubicBezTo>
                  <a:pt x="333583" y="76343"/>
                  <a:pt x="335121" y="80741"/>
                  <a:pt x="338061" y="83884"/>
                </a:cubicBezTo>
                <a:cubicBezTo>
                  <a:pt x="341001" y="87027"/>
                  <a:pt x="344664" y="88599"/>
                  <a:pt x="349051" y="88599"/>
                </a:cubicBezTo>
                <a:cubicBezTo>
                  <a:pt x="352036" y="88599"/>
                  <a:pt x="354546" y="87785"/>
                  <a:pt x="356581" y="86157"/>
                </a:cubicBezTo>
                <a:cubicBezTo>
                  <a:pt x="358616" y="84529"/>
                  <a:pt x="360154" y="81905"/>
                  <a:pt x="361194" y="78287"/>
                </a:cubicBezTo>
                <a:moveTo>
                  <a:pt x="362280" y="59021"/>
                </a:moveTo>
                <a:cubicBezTo>
                  <a:pt x="362144" y="53526"/>
                  <a:pt x="360719" y="49348"/>
                  <a:pt x="358006" y="46487"/>
                </a:cubicBezTo>
                <a:cubicBezTo>
                  <a:pt x="355292" y="43627"/>
                  <a:pt x="351991" y="42196"/>
                  <a:pt x="348101" y="42196"/>
                </a:cubicBezTo>
                <a:cubicBezTo>
                  <a:pt x="343940" y="42196"/>
                  <a:pt x="340503" y="43705"/>
                  <a:pt x="337789" y="46723"/>
                </a:cubicBezTo>
                <a:cubicBezTo>
                  <a:pt x="335076" y="49742"/>
                  <a:pt x="333742" y="53841"/>
                  <a:pt x="333787" y="59021"/>
                </a:cubicBezTo>
                <a:lnTo>
                  <a:pt x="362280" y="59021"/>
                </a:lnTo>
                <a:close/>
                <a:moveTo>
                  <a:pt x="387424" y="101217"/>
                </a:moveTo>
                <a:lnTo>
                  <a:pt x="413407" y="64109"/>
                </a:lnTo>
                <a:lnTo>
                  <a:pt x="388509" y="29171"/>
                </a:lnTo>
                <a:lnTo>
                  <a:pt x="411778" y="29171"/>
                </a:lnTo>
                <a:lnTo>
                  <a:pt x="424532" y="48980"/>
                </a:lnTo>
                <a:lnTo>
                  <a:pt x="437965" y="29171"/>
                </a:lnTo>
                <a:lnTo>
                  <a:pt x="460352" y="29171"/>
                </a:lnTo>
                <a:lnTo>
                  <a:pt x="435929" y="63295"/>
                </a:lnTo>
                <a:lnTo>
                  <a:pt x="462591" y="101217"/>
                </a:lnTo>
                <a:lnTo>
                  <a:pt x="439186" y="101217"/>
                </a:lnTo>
                <a:lnTo>
                  <a:pt x="424532" y="78898"/>
                </a:lnTo>
                <a:lnTo>
                  <a:pt x="409743" y="101217"/>
                </a:lnTo>
                <a:lnTo>
                  <a:pt x="387424" y="101217"/>
                </a:lnTo>
                <a:close/>
                <a:moveTo>
                  <a:pt x="506730" y="29171"/>
                </a:moveTo>
                <a:lnTo>
                  <a:pt x="506730" y="44367"/>
                </a:lnTo>
                <a:lnTo>
                  <a:pt x="493705" y="44367"/>
                </a:lnTo>
                <a:lnTo>
                  <a:pt x="493705" y="73356"/>
                </a:lnTo>
                <a:cubicBezTo>
                  <a:pt x="493705" y="79227"/>
                  <a:pt x="493829" y="82648"/>
                  <a:pt x="494078" y="83619"/>
                </a:cubicBezTo>
                <a:cubicBezTo>
                  <a:pt x="494327" y="84589"/>
                  <a:pt x="494892" y="85390"/>
                  <a:pt x="495774" y="86023"/>
                </a:cubicBezTo>
                <a:cubicBezTo>
                  <a:pt x="496656" y="86655"/>
                  <a:pt x="497730" y="86971"/>
                  <a:pt x="498996" y="86971"/>
                </a:cubicBezTo>
                <a:cubicBezTo>
                  <a:pt x="500760" y="86971"/>
                  <a:pt x="503315" y="86360"/>
                  <a:pt x="506662" y="85139"/>
                </a:cubicBezTo>
                <a:lnTo>
                  <a:pt x="508290" y="99983"/>
                </a:lnTo>
                <a:cubicBezTo>
                  <a:pt x="503858" y="101891"/>
                  <a:pt x="498838" y="102845"/>
                  <a:pt x="493230" y="102845"/>
                </a:cubicBezTo>
                <a:cubicBezTo>
                  <a:pt x="489793" y="102845"/>
                  <a:pt x="486695" y="102269"/>
                  <a:pt x="483936" y="101115"/>
                </a:cubicBezTo>
                <a:cubicBezTo>
                  <a:pt x="481177" y="99962"/>
                  <a:pt x="479153" y="98470"/>
                  <a:pt x="477864" y="96638"/>
                </a:cubicBezTo>
                <a:cubicBezTo>
                  <a:pt x="476575" y="94806"/>
                  <a:pt x="475682" y="92330"/>
                  <a:pt x="475184" y="89210"/>
                </a:cubicBezTo>
                <a:cubicBezTo>
                  <a:pt x="474777" y="86993"/>
                  <a:pt x="474574" y="82516"/>
                  <a:pt x="474574" y="75777"/>
                </a:cubicBezTo>
                <a:lnTo>
                  <a:pt x="474574" y="44367"/>
                </a:lnTo>
                <a:lnTo>
                  <a:pt x="465822" y="44367"/>
                </a:lnTo>
                <a:lnTo>
                  <a:pt x="465822" y="29171"/>
                </a:lnTo>
                <a:lnTo>
                  <a:pt x="474574" y="29171"/>
                </a:lnTo>
                <a:lnTo>
                  <a:pt x="474574" y="14789"/>
                </a:lnTo>
                <a:lnTo>
                  <a:pt x="493705" y="3528"/>
                </a:lnTo>
                <a:lnTo>
                  <a:pt x="493705" y="29171"/>
                </a:lnTo>
                <a:lnTo>
                  <a:pt x="506730" y="29171"/>
                </a:lnTo>
                <a:close/>
                <a:moveTo>
                  <a:pt x="518065" y="74624"/>
                </a:moveTo>
                <a:lnTo>
                  <a:pt x="518065" y="55493"/>
                </a:lnTo>
                <a:lnTo>
                  <a:pt x="555512" y="55493"/>
                </a:lnTo>
                <a:lnTo>
                  <a:pt x="555512" y="74624"/>
                </a:lnTo>
                <a:lnTo>
                  <a:pt x="518065" y="74624"/>
                </a:lnTo>
                <a:close/>
                <a:moveTo>
                  <a:pt x="608500" y="78287"/>
                </a:moveTo>
                <a:lnTo>
                  <a:pt x="627495" y="81544"/>
                </a:lnTo>
                <a:cubicBezTo>
                  <a:pt x="625053" y="88486"/>
                  <a:pt x="621197" y="93772"/>
                  <a:pt x="615928" y="97401"/>
                </a:cubicBezTo>
                <a:cubicBezTo>
                  <a:pt x="610660" y="101031"/>
                  <a:pt x="604068" y="102845"/>
                  <a:pt x="596153" y="102845"/>
                </a:cubicBezTo>
                <a:cubicBezTo>
                  <a:pt x="583625" y="102845"/>
                  <a:pt x="574354" y="98752"/>
                  <a:pt x="568339" y="90566"/>
                </a:cubicBezTo>
                <a:cubicBezTo>
                  <a:pt x="563590" y="84008"/>
                  <a:pt x="561216" y="75732"/>
                  <a:pt x="561216" y="65737"/>
                </a:cubicBezTo>
                <a:cubicBezTo>
                  <a:pt x="561216" y="53797"/>
                  <a:pt x="564336" y="44446"/>
                  <a:pt x="570577" y="37685"/>
                </a:cubicBezTo>
                <a:cubicBezTo>
                  <a:pt x="576819" y="30924"/>
                  <a:pt x="584711" y="27543"/>
                  <a:pt x="594254" y="27543"/>
                </a:cubicBezTo>
                <a:cubicBezTo>
                  <a:pt x="604972" y="27543"/>
                  <a:pt x="613430" y="31082"/>
                  <a:pt x="619626" y="38160"/>
                </a:cubicBezTo>
                <a:cubicBezTo>
                  <a:pt x="625822" y="45238"/>
                  <a:pt x="628784" y="56081"/>
                  <a:pt x="628513" y="70689"/>
                </a:cubicBezTo>
                <a:lnTo>
                  <a:pt x="580753" y="70689"/>
                </a:lnTo>
                <a:cubicBezTo>
                  <a:pt x="580889" y="76343"/>
                  <a:pt x="582427" y="80741"/>
                  <a:pt x="585367" y="83884"/>
                </a:cubicBezTo>
                <a:cubicBezTo>
                  <a:pt x="588306" y="87027"/>
                  <a:pt x="591970" y="88599"/>
                  <a:pt x="596357" y="88599"/>
                </a:cubicBezTo>
                <a:cubicBezTo>
                  <a:pt x="599342" y="88599"/>
                  <a:pt x="601852" y="87785"/>
                  <a:pt x="603887" y="86157"/>
                </a:cubicBezTo>
                <a:cubicBezTo>
                  <a:pt x="605922" y="84529"/>
                  <a:pt x="607460" y="81905"/>
                  <a:pt x="608500" y="78287"/>
                </a:cubicBezTo>
                <a:moveTo>
                  <a:pt x="609585" y="59021"/>
                </a:moveTo>
                <a:cubicBezTo>
                  <a:pt x="609450" y="53526"/>
                  <a:pt x="608025" y="49348"/>
                  <a:pt x="605312" y="46487"/>
                </a:cubicBezTo>
                <a:cubicBezTo>
                  <a:pt x="602598" y="43627"/>
                  <a:pt x="599296" y="42196"/>
                  <a:pt x="595407" y="42196"/>
                </a:cubicBezTo>
                <a:cubicBezTo>
                  <a:pt x="591246" y="42196"/>
                  <a:pt x="587809" y="43705"/>
                  <a:pt x="585095" y="46723"/>
                </a:cubicBezTo>
                <a:cubicBezTo>
                  <a:pt x="582382" y="49742"/>
                  <a:pt x="581047" y="53841"/>
                  <a:pt x="581093" y="59021"/>
                </a:cubicBezTo>
                <a:lnTo>
                  <a:pt x="609585" y="59021"/>
                </a:lnTo>
                <a:close/>
                <a:moveTo>
                  <a:pt x="709422" y="101217"/>
                </a:moveTo>
                <a:lnTo>
                  <a:pt x="690359" y="101217"/>
                </a:lnTo>
                <a:lnTo>
                  <a:pt x="690359" y="64490"/>
                </a:lnTo>
                <a:cubicBezTo>
                  <a:pt x="690359" y="56720"/>
                  <a:pt x="689952" y="51694"/>
                  <a:pt x="689138" y="49413"/>
                </a:cubicBezTo>
                <a:cubicBezTo>
                  <a:pt x="688324" y="47132"/>
                  <a:pt x="687001" y="45359"/>
                  <a:pt x="685169" y="44094"/>
                </a:cubicBezTo>
                <a:cubicBezTo>
                  <a:pt x="683337" y="42829"/>
                  <a:pt x="681132" y="42196"/>
                  <a:pt x="678555" y="42196"/>
                </a:cubicBezTo>
                <a:cubicBezTo>
                  <a:pt x="675253" y="42196"/>
                  <a:pt x="672291" y="43100"/>
                  <a:pt x="669668" y="44908"/>
                </a:cubicBezTo>
                <a:cubicBezTo>
                  <a:pt x="667044" y="46714"/>
                  <a:pt x="665247" y="49108"/>
                  <a:pt x="664274" y="52090"/>
                </a:cubicBezTo>
                <a:cubicBezTo>
                  <a:pt x="663302" y="55071"/>
                  <a:pt x="662816" y="60582"/>
                  <a:pt x="662816" y="68624"/>
                </a:cubicBezTo>
                <a:lnTo>
                  <a:pt x="662816" y="101217"/>
                </a:lnTo>
                <a:lnTo>
                  <a:pt x="643753" y="101217"/>
                </a:lnTo>
                <a:lnTo>
                  <a:pt x="643753" y="29171"/>
                </a:lnTo>
                <a:lnTo>
                  <a:pt x="661459" y="29171"/>
                </a:lnTo>
                <a:lnTo>
                  <a:pt x="661459" y="39754"/>
                </a:lnTo>
                <a:cubicBezTo>
                  <a:pt x="667745" y="31613"/>
                  <a:pt x="675660" y="27543"/>
                  <a:pt x="685203" y="27543"/>
                </a:cubicBezTo>
                <a:cubicBezTo>
                  <a:pt x="689409" y="27543"/>
                  <a:pt x="693253" y="28301"/>
                  <a:pt x="696736" y="29816"/>
                </a:cubicBezTo>
                <a:cubicBezTo>
                  <a:pt x="700218" y="31331"/>
                  <a:pt x="702853" y="33264"/>
                  <a:pt x="704639" y="35616"/>
                </a:cubicBezTo>
                <a:cubicBezTo>
                  <a:pt x="706425" y="37968"/>
                  <a:pt x="707669" y="40636"/>
                  <a:pt x="708370" y="43621"/>
                </a:cubicBezTo>
                <a:cubicBezTo>
                  <a:pt x="709071" y="46606"/>
                  <a:pt x="709422" y="50880"/>
                  <a:pt x="709422" y="56443"/>
                </a:cubicBezTo>
                <a:lnTo>
                  <a:pt x="709422" y="101217"/>
                </a:lnTo>
                <a:close/>
                <a:moveTo>
                  <a:pt x="747634" y="1764"/>
                </a:moveTo>
                <a:lnTo>
                  <a:pt x="747634" y="38380"/>
                </a:lnTo>
                <a:cubicBezTo>
                  <a:pt x="753785" y="31155"/>
                  <a:pt x="761135" y="27543"/>
                  <a:pt x="769682" y="27543"/>
                </a:cubicBezTo>
                <a:cubicBezTo>
                  <a:pt x="774069" y="27543"/>
                  <a:pt x="778027" y="28357"/>
                  <a:pt x="781554" y="29985"/>
                </a:cubicBezTo>
                <a:cubicBezTo>
                  <a:pt x="785082" y="31613"/>
                  <a:pt x="787739" y="33694"/>
                  <a:pt x="789526" y="36227"/>
                </a:cubicBezTo>
                <a:cubicBezTo>
                  <a:pt x="791312" y="38759"/>
                  <a:pt x="792533" y="41563"/>
                  <a:pt x="793189" y="44639"/>
                </a:cubicBezTo>
                <a:cubicBezTo>
                  <a:pt x="793845" y="47714"/>
                  <a:pt x="794173" y="52486"/>
                  <a:pt x="794173" y="58953"/>
                </a:cubicBezTo>
                <a:lnTo>
                  <a:pt x="794173" y="101217"/>
                </a:lnTo>
                <a:lnTo>
                  <a:pt x="775110" y="101217"/>
                </a:lnTo>
                <a:lnTo>
                  <a:pt x="775110" y="63204"/>
                </a:lnTo>
                <a:cubicBezTo>
                  <a:pt x="775110" y="55659"/>
                  <a:pt x="774748" y="50871"/>
                  <a:pt x="774024" y="48838"/>
                </a:cubicBezTo>
                <a:cubicBezTo>
                  <a:pt x="773301" y="46805"/>
                  <a:pt x="772023" y="45189"/>
                  <a:pt x="770191" y="43992"/>
                </a:cubicBezTo>
                <a:cubicBezTo>
                  <a:pt x="768360" y="42795"/>
                  <a:pt x="766064" y="42196"/>
                  <a:pt x="763305" y="42196"/>
                </a:cubicBezTo>
                <a:cubicBezTo>
                  <a:pt x="760140" y="42196"/>
                  <a:pt x="757313" y="42965"/>
                  <a:pt x="754825" y="44501"/>
                </a:cubicBezTo>
                <a:cubicBezTo>
                  <a:pt x="752338" y="46037"/>
                  <a:pt x="750518" y="48352"/>
                  <a:pt x="749364" y="51446"/>
                </a:cubicBezTo>
                <a:cubicBezTo>
                  <a:pt x="748211" y="54540"/>
                  <a:pt x="747634" y="59114"/>
                  <a:pt x="747634" y="65169"/>
                </a:cubicBezTo>
                <a:lnTo>
                  <a:pt x="747634" y="101217"/>
                </a:lnTo>
                <a:lnTo>
                  <a:pt x="728571" y="101217"/>
                </a:lnTo>
                <a:lnTo>
                  <a:pt x="728571" y="1764"/>
                </a:lnTo>
                <a:lnTo>
                  <a:pt x="747634" y="1764"/>
                </a:lnTo>
                <a:close/>
                <a:moveTo>
                  <a:pt x="827637" y="51423"/>
                </a:moveTo>
                <a:lnTo>
                  <a:pt x="810338" y="48302"/>
                </a:lnTo>
                <a:cubicBezTo>
                  <a:pt x="812283" y="41245"/>
                  <a:pt x="815629" y="36022"/>
                  <a:pt x="820378" y="32631"/>
                </a:cubicBezTo>
                <a:cubicBezTo>
                  <a:pt x="825127" y="29239"/>
                  <a:pt x="832182" y="27543"/>
                  <a:pt x="841544" y="27543"/>
                </a:cubicBezTo>
                <a:cubicBezTo>
                  <a:pt x="850047" y="27543"/>
                  <a:pt x="856379" y="28549"/>
                  <a:pt x="860539" y="30562"/>
                </a:cubicBezTo>
                <a:cubicBezTo>
                  <a:pt x="864700" y="32574"/>
                  <a:pt x="867629" y="35130"/>
                  <a:pt x="869325" y="38228"/>
                </a:cubicBezTo>
                <a:cubicBezTo>
                  <a:pt x="871021" y="41326"/>
                  <a:pt x="871869" y="47013"/>
                  <a:pt x="871869" y="55290"/>
                </a:cubicBezTo>
                <a:lnTo>
                  <a:pt x="871665" y="77541"/>
                </a:lnTo>
                <a:cubicBezTo>
                  <a:pt x="871665" y="83873"/>
                  <a:pt x="871970" y="88542"/>
                  <a:pt x="872581" y="91550"/>
                </a:cubicBezTo>
                <a:cubicBezTo>
                  <a:pt x="873192" y="94558"/>
                  <a:pt x="874334" y="97780"/>
                  <a:pt x="876007" y="101217"/>
                </a:cubicBezTo>
                <a:lnTo>
                  <a:pt x="857147" y="101217"/>
                </a:lnTo>
                <a:cubicBezTo>
                  <a:pt x="856650" y="99951"/>
                  <a:pt x="856039" y="98074"/>
                  <a:pt x="855316" y="95586"/>
                </a:cubicBezTo>
                <a:cubicBezTo>
                  <a:pt x="854999" y="94456"/>
                  <a:pt x="854773" y="93710"/>
                  <a:pt x="854637" y="93348"/>
                </a:cubicBezTo>
                <a:cubicBezTo>
                  <a:pt x="851381" y="96514"/>
                  <a:pt x="847899" y="98888"/>
                  <a:pt x="844190" y="100471"/>
                </a:cubicBezTo>
                <a:cubicBezTo>
                  <a:pt x="840481" y="102054"/>
                  <a:pt x="836524" y="102845"/>
                  <a:pt x="832318" y="102845"/>
                </a:cubicBezTo>
                <a:cubicBezTo>
                  <a:pt x="824901" y="102845"/>
                  <a:pt x="819055" y="100841"/>
                  <a:pt x="814781" y="96833"/>
                </a:cubicBezTo>
                <a:cubicBezTo>
                  <a:pt x="810507" y="92825"/>
                  <a:pt x="808371" y="87758"/>
                  <a:pt x="808371" y="81633"/>
                </a:cubicBezTo>
                <a:cubicBezTo>
                  <a:pt x="808371" y="77579"/>
                  <a:pt x="809343" y="73965"/>
                  <a:pt x="811288" y="70791"/>
                </a:cubicBezTo>
                <a:cubicBezTo>
                  <a:pt x="813232" y="67615"/>
                  <a:pt x="815957" y="65183"/>
                  <a:pt x="819462" y="63494"/>
                </a:cubicBezTo>
                <a:cubicBezTo>
                  <a:pt x="822967" y="61805"/>
                  <a:pt x="828021" y="60330"/>
                  <a:pt x="834625" y="59070"/>
                </a:cubicBezTo>
                <a:cubicBezTo>
                  <a:pt x="843534" y="57403"/>
                  <a:pt x="849708" y="55849"/>
                  <a:pt x="853145" y="54408"/>
                </a:cubicBezTo>
                <a:lnTo>
                  <a:pt x="853145" y="52487"/>
                </a:lnTo>
                <a:cubicBezTo>
                  <a:pt x="853145" y="48783"/>
                  <a:pt x="852240" y="46142"/>
                  <a:pt x="850431" y="44564"/>
                </a:cubicBezTo>
                <a:cubicBezTo>
                  <a:pt x="848622" y="42986"/>
                  <a:pt x="845208" y="42196"/>
                  <a:pt x="840187" y="42196"/>
                </a:cubicBezTo>
                <a:cubicBezTo>
                  <a:pt x="836795" y="42196"/>
                  <a:pt x="834150" y="42879"/>
                  <a:pt x="832250" y="44244"/>
                </a:cubicBezTo>
                <a:cubicBezTo>
                  <a:pt x="830351" y="45608"/>
                  <a:pt x="828813" y="48001"/>
                  <a:pt x="827637" y="51423"/>
                </a:cubicBezTo>
                <a:moveTo>
                  <a:pt x="853145" y="66890"/>
                </a:moveTo>
                <a:cubicBezTo>
                  <a:pt x="850703" y="67694"/>
                  <a:pt x="846836" y="68655"/>
                  <a:pt x="841544" y="69773"/>
                </a:cubicBezTo>
                <a:cubicBezTo>
                  <a:pt x="836253" y="70890"/>
                  <a:pt x="832793" y="71985"/>
                  <a:pt x="831165" y="73057"/>
                </a:cubicBezTo>
                <a:cubicBezTo>
                  <a:pt x="828677" y="74800"/>
                  <a:pt x="827434" y="77012"/>
                  <a:pt x="827434" y="79693"/>
                </a:cubicBezTo>
                <a:cubicBezTo>
                  <a:pt x="827434" y="82330"/>
                  <a:pt x="828429" y="84610"/>
                  <a:pt x="830418" y="86532"/>
                </a:cubicBezTo>
                <a:cubicBezTo>
                  <a:pt x="832408" y="88453"/>
                  <a:pt x="834941" y="89413"/>
                  <a:pt x="838017" y="89413"/>
                </a:cubicBezTo>
                <a:cubicBezTo>
                  <a:pt x="841454" y="89413"/>
                  <a:pt x="844733" y="88296"/>
                  <a:pt x="847853" y="86061"/>
                </a:cubicBezTo>
                <a:cubicBezTo>
                  <a:pt x="850160" y="84364"/>
                  <a:pt x="851675" y="82286"/>
                  <a:pt x="852399" y="79826"/>
                </a:cubicBezTo>
                <a:cubicBezTo>
                  <a:pt x="852896" y="78218"/>
                  <a:pt x="853145" y="75157"/>
                  <a:pt x="853145" y="70645"/>
                </a:cubicBezTo>
                <a:lnTo>
                  <a:pt x="853145" y="66890"/>
                </a:lnTo>
                <a:close/>
                <a:moveTo>
                  <a:pt x="956034" y="101217"/>
                </a:moveTo>
                <a:lnTo>
                  <a:pt x="936971" y="101217"/>
                </a:lnTo>
                <a:lnTo>
                  <a:pt x="936971" y="64490"/>
                </a:lnTo>
                <a:cubicBezTo>
                  <a:pt x="936971" y="56720"/>
                  <a:pt x="936564" y="51694"/>
                  <a:pt x="935750" y="49413"/>
                </a:cubicBezTo>
                <a:cubicBezTo>
                  <a:pt x="934935" y="47132"/>
                  <a:pt x="933613" y="45359"/>
                  <a:pt x="931781" y="44094"/>
                </a:cubicBezTo>
                <a:cubicBezTo>
                  <a:pt x="929949" y="42829"/>
                  <a:pt x="927744" y="42196"/>
                  <a:pt x="925167" y="42196"/>
                </a:cubicBezTo>
                <a:cubicBezTo>
                  <a:pt x="921865" y="42196"/>
                  <a:pt x="918903" y="43100"/>
                  <a:pt x="916279" y="44908"/>
                </a:cubicBezTo>
                <a:cubicBezTo>
                  <a:pt x="913656" y="46714"/>
                  <a:pt x="911859" y="49108"/>
                  <a:pt x="910886" y="52090"/>
                </a:cubicBezTo>
                <a:cubicBezTo>
                  <a:pt x="909914" y="55071"/>
                  <a:pt x="909428" y="60582"/>
                  <a:pt x="909428" y="68624"/>
                </a:cubicBezTo>
                <a:lnTo>
                  <a:pt x="909428" y="101217"/>
                </a:lnTo>
                <a:lnTo>
                  <a:pt x="890365" y="101217"/>
                </a:lnTo>
                <a:lnTo>
                  <a:pt x="890365" y="29171"/>
                </a:lnTo>
                <a:lnTo>
                  <a:pt x="908071" y="29171"/>
                </a:lnTo>
                <a:lnTo>
                  <a:pt x="908071" y="39754"/>
                </a:lnTo>
                <a:cubicBezTo>
                  <a:pt x="914357" y="31613"/>
                  <a:pt x="922272" y="27543"/>
                  <a:pt x="931815" y="27543"/>
                </a:cubicBezTo>
                <a:cubicBezTo>
                  <a:pt x="936021" y="27543"/>
                  <a:pt x="939865" y="28301"/>
                  <a:pt x="943348" y="29816"/>
                </a:cubicBezTo>
                <a:cubicBezTo>
                  <a:pt x="946830" y="31331"/>
                  <a:pt x="949465" y="33264"/>
                  <a:pt x="951251" y="35616"/>
                </a:cubicBezTo>
                <a:cubicBezTo>
                  <a:pt x="953037" y="37968"/>
                  <a:pt x="954281" y="40636"/>
                  <a:pt x="954982" y="43621"/>
                </a:cubicBezTo>
                <a:cubicBezTo>
                  <a:pt x="955683" y="46606"/>
                  <a:pt x="956034" y="50880"/>
                  <a:pt x="956034" y="56443"/>
                </a:cubicBezTo>
                <a:lnTo>
                  <a:pt x="956034" y="101217"/>
                </a:lnTo>
                <a:close/>
                <a:moveTo>
                  <a:pt x="1038071" y="50473"/>
                </a:moveTo>
                <a:lnTo>
                  <a:pt x="1019279" y="53865"/>
                </a:lnTo>
                <a:cubicBezTo>
                  <a:pt x="1018646" y="50134"/>
                  <a:pt x="1017210" y="47324"/>
                  <a:pt x="1014971" y="45436"/>
                </a:cubicBezTo>
                <a:cubicBezTo>
                  <a:pt x="1012733" y="43548"/>
                  <a:pt x="1009827" y="42603"/>
                  <a:pt x="1006254" y="42603"/>
                </a:cubicBezTo>
                <a:cubicBezTo>
                  <a:pt x="1001505" y="42603"/>
                  <a:pt x="997718" y="44238"/>
                  <a:pt x="994891" y="47507"/>
                </a:cubicBezTo>
                <a:cubicBezTo>
                  <a:pt x="992064" y="50776"/>
                  <a:pt x="990651" y="56243"/>
                  <a:pt x="990651" y="63907"/>
                </a:cubicBezTo>
                <a:cubicBezTo>
                  <a:pt x="990651" y="72430"/>
                  <a:pt x="992087" y="78450"/>
                  <a:pt x="994959" y="81968"/>
                </a:cubicBezTo>
                <a:cubicBezTo>
                  <a:pt x="997831" y="85484"/>
                  <a:pt x="1001686" y="87242"/>
                  <a:pt x="1006525" y="87242"/>
                </a:cubicBezTo>
                <a:cubicBezTo>
                  <a:pt x="1010144" y="87242"/>
                  <a:pt x="1013106" y="86213"/>
                  <a:pt x="1015412" y="84155"/>
                </a:cubicBezTo>
                <a:cubicBezTo>
                  <a:pt x="1017719" y="82098"/>
                  <a:pt x="1019347" y="78559"/>
                  <a:pt x="1020297" y="73539"/>
                </a:cubicBezTo>
                <a:lnTo>
                  <a:pt x="1039021" y="76795"/>
                </a:lnTo>
                <a:cubicBezTo>
                  <a:pt x="1037076" y="85388"/>
                  <a:pt x="1033345" y="91878"/>
                  <a:pt x="1027827" y="96265"/>
                </a:cubicBezTo>
                <a:cubicBezTo>
                  <a:pt x="1022309" y="100652"/>
                  <a:pt x="1014915" y="102845"/>
                  <a:pt x="1005643" y="102845"/>
                </a:cubicBezTo>
                <a:cubicBezTo>
                  <a:pt x="995106" y="102845"/>
                  <a:pt x="986705" y="99521"/>
                  <a:pt x="980441" y="92873"/>
                </a:cubicBezTo>
                <a:cubicBezTo>
                  <a:pt x="974177" y="86225"/>
                  <a:pt x="971045" y="77021"/>
                  <a:pt x="971045" y="65262"/>
                </a:cubicBezTo>
                <a:cubicBezTo>
                  <a:pt x="971045" y="53367"/>
                  <a:pt x="974188" y="44107"/>
                  <a:pt x="980475" y="37482"/>
                </a:cubicBezTo>
                <a:cubicBezTo>
                  <a:pt x="986761" y="30856"/>
                  <a:pt x="995264" y="27543"/>
                  <a:pt x="1005983" y="27543"/>
                </a:cubicBezTo>
                <a:cubicBezTo>
                  <a:pt x="1014757" y="27543"/>
                  <a:pt x="1021733" y="29431"/>
                  <a:pt x="1026911" y="33208"/>
                </a:cubicBezTo>
                <a:cubicBezTo>
                  <a:pt x="1032090" y="36984"/>
                  <a:pt x="1035810" y="42739"/>
                  <a:pt x="1038071" y="50473"/>
                </a:cubicBezTo>
                <a:close/>
                <a:moveTo>
                  <a:pt x="1094083" y="78287"/>
                </a:moveTo>
                <a:lnTo>
                  <a:pt x="1113078" y="81544"/>
                </a:lnTo>
                <a:cubicBezTo>
                  <a:pt x="1110636" y="88486"/>
                  <a:pt x="1106780" y="93772"/>
                  <a:pt x="1101511" y="97401"/>
                </a:cubicBezTo>
                <a:cubicBezTo>
                  <a:pt x="1096242" y="101031"/>
                  <a:pt x="1089650" y="102845"/>
                  <a:pt x="1081736" y="102845"/>
                </a:cubicBezTo>
                <a:cubicBezTo>
                  <a:pt x="1069208" y="102845"/>
                  <a:pt x="1059937" y="98752"/>
                  <a:pt x="1053921" y="90566"/>
                </a:cubicBezTo>
                <a:cubicBezTo>
                  <a:pt x="1049173" y="84008"/>
                  <a:pt x="1046798" y="75732"/>
                  <a:pt x="1046798" y="65737"/>
                </a:cubicBezTo>
                <a:cubicBezTo>
                  <a:pt x="1046798" y="53797"/>
                  <a:pt x="1049919" y="44446"/>
                  <a:pt x="1056160" y="37685"/>
                </a:cubicBezTo>
                <a:cubicBezTo>
                  <a:pt x="1062401" y="30924"/>
                  <a:pt x="1070293" y="27543"/>
                  <a:pt x="1079836" y="27543"/>
                </a:cubicBezTo>
                <a:cubicBezTo>
                  <a:pt x="1090555" y="27543"/>
                  <a:pt x="1099012" y="31082"/>
                  <a:pt x="1105208" y="38160"/>
                </a:cubicBezTo>
                <a:cubicBezTo>
                  <a:pt x="1111404" y="45238"/>
                  <a:pt x="1114367" y="56081"/>
                  <a:pt x="1114095" y="70689"/>
                </a:cubicBezTo>
                <a:lnTo>
                  <a:pt x="1066336" y="70689"/>
                </a:lnTo>
                <a:cubicBezTo>
                  <a:pt x="1066472" y="76343"/>
                  <a:pt x="1068010" y="80741"/>
                  <a:pt x="1070949" y="83884"/>
                </a:cubicBezTo>
                <a:cubicBezTo>
                  <a:pt x="1073889" y="87027"/>
                  <a:pt x="1077552" y="88599"/>
                  <a:pt x="1081939" y="88599"/>
                </a:cubicBezTo>
                <a:cubicBezTo>
                  <a:pt x="1084924" y="88599"/>
                  <a:pt x="1087434" y="87785"/>
                  <a:pt x="1089470" y="86157"/>
                </a:cubicBezTo>
                <a:cubicBezTo>
                  <a:pt x="1091505" y="84529"/>
                  <a:pt x="1093042" y="81905"/>
                  <a:pt x="1094083" y="78287"/>
                </a:cubicBezTo>
                <a:moveTo>
                  <a:pt x="1095168" y="59021"/>
                </a:moveTo>
                <a:cubicBezTo>
                  <a:pt x="1095032" y="53526"/>
                  <a:pt x="1093608" y="49348"/>
                  <a:pt x="1090894" y="46487"/>
                </a:cubicBezTo>
                <a:cubicBezTo>
                  <a:pt x="1088181" y="43627"/>
                  <a:pt x="1084879" y="42196"/>
                  <a:pt x="1080990" y="42196"/>
                </a:cubicBezTo>
                <a:cubicBezTo>
                  <a:pt x="1076829" y="42196"/>
                  <a:pt x="1073391" y="43705"/>
                  <a:pt x="1070678" y="46723"/>
                </a:cubicBezTo>
                <a:cubicBezTo>
                  <a:pt x="1067964" y="49742"/>
                  <a:pt x="1066630" y="53841"/>
                  <a:pt x="1066675" y="59021"/>
                </a:cubicBezTo>
                <a:lnTo>
                  <a:pt x="1095168" y="59021"/>
                </a:lnTo>
                <a:close/>
                <a:moveTo>
                  <a:pt x="1195547" y="101217"/>
                </a:moveTo>
                <a:lnTo>
                  <a:pt x="1177841" y="101217"/>
                </a:lnTo>
                <a:lnTo>
                  <a:pt x="1177841" y="90634"/>
                </a:lnTo>
                <a:cubicBezTo>
                  <a:pt x="1174901" y="94750"/>
                  <a:pt x="1171430" y="97814"/>
                  <a:pt x="1167427" y="99826"/>
                </a:cubicBezTo>
                <a:cubicBezTo>
                  <a:pt x="1163425" y="101839"/>
                  <a:pt x="1159388" y="102845"/>
                  <a:pt x="1155318" y="102845"/>
                </a:cubicBezTo>
                <a:cubicBezTo>
                  <a:pt x="1147041" y="102845"/>
                  <a:pt x="1139952" y="99510"/>
                  <a:pt x="1134050" y="92839"/>
                </a:cubicBezTo>
                <a:cubicBezTo>
                  <a:pt x="1128148" y="86168"/>
                  <a:pt x="1125197" y="76863"/>
                  <a:pt x="1125197" y="64923"/>
                </a:cubicBezTo>
                <a:cubicBezTo>
                  <a:pt x="1125197" y="52712"/>
                  <a:pt x="1128069" y="43429"/>
                  <a:pt x="1133812" y="37075"/>
                </a:cubicBezTo>
                <a:cubicBezTo>
                  <a:pt x="1139556" y="30720"/>
                  <a:pt x="1146815" y="27543"/>
                  <a:pt x="1155589" y="27543"/>
                </a:cubicBezTo>
                <a:cubicBezTo>
                  <a:pt x="1163639" y="27543"/>
                  <a:pt x="1170604" y="30890"/>
                  <a:pt x="1176484" y="37583"/>
                </a:cubicBezTo>
                <a:lnTo>
                  <a:pt x="1176484" y="1764"/>
                </a:lnTo>
                <a:lnTo>
                  <a:pt x="1195547" y="1764"/>
                </a:lnTo>
                <a:lnTo>
                  <a:pt x="1195547" y="101217"/>
                </a:lnTo>
                <a:moveTo>
                  <a:pt x="1144667" y="63670"/>
                </a:moveTo>
                <a:cubicBezTo>
                  <a:pt x="1144667" y="71347"/>
                  <a:pt x="1145730" y="76902"/>
                  <a:pt x="1147855" y="80333"/>
                </a:cubicBezTo>
                <a:cubicBezTo>
                  <a:pt x="1150931" y="85301"/>
                  <a:pt x="1155227" y="87785"/>
                  <a:pt x="1160745" y="87785"/>
                </a:cubicBezTo>
                <a:cubicBezTo>
                  <a:pt x="1165132" y="87785"/>
                  <a:pt x="1168863" y="85922"/>
                  <a:pt x="1171939" y="82197"/>
                </a:cubicBezTo>
                <a:cubicBezTo>
                  <a:pt x="1175014" y="78471"/>
                  <a:pt x="1176552" y="72905"/>
                  <a:pt x="1176552" y="65499"/>
                </a:cubicBezTo>
                <a:cubicBezTo>
                  <a:pt x="1176552" y="57234"/>
                  <a:pt x="1175059" y="51284"/>
                  <a:pt x="1172074" y="47649"/>
                </a:cubicBezTo>
                <a:cubicBezTo>
                  <a:pt x="1169089" y="44014"/>
                  <a:pt x="1165268" y="42196"/>
                  <a:pt x="1160609" y="42196"/>
                </a:cubicBezTo>
                <a:cubicBezTo>
                  <a:pt x="1156087" y="42196"/>
                  <a:pt x="1152299" y="43991"/>
                  <a:pt x="1149246" y="47581"/>
                </a:cubicBezTo>
                <a:cubicBezTo>
                  <a:pt x="1146193" y="51171"/>
                  <a:pt x="1144667" y="56534"/>
                  <a:pt x="1144667" y="63670"/>
                </a:cubicBezTo>
                <a:close/>
                <a:moveTo>
                  <a:pt x="1338776" y="101217"/>
                </a:moveTo>
                <a:lnTo>
                  <a:pt x="1316931" y="101217"/>
                </a:lnTo>
                <a:lnTo>
                  <a:pt x="1308248" y="78559"/>
                </a:lnTo>
                <a:lnTo>
                  <a:pt x="1268494" y="78559"/>
                </a:lnTo>
                <a:lnTo>
                  <a:pt x="1260285" y="101217"/>
                </a:lnTo>
                <a:lnTo>
                  <a:pt x="1238983" y="101217"/>
                </a:lnTo>
                <a:lnTo>
                  <a:pt x="1277720" y="1764"/>
                </a:lnTo>
                <a:lnTo>
                  <a:pt x="1298954" y="1764"/>
                </a:lnTo>
                <a:lnTo>
                  <a:pt x="1338776" y="101217"/>
                </a:lnTo>
                <a:moveTo>
                  <a:pt x="1301803" y="61734"/>
                </a:moveTo>
                <a:lnTo>
                  <a:pt x="1288099" y="24965"/>
                </a:lnTo>
                <a:lnTo>
                  <a:pt x="1274667" y="61734"/>
                </a:lnTo>
                <a:lnTo>
                  <a:pt x="1301803" y="61734"/>
                </a:lnTo>
                <a:close/>
                <a:moveTo>
                  <a:pt x="1342274" y="80730"/>
                </a:moveTo>
                <a:lnTo>
                  <a:pt x="1361405" y="77745"/>
                </a:lnTo>
                <a:cubicBezTo>
                  <a:pt x="1362219" y="81431"/>
                  <a:pt x="1363870" y="84229"/>
                  <a:pt x="1366357" y="86140"/>
                </a:cubicBezTo>
                <a:cubicBezTo>
                  <a:pt x="1368845" y="88051"/>
                  <a:pt x="1372327" y="89006"/>
                  <a:pt x="1376805" y="89006"/>
                </a:cubicBezTo>
                <a:cubicBezTo>
                  <a:pt x="1381734" y="89006"/>
                  <a:pt x="1385443" y="88103"/>
                  <a:pt x="1387930" y="86297"/>
                </a:cubicBezTo>
                <a:cubicBezTo>
                  <a:pt x="1389604" y="85032"/>
                  <a:pt x="1390440" y="83338"/>
                  <a:pt x="1390440" y="81215"/>
                </a:cubicBezTo>
                <a:cubicBezTo>
                  <a:pt x="1390440" y="79769"/>
                  <a:pt x="1389988" y="78572"/>
                  <a:pt x="1389084" y="77624"/>
                </a:cubicBezTo>
                <a:cubicBezTo>
                  <a:pt x="1388134" y="76721"/>
                  <a:pt x="1386008" y="75885"/>
                  <a:pt x="1382707" y="75118"/>
                </a:cubicBezTo>
                <a:cubicBezTo>
                  <a:pt x="1367330" y="71732"/>
                  <a:pt x="1357583" y="68638"/>
                  <a:pt x="1353468" y="65837"/>
                </a:cubicBezTo>
                <a:cubicBezTo>
                  <a:pt x="1347769" y="61950"/>
                  <a:pt x="1344920" y="56550"/>
                  <a:pt x="1344920" y="49638"/>
                </a:cubicBezTo>
                <a:cubicBezTo>
                  <a:pt x="1344920" y="43402"/>
                  <a:pt x="1347385" y="38161"/>
                  <a:pt x="1352314" y="33914"/>
                </a:cubicBezTo>
                <a:cubicBezTo>
                  <a:pt x="1357244" y="29667"/>
                  <a:pt x="1364887" y="27543"/>
                  <a:pt x="1375244" y="27543"/>
                </a:cubicBezTo>
                <a:cubicBezTo>
                  <a:pt x="1385104" y="27543"/>
                  <a:pt x="1392430" y="29143"/>
                  <a:pt x="1397224" y="32343"/>
                </a:cubicBezTo>
                <a:cubicBezTo>
                  <a:pt x="1402018" y="35542"/>
                  <a:pt x="1405320" y="40274"/>
                  <a:pt x="1407129" y="46538"/>
                </a:cubicBezTo>
                <a:lnTo>
                  <a:pt x="1389151" y="49930"/>
                </a:lnTo>
                <a:cubicBezTo>
                  <a:pt x="1388383" y="47126"/>
                  <a:pt x="1386924" y="44978"/>
                  <a:pt x="1384776" y="43485"/>
                </a:cubicBezTo>
                <a:cubicBezTo>
                  <a:pt x="1382627" y="41993"/>
                  <a:pt x="1379563" y="41247"/>
                  <a:pt x="1375583" y="41247"/>
                </a:cubicBezTo>
                <a:cubicBezTo>
                  <a:pt x="1370563" y="41247"/>
                  <a:pt x="1366968" y="41947"/>
                  <a:pt x="1364797" y="43348"/>
                </a:cubicBezTo>
                <a:cubicBezTo>
                  <a:pt x="1363350" y="44340"/>
                  <a:pt x="1362626" y="45627"/>
                  <a:pt x="1362626" y="47208"/>
                </a:cubicBezTo>
                <a:cubicBezTo>
                  <a:pt x="1362626" y="48562"/>
                  <a:pt x="1363259" y="49713"/>
                  <a:pt x="1364526" y="50662"/>
                </a:cubicBezTo>
                <a:cubicBezTo>
                  <a:pt x="1366244" y="51927"/>
                  <a:pt x="1372180" y="53711"/>
                  <a:pt x="1382334" y="56015"/>
                </a:cubicBezTo>
                <a:cubicBezTo>
                  <a:pt x="1392487" y="58318"/>
                  <a:pt x="1399576" y="61144"/>
                  <a:pt x="1403601" y="64492"/>
                </a:cubicBezTo>
                <a:cubicBezTo>
                  <a:pt x="1407581" y="67887"/>
                  <a:pt x="1409571" y="72616"/>
                  <a:pt x="1409571" y="78680"/>
                </a:cubicBezTo>
                <a:cubicBezTo>
                  <a:pt x="1409571" y="85287"/>
                  <a:pt x="1406812" y="90966"/>
                  <a:pt x="1401295" y="95718"/>
                </a:cubicBezTo>
                <a:cubicBezTo>
                  <a:pt x="1395777" y="100470"/>
                  <a:pt x="1387614" y="102845"/>
                  <a:pt x="1376805" y="102845"/>
                </a:cubicBezTo>
                <a:cubicBezTo>
                  <a:pt x="1366990" y="102845"/>
                  <a:pt x="1359223" y="100862"/>
                  <a:pt x="1353502" y="96895"/>
                </a:cubicBezTo>
                <a:cubicBezTo>
                  <a:pt x="1347780" y="92926"/>
                  <a:pt x="1344038" y="87538"/>
                  <a:pt x="1342274" y="80730"/>
                </a:cubicBezTo>
                <a:close/>
                <a:moveTo>
                  <a:pt x="1419383" y="80730"/>
                </a:moveTo>
                <a:lnTo>
                  <a:pt x="1438514" y="77745"/>
                </a:lnTo>
                <a:cubicBezTo>
                  <a:pt x="1439328" y="81431"/>
                  <a:pt x="1440979" y="84229"/>
                  <a:pt x="1443466" y="86140"/>
                </a:cubicBezTo>
                <a:cubicBezTo>
                  <a:pt x="1445954" y="88051"/>
                  <a:pt x="1449436" y="89006"/>
                  <a:pt x="1453914" y="89006"/>
                </a:cubicBezTo>
                <a:cubicBezTo>
                  <a:pt x="1458843" y="89006"/>
                  <a:pt x="1462552" y="88103"/>
                  <a:pt x="1465039" y="86297"/>
                </a:cubicBezTo>
                <a:cubicBezTo>
                  <a:pt x="1466713" y="85032"/>
                  <a:pt x="1467549" y="83338"/>
                  <a:pt x="1467549" y="81215"/>
                </a:cubicBezTo>
                <a:cubicBezTo>
                  <a:pt x="1467549" y="79769"/>
                  <a:pt x="1467097" y="78572"/>
                  <a:pt x="1466193" y="77624"/>
                </a:cubicBezTo>
                <a:cubicBezTo>
                  <a:pt x="1465243" y="76721"/>
                  <a:pt x="1463117" y="75885"/>
                  <a:pt x="1459816" y="75118"/>
                </a:cubicBezTo>
                <a:cubicBezTo>
                  <a:pt x="1444439" y="71732"/>
                  <a:pt x="1434692" y="68638"/>
                  <a:pt x="1430577" y="65837"/>
                </a:cubicBezTo>
                <a:cubicBezTo>
                  <a:pt x="1424878" y="61950"/>
                  <a:pt x="1422029" y="56550"/>
                  <a:pt x="1422029" y="49638"/>
                </a:cubicBezTo>
                <a:cubicBezTo>
                  <a:pt x="1422029" y="43402"/>
                  <a:pt x="1424494" y="38161"/>
                  <a:pt x="1429423" y="33914"/>
                </a:cubicBezTo>
                <a:cubicBezTo>
                  <a:pt x="1434353" y="29667"/>
                  <a:pt x="1441996" y="27543"/>
                  <a:pt x="1452353" y="27543"/>
                </a:cubicBezTo>
                <a:cubicBezTo>
                  <a:pt x="1462213" y="27543"/>
                  <a:pt x="1469539" y="29143"/>
                  <a:pt x="1474333" y="32343"/>
                </a:cubicBezTo>
                <a:cubicBezTo>
                  <a:pt x="1479127" y="35542"/>
                  <a:pt x="1482429" y="40274"/>
                  <a:pt x="1484238" y="46538"/>
                </a:cubicBezTo>
                <a:lnTo>
                  <a:pt x="1466260" y="49930"/>
                </a:lnTo>
                <a:cubicBezTo>
                  <a:pt x="1465492" y="47126"/>
                  <a:pt x="1464033" y="44978"/>
                  <a:pt x="1461885" y="43485"/>
                </a:cubicBezTo>
                <a:cubicBezTo>
                  <a:pt x="1459737" y="41993"/>
                  <a:pt x="1456672" y="41247"/>
                  <a:pt x="1452693" y="41247"/>
                </a:cubicBezTo>
                <a:cubicBezTo>
                  <a:pt x="1447672" y="41247"/>
                  <a:pt x="1444077" y="41947"/>
                  <a:pt x="1441906" y="43348"/>
                </a:cubicBezTo>
                <a:cubicBezTo>
                  <a:pt x="1440459" y="44340"/>
                  <a:pt x="1439735" y="45627"/>
                  <a:pt x="1439735" y="47208"/>
                </a:cubicBezTo>
                <a:cubicBezTo>
                  <a:pt x="1439735" y="48562"/>
                  <a:pt x="1440368" y="49713"/>
                  <a:pt x="1441635" y="50662"/>
                </a:cubicBezTo>
                <a:cubicBezTo>
                  <a:pt x="1443353" y="51927"/>
                  <a:pt x="1449289" y="53711"/>
                  <a:pt x="1459443" y="56015"/>
                </a:cubicBezTo>
                <a:cubicBezTo>
                  <a:pt x="1469596" y="58318"/>
                  <a:pt x="1476685" y="61144"/>
                  <a:pt x="1480710" y="64492"/>
                </a:cubicBezTo>
                <a:cubicBezTo>
                  <a:pt x="1484690" y="67887"/>
                  <a:pt x="1486680" y="72616"/>
                  <a:pt x="1486680" y="78680"/>
                </a:cubicBezTo>
                <a:cubicBezTo>
                  <a:pt x="1486680" y="85287"/>
                  <a:pt x="1483921" y="90966"/>
                  <a:pt x="1478404" y="95718"/>
                </a:cubicBezTo>
                <a:cubicBezTo>
                  <a:pt x="1472886" y="100470"/>
                  <a:pt x="1464723" y="102845"/>
                  <a:pt x="1453914" y="102845"/>
                </a:cubicBezTo>
                <a:cubicBezTo>
                  <a:pt x="1444099" y="102845"/>
                  <a:pt x="1436332" y="100862"/>
                  <a:pt x="1430611" y="96895"/>
                </a:cubicBezTo>
                <a:cubicBezTo>
                  <a:pt x="1424889" y="92926"/>
                  <a:pt x="1421147" y="87538"/>
                  <a:pt x="1419383" y="80730"/>
                </a:cubicBezTo>
                <a:close/>
                <a:moveTo>
                  <a:pt x="1544931" y="78287"/>
                </a:moveTo>
                <a:lnTo>
                  <a:pt x="1563926" y="81544"/>
                </a:lnTo>
                <a:cubicBezTo>
                  <a:pt x="1561484" y="88486"/>
                  <a:pt x="1557628" y="93772"/>
                  <a:pt x="1552359" y="97401"/>
                </a:cubicBezTo>
                <a:cubicBezTo>
                  <a:pt x="1547090" y="101031"/>
                  <a:pt x="1540499" y="102845"/>
                  <a:pt x="1532584" y="102845"/>
                </a:cubicBezTo>
                <a:cubicBezTo>
                  <a:pt x="1520056" y="102845"/>
                  <a:pt x="1510785" y="98752"/>
                  <a:pt x="1504769" y="90566"/>
                </a:cubicBezTo>
                <a:cubicBezTo>
                  <a:pt x="1500021" y="84008"/>
                  <a:pt x="1497646" y="75732"/>
                  <a:pt x="1497646" y="65737"/>
                </a:cubicBezTo>
                <a:cubicBezTo>
                  <a:pt x="1497646" y="53797"/>
                  <a:pt x="1500767" y="44446"/>
                  <a:pt x="1507008" y="37685"/>
                </a:cubicBezTo>
                <a:cubicBezTo>
                  <a:pt x="1513249" y="30924"/>
                  <a:pt x="1521142" y="27543"/>
                  <a:pt x="1530684" y="27543"/>
                </a:cubicBezTo>
                <a:cubicBezTo>
                  <a:pt x="1541403" y="27543"/>
                  <a:pt x="1549860" y="31082"/>
                  <a:pt x="1556056" y="38160"/>
                </a:cubicBezTo>
                <a:cubicBezTo>
                  <a:pt x="1562253" y="45238"/>
                  <a:pt x="1565215" y="56081"/>
                  <a:pt x="1564944" y="70689"/>
                </a:cubicBezTo>
                <a:lnTo>
                  <a:pt x="1517184" y="70689"/>
                </a:lnTo>
                <a:cubicBezTo>
                  <a:pt x="1517320" y="76343"/>
                  <a:pt x="1518858" y="80741"/>
                  <a:pt x="1521797" y="83884"/>
                </a:cubicBezTo>
                <a:cubicBezTo>
                  <a:pt x="1524737" y="87027"/>
                  <a:pt x="1528400" y="88599"/>
                  <a:pt x="1532787" y="88599"/>
                </a:cubicBezTo>
                <a:cubicBezTo>
                  <a:pt x="1535772" y="88599"/>
                  <a:pt x="1538282" y="87785"/>
                  <a:pt x="1540318" y="86157"/>
                </a:cubicBezTo>
                <a:cubicBezTo>
                  <a:pt x="1542353" y="84529"/>
                  <a:pt x="1543891" y="81905"/>
                  <a:pt x="1544931" y="78287"/>
                </a:cubicBezTo>
                <a:moveTo>
                  <a:pt x="1546016" y="59021"/>
                </a:moveTo>
                <a:cubicBezTo>
                  <a:pt x="1545880" y="53526"/>
                  <a:pt x="1544456" y="49348"/>
                  <a:pt x="1541742" y="46487"/>
                </a:cubicBezTo>
                <a:cubicBezTo>
                  <a:pt x="1539029" y="43627"/>
                  <a:pt x="1535727" y="42196"/>
                  <a:pt x="1531838" y="42196"/>
                </a:cubicBezTo>
                <a:cubicBezTo>
                  <a:pt x="1527677" y="42196"/>
                  <a:pt x="1524240" y="43705"/>
                  <a:pt x="1521526" y="46723"/>
                </a:cubicBezTo>
                <a:cubicBezTo>
                  <a:pt x="1518812" y="49742"/>
                  <a:pt x="1517478" y="53841"/>
                  <a:pt x="1517523" y="59021"/>
                </a:cubicBezTo>
                <a:lnTo>
                  <a:pt x="1546016" y="59021"/>
                </a:lnTo>
                <a:close/>
                <a:moveTo>
                  <a:pt x="1573603" y="80730"/>
                </a:moveTo>
                <a:lnTo>
                  <a:pt x="1592734" y="77745"/>
                </a:lnTo>
                <a:cubicBezTo>
                  <a:pt x="1593548" y="81431"/>
                  <a:pt x="1595198" y="84229"/>
                  <a:pt x="1597686" y="86140"/>
                </a:cubicBezTo>
                <a:cubicBezTo>
                  <a:pt x="1600173" y="88051"/>
                  <a:pt x="1603656" y="89006"/>
                  <a:pt x="1608133" y="89006"/>
                </a:cubicBezTo>
                <a:cubicBezTo>
                  <a:pt x="1613063" y="89006"/>
                  <a:pt x="1616771" y="88103"/>
                  <a:pt x="1619259" y="86297"/>
                </a:cubicBezTo>
                <a:cubicBezTo>
                  <a:pt x="1620932" y="85032"/>
                  <a:pt x="1621769" y="83338"/>
                  <a:pt x="1621769" y="81215"/>
                </a:cubicBezTo>
                <a:cubicBezTo>
                  <a:pt x="1621769" y="79769"/>
                  <a:pt x="1621317" y="78572"/>
                  <a:pt x="1620412" y="77624"/>
                </a:cubicBezTo>
                <a:cubicBezTo>
                  <a:pt x="1619462" y="76721"/>
                  <a:pt x="1617337" y="75885"/>
                  <a:pt x="1614035" y="75118"/>
                </a:cubicBezTo>
                <a:cubicBezTo>
                  <a:pt x="1598658" y="71732"/>
                  <a:pt x="1588912" y="68638"/>
                  <a:pt x="1584796" y="65837"/>
                </a:cubicBezTo>
                <a:cubicBezTo>
                  <a:pt x="1579098" y="61950"/>
                  <a:pt x="1576248" y="56550"/>
                  <a:pt x="1576248" y="49638"/>
                </a:cubicBezTo>
                <a:cubicBezTo>
                  <a:pt x="1576248" y="43402"/>
                  <a:pt x="1578713" y="38161"/>
                  <a:pt x="1583643" y="33914"/>
                </a:cubicBezTo>
                <a:cubicBezTo>
                  <a:pt x="1588573" y="29667"/>
                  <a:pt x="1596216" y="27543"/>
                  <a:pt x="1606573" y="27543"/>
                </a:cubicBezTo>
                <a:cubicBezTo>
                  <a:pt x="1616432" y="27543"/>
                  <a:pt x="1623759" y="29143"/>
                  <a:pt x="1628553" y="32343"/>
                </a:cubicBezTo>
                <a:cubicBezTo>
                  <a:pt x="1633347" y="35542"/>
                  <a:pt x="1636649" y="40274"/>
                  <a:pt x="1638458" y="46538"/>
                </a:cubicBezTo>
                <a:lnTo>
                  <a:pt x="1620480" y="49930"/>
                </a:lnTo>
                <a:cubicBezTo>
                  <a:pt x="1619711" y="47126"/>
                  <a:pt x="1618253" y="44978"/>
                  <a:pt x="1616104" y="43485"/>
                </a:cubicBezTo>
                <a:cubicBezTo>
                  <a:pt x="1613956" y="41993"/>
                  <a:pt x="1610892" y="41247"/>
                  <a:pt x="1606912" y="41247"/>
                </a:cubicBezTo>
                <a:cubicBezTo>
                  <a:pt x="1601892" y="41247"/>
                  <a:pt x="1598296" y="41947"/>
                  <a:pt x="1596126" y="43348"/>
                </a:cubicBezTo>
                <a:cubicBezTo>
                  <a:pt x="1594678" y="44340"/>
                  <a:pt x="1593955" y="45627"/>
                  <a:pt x="1593955" y="47208"/>
                </a:cubicBezTo>
                <a:cubicBezTo>
                  <a:pt x="1593955" y="48562"/>
                  <a:pt x="1594588" y="49713"/>
                  <a:pt x="1595854" y="50662"/>
                </a:cubicBezTo>
                <a:cubicBezTo>
                  <a:pt x="1597573" y="51927"/>
                  <a:pt x="1603509" y="53711"/>
                  <a:pt x="1613662" y="56015"/>
                </a:cubicBezTo>
                <a:cubicBezTo>
                  <a:pt x="1623816" y="58318"/>
                  <a:pt x="1630905" y="61144"/>
                  <a:pt x="1634930" y="64492"/>
                </a:cubicBezTo>
                <a:cubicBezTo>
                  <a:pt x="1638910" y="67887"/>
                  <a:pt x="1640900" y="72616"/>
                  <a:pt x="1640900" y="78680"/>
                </a:cubicBezTo>
                <a:cubicBezTo>
                  <a:pt x="1640900" y="85287"/>
                  <a:pt x="1638141" y="90966"/>
                  <a:pt x="1632623" y="95718"/>
                </a:cubicBezTo>
                <a:cubicBezTo>
                  <a:pt x="1627106" y="100470"/>
                  <a:pt x="1618942" y="102845"/>
                  <a:pt x="1608133" y="102845"/>
                </a:cubicBezTo>
                <a:cubicBezTo>
                  <a:pt x="1598319" y="102845"/>
                  <a:pt x="1590551" y="100862"/>
                  <a:pt x="1584830" y="96895"/>
                </a:cubicBezTo>
                <a:cubicBezTo>
                  <a:pt x="1579109" y="92926"/>
                  <a:pt x="1575366" y="87538"/>
                  <a:pt x="1573603" y="80730"/>
                </a:cubicBezTo>
                <a:close/>
                <a:moveTo>
                  <a:pt x="1650712" y="80730"/>
                </a:moveTo>
                <a:lnTo>
                  <a:pt x="1669843" y="77745"/>
                </a:lnTo>
                <a:cubicBezTo>
                  <a:pt x="1670657" y="81431"/>
                  <a:pt x="1672308" y="84229"/>
                  <a:pt x="1674795" y="86140"/>
                </a:cubicBezTo>
                <a:cubicBezTo>
                  <a:pt x="1677283" y="88051"/>
                  <a:pt x="1680765" y="89006"/>
                  <a:pt x="1685243" y="89006"/>
                </a:cubicBezTo>
                <a:cubicBezTo>
                  <a:pt x="1690173" y="89006"/>
                  <a:pt x="1693881" y="88103"/>
                  <a:pt x="1696369" y="86297"/>
                </a:cubicBezTo>
                <a:cubicBezTo>
                  <a:pt x="1698042" y="85032"/>
                  <a:pt x="1698879" y="83338"/>
                  <a:pt x="1698879" y="81215"/>
                </a:cubicBezTo>
                <a:cubicBezTo>
                  <a:pt x="1698879" y="79769"/>
                  <a:pt x="1698426" y="78572"/>
                  <a:pt x="1697522" y="77624"/>
                </a:cubicBezTo>
                <a:cubicBezTo>
                  <a:pt x="1696572" y="76721"/>
                  <a:pt x="1694446" y="75885"/>
                  <a:pt x="1691145" y="75118"/>
                </a:cubicBezTo>
                <a:cubicBezTo>
                  <a:pt x="1675768" y="71732"/>
                  <a:pt x="1666022" y="68638"/>
                  <a:pt x="1661906" y="65837"/>
                </a:cubicBezTo>
                <a:cubicBezTo>
                  <a:pt x="1656207" y="61950"/>
                  <a:pt x="1653358" y="56550"/>
                  <a:pt x="1653358" y="49638"/>
                </a:cubicBezTo>
                <a:cubicBezTo>
                  <a:pt x="1653358" y="43402"/>
                  <a:pt x="1655823" y="38161"/>
                  <a:pt x="1660753" y="33914"/>
                </a:cubicBezTo>
                <a:cubicBezTo>
                  <a:pt x="1665682" y="29667"/>
                  <a:pt x="1673326" y="27543"/>
                  <a:pt x="1683683" y="27543"/>
                </a:cubicBezTo>
                <a:cubicBezTo>
                  <a:pt x="1693542" y="27543"/>
                  <a:pt x="1700869" y="29143"/>
                  <a:pt x="1705663" y="32343"/>
                </a:cubicBezTo>
                <a:cubicBezTo>
                  <a:pt x="1710457" y="35542"/>
                  <a:pt x="1713758" y="40274"/>
                  <a:pt x="1715567" y="46538"/>
                </a:cubicBezTo>
                <a:lnTo>
                  <a:pt x="1697590" y="49930"/>
                </a:lnTo>
                <a:cubicBezTo>
                  <a:pt x="1696821" y="47126"/>
                  <a:pt x="1695362" y="44978"/>
                  <a:pt x="1693214" y="43485"/>
                </a:cubicBezTo>
                <a:cubicBezTo>
                  <a:pt x="1691066" y="41993"/>
                  <a:pt x="1688002" y="41247"/>
                  <a:pt x="1684022" y="41247"/>
                </a:cubicBezTo>
                <a:cubicBezTo>
                  <a:pt x="1679002" y="41247"/>
                  <a:pt x="1675406" y="41947"/>
                  <a:pt x="1673235" y="43348"/>
                </a:cubicBezTo>
                <a:cubicBezTo>
                  <a:pt x="1671788" y="44340"/>
                  <a:pt x="1671064" y="45627"/>
                  <a:pt x="1671064" y="47208"/>
                </a:cubicBezTo>
                <a:cubicBezTo>
                  <a:pt x="1671064" y="48562"/>
                  <a:pt x="1671697" y="49713"/>
                  <a:pt x="1672964" y="50662"/>
                </a:cubicBezTo>
                <a:cubicBezTo>
                  <a:pt x="1674682" y="51927"/>
                  <a:pt x="1680618" y="53711"/>
                  <a:pt x="1690772" y="56015"/>
                </a:cubicBezTo>
                <a:cubicBezTo>
                  <a:pt x="1700925" y="58318"/>
                  <a:pt x="1708014" y="61144"/>
                  <a:pt x="1712040" y="64492"/>
                </a:cubicBezTo>
                <a:cubicBezTo>
                  <a:pt x="1716020" y="67887"/>
                  <a:pt x="1718010" y="72616"/>
                  <a:pt x="1718010" y="78680"/>
                </a:cubicBezTo>
                <a:cubicBezTo>
                  <a:pt x="1718010" y="85287"/>
                  <a:pt x="1715251" y="90966"/>
                  <a:pt x="1709733" y="95718"/>
                </a:cubicBezTo>
                <a:cubicBezTo>
                  <a:pt x="1704215" y="100470"/>
                  <a:pt x="1696052" y="102845"/>
                  <a:pt x="1685243" y="102845"/>
                </a:cubicBezTo>
                <a:cubicBezTo>
                  <a:pt x="1675429" y="102845"/>
                  <a:pt x="1667661" y="100862"/>
                  <a:pt x="1661940" y="96895"/>
                </a:cubicBezTo>
                <a:cubicBezTo>
                  <a:pt x="1656219" y="92926"/>
                  <a:pt x="1652476" y="87538"/>
                  <a:pt x="1650712" y="80730"/>
                </a:cubicBezTo>
                <a:close/>
                <a:moveTo>
                  <a:pt x="1733113" y="29171"/>
                </a:moveTo>
                <a:lnTo>
                  <a:pt x="1750684" y="29171"/>
                </a:lnTo>
                <a:lnTo>
                  <a:pt x="1750684" y="39008"/>
                </a:lnTo>
                <a:cubicBezTo>
                  <a:pt x="1756970" y="31365"/>
                  <a:pt x="1764455" y="27543"/>
                  <a:pt x="1773139" y="27543"/>
                </a:cubicBezTo>
                <a:cubicBezTo>
                  <a:pt x="1777752" y="27543"/>
                  <a:pt x="1781755" y="28497"/>
                  <a:pt x="1785147" y="30405"/>
                </a:cubicBezTo>
                <a:cubicBezTo>
                  <a:pt x="1788539" y="32313"/>
                  <a:pt x="1791320" y="35198"/>
                  <a:pt x="1793491" y="39061"/>
                </a:cubicBezTo>
                <a:cubicBezTo>
                  <a:pt x="1796657" y="35198"/>
                  <a:pt x="1800071" y="32313"/>
                  <a:pt x="1803735" y="30405"/>
                </a:cubicBezTo>
                <a:cubicBezTo>
                  <a:pt x="1807398" y="28497"/>
                  <a:pt x="1811310" y="27543"/>
                  <a:pt x="1815471" y="27543"/>
                </a:cubicBezTo>
                <a:cubicBezTo>
                  <a:pt x="1820763" y="27543"/>
                  <a:pt x="1825240" y="28617"/>
                  <a:pt x="1828903" y="30765"/>
                </a:cubicBezTo>
                <a:cubicBezTo>
                  <a:pt x="1832567" y="32914"/>
                  <a:pt x="1835303" y="36068"/>
                  <a:pt x="1837112" y="40229"/>
                </a:cubicBezTo>
                <a:cubicBezTo>
                  <a:pt x="1838424" y="43304"/>
                  <a:pt x="1839079" y="48279"/>
                  <a:pt x="1839079" y="55154"/>
                </a:cubicBezTo>
                <a:lnTo>
                  <a:pt x="1839079" y="101217"/>
                </a:lnTo>
                <a:lnTo>
                  <a:pt x="1820016" y="101217"/>
                </a:lnTo>
                <a:lnTo>
                  <a:pt x="1820016" y="60085"/>
                </a:lnTo>
                <a:cubicBezTo>
                  <a:pt x="1820016" y="52948"/>
                  <a:pt x="1819361" y="48340"/>
                  <a:pt x="1818049" y="46263"/>
                </a:cubicBezTo>
                <a:cubicBezTo>
                  <a:pt x="1816285" y="43552"/>
                  <a:pt x="1813572" y="42196"/>
                  <a:pt x="1809908" y="42196"/>
                </a:cubicBezTo>
                <a:cubicBezTo>
                  <a:pt x="1807240" y="42196"/>
                  <a:pt x="1804730" y="43010"/>
                  <a:pt x="1802378" y="44637"/>
                </a:cubicBezTo>
                <a:cubicBezTo>
                  <a:pt x="1800026" y="46262"/>
                  <a:pt x="1798330" y="48645"/>
                  <a:pt x="1797290" y="51785"/>
                </a:cubicBezTo>
                <a:cubicBezTo>
                  <a:pt x="1796250" y="54924"/>
                  <a:pt x="1795730" y="59882"/>
                  <a:pt x="1795730" y="66659"/>
                </a:cubicBezTo>
                <a:lnTo>
                  <a:pt x="1795730" y="101217"/>
                </a:lnTo>
                <a:lnTo>
                  <a:pt x="1776667" y="101217"/>
                </a:lnTo>
                <a:lnTo>
                  <a:pt x="1776667" y="61779"/>
                </a:lnTo>
                <a:cubicBezTo>
                  <a:pt x="1776667" y="54777"/>
                  <a:pt x="1776327" y="50260"/>
                  <a:pt x="1775649" y="48228"/>
                </a:cubicBezTo>
                <a:cubicBezTo>
                  <a:pt x="1774971" y="46194"/>
                  <a:pt x="1773919" y="44680"/>
                  <a:pt x="1772495" y="43687"/>
                </a:cubicBezTo>
                <a:cubicBezTo>
                  <a:pt x="1771070" y="42693"/>
                  <a:pt x="1769136" y="42196"/>
                  <a:pt x="1766694" y="42196"/>
                </a:cubicBezTo>
                <a:cubicBezTo>
                  <a:pt x="1763754" y="42196"/>
                  <a:pt x="1761109" y="42987"/>
                  <a:pt x="1758757" y="44569"/>
                </a:cubicBezTo>
                <a:cubicBezTo>
                  <a:pt x="1756405" y="46149"/>
                  <a:pt x="1754720" y="48430"/>
                  <a:pt x="1753703" y="51412"/>
                </a:cubicBezTo>
                <a:cubicBezTo>
                  <a:pt x="1752685" y="54394"/>
                  <a:pt x="1752176" y="59341"/>
                  <a:pt x="1752176" y="66252"/>
                </a:cubicBezTo>
                <a:lnTo>
                  <a:pt x="1752176" y="101217"/>
                </a:lnTo>
                <a:lnTo>
                  <a:pt x="1733113" y="101217"/>
                </a:lnTo>
                <a:lnTo>
                  <a:pt x="1733113" y="29171"/>
                </a:lnTo>
                <a:close/>
                <a:moveTo>
                  <a:pt x="1899913" y="78287"/>
                </a:moveTo>
                <a:lnTo>
                  <a:pt x="1918908" y="81544"/>
                </a:lnTo>
                <a:cubicBezTo>
                  <a:pt x="1916466" y="88486"/>
                  <a:pt x="1912610" y="93772"/>
                  <a:pt x="1907341" y="97401"/>
                </a:cubicBezTo>
                <a:cubicBezTo>
                  <a:pt x="1902072" y="101031"/>
                  <a:pt x="1895481" y="102845"/>
                  <a:pt x="1887566" y="102845"/>
                </a:cubicBezTo>
                <a:cubicBezTo>
                  <a:pt x="1875038" y="102845"/>
                  <a:pt x="1865767" y="98752"/>
                  <a:pt x="1859752" y="90566"/>
                </a:cubicBezTo>
                <a:cubicBezTo>
                  <a:pt x="1855003" y="84008"/>
                  <a:pt x="1852628" y="75732"/>
                  <a:pt x="1852628" y="65737"/>
                </a:cubicBezTo>
                <a:cubicBezTo>
                  <a:pt x="1852628" y="53797"/>
                  <a:pt x="1855749" y="44446"/>
                  <a:pt x="1861990" y="37685"/>
                </a:cubicBezTo>
                <a:cubicBezTo>
                  <a:pt x="1868232" y="30924"/>
                  <a:pt x="1876124" y="27543"/>
                  <a:pt x="1885666" y="27543"/>
                </a:cubicBezTo>
                <a:cubicBezTo>
                  <a:pt x="1896385" y="27543"/>
                  <a:pt x="1904843" y="31082"/>
                  <a:pt x="1911039" y="38160"/>
                </a:cubicBezTo>
                <a:cubicBezTo>
                  <a:pt x="1917235" y="45238"/>
                  <a:pt x="1920197" y="56081"/>
                  <a:pt x="1919926" y="70689"/>
                </a:cubicBezTo>
                <a:lnTo>
                  <a:pt x="1872166" y="70689"/>
                </a:lnTo>
                <a:cubicBezTo>
                  <a:pt x="1872302" y="76343"/>
                  <a:pt x="1873840" y="80741"/>
                  <a:pt x="1876779" y="83884"/>
                </a:cubicBezTo>
                <a:cubicBezTo>
                  <a:pt x="1879719" y="87027"/>
                  <a:pt x="1883382" y="88599"/>
                  <a:pt x="1887769" y="88599"/>
                </a:cubicBezTo>
                <a:cubicBezTo>
                  <a:pt x="1890754" y="88599"/>
                  <a:pt x="1893265" y="87785"/>
                  <a:pt x="1895300" y="86157"/>
                </a:cubicBezTo>
                <a:cubicBezTo>
                  <a:pt x="1897335" y="84529"/>
                  <a:pt x="1898873" y="81905"/>
                  <a:pt x="1899913" y="78287"/>
                </a:cubicBezTo>
                <a:moveTo>
                  <a:pt x="1900998" y="59021"/>
                </a:moveTo>
                <a:cubicBezTo>
                  <a:pt x="1900863" y="53526"/>
                  <a:pt x="1899438" y="49348"/>
                  <a:pt x="1896724" y="46487"/>
                </a:cubicBezTo>
                <a:cubicBezTo>
                  <a:pt x="1894011" y="43627"/>
                  <a:pt x="1890709" y="42196"/>
                  <a:pt x="1886820" y="42196"/>
                </a:cubicBezTo>
                <a:cubicBezTo>
                  <a:pt x="1882659" y="42196"/>
                  <a:pt x="1879222" y="43705"/>
                  <a:pt x="1876508" y="46723"/>
                </a:cubicBezTo>
                <a:cubicBezTo>
                  <a:pt x="1873794" y="49742"/>
                  <a:pt x="1872460" y="53841"/>
                  <a:pt x="1872505" y="59021"/>
                </a:cubicBezTo>
                <a:lnTo>
                  <a:pt x="1900998" y="59021"/>
                </a:lnTo>
                <a:close/>
                <a:moveTo>
                  <a:pt x="2000834" y="101217"/>
                </a:moveTo>
                <a:lnTo>
                  <a:pt x="1981771" y="101217"/>
                </a:lnTo>
                <a:lnTo>
                  <a:pt x="1981771" y="64490"/>
                </a:lnTo>
                <a:cubicBezTo>
                  <a:pt x="1981771" y="56720"/>
                  <a:pt x="1981364" y="51694"/>
                  <a:pt x="1980550" y="49413"/>
                </a:cubicBezTo>
                <a:cubicBezTo>
                  <a:pt x="1979736" y="47132"/>
                  <a:pt x="1978413" y="45359"/>
                  <a:pt x="1976581" y="44094"/>
                </a:cubicBezTo>
                <a:cubicBezTo>
                  <a:pt x="1974750" y="42829"/>
                  <a:pt x="1972545" y="42196"/>
                  <a:pt x="1969967" y="42196"/>
                </a:cubicBezTo>
                <a:cubicBezTo>
                  <a:pt x="1966666" y="42196"/>
                  <a:pt x="1963703" y="43100"/>
                  <a:pt x="1961080" y="44908"/>
                </a:cubicBezTo>
                <a:cubicBezTo>
                  <a:pt x="1958457" y="46714"/>
                  <a:pt x="1956659" y="49108"/>
                  <a:pt x="1955687" y="52090"/>
                </a:cubicBezTo>
                <a:cubicBezTo>
                  <a:pt x="1954714" y="55071"/>
                  <a:pt x="1954228" y="60582"/>
                  <a:pt x="1954228" y="68624"/>
                </a:cubicBezTo>
                <a:lnTo>
                  <a:pt x="1954228" y="101217"/>
                </a:lnTo>
                <a:lnTo>
                  <a:pt x="1935165" y="101217"/>
                </a:lnTo>
                <a:lnTo>
                  <a:pt x="1935165" y="29171"/>
                </a:lnTo>
                <a:lnTo>
                  <a:pt x="1952871" y="29171"/>
                </a:lnTo>
                <a:lnTo>
                  <a:pt x="1952871" y="39754"/>
                </a:lnTo>
                <a:cubicBezTo>
                  <a:pt x="1959158" y="31613"/>
                  <a:pt x="1967073" y="27543"/>
                  <a:pt x="1976615" y="27543"/>
                </a:cubicBezTo>
                <a:cubicBezTo>
                  <a:pt x="1980821" y="27543"/>
                  <a:pt x="1984666" y="28301"/>
                  <a:pt x="1988148" y="29816"/>
                </a:cubicBezTo>
                <a:cubicBezTo>
                  <a:pt x="1991631" y="31331"/>
                  <a:pt x="1994265" y="33264"/>
                  <a:pt x="1996052" y="35616"/>
                </a:cubicBezTo>
                <a:cubicBezTo>
                  <a:pt x="1997838" y="37968"/>
                  <a:pt x="1999082" y="40636"/>
                  <a:pt x="1999783" y="43621"/>
                </a:cubicBezTo>
                <a:cubicBezTo>
                  <a:pt x="2000484" y="46606"/>
                  <a:pt x="2000834" y="50880"/>
                  <a:pt x="2000834" y="56443"/>
                </a:cubicBezTo>
                <a:lnTo>
                  <a:pt x="2000834" y="101217"/>
                </a:lnTo>
                <a:close/>
                <a:moveTo>
                  <a:pt x="2053090" y="29171"/>
                </a:moveTo>
                <a:lnTo>
                  <a:pt x="2053090" y="44367"/>
                </a:lnTo>
                <a:lnTo>
                  <a:pt x="2040065" y="44367"/>
                </a:lnTo>
                <a:lnTo>
                  <a:pt x="2040065" y="73356"/>
                </a:lnTo>
                <a:cubicBezTo>
                  <a:pt x="2040065" y="79227"/>
                  <a:pt x="2040189" y="82648"/>
                  <a:pt x="2040438" y="83619"/>
                </a:cubicBezTo>
                <a:cubicBezTo>
                  <a:pt x="2040687" y="84589"/>
                  <a:pt x="2041252" y="85390"/>
                  <a:pt x="2042134" y="86023"/>
                </a:cubicBezTo>
                <a:cubicBezTo>
                  <a:pt x="2043016" y="86655"/>
                  <a:pt x="2044090" y="86971"/>
                  <a:pt x="2045357" y="86971"/>
                </a:cubicBezTo>
                <a:cubicBezTo>
                  <a:pt x="2047120" y="86971"/>
                  <a:pt x="2049676" y="86360"/>
                  <a:pt x="2053023" y="85139"/>
                </a:cubicBezTo>
                <a:lnTo>
                  <a:pt x="2054651" y="99983"/>
                </a:lnTo>
                <a:cubicBezTo>
                  <a:pt x="2050219" y="101891"/>
                  <a:pt x="2045198" y="102845"/>
                  <a:pt x="2039590" y="102845"/>
                </a:cubicBezTo>
                <a:cubicBezTo>
                  <a:pt x="2036153" y="102845"/>
                  <a:pt x="2033055" y="102269"/>
                  <a:pt x="2030296" y="101115"/>
                </a:cubicBezTo>
                <a:cubicBezTo>
                  <a:pt x="2027537" y="99962"/>
                  <a:pt x="2025513" y="98470"/>
                  <a:pt x="2024224" y="96638"/>
                </a:cubicBezTo>
                <a:cubicBezTo>
                  <a:pt x="2022936" y="94806"/>
                  <a:pt x="2022042" y="92330"/>
                  <a:pt x="2021545" y="89210"/>
                </a:cubicBezTo>
                <a:cubicBezTo>
                  <a:pt x="2021138" y="86993"/>
                  <a:pt x="2020934" y="82516"/>
                  <a:pt x="2020934" y="75777"/>
                </a:cubicBezTo>
                <a:lnTo>
                  <a:pt x="2020934" y="44367"/>
                </a:lnTo>
                <a:lnTo>
                  <a:pt x="2012183" y="44367"/>
                </a:lnTo>
                <a:lnTo>
                  <a:pt x="2012183" y="29171"/>
                </a:lnTo>
                <a:lnTo>
                  <a:pt x="2020934" y="29171"/>
                </a:lnTo>
                <a:lnTo>
                  <a:pt x="2020934" y="14789"/>
                </a:lnTo>
                <a:lnTo>
                  <a:pt x="2040065" y="3528"/>
                </a:lnTo>
                <a:lnTo>
                  <a:pt x="2040065" y="29171"/>
                </a:lnTo>
                <a:lnTo>
                  <a:pt x="2053090" y="291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06BC8-2676-4314-9D9F-0745689A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840" y="87354"/>
            <a:ext cx="4387131" cy="3609679"/>
          </a:xfrm>
          <a:custGeom xmlns:a="http://schemas.openxmlformats.org/drawingml/2006/main">
            <a:pathLst>
              <a:path w="4387131" h="3609679" fill="none">
                <a:moveTo>
                  <a:pt x="0" y="0"/>
                </a:moveTo>
                <a:lnTo>
                  <a:pt x="4387131" y="0"/>
                </a:lnTo>
                <a:lnTo>
                  <a:pt x="4387131" y="3609679"/>
                </a:lnTo>
                <a:lnTo>
                  <a:pt x="0" y="360967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D9D9D9"/>
            </a:solidFill>
            <a:custDash>
              <a:ds d="300000" sp="100000"/>
            </a:custDash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5D466-50DE-4CC5-887D-2FD46171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316" y="87354"/>
            <a:ext cx="966133" cy="3616168"/>
          </a:xfrm>
          <a:custGeom xmlns:a="http://schemas.openxmlformats.org/drawingml/2006/main">
            <a:pathLst>
              <a:path w="966133" h="3616168" fill="none">
                <a:moveTo>
                  <a:pt x="0" y="0"/>
                </a:moveTo>
                <a:lnTo>
                  <a:pt x="966133" y="0"/>
                </a:lnTo>
                <a:lnTo>
                  <a:pt x="966133" y="3616168"/>
                </a:lnTo>
                <a:lnTo>
                  <a:pt x="0" y="36161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D9D9D9"/>
            </a:solidFill>
            <a:custDash>
              <a:ds d="300000" sp="100000"/>
            </a:custDash>
            <a:miter/>
          </a:ln>
        </p:spPr>
      </p:sp>
      <p:sp>
        <p:nvSpPr>
          <p:cNvPr id="156" name="Text Context-enhanced">
            <a:extLst xmlns:a="http://schemas.openxmlformats.org/drawingml/2006/main">
              <a:ext uri="{FF2B5EF4-FFF2-40B4-BE49-F238E27FC236}">
                <a16:creationId xmlns:a16="http://schemas.microsoft.com/office/drawing/2014/main" id="{832E4563-13A8-4ABC-963D-8445645E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588" y="1399023"/>
            <a:ext cx="869662" cy="80211"/>
          </a:xfrm>
          <a:custGeom xmlns:a="http://schemas.openxmlformats.org/drawingml/2006/main">
            <a:pathLst>
              <a:path w="869662" h="80211">
                <a:moveTo>
                  <a:pt x="54211" y="67692"/>
                </a:moveTo>
                <a:cubicBezTo>
                  <a:pt x="54211" y="68637"/>
                  <a:pt x="54182" y="69439"/>
                  <a:pt x="54126" y="70100"/>
                </a:cubicBezTo>
                <a:cubicBezTo>
                  <a:pt x="54069" y="70761"/>
                  <a:pt x="53984" y="71327"/>
                  <a:pt x="53871" y="71799"/>
                </a:cubicBezTo>
                <a:cubicBezTo>
                  <a:pt x="53757" y="72271"/>
                  <a:pt x="53606" y="72677"/>
                  <a:pt x="53418" y="73017"/>
                </a:cubicBezTo>
                <a:cubicBezTo>
                  <a:pt x="53229" y="73357"/>
                  <a:pt x="52927" y="73748"/>
                  <a:pt x="52511" y="74191"/>
                </a:cubicBezTo>
                <a:cubicBezTo>
                  <a:pt x="52096" y="74632"/>
                  <a:pt x="51293" y="75199"/>
                  <a:pt x="50104" y="75890"/>
                </a:cubicBezTo>
                <a:cubicBezTo>
                  <a:pt x="48914" y="76582"/>
                  <a:pt x="47460" y="77245"/>
                  <a:pt x="45742" y="77880"/>
                </a:cubicBezTo>
                <a:cubicBezTo>
                  <a:pt x="44024" y="78514"/>
                  <a:pt x="42060" y="79042"/>
                  <a:pt x="39851" y="79464"/>
                </a:cubicBezTo>
                <a:cubicBezTo>
                  <a:pt x="37642" y="79887"/>
                  <a:pt x="35253" y="80098"/>
                  <a:pt x="32685" y="80098"/>
                </a:cubicBezTo>
                <a:cubicBezTo>
                  <a:pt x="27662" y="80098"/>
                  <a:pt x="23131" y="79323"/>
                  <a:pt x="19090" y="77772"/>
                </a:cubicBezTo>
                <a:cubicBezTo>
                  <a:pt x="15049" y="76221"/>
                  <a:pt x="11613" y="73905"/>
                  <a:pt x="8780" y="70822"/>
                </a:cubicBezTo>
                <a:cubicBezTo>
                  <a:pt x="5948" y="67740"/>
                  <a:pt x="3776" y="63892"/>
                  <a:pt x="2266" y="59279"/>
                </a:cubicBezTo>
                <a:cubicBezTo>
                  <a:pt x="755" y="54664"/>
                  <a:pt x="0" y="49294"/>
                  <a:pt x="0" y="43166"/>
                </a:cubicBezTo>
                <a:cubicBezTo>
                  <a:pt x="0" y="36926"/>
                  <a:pt x="831" y="31385"/>
                  <a:pt x="2492" y="26544"/>
                </a:cubicBezTo>
                <a:cubicBezTo>
                  <a:pt x="4154" y="21703"/>
                  <a:pt x="6477" y="17638"/>
                  <a:pt x="9460" y="14347"/>
                </a:cubicBezTo>
                <a:cubicBezTo>
                  <a:pt x="12443" y="11056"/>
                  <a:pt x="16021" y="8559"/>
                  <a:pt x="20194" y="6858"/>
                </a:cubicBezTo>
                <a:cubicBezTo>
                  <a:pt x="24367" y="5156"/>
                  <a:pt x="28965" y="4305"/>
                  <a:pt x="33988" y="4305"/>
                </a:cubicBezTo>
                <a:cubicBezTo>
                  <a:pt x="36027" y="4305"/>
                  <a:pt x="37991" y="4478"/>
                  <a:pt x="39879" y="4824"/>
                </a:cubicBezTo>
                <a:cubicBezTo>
                  <a:pt x="41767" y="5170"/>
                  <a:pt x="43514" y="5622"/>
                  <a:pt x="45119" y="6180"/>
                </a:cubicBezTo>
                <a:cubicBezTo>
                  <a:pt x="46724" y="6737"/>
                  <a:pt x="48168" y="7381"/>
                  <a:pt x="49452" y="8111"/>
                </a:cubicBezTo>
                <a:cubicBezTo>
                  <a:pt x="50736" y="8842"/>
                  <a:pt x="51633" y="9466"/>
                  <a:pt x="52143" y="9986"/>
                </a:cubicBezTo>
                <a:cubicBezTo>
                  <a:pt x="52653" y="10504"/>
                  <a:pt x="53002" y="10933"/>
                  <a:pt x="53191" y="11273"/>
                </a:cubicBezTo>
                <a:cubicBezTo>
                  <a:pt x="53380" y="11613"/>
                  <a:pt x="53531" y="12047"/>
                  <a:pt x="53644" y="12575"/>
                </a:cubicBezTo>
                <a:cubicBezTo>
                  <a:pt x="53757" y="13104"/>
                  <a:pt x="53842" y="13727"/>
                  <a:pt x="53899" y="14445"/>
                </a:cubicBezTo>
                <a:cubicBezTo>
                  <a:pt x="53956" y="15162"/>
                  <a:pt x="53984" y="16050"/>
                  <a:pt x="53984" y="17107"/>
                </a:cubicBezTo>
                <a:cubicBezTo>
                  <a:pt x="53984" y="18240"/>
                  <a:pt x="53946" y="19203"/>
                  <a:pt x="53871" y="19996"/>
                </a:cubicBezTo>
                <a:cubicBezTo>
                  <a:pt x="53795" y="20789"/>
                  <a:pt x="53663" y="21431"/>
                  <a:pt x="53474" y="21922"/>
                </a:cubicBezTo>
                <a:cubicBezTo>
                  <a:pt x="53285" y="22413"/>
                  <a:pt x="53059" y="22772"/>
                  <a:pt x="52794" y="22998"/>
                </a:cubicBezTo>
                <a:cubicBezTo>
                  <a:pt x="52530" y="23225"/>
                  <a:pt x="52228" y="23338"/>
                  <a:pt x="51888" y="23338"/>
                </a:cubicBezTo>
                <a:cubicBezTo>
                  <a:pt x="51322" y="23338"/>
                  <a:pt x="50604" y="23005"/>
                  <a:pt x="49736" y="22338"/>
                </a:cubicBezTo>
                <a:cubicBezTo>
                  <a:pt x="48867" y="21671"/>
                  <a:pt x="47743" y="20928"/>
                  <a:pt x="46365" y="20109"/>
                </a:cubicBezTo>
                <a:cubicBezTo>
                  <a:pt x="44987" y="19290"/>
                  <a:pt x="43344" y="18548"/>
                  <a:pt x="41437" y="17881"/>
                </a:cubicBezTo>
                <a:cubicBezTo>
                  <a:pt x="39530" y="17214"/>
                  <a:pt x="37254" y="16881"/>
                  <a:pt x="34611" y="16881"/>
                </a:cubicBezTo>
                <a:cubicBezTo>
                  <a:pt x="31703" y="16881"/>
                  <a:pt x="29107" y="17475"/>
                  <a:pt x="26822" y="18665"/>
                </a:cubicBezTo>
                <a:cubicBezTo>
                  <a:pt x="24537" y="19855"/>
                  <a:pt x="22592" y="21554"/>
                  <a:pt x="20987" y="23763"/>
                </a:cubicBezTo>
                <a:cubicBezTo>
                  <a:pt x="19382" y="25972"/>
                  <a:pt x="18165" y="28644"/>
                  <a:pt x="17334" y="31779"/>
                </a:cubicBezTo>
                <a:cubicBezTo>
                  <a:pt x="16503" y="34913"/>
                  <a:pt x="16088" y="38444"/>
                  <a:pt x="16088" y="42371"/>
                </a:cubicBezTo>
                <a:cubicBezTo>
                  <a:pt x="16088" y="46677"/>
                  <a:pt x="16531" y="50406"/>
                  <a:pt x="17419" y="53559"/>
                </a:cubicBezTo>
                <a:cubicBezTo>
                  <a:pt x="18306" y="56712"/>
                  <a:pt x="19571" y="59309"/>
                  <a:pt x="21214" y="61348"/>
                </a:cubicBezTo>
                <a:cubicBezTo>
                  <a:pt x="22857" y="63387"/>
                  <a:pt x="24839" y="64907"/>
                  <a:pt x="27162" y="65908"/>
                </a:cubicBezTo>
                <a:cubicBezTo>
                  <a:pt x="29484" y="66909"/>
                  <a:pt x="32100" y="67409"/>
                  <a:pt x="35007" y="67409"/>
                </a:cubicBezTo>
                <a:cubicBezTo>
                  <a:pt x="37651" y="67409"/>
                  <a:pt x="39936" y="67095"/>
                  <a:pt x="41862" y="66466"/>
                </a:cubicBezTo>
                <a:cubicBezTo>
                  <a:pt x="43788" y="65837"/>
                  <a:pt x="45440" y="65141"/>
                  <a:pt x="46818" y="64379"/>
                </a:cubicBezTo>
                <a:cubicBezTo>
                  <a:pt x="48197" y="63616"/>
                  <a:pt x="49330" y="62930"/>
                  <a:pt x="50217" y="62320"/>
                </a:cubicBezTo>
                <a:cubicBezTo>
                  <a:pt x="51104" y="61710"/>
                  <a:pt x="51794" y="61405"/>
                  <a:pt x="52285" y="61405"/>
                </a:cubicBezTo>
                <a:cubicBezTo>
                  <a:pt x="52662" y="61405"/>
                  <a:pt x="52964" y="61480"/>
                  <a:pt x="53191" y="61631"/>
                </a:cubicBezTo>
                <a:cubicBezTo>
                  <a:pt x="53418" y="61782"/>
                  <a:pt x="53606" y="62084"/>
                  <a:pt x="53757" y="62538"/>
                </a:cubicBezTo>
                <a:cubicBezTo>
                  <a:pt x="53908" y="62991"/>
                  <a:pt x="54022" y="63623"/>
                  <a:pt x="54097" y="64435"/>
                </a:cubicBezTo>
                <a:cubicBezTo>
                  <a:pt x="54173" y="65247"/>
                  <a:pt x="54211" y="66333"/>
                  <a:pt x="54211" y="67692"/>
                </a:cubicBezTo>
                <a:close/>
                <a:moveTo>
                  <a:pt x="114896" y="51150"/>
                </a:moveTo>
                <a:cubicBezTo>
                  <a:pt x="114896" y="55464"/>
                  <a:pt x="114330" y="59400"/>
                  <a:pt x="113197" y="62957"/>
                </a:cubicBezTo>
                <a:cubicBezTo>
                  <a:pt x="112064" y="66514"/>
                  <a:pt x="110346" y="69579"/>
                  <a:pt x="108042" y="72152"/>
                </a:cubicBezTo>
                <a:cubicBezTo>
                  <a:pt x="105738" y="74724"/>
                  <a:pt x="102849" y="76711"/>
                  <a:pt x="99375" y="78112"/>
                </a:cubicBezTo>
                <a:cubicBezTo>
                  <a:pt x="95901" y="79511"/>
                  <a:pt x="91841" y="80211"/>
                  <a:pt x="87196" y="80211"/>
                </a:cubicBezTo>
                <a:cubicBezTo>
                  <a:pt x="82702" y="80211"/>
                  <a:pt x="78794" y="79587"/>
                  <a:pt x="75470" y="78338"/>
                </a:cubicBezTo>
                <a:cubicBezTo>
                  <a:pt x="72147" y="77090"/>
                  <a:pt x="69390" y="75274"/>
                  <a:pt x="67200" y="72890"/>
                </a:cubicBezTo>
                <a:cubicBezTo>
                  <a:pt x="65010" y="70506"/>
                  <a:pt x="63386" y="67573"/>
                  <a:pt x="62328" y="64092"/>
                </a:cubicBezTo>
                <a:cubicBezTo>
                  <a:pt x="61271" y="60610"/>
                  <a:pt x="60742" y="56638"/>
                  <a:pt x="60742" y="52173"/>
                </a:cubicBezTo>
                <a:cubicBezTo>
                  <a:pt x="60742" y="47859"/>
                  <a:pt x="61318" y="43913"/>
                  <a:pt x="62470" y="40338"/>
                </a:cubicBezTo>
                <a:cubicBezTo>
                  <a:pt x="63622" y="36762"/>
                  <a:pt x="65349" y="33697"/>
                  <a:pt x="67653" y="31143"/>
                </a:cubicBezTo>
                <a:cubicBezTo>
                  <a:pt x="69957" y="28589"/>
                  <a:pt x="72836" y="26613"/>
                  <a:pt x="76292" y="25213"/>
                </a:cubicBezTo>
                <a:cubicBezTo>
                  <a:pt x="79747" y="23812"/>
                  <a:pt x="83797" y="23112"/>
                  <a:pt x="88442" y="23112"/>
                </a:cubicBezTo>
                <a:cubicBezTo>
                  <a:pt x="92974" y="23112"/>
                  <a:pt x="96902" y="23727"/>
                  <a:pt x="100225" y="24956"/>
                </a:cubicBezTo>
                <a:cubicBezTo>
                  <a:pt x="103548" y="26186"/>
                  <a:pt x="106295" y="27993"/>
                  <a:pt x="108467" y="30377"/>
                </a:cubicBezTo>
                <a:cubicBezTo>
                  <a:pt x="110638" y="32760"/>
                  <a:pt x="112253" y="35693"/>
                  <a:pt x="113310" y="39175"/>
                </a:cubicBezTo>
                <a:cubicBezTo>
                  <a:pt x="114367" y="42656"/>
                  <a:pt x="114896" y="46648"/>
                  <a:pt x="114896" y="51150"/>
                </a:cubicBezTo>
                <a:moveTo>
                  <a:pt x="100225" y="51718"/>
                </a:moveTo>
                <a:cubicBezTo>
                  <a:pt x="100225" y="49226"/>
                  <a:pt x="100027" y="46932"/>
                  <a:pt x="99630" y="44836"/>
                </a:cubicBezTo>
                <a:cubicBezTo>
                  <a:pt x="99233" y="42740"/>
                  <a:pt x="98563" y="40918"/>
                  <a:pt x="97619" y="39369"/>
                </a:cubicBezTo>
                <a:cubicBezTo>
                  <a:pt x="96675" y="37821"/>
                  <a:pt x="95419" y="36612"/>
                  <a:pt x="93852" y="35744"/>
                </a:cubicBezTo>
                <a:cubicBezTo>
                  <a:pt x="92285" y="34875"/>
                  <a:pt x="90312" y="34441"/>
                  <a:pt x="87933" y="34441"/>
                </a:cubicBezTo>
                <a:cubicBezTo>
                  <a:pt x="85818" y="34441"/>
                  <a:pt x="83967" y="34828"/>
                  <a:pt x="82381" y="35602"/>
                </a:cubicBezTo>
                <a:cubicBezTo>
                  <a:pt x="80795" y="36376"/>
                  <a:pt x="79492" y="37509"/>
                  <a:pt x="78473" y="39001"/>
                </a:cubicBezTo>
                <a:cubicBezTo>
                  <a:pt x="77453" y="40493"/>
                  <a:pt x="76688" y="42287"/>
                  <a:pt x="76178" y="44382"/>
                </a:cubicBezTo>
                <a:cubicBezTo>
                  <a:pt x="75669" y="46478"/>
                  <a:pt x="75414" y="48867"/>
                  <a:pt x="75414" y="51548"/>
                </a:cubicBezTo>
                <a:cubicBezTo>
                  <a:pt x="75414" y="54041"/>
                  <a:pt x="75621" y="56335"/>
                  <a:pt x="76037" y="58431"/>
                </a:cubicBezTo>
                <a:cubicBezTo>
                  <a:pt x="76452" y="60527"/>
                  <a:pt x="77122" y="62349"/>
                  <a:pt x="78048" y="63897"/>
                </a:cubicBezTo>
                <a:cubicBezTo>
                  <a:pt x="78973" y="65445"/>
                  <a:pt x="80229" y="66644"/>
                  <a:pt x="81815" y="67494"/>
                </a:cubicBezTo>
                <a:cubicBezTo>
                  <a:pt x="83401" y="68344"/>
                  <a:pt x="85365" y="68769"/>
                  <a:pt x="87706" y="68769"/>
                </a:cubicBezTo>
                <a:cubicBezTo>
                  <a:pt x="89858" y="68769"/>
                  <a:pt x="91728" y="68382"/>
                  <a:pt x="93314" y="67607"/>
                </a:cubicBezTo>
                <a:cubicBezTo>
                  <a:pt x="94900" y="66833"/>
                  <a:pt x="96203" y="65710"/>
                  <a:pt x="97223" y="64237"/>
                </a:cubicBezTo>
                <a:cubicBezTo>
                  <a:pt x="98242" y="62764"/>
                  <a:pt x="98997" y="60980"/>
                  <a:pt x="99488" y="58884"/>
                </a:cubicBezTo>
                <a:cubicBezTo>
                  <a:pt x="99979" y="56788"/>
                  <a:pt x="100225" y="54399"/>
                  <a:pt x="100225" y="51718"/>
                </a:cubicBezTo>
                <a:close/>
                <a:moveTo>
                  <a:pt x="174583" y="76924"/>
                </a:moveTo>
                <a:cubicBezTo>
                  <a:pt x="174583" y="77302"/>
                  <a:pt x="174469" y="77633"/>
                  <a:pt x="174243" y="77917"/>
                </a:cubicBezTo>
                <a:cubicBezTo>
                  <a:pt x="174016" y="78200"/>
                  <a:pt x="173638" y="78436"/>
                  <a:pt x="173110" y="78625"/>
                </a:cubicBezTo>
                <a:cubicBezTo>
                  <a:pt x="172581" y="78814"/>
                  <a:pt x="171854" y="78956"/>
                  <a:pt x="170929" y="79050"/>
                </a:cubicBezTo>
                <a:cubicBezTo>
                  <a:pt x="170004" y="79144"/>
                  <a:pt x="168861" y="79192"/>
                  <a:pt x="167502" y="79192"/>
                </a:cubicBezTo>
                <a:cubicBezTo>
                  <a:pt x="166104" y="79192"/>
                  <a:pt x="164943" y="79144"/>
                  <a:pt x="164018" y="79050"/>
                </a:cubicBezTo>
                <a:cubicBezTo>
                  <a:pt x="163093" y="78956"/>
                  <a:pt x="162366" y="78814"/>
                  <a:pt x="161837" y="78625"/>
                </a:cubicBezTo>
                <a:cubicBezTo>
                  <a:pt x="161308" y="78436"/>
                  <a:pt x="160931" y="78200"/>
                  <a:pt x="160704" y="77917"/>
                </a:cubicBezTo>
                <a:cubicBezTo>
                  <a:pt x="160478" y="77634"/>
                  <a:pt x="160364" y="77303"/>
                  <a:pt x="160364" y="76926"/>
                </a:cubicBezTo>
                <a:lnTo>
                  <a:pt x="160364" y="48093"/>
                </a:lnTo>
                <a:cubicBezTo>
                  <a:pt x="160364" y="45638"/>
                  <a:pt x="160185" y="43712"/>
                  <a:pt x="159826" y="42315"/>
                </a:cubicBezTo>
                <a:cubicBezTo>
                  <a:pt x="159467" y="40918"/>
                  <a:pt x="158948" y="39719"/>
                  <a:pt x="158268" y="38718"/>
                </a:cubicBezTo>
                <a:cubicBezTo>
                  <a:pt x="157589" y="37717"/>
                  <a:pt x="156711" y="36943"/>
                  <a:pt x="155634" y="36395"/>
                </a:cubicBezTo>
                <a:cubicBezTo>
                  <a:pt x="154558" y="35848"/>
                  <a:pt x="153302" y="35574"/>
                  <a:pt x="151867" y="35574"/>
                </a:cubicBezTo>
                <a:cubicBezTo>
                  <a:pt x="150055" y="35574"/>
                  <a:pt x="148223" y="36235"/>
                  <a:pt x="146373" y="37557"/>
                </a:cubicBezTo>
                <a:cubicBezTo>
                  <a:pt x="144522" y="38878"/>
                  <a:pt x="142596" y="40804"/>
                  <a:pt x="140595" y="43334"/>
                </a:cubicBezTo>
                <a:lnTo>
                  <a:pt x="140595" y="76926"/>
                </a:lnTo>
                <a:cubicBezTo>
                  <a:pt x="140595" y="77303"/>
                  <a:pt x="140481" y="77634"/>
                  <a:pt x="140255" y="77917"/>
                </a:cubicBezTo>
                <a:cubicBezTo>
                  <a:pt x="140028" y="78200"/>
                  <a:pt x="139641" y="78436"/>
                  <a:pt x="139094" y="78625"/>
                </a:cubicBezTo>
                <a:cubicBezTo>
                  <a:pt x="138546" y="78814"/>
                  <a:pt x="137819" y="78956"/>
                  <a:pt x="136913" y="79050"/>
                </a:cubicBezTo>
                <a:cubicBezTo>
                  <a:pt x="136006" y="79144"/>
                  <a:pt x="134855" y="79192"/>
                  <a:pt x="133457" y="79192"/>
                </a:cubicBezTo>
                <a:cubicBezTo>
                  <a:pt x="132060" y="79192"/>
                  <a:pt x="130908" y="79144"/>
                  <a:pt x="130002" y="79050"/>
                </a:cubicBezTo>
                <a:cubicBezTo>
                  <a:pt x="129096" y="78956"/>
                  <a:pt x="128369" y="78814"/>
                  <a:pt x="127821" y="78625"/>
                </a:cubicBezTo>
                <a:cubicBezTo>
                  <a:pt x="127273" y="78436"/>
                  <a:pt x="126886" y="78200"/>
                  <a:pt x="126660" y="77917"/>
                </a:cubicBezTo>
                <a:cubicBezTo>
                  <a:pt x="126433" y="77634"/>
                  <a:pt x="126320" y="77303"/>
                  <a:pt x="126320" y="76926"/>
                </a:cubicBezTo>
                <a:lnTo>
                  <a:pt x="126320" y="26397"/>
                </a:lnTo>
                <a:cubicBezTo>
                  <a:pt x="126320" y="26020"/>
                  <a:pt x="126414" y="25689"/>
                  <a:pt x="126603" y="25406"/>
                </a:cubicBezTo>
                <a:cubicBezTo>
                  <a:pt x="126792" y="25123"/>
                  <a:pt x="127132" y="24887"/>
                  <a:pt x="127623" y="24698"/>
                </a:cubicBezTo>
                <a:cubicBezTo>
                  <a:pt x="128114" y="24509"/>
                  <a:pt x="128746" y="24367"/>
                  <a:pt x="129520" y="24273"/>
                </a:cubicBezTo>
                <a:cubicBezTo>
                  <a:pt x="130295" y="24179"/>
                  <a:pt x="131267" y="24131"/>
                  <a:pt x="132438" y="24131"/>
                </a:cubicBezTo>
                <a:cubicBezTo>
                  <a:pt x="133646" y="24131"/>
                  <a:pt x="134647" y="24179"/>
                  <a:pt x="135440" y="24273"/>
                </a:cubicBezTo>
                <a:cubicBezTo>
                  <a:pt x="136233" y="24367"/>
                  <a:pt x="136847" y="24509"/>
                  <a:pt x="137281" y="24698"/>
                </a:cubicBezTo>
                <a:cubicBezTo>
                  <a:pt x="137715" y="24887"/>
                  <a:pt x="138027" y="25123"/>
                  <a:pt x="138216" y="25406"/>
                </a:cubicBezTo>
                <a:cubicBezTo>
                  <a:pt x="138404" y="25689"/>
                  <a:pt x="138499" y="26020"/>
                  <a:pt x="138499" y="26397"/>
                </a:cubicBezTo>
                <a:lnTo>
                  <a:pt x="138499" y="32232"/>
                </a:lnTo>
                <a:cubicBezTo>
                  <a:pt x="141293" y="29192"/>
                  <a:pt x="144135" y="26912"/>
                  <a:pt x="147024" y="25392"/>
                </a:cubicBezTo>
                <a:cubicBezTo>
                  <a:pt x="149913" y="23872"/>
                  <a:pt x="152925" y="23112"/>
                  <a:pt x="156059" y="23112"/>
                </a:cubicBezTo>
                <a:cubicBezTo>
                  <a:pt x="159496" y="23112"/>
                  <a:pt x="162394" y="23679"/>
                  <a:pt x="164754" y="24813"/>
                </a:cubicBezTo>
                <a:cubicBezTo>
                  <a:pt x="167115" y="25947"/>
                  <a:pt x="169022" y="27488"/>
                  <a:pt x="170476" y="29435"/>
                </a:cubicBezTo>
                <a:cubicBezTo>
                  <a:pt x="171930" y="31381"/>
                  <a:pt x="172978" y="33659"/>
                  <a:pt x="173620" y="36268"/>
                </a:cubicBezTo>
                <a:cubicBezTo>
                  <a:pt x="174262" y="38876"/>
                  <a:pt x="174583" y="42013"/>
                  <a:pt x="174583" y="45680"/>
                </a:cubicBezTo>
                <a:lnTo>
                  <a:pt x="174583" y="76924"/>
                </a:lnTo>
                <a:close/>
                <a:moveTo>
                  <a:pt x="217356" y="71902"/>
                </a:moveTo>
                <a:cubicBezTo>
                  <a:pt x="217356" y="73572"/>
                  <a:pt x="217252" y="74853"/>
                  <a:pt x="217044" y="75745"/>
                </a:cubicBezTo>
                <a:cubicBezTo>
                  <a:pt x="216837" y="76636"/>
                  <a:pt x="216563" y="77262"/>
                  <a:pt x="216223" y="77623"/>
                </a:cubicBezTo>
                <a:cubicBezTo>
                  <a:pt x="215883" y="77983"/>
                  <a:pt x="215383" y="78305"/>
                  <a:pt x="214722" y="78590"/>
                </a:cubicBezTo>
                <a:cubicBezTo>
                  <a:pt x="214061" y="78874"/>
                  <a:pt x="213287" y="79121"/>
                  <a:pt x="212399" y="79330"/>
                </a:cubicBezTo>
                <a:cubicBezTo>
                  <a:pt x="211512" y="79539"/>
                  <a:pt x="210549" y="79700"/>
                  <a:pt x="209510" y="79813"/>
                </a:cubicBezTo>
                <a:cubicBezTo>
                  <a:pt x="208472" y="79927"/>
                  <a:pt x="207424" y="79985"/>
                  <a:pt x="206367" y="79985"/>
                </a:cubicBezTo>
                <a:cubicBezTo>
                  <a:pt x="203534" y="79985"/>
                  <a:pt x="201080" y="79626"/>
                  <a:pt x="199002" y="78908"/>
                </a:cubicBezTo>
                <a:cubicBezTo>
                  <a:pt x="196925" y="78191"/>
                  <a:pt x="195207" y="77086"/>
                  <a:pt x="193848" y="75595"/>
                </a:cubicBezTo>
                <a:cubicBezTo>
                  <a:pt x="192488" y="74103"/>
                  <a:pt x="191487" y="72224"/>
                  <a:pt x="190845" y="69958"/>
                </a:cubicBezTo>
                <a:cubicBezTo>
                  <a:pt x="190203" y="67692"/>
                  <a:pt x="189882" y="65011"/>
                  <a:pt x="189882" y="61914"/>
                </a:cubicBezTo>
                <a:lnTo>
                  <a:pt x="189882" y="36027"/>
                </a:lnTo>
                <a:lnTo>
                  <a:pt x="183821" y="36027"/>
                </a:lnTo>
                <a:cubicBezTo>
                  <a:pt x="183104" y="36027"/>
                  <a:pt x="182556" y="35583"/>
                  <a:pt x="182179" y="34696"/>
                </a:cubicBezTo>
                <a:cubicBezTo>
                  <a:pt x="181801" y="33808"/>
                  <a:pt x="181612" y="32326"/>
                  <a:pt x="181612" y="30249"/>
                </a:cubicBezTo>
                <a:cubicBezTo>
                  <a:pt x="181612" y="29154"/>
                  <a:pt x="181659" y="28229"/>
                  <a:pt x="181754" y="27473"/>
                </a:cubicBezTo>
                <a:cubicBezTo>
                  <a:pt x="181848" y="26718"/>
                  <a:pt x="181990" y="26123"/>
                  <a:pt x="182179" y="25689"/>
                </a:cubicBezTo>
                <a:cubicBezTo>
                  <a:pt x="182367" y="25255"/>
                  <a:pt x="182603" y="24943"/>
                  <a:pt x="182887" y="24754"/>
                </a:cubicBezTo>
                <a:cubicBezTo>
                  <a:pt x="183170" y="24566"/>
                  <a:pt x="183500" y="24471"/>
                  <a:pt x="183878" y="24471"/>
                </a:cubicBezTo>
                <a:lnTo>
                  <a:pt x="189882" y="24471"/>
                </a:lnTo>
                <a:lnTo>
                  <a:pt x="189882" y="13153"/>
                </a:lnTo>
                <a:cubicBezTo>
                  <a:pt x="189882" y="12773"/>
                  <a:pt x="189986" y="12431"/>
                  <a:pt x="190194" y="12128"/>
                </a:cubicBezTo>
                <a:cubicBezTo>
                  <a:pt x="190402" y="11824"/>
                  <a:pt x="190779" y="11569"/>
                  <a:pt x="191327" y="11361"/>
                </a:cubicBezTo>
                <a:cubicBezTo>
                  <a:pt x="191874" y="11152"/>
                  <a:pt x="192611" y="11001"/>
                  <a:pt x="193536" y="10906"/>
                </a:cubicBezTo>
                <a:cubicBezTo>
                  <a:pt x="194461" y="10811"/>
                  <a:pt x="195604" y="10763"/>
                  <a:pt x="196963" y="10763"/>
                </a:cubicBezTo>
                <a:cubicBezTo>
                  <a:pt x="198360" y="10763"/>
                  <a:pt x="199522" y="10811"/>
                  <a:pt x="200447" y="10906"/>
                </a:cubicBezTo>
                <a:cubicBezTo>
                  <a:pt x="201372" y="11001"/>
                  <a:pt x="202099" y="11152"/>
                  <a:pt x="202628" y="11361"/>
                </a:cubicBezTo>
                <a:cubicBezTo>
                  <a:pt x="203157" y="11569"/>
                  <a:pt x="203534" y="11824"/>
                  <a:pt x="203761" y="12128"/>
                </a:cubicBezTo>
                <a:cubicBezTo>
                  <a:pt x="203987" y="12431"/>
                  <a:pt x="204101" y="12773"/>
                  <a:pt x="204101" y="13153"/>
                </a:cubicBezTo>
                <a:lnTo>
                  <a:pt x="204101" y="24471"/>
                </a:lnTo>
                <a:lnTo>
                  <a:pt x="215090" y="24471"/>
                </a:lnTo>
                <a:cubicBezTo>
                  <a:pt x="215468" y="24471"/>
                  <a:pt x="215798" y="24566"/>
                  <a:pt x="216081" y="24754"/>
                </a:cubicBezTo>
                <a:cubicBezTo>
                  <a:pt x="216365" y="24943"/>
                  <a:pt x="216601" y="25255"/>
                  <a:pt x="216789" y="25689"/>
                </a:cubicBezTo>
                <a:cubicBezTo>
                  <a:pt x="216978" y="26123"/>
                  <a:pt x="217120" y="26718"/>
                  <a:pt x="217214" y="27473"/>
                </a:cubicBezTo>
                <a:cubicBezTo>
                  <a:pt x="217309" y="28229"/>
                  <a:pt x="217356" y="29154"/>
                  <a:pt x="217356" y="30249"/>
                </a:cubicBezTo>
                <a:cubicBezTo>
                  <a:pt x="217356" y="32326"/>
                  <a:pt x="217167" y="33808"/>
                  <a:pt x="216789" y="34696"/>
                </a:cubicBezTo>
                <a:cubicBezTo>
                  <a:pt x="216412" y="35583"/>
                  <a:pt x="215864" y="36027"/>
                  <a:pt x="215147" y="36027"/>
                </a:cubicBezTo>
                <a:lnTo>
                  <a:pt x="204101" y="36027"/>
                </a:lnTo>
                <a:lnTo>
                  <a:pt x="204101" y="59719"/>
                </a:lnTo>
                <a:cubicBezTo>
                  <a:pt x="204101" y="62471"/>
                  <a:pt x="204535" y="64536"/>
                  <a:pt x="205404" y="65912"/>
                </a:cubicBezTo>
                <a:cubicBezTo>
                  <a:pt x="206272" y="67288"/>
                  <a:pt x="207820" y="67976"/>
                  <a:pt x="210049" y="67976"/>
                </a:cubicBezTo>
                <a:cubicBezTo>
                  <a:pt x="210804" y="67976"/>
                  <a:pt x="211484" y="67910"/>
                  <a:pt x="212088" y="67777"/>
                </a:cubicBezTo>
                <a:cubicBezTo>
                  <a:pt x="212692" y="67645"/>
                  <a:pt x="213230" y="67494"/>
                  <a:pt x="213702" y="67324"/>
                </a:cubicBezTo>
                <a:cubicBezTo>
                  <a:pt x="214174" y="67154"/>
                  <a:pt x="214571" y="67003"/>
                  <a:pt x="214892" y="66871"/>
                </a:cubicBezTo>
                <a:cubicBezTo>
                  <a:pt x="215213" y="66739"/>
                  <a:pt x="215505" y="66673"/>
                  <a:pt x="215770" y="66673"/>
                </a:cubicBezTo>
                <a:cubicBezTo>
                  <a:pt x="215996" y="66673"/>
                  <a:pt x="216214" y="66739"/>
                  <a:pt x="216421" y="66871"/>
                </a:cubicBezTo>
                <a:cubicBezTo>
                  <a:pt x="216629" y="67003"/>
                  <a:pt x="216789" y="67268"/>
                  <a:pt x="216903" y="67666"/>
                </a:cubicBezTo>
                <a:cubicBezTo>
                  <a:pt x="217016" y="68062"/>
                  <a:pt x="217120" y="68602"/>
                  <a:pt x="217214" y="69286"/>
                </a:cubicBezTo>
                <a:cubicBezTo>
                  <a:pt x="217309" y="69968"/>
                  <a:pt x="217356" y="70840"/>
                  <a:pt x="217356" y="71902"/>
                </a:cubicBezTo>
                <a:close/>
                <a:moveTo>
                  <a:pt x="273034" y="50180"/>
                </a:moveTo>
                <a:cubicBezTo>
                  <a:pt x="273034" y="51921"/>
                  <a:pt x="272647" y="53207"/>
                  <a:pt x="271873" y="54039"/>
                </a:cubicBezTo>
                <a:cubicBezTo>
                  <a:pt x="271098" y="54871"/>
                  <a:pt x="270032" y="55287"/>
                  <a:pt x="268672" y="55287"/>
                </a:cubicBezTo>
                <a:lnTo>
                  <a:pt x="237913" y="55287"/>
                </a:lnTo>
                <a:cubicBezTo>
                  <a:pt x="237913" y="57448"/>
                  <a:pt x="238168" y="59410"/>
                  <a:pt x="238678" y="61173"/>
                </a:cubicBezTo>
                <a:cubicBezTo>
                  <a:pt x="239188" y="62936"/>
                  <a:pt x="240000" y="64434"/>
                  <a:pt x="241114" y="65667"/>
                </a:cubicBezTo>
                <a:cubicBezTo>
                  <a:pt x="242228" y="66899"/>
                  <a:pt x="243663" y="67838"/>
                  <a:pt x="245419" y="68482"/>
                </a:cubicBezTo>
                <a:cubicBezTo>
                  <a:pt x="247175" y="69126"/>
                  <a:pt x="249280" y="69448"/>
                  <a:pt x="251735" y="69448"/>
                </a:cubicBezTo>
                <a:cubicBezTo>
                  <a:pt x="254227" y="69448"/>
                  <a:pt x="256418" y="69266"/>
                  <a:pt x="258306" y="68901"/>
                </a:cubicBezTo>
                <a:cubicBezTo>
                  <a:pt x="260194" y="68537"/>
                  <a:pt x="261827" y="68134"/>
                  <a:pt x="263206" y="67692"/>
                </a:cubicBezTo>
                <a:cubicBezTo>
                  <a:pt x="264584" y="67251"/>
                  <a:pt x="265726" y="66848"/>
                  <a:pt x="266633" y="66483"/>
                </a:cubicBezTo>
                <a:cubicBezTo>
                  <a:pt x="267539" y="66119"/>
                  <a:pt x="268276" y="65936"/>
                  <a:pt x="268842" y="65936"/>
                </a:cubicBezTo>
                <a:cubicBezTo>
                  <a:pt x="269182" y="65936"/>
                  <a:pt x="269465" y="66003"/>
                  <a:pt x="269692" y="66136"/>
                </a:cubicBezTo>
                <a:cubicBezTo>
                  <a:pt x="269918" y="66269"/>
                  <a:pt x="270107" y="66506"/>
                  <a:pt x="270258" y="66848"/>
                </a:cubicBezTo>
                <a:cubicBezTo>
                  <a:pt x="270409" y="67189"/>
                  <a:pt x="270513" y="67673"/>
                  <a:pt x="270570" y="68300"/>
                </a:cubicBezTo>
                <a:cubicBezTo>
                  <a:pt x="270626" y="68926"/>
                  <a:pt x="270655" y="69714"/>
                  <a:pt x="270655" y="70663"/>
                </a:cubicBezTo>
                <a:cubicBezTo>
                  <a:pt x="270655" y="71498"/>
                  <a:pt x="270636" y="72211"/>
                  <a:pt x="270598" y="72799"/>
                </a:cubicBezTo>
                <a:cubicBezTo>
                  <a:pt x="270560" y="73387"/>
                  <a:pt x="270504" y="73890"/>
                  <a:pt x="270428" y="74308"/>
                </a:cubicBezTo>
                <a:cubicBezTo>
                  <a:pt x="270353" y="74725"/>
                  <a:pt x="270239" y="75077"/>
                  <a:pt x="270088" y="75363"/>
                </a:cubicBezTo>
                <a:cubicBezTo>
                  <a:pt x="269937" y="75647"/>
                  <a:pt x="269739" y="75922"/>
                  <a:pt x="269493" y="76188"/>
                </a:cubicBezTo>
                <a:cubicBezTo>
                  <a:pt x="269248" y="76453"/>
                  <a:pt x="268578" y="76812"/>
                  <a:pt x="267482" y="77266"/>
                </a:cubicBezTo>
                <a:cubicBezTo>
                  <a:pt x="266387" y="77719"/>
                  <a:pt x="264990" y="78163"/>
                  <a:pt x="263291" y="78597"/>
                </a:cubicBezTo>
                <a:cubicBezTo>
                  <a:pt x="261591" y="79031"/>
                  <a:pt x="259646" y="79409"/>
                  <a:pt x="257456" y="79730"/>
                </a:cubicBezTo>
                <a:cubicBezTo>
                  <a:pt x="255266" y="80051"/>
                  <a:pt x="252924" y="80211"/>
                  <a:pt x="250432" y="80211"/>
                </a:cubicBezTo>
                <a:cubicBezTo>
                  <a:pt x="245938" y="80211"/>
                  <a:pt x="242001" y="79644"/>
                  <a:pt x="238621" y="78508"/>
                </a:cubicBezTo>
                <a:cubicBezTo>
                  <a:pt x="235241" y="77373"/>
                  <a:pt x="232418" y="75651"/>
                  <a:pt x="230153" y="73343"/>
                </a:cubicBezTo>
                <a:cubicBezTo>
                  <a:pt x="227887" y="71035"/>
                  <a:pt x="226197" y="68121"/>
                  <a:pt x="225083" y="64603"/>
                </a:cubicBezTo>
                <a:cubicBezTo>
                  <a:pt x="223969" y="61084"/>
                  <a:pt x="223412" y="56960"/>
                  <a:pt x="223412" y="52230"/>
                </a:cubicBezTo>
                <a:cubicBezTo>
                  <a:pt x="223412" y="47726"/>
                  <a:pt x="223997" y="43668"/>
                  <a:pt x="225168" y="40054"/>
                </a:cubicBezTo>
                <a:cubicBezTo>
                  <a:pt x="226338" y="36441"/>
                  <a:pt x="228038" y="33376"/>
                  <a:pt x="230266" y="30860"/>
                </a:cubicBezTo>
                <a:cubicBezTo>
                  <a:pt x="232494" y="28343"/>
                  <a:pt x="235203" y="26422"/>
                  <a:pt x="238395" y="25098"/>
                </a:cubicBezTo>
                <a:cubicBezTo>
                  <a:pt x="241586" y="23774"/>
                  <a:pt x="245183" y="23112"/>
                  <a:pt x="249186" y="23112"/>
                </a:cubicBezTo>
                <a:cubicBezTo>
                  <a:pt x="253415" y="23112"/>
                  <a:pt x="257031" y="23736"/>
                  <a:pt x="260033" y="24985"/>
                </a:cubicBezTo>
                <a:cubicBezTo>
                  <a:pt x="263036" y="26233"/>
                  <a:pt x="265500" y="27964"/>
                  <a:pt x="267426" y="30177"/>
                </a:cubicBezTo>
                <a:cubicBezTo>
                  <a:pt x="269352" y="32389"/>
                  <a:pt x="270768" y="35009"/>
                  <a:pt x="271674" y="38036"/>
                </a:cubicBezTo>
                <a:cubicBezTo>
                  <a:pt x="272581" y="41062"/>
                  <a:pt x="273034" y="44354"/>
                  <a:pt x="273034" y="47910"/>
                </a:cubicBezTo>
                <a:lnTo>
                  <a:pt x="273034" y="50180"/>
                </a:lnTo>
                <a:moveTo>
                  <a:pt x="259212" y="46110"/>
                </a:moveTo>
                <a:cubicBezTo>
                  <a:pt x="259325" y="42089"/>
                  <a:pt x="258523" y="38932"/>
                  <a:pt x="256805" y="36638"/>
                </a:cubicBezTo>
                <a:cubicBezTo>
                  <a:pt x="255086" y="34342"/>
                  <a:pt x="252433" y="33195"/>
                  <a:pt x="248846" y="33195"/>
                </a:cubicBezTo>
                <a:cubicBezTo>
                  <a:pt x="247033" y="33195"/>
                  <a:pt x="245456" y="33536"/>
                  <a:pt x="244116" y="34220"/>
                </a:cubicBezTo>
                <a:cubicBezTo>
                  <a:pt x="242775" y="34902"/>
                  <a:pt x="241661" y="35822"/>
                  <a:pt x="240774" y="36979"/>
                </a:cubicBezTo>
                <a:cubicBezTo>
                  <a:pt x="239886" y="38136"/>
                  <a:pt x="239206" y="39501"/>
                  <a:pt x="238734" y="41076"/>
                </a:cubicBezTo>
                <a:cubicBezTo>
                  <a:pt x="238262" y="42649"/>
                  <a:pt x="237989" y="44327"/>
                  <a:pt x="237913" y="46110"/>
                </a:cubicBezTo>
                <a:lnTo>
                  <a:pt x="259212" y="46110"/>
                </a:lnTo>
                <a:close/>
                <a:moveTo>
                  <a:pt x="326523" y="75906"/>
                </a:moveTo>
                <a:cubicBezTo>
                  <a:pt x="326826" y="76548"/>
                  <a:pt x="326967" y="77077"/>
                  <a:pt x="326948" y="77492"/>
                </a:cubicBezTo>
                <a:cubicBezTo>
                  <a:pt x="326929" y="77908"/>
                  <a:pt x="326656" y="78248"/>
                  <a:pt x="326127" y="78512"/>
                </a:cubicBezTo>
                <a:cubicBezTo>
                  <a:pt x="325598" y="78776"/>
                  <a:pt x="324786" y="78956"/>
                  <a:pt x="323691" y="79050"/>
                </a:cubicBezTo>
                <a:cubicBezTo>
                  <a:pt x="322596" y="79144"/>
                  <a:pt x="321142" y="79192"/>
                  <a:pt x="319329" y="79192"/>
                </a:cubicBezTo>
                <a:cubicBezTo>
                  <a:pt x="317630" y="79192"/>
                  <a:pt x="316261" y="79163"/>
                  <a:pt x="315222" y="79107"/>
                </a:cubicBezTo>
                <a:cubicBezTo>
                  <a:pt x="314184" y="79050"/>
                  <a:pt x="313372" y="78937"/>
                  <a:pt x="312787" y="78767"/>
                </a:cubicBezTo>
                <a:cubicBezTo>
                  <a:pt x="312201" y="78597"/>
                  <a:pt x="311767" y="78389"/>
                  <a:pt x="311484" y="78144"/>
                </a:cubicBezTo>
                <a:cubicBezTo>
                  <a:pt x="311201" y="77898"/>
                  <a:pt x="310983" y="77587"/>
                  <a:pt x="310832" y="77209"/>
                </a:cubicBezTo>
                <a:lnTo>
                  <a:pt x="301486" y="59252"/>
                </a:lnTo>
                <a:lnTo>
                  <a:pt x="292139" y="77209"/>
                </a:lnTo>
                <a:cubicBezTo>
                  <a:pt x="291988" y="77587"/>
                  <a:pt x="291780" y="77898"/>
                  <a:pt x="291516" y="78144"/>
                </a:cubicBezTo>
                <a:cubicBezTo>
                  <a:pt x="291252" y="78389"/>
                  <a:pt x="290846" y="78597"/>
                  <a:pt x="290298" y="78767"/>
                </a:cubicBezTo>
                <a:cubicBezTo>
                  <a:pt x="289751" y="78937"/>
                  <a:pt x="288986" y="79050"/>
                  <a:pt x="288004" y="79107"/>
                </a:cubicBezTo>
                <a:cubicBezTo>
                  <a:pt x="287022" y="79163"/>
                  <a:pt x="285738" y="79192"/>
                  <a:pt x="284152" y="79192"/>
                </a:cubicBezTo>
                <a:cubicBezTo>
                  <a:pt x="282490" y="79192"/>
                  <a:pt x="281169" y="79144"/>
                  <a:pt x="280187" y="79050"/>
                </a:cubicBezTo>
                <a:cubicBezTo>
                  <a:pt x="279205" y="78956"/>
                  <a:pt x="278487" y="78776"/>
                  <a:pt x="278034" y="78512"/>
                </a:cubicBezTo>
                <a:cubicBezTo>
                  <a:pt x="277581" y="78248"/>
                  <a:pt x="277345" y="77908"/>
                  <a:pt x="277326" y="77492"/>
                </a:cubicBezTo>
                <a:cubicBezTo>
                  <a:pt x="277307" y="77077"/>
                  <a:pt x="277468" y="76548"/>
                  <a:pt x="277808" y="75906"/>
                </a:cubicBezTo>
                <a:lnTo>
                  <a:pt x="291799" y="51038"/>
                </a:lnTo>
                <a:lnTo>
                  <a:pt x="278884" y="27700"/>
                </a:lnTo>
                <a:cubicBezTo>
                  <a:pt x="278544" y="27020"/>
                  <a:pt x="278365" y="26444"/>
                  <a:pt x="278346" y="25972"/>
                </a:cubicBezTo>
                <a:cubicBezTo>
                  <a:pt x="278327" y="25500"/>
                  <a:pt x="278563" y="25132"/>
                  <a:pt x="279054" y="24868"/>
                </a:cubicBezTo>
                <a:cubicBezTo>
                  <a:pt x="279545" y="24603"/>
                  <a:pt x="280328" y="24415"/>
                  <a:pt x="281405" y="24301"/>
                </a:cubicBezTo>
                <a:cubicBezTo>
                  <a:pt x="282481" y="24188"/>
                  <a:pt x="283944" y="24131"/>
                  <a:pt x="285795" y="24131"/>
                </a:cubicBezTo>
                <a:cubicBezTo>
                  <a:pt x="287456" y="24131"/>
                  <a:pt x="288788" y="24160"/>
                  <a:pt x="289788" y="24216"/>
                </a:cubicBezTo>
                <a:cubicBezTo>
                  <a:pt x="290789" y="24273"/>
                  <a:pt x="291573" y="24358"/>
                  <a:pt x="292139" y="24471"/>
                </a:cubicBezTo>
                <a:cubicBezTo>
                  <a:pt x="292706" y="24585"/>
                  <a:pt x="293121" y="24764"/>
                  <a:pt x="293385" y="25009"/>
                </a:cubicBezTo>
                <a:cubicBezTo>
                  <a:pt x="293650" y="25255"/>
                  <a:pt x="293876" y="25566"/>
                  <a:pt x="294065" y="25944"/>
                </a:cubicBezTo>
                <a:lnTo>
                  <a:pt x="303072" y="42825"/>
                </a:lnTo>
                <a:lnTo>
                  <a:pt x="312022" y="25944"/>
                </a:lnTo>
                <a:cubicBezTo>
                  <a:pt x="312135" y="25642"/>
                  <a:pt x="312305" y="25378"/>
                  <a:pt x="312532" y="25151"/>
                </a:cubicBezTo>
                <a:cubicBezTo>
                  <a:pt x="312758" y="24924"/>
                  <a:pt x="313117" y="24736"/>
                  <a:pt x="313608" y="24585"/>
                </a:cubicBezTo>
                <a:cubicBezTo>
                  <a:pt x="314099" y="24433"/>
                  <a:pt x="314769" y="24320"/>
                  <a:pt x="315619" y="24245"/>
                </a:cubicBezTo>
                <a:cubicBezTo>
                  <a:pt x="316469" y="24169"/>
                  <a:pt x="317630" y="24131"/>
                  <a:pt x="319103" y="24131"/>
                </a:cubicBezTo>
                <a:cubicBezTo>
                  <a:pt x="320764" y="24131"/>
                  <a:pt x="322096" y="24169"/>
                  <a:pt x="323096" y="24245"/>
                </a:cubicBezTo>
                <a:cubicBezTo>
                  <a:pt x="324097" y="24320"/>
                  <a:pt x="324815" y="24490"/>
                  <a:pt x="325249" y="24754"/>
                </a:cubicBezTo>
                <a:cubicBezTo>
                  <a:pt x="325683" y="25019"/>
                  <a:pt x="325891" y="25387"/>
                  <a:pt x="325872" y="25859"/>
                </a:cubicBezTo>
                <a:cubicBezTo>
                  <a:pt x="325853" y="26331"/>
                  <a:pt x="325636" y="26945"/>
                  <a:pt x="325221" y="27700"/>
                </a:cubicBezTo>
                <a:lnTo>
                  <a:pt x="312645" y="50642"/>
                </a:lnTo>
                <a:lnTo>
                  <a:pt x="326523" y="75906"/>
                </a:lnTo>
                <a:close/>
                <a:moveTo>
                  <a:pt x="366025" y="71902"/>
                </a:moveTo>
                <a:cubicBezTo>
                  <a:pt x="366025" y="73572"/>
                  <a:pt x="365921" y="74853"/>
                  <a:pt x="365713" y="75745"/>
                </a:cubicBezTo>
                <a:cubicBezTo>
                  <a:pt x="365506" y="76636"/>
                  <a:pt x="365232" y="77262"/>
                  <a:pt x="364892" y="77623"/>
                </a:cubicBezTo>
                <a:cubicBezTo>
                  <a:pt x="364552" y="77983"/>
                  <a:pt x="364052" y="78305"/>
                  <a:pt x="363391" y="78590"/>
                </a:cubicBezTo>
                <a:cubicBezTo>
                  <a:pt x="362730" y="78874"/>
                  <a:pt x="361956" y="79121"/>
                  <a:pt x="361068" y="79330"/>
                </a:cubicBezTo>
                <a:cubicBezTo>
                  <a:pt x="360181" y="79539"/>
                  <a:pt x="359218" y="79700"/>
                  <a:pt x="358179" y="79813"/>
                </a:cubicBezTo>
                <a:cubicBezTo>
                  <a:pt x="357141" y="79927"/>
                  <a:pt x="356093" y="79985"/>
                  <a:pt x="355035" y="79985"/>
                </a:cubicBezTo>
                <a:cubicBezTo>
                  <a:pt x="352203" y="79985"/>
                  <a:pt x="349748" y="79626"/>
                  <a:pt x="347671" y="78908"/>
                </a:cubicBezTo>
                <a:cubicBezTo>
                  <a:pt x="345594" y="78191"/>
                  <a:pt x="343876" y="77086"/>
                  <a:pt x="342517" y="75595"/>
                </a:cubicBezTo>
                <a:cubicBezTo>
                  <a:pt x="341157" y="74103"/>
                  <a:pt x="340156" y="72224"/>
                  <a:pt x="339514" y="69958"/>
                </a:cubicBezTo>
                <a:cubicBezTo>
                  <a:pt x="338872" y="67692"/>
                  <a:pt x="338551" y="65011"/>
                  <a:pt x="338551" y="61914"/>
                </a:cubicBezTo>
                <a:lnTo>
                  <a:pt x="338551" y="36027"/>
                </a:lnTo>
                <a:lnTo>
                  <a:pt x="332490" y="36027"/>
                </a:lnTo>
                <a:cubicBezTo>
                  <a:pt x="331773" y="36027"/>
                  <a:pt x="331225" y="35583"/>
                  <a:pt x="330847" y="34696"/>
                </a:cubicBezTo>
                <a:cubicBezTo>
                  <a:pt x="330470" y="33808"/>
                  <a:pt x="330281" y="32326"/>
                  <a:pt x="330281" y="30249"/>
                </a:cubicBezTo>
                <a:cubicBezTo>
                  <a:pt x="330281" y="29154"/>
                  <a:pt x="330328" y="28229"/>
                  <a:pt x="330423" y="27473"/>
                </a:cubicBezTo>
                <a:cubicBezTo>
                  <a:pt x="330517" y="26718"/>
                  <a:pt x="330659" y="26123"/>
                  <a:pt x="330847" y="25689"/>
                </a:cubicBezTo>
                <a:cubicBezTo>
                  <a:pt x="331036" y="25255"/>
                  <a:pt x="331272" y="24943"/>
                  <a:pt x="331555" y="24754"/>
                </a:cubicBezTo>
                <a:cubicBezTo>
                  <a:pt x="331839" y="24566"/>
                  <a:pt x="332169" y="24471"/>
                  <a:pt x="332547" y="24471"/>
                </a:cubicBezTo>
                <a:lnTo>
                  <a:pt x="338551" y="24471"/>
                </a:lnTo>
                <a:lnTo>
                  <a:pt x="338551" y="13153"/>
                </a:lnTo>
                <a:cubicBezTo>
                  <a:pt x="338551" y="12773"/>
                  <a:pt x="338655" y="12431"/>
                  <a:pt x="338863" y="12128"/>
                </a:cubicBezTo>
                <a:cubicBezTo>
                  <a:pt x="339071" y="11824"/>
                  <a:pt x="339448" y="11569"/>
                  <a:pt x="339996" y="11361"/>
                </a:cubicBezTo>
                <a:cubicBezTo>
                  <a:pt x="340543" y="11152"/>
                  <a:pt x="341280" y="11001"/>
                  <a:pt x="342205" y="10906"/>
                </a:cubicBezTo>
                <a:cubicBezTo>
                  <a:pt x="343130" y="10811"/>
                  <a:pt x="344273" y="10763"/>
                  <a:pt x="345632" y="10763"/>
                </a:cubicBezTo>
                <a:cubicBezTo>
                  <a:pt x="347029" y="10763"/>
                  <a:pt x="348191" y="10811"/>
                  <a:pt x="349116" y="10906"/>
                </a:cubicBezTo>
                <a:cubicBezTo>
                  <a:pt x="350041" y="11001"/>
                  <a:pt x="350768" y="11152"/>
                  <a:pt x="351297" y="11361"/>
                </a:cubicBezTo>
                <a:cubicBezTo>
                  <a:pt x="351825" y="11569"/>
                  <a:pt x="352203" y="11824"/>
                  <a:pt x="352430" y="12128"/>
                </a:cubicBezTo>
                <a:cubicBezTo>
                  <a:pt x="352656" y="12431"/>
                  <a:pt x="352770" y="12773"/>
                  <a:pt x="352770" y="13153"/>
                </a:cubicBezTo>
                <a:lnTo>
                  <a:pt x="352770" y="24471"/>
                </a:lnTo>
                <a:lnTo>
                  <a:pt x="363759" y="24471"/>
                </a:lnTo>
                <a:cubicBezTo>
                  <a:pt x="364137" y="24471"/>
                  <a:pt x="364467" y="24566"/>
                  <a:pt x="364750" y="24754"/>
                </a:cubicBezTo>
                <a:cubicBezTo>
                  <a:pt x="365033" y="24943"/>
                  <a:pt x="365269" y="25255"/>
                  <a:pt x="365458" y="25689"/>
                </a:cubicBezTo>
                <a:cubicBezTo>
                  <a:pt x="365647" y="26123"/>
                  <a:pt x="365789" y="26718"/>
                  <a:pt x="365883" y="27473"/>
                </a:cubicBezTo>
                <a:cubicBezTo>
                  <a:pt x="365978" y="28229"/>
                  <a:pt x="366025" y="29154"/>
                  <a:pt x="366025" y="30249"/>
                </a:cubicBezTo>
                <a:cubicBezTo>
                  <a:pt x="366025" y="32326"/>
                  <a:pt x="365836" y="33808"/>
                  <a:pt x="365458" y="34696"/>
                </a:cubicBezTo>
                <a:cubicBezTo>
                  <a:pt x="365081" y="35583"/>
                  <a:pt x="364533" y="36027"/>
                  <a:pt x="363816" y="36027"/>
                </a:cubicBezTo>
                <a:lnTo>
                  <a:pt x="352770" y="36027"/>
                </a:lnTo>
                <a:lnTo>
                  <a:pt x="352770" y="59719"/>
                </a:lnTo>
                <a:cubicBezTo>
                  <a:pt x="352770" y="62471"/>
                  <a:pt x="353204" y="64536"/>
                  <a:pt x="354072" y="65912"/>
                </a:cubicBezTo>
                <a:cubicBezTo>
                  <a:pt x="354941" y="67288"/>
                  <a:pt x="356489" y="67976"/>
                  <a:pt x="358717" y="67976"/>
                </a:cubicBezTo>
                <a:cubicBezTo>
                  <a:pt x="359473" y="67976"/>
                  <a:pt x="360152" y="67910"/>
                  <a:pt x="360757" y="67777"/>
                </a:cubicBezTo>
                <a:cubicBezTo>
                  <a:pt x="361361" y="67645"/>
                  <a:pt x="361899" y="67494"/>
                  <a:pt x="362371" y="67324"/>
                </a:cubicBezTo>
                <a:cubicBezTo>
                  <a:pt x="362843" y="67154"/>
                  <a:pt x="363240" y="67003"/>
                  <a:pt x="363561" y="66871"/>
                </a:cubicBezTo>
                <a:cubicBezTo>
                  <a:pt x="363882" y="66739"/>
                  <a:pt x="364174" y="66673"/>
                  <a:pt x="364439" y="66673"/>
                </a:cubicBezTo>
                <a:cubicBezTo>
                  <a:pt x="364665" y="66673"/>
                  <a:pt x="364882" y="66739"/>
                  <a:pt x="365090" y="66871"/>
                </a:cubicBezTo>
                <a:cubicBezTo>
                  <a:pt x="365298" y="67003"/>
                  <a:pt x="365458" y="67268"/>
                  <a:pt x="365572" y="67666"/>
                </a:cubicBezTo>
                <a:cubicBezTo>
                  <a:pt x="365685" y="68062"/>
                  <a:pt x="365789" y="68602"/>
                  <a:pt x="365883" y="69286"/>
                </a:cubicBezTo>
                <a:cubicBezTo>
                  <a:pt x="365978" y="69968"/>
                  <a:pt x="366025" y="70840"/>
                  <a:pt x="366025" y="71902"/>
                </a:cubicBezTo>
                <a:close/>
                <a:moveTo>
                  <a:pt x="401490" y="50302"/>
                </a:moveTo>
                <a:cubicBezTo>
                  <a:pt x="401490" y="52492"/>
                  <a:pt x="401282" y="54022"/>
                  <a:pt x="400867" y="54890"/>
                </a:cubicBezTo>
                <a:cubicBezTo>
                  <a:pt x="400451" y="55759"/>
                  <a:pt x="399791" y="56193"/>
                  <a:pt x="398884" y="56193"/>
                </a:cubicBezTo>
                <a:lnTo>
                  <a:pt x="375319" y="56193"/>
                </a:lnTo>
                <a:cubicBezTo>
                  <a:pt x="374375" y="56193"/>
                  <a:pt x="373695" y="55749"/>
                  <a:pt x="373280" y="54862"/>
                </a:cubicBezTo>
                <a:cubicBezTo>
                  <a:pt x="372865" y="53975"/>
                  <a:pt x="372657" y="52455"/>
                  <a:pt x="372657" y="50302"/>
                </a:cubicBezTo>
                <a:cubicBezTo>
                  <a:pt x="372657" y="48187"/>
                  <a:pt x="372865" y="46695"/>
                  <a:pt x="373280" y="45827"/>
                </a:cubicBezTo>
                <a:cubicBezTo>
                  <a:pt x="373695" y="44958"/>
                  <a:pt x="374375" y="44524"/>
                  <a:pt x="375319" y="44524"/>
                </a:cubicBezTo>
                <a:lnTo>
                  <a:pt x="398884" y="44524"/>
                </a:lnTo>
                <a:cubicBezTo>
                  <a:pt x="399337" y="44524"/>
                  <a:pt x="399724" y="44618"/>
                  <a:pt x="400045" y="44807"/>
                </a:cubicBezTo>
                <a:cubicBezTo>
                  <a:pt x="400366" y="44996"/>
                  <a:pt x="400640" y="45317"/>
                  <a:pt x="400867" y="45770"/>
                </a:cubicBezTo>
                <a:cubicBezTo>
                  <a:pt x="401093" y="46223"/>
                  <a:pt x="401254" y="46828"/>
                  <a:pt x="401348" y="47583"/>
                </a:cubicBezTo>
                <a:cubicBezTo>
                  <a:pt x="401443" y="48338"/>
                  <a:pt x="401490" y="49245"/>
                  <a:pt x="401490" y="50302"/>
                </a:cubicBezTo>
                <a:close/>
                <a:moveTo>
                  <a:pt x="458512" y="50180"/>
                </a:moveTo>
                <a:cubicBezTo>
                  <a:pt x="458512" y="51921"/>
                  <a:pt x="458125" y="53207"/>
                  <a:pt x="457351" y="54039"/>
                </a:cubicBezTo>
                <a:cubicBezTo>
                  <a:pt x="456577" y="54871"/>
                  <a:pt x="455510" y="55287"/>
                  <a:pt x="454150" y="55287"/>
                </a:cubicBezTo>
                <a:lnTo>
                  <a:pt x="423391" y="55287"/>
                </a:lnTo>
                <a:cubicBezTo>
                  <a:pt x="423391" y="57448"/>
                  <a:pt x="423646" y="59410"/>
                  <a:pt x="424156" y="61173"/>
                </a:cubicBezTo>
                <a:cubicBezTo>
                  <a:pt x="424666" y="62936"/>
                  <a:pt x="425478" y="64434"/>
                  <a:pt x="426592" y="65667"/>
                </a:cubicBezTo>
                <a:cubicBezTo>
                  <a:pt x="427706" y="66899"/>
                  <a:pt x="429141" y="67838"/>
                  <a:pt x="430897" y="68482"/>
                </a:cubicBezTo>
                <a:cubicBezTo>
                  <a:pt x="432653" y="69126"/>
                  <a:pt x="434758" y="69448"/>
                  <a:pt x="437213" y="69448"/>
                </a:cubicBezTo>
                <a:cubicBezTo>
                  <a:pt x="439706" y="69448"/>
                  <a:pt x="441896" y="69266"/>
                  <a:pt x="443784" y="68901"/>
                </a:cubicBezTo>
                <a:cubicBezTo>
                  <a:pt x="445672" y="68537"/>
                  <a:pt x="447306" y="68134"/>
                  <a:pt x="448684" y="67692"/>
                </a:cubicBezTo>
                <a:cubicBezTo>
                  <a:pt x="450062" y="67251"/>
                  <a:pt x="451205" y="66848"/>
                  <a:pt x="452111" y="66483"/>
                </a:cubicBezTo>
                <a:cubicBezTo>
                  <a:pt x="453017" y="66119"/>
                  <a:pt x="453754" y="65936"/>
                  <a:pt x="454320" y="65936"/>
                </a:cubicBezTo>
                <a:cubicBezTo>
                  <a:pt x="454660" y="65936"/>
                  <a:pt x="454943" y="66003"/>
                  <a:pt x="455170" y="66136"/>
                </a:cubicBezTo>
                <a:cubicBezTo>
                  <a:pt x="455397" y="66269"/>
                  <a:pt x="455585" y="66506"/>
                  <a:pt x="455736" y="66848"/>
                </a:cubicBezTo>
                <a:cubicBezTo>
                  <a:pt x="455888" y="67189"/>
                  <a:pt x="455991" y="67673"/>
                  <a:pt x="456048" y="68300"/>
                </a:cubicBezTo>
                <a:cubicBezTo>
                  <a:pt x="456105" y="68926"/>
                  <a:pt x="456133" y="69714"/>
                  <a:pt x="456133" y="70663"/>
                </a:cubicBezTo>
                <a:cubicBezTo>
                  <a:pt x="456133" y="71498"/>
                  <a:pt x="456114" y="72211"/>
                  <a:pt x="456076" y="72799"/>
                </a:cubicBezTo>
                <a:cubicBezTo>
                  <a:pt x="456039" y="73387"/>
                  <a:pt x="455982" y="73890"/>
                  <a:pt x="455906" y="74308"/>
                </a:cubicBezTo>
                <a:cubicBezTo>
                  <a:pt x="455831" y="74725"/>
                  <a:pt x="455718" y="75077"/>
                  <a:pt x="455567" y="75363"/>
                </a:cubicBezTo>
                <a:cubicBezTo>
                  <a:pt x="455415" y="75647"/>
                  <a:pt x="455217" y="75922"/>
                  <a:pt x="454972" y="76188"/>
                </a:cubicBezTo>
                <a:cubicBezTo>
                  <a:pt x="454726" y="76453"/>
                  <a:pt x="454056" y="76812"/>
                  <a:pt x="452961" y="77266"/>
                </a:cubicBezTo>
                <a:cubicBezTo>
                  <a:pt x="451866" y="77719"/>
                  <a:pt x="450468" y="78163"/>
                  <a:pt x="448769" y="78597"/>
                </a:cubicBezTo>
                <a:cubicBezTo>
                  <a:pt x="447070" y="79031"/>
                  <a:pt x="445125" y="79409"/>
                  <a:pt x="442934" y="79730"/>
                </a:cubicBezTo>
                <a:cubicBezTo>
                  <a:pt x="440744" y="80051"/>
                  <a:pt x="438403" y="80211"/>
                  <a:pt x="435910" y="80211"/>
                </a:cubicBezTo>
                <a:cubicBezTo>
                  <a:pt x="431416" y="80211"/>
                  <a:pt x="427479" y="79644"/>
                  <a:pt x="424099" y="78508"/>
                </a:cubicBezTo>
                <a:cubicBezTo>
                  <a:pt x="420720" y="77373"/>
                  <a:pt x="417897" y="75651"/>
                  <a:pt x="415631" y="73343"/>
                </a:cubicBezTo>
                <a:cubicBezTo>
                  <a:pt x="413365" y="71035"/>
                  <a:pt x="411675" y="68121"/>
                  <a:pt x="410561" y="64603"/>
                </a:cubicBezTo>
                <a:cubicBezTo>
                  <a:pt x="409447" y="61084"/>
                  <a:pt x="408890" y="56960"/>
                  <a:pt x="408890" y="52230"/>
                </a:cubicBezTo>
                <a:cubicBezTo>
                  <a:pt x="408890" y="47726"/>
                  <a:pt x="409475" y="43668"/>
                  <a:pt x="410646" y="40054"/>
                </a:cubicBezTo>
                <a:cubicBezTo>
                  <a:pt x="411817" y="36441"/>
                  <a:pt x="413516" y="33376"/>
                  <a:pt x="415744" y="30860"/>
                </a:cubicBezTo>
                <a:cubicBezTo>
                  <a:pt x="417972" y="28343"/>
                  <a:pt x="420682" y="26422"/>
                  <a:pt x="423873" y="25098"/>
                </a:cubicBezTo>
                <a:cubicBezTo>
                  <a:pt x="427064" y="23774"/>
                  <a:pt x="430661" y="23112"/>
                  <a:pt x="434664" y="23112"/>
                </a:cubicBezTo>
                <a:cubicBezTo>
                  <a:pt x="438894" y="23112"/>
                  <a:pt x="442510" y="23736"/>
                  <a:pt x="445512" y="24985"/>
                </a:cubicBezTo>
                <a:cubicBezTo>
                  <a:pt x="448514" y="26233"/>
                  <a:pt x="450978" y="27964"/>
                  <a:pt x="452904" y="30177"/>
                </a:cubicBezTo>
                <a:cubicBezTo>
                  <a:pt x="454830" y="32389"/>
                  <a:pt x="456246" y="35009"/>
                  <a:pt x="457153" y="38036"/>
                </a:cubicBezTo>
                <a:cubicBezTo>
                  <a:pt x="458059" y="41062"/>
                  <a:pt x="458512" y="44354"/>
                  <a:pt x="458512" y="47910"/>
                </a:cubicBezTo>
                <a:lnTo>
                  <a:pt x="458512" y="50180"/>
                </a:lnTo>
                <a:moveTo>
                  <a:pt x="444690" y="46110"/>
                </a:moveTo>
                <a:cubicBezTo>
                  <a:pt x="444804" y="42089"/>
                  <a:pt x="444001" y="38932"/>
                  <a:pt x="442283" y="36638"/>
                </a:cubicBezTo>
                <a:cubicBezTo>
                  <a:pt x="440565" y="34342"/>
                  <a:pt x="437912" y="33195"/>
                  <a:pt x="434324" y="33195"/>
                </a:cubicBezTo>
                <a:cubicBezTo>
                  <a:pt x="432511" y="33195"/>
                  <a:pt x="430935" y="33536"/>
                  <a:pt x="429594" y="34220"/>
                </a:cubicBezTo>
                <a:cubicBezTo>
                  <a:pt x="428254" y="34902"/>
                  <a:pt x="427139" y="35822"/>
                  <a:pt x="426252" y="36979"/>
                </a:cubicBezTo>
                <a:cubicBezTo>
                  <a:pt x="425365" y="38136"/>
                  <a:pt x="424685" y="39501"/>
                  <a:pt x="424213" y="41076"/>
                </a:cubicBezTo>
                <a:cubicBezTo>
                  <a:pt x="423741" y="42649"/>
                  <a:pt x="423467" y="44327"/>
                  <a:pt x="423391" y="46110"/>
                </a:cubicBezTo>
                <a:lnTo>
                  <a:pt x="444690" y="46110"/>
                </a:lnTo>
                <a:close/>
                <a:moveTo>
                  <a:pt x="518452" y="76924"/>
                </a:moveTo>
                <a:cubicBezTo>
                  <a:pt x="518452" y="77302"/>
                  <a:pt x="518339" y="77633"/>
                  <a:pt x="518112" y="77917"/>
                </a:cubicBezTo>
                <a:cubicBezTo>
                  <a:pt x="517886" y="78200"/>
                  <a:pt x="517508" y="78436"/>
                  <a:pt x="516980" y="78625"/>
                </a:cubicBezTo>
                <a:cubicBezTo>
                  <a:pt x="516451" y="78814"/>
                  <a:pt x="515724" y="78956"/>
                  <a:pt x="514799" y="79050"/>
                </a:cubicBezTo>
                <a:cubicBezTo>
                  <a:pt x="513873" y="79144"/>
                  <a:pt x="512731" y="79192"/>
                  <a:pt x="511372" y="79192"/>
                </a:cubicBezTo>
                <a:cubicBezTo>
                  <a:pt x="509974" y="79192"/>
                  <a:pt x="508813" y="79144"/>
                  <a:pt x="507888" y="79050"/>
                </a:cubicBezTo>
                <a:cubicBezTo>
                  <a:pt x="506963" y="78956"/>
                  <a:pt x="506236" y="78814"/>
                  <a:pt x="505707" y="78625"/>
                </a:cubicBezTo>
                <a:cubicBezTo>
                  <a:pt x="505178" y="78436"/>
                  <a:pt x="504801" y="78200"/>
                  <a:pt x="504574" y="77917"/>
                </a:cubicBezTo>
                <a:cubicBezTo>
                  <a:pt x="504347" y="77634"/>
                  <a:pt x="504234" y="77303"/>
                  <a:pt x="504234" y="76926"/>
                </a:cubicBezTo>
                <a:lnTo>
                  <a:pt x="504234" y="48093"/>
                </a:lnTo>
                <a:cubicBezTo>
                  <a:pt x="504234" y="45638"/>
                  <a:pt x="504055" y="43712"/>
                  <a:pt x="503696" y="42315"/>
                </a:cubicBezTo>
                <a:cubicBezTo>
                  <a:pt x="503337" y="40918"/>
                  <a:pt x="502818" y="39719"/>
                  <a:pt x="502138" y="38718"/>
                </a:cubicBezTo>
                <a:cubicBezTo>
                  <a:pt x="501458" y="37717"/>
                  <a:pt x="500580" y="36943"/>
                  <a:pt x="499504" y="36395"/>
                </a:cubicBezTo>
                <a:cubicBezTo>
                  <a:pt x="498428" y="35848"/>
                  <a:pt x="497172" y="35574"/>
                  <a:pt x="495737" y="35574"/>
                </a:cubicBezTo>
                <a:cubicBezTo>
                  <a:pt x="493924" y="35574"/>
                  <a:pt x="492093" y="36235"/>
                  <a:pt x="490242" y="37557"/>
                </a:cubicBezTo>
                <a:cubicBezTo>
                  <a:pt x="488392" y="38878"/>
                  <a:pt x="486466" y="40804"/>
                  <a:pt x="484465" y="43334"/>
                </a:cubicBezTo>
                <a:lnTo>
                  <a:pt x="484465" y="76926"/>
                </a:lnTo>
                <a:cubicBezTo>
                  <a:pt x="484465" y="77303"/>
                  <a:pt x="484351" y="77634"/>
                  <a:pt x="484125" y="77917"/>
                </a:cubicBezTo>
                <a:cubicBezTo>
                  <a:pt x="483898" y="78200"/>
                  <a:pt x="483511" y="78436"/>
                  <a:pt x="482963" y="78625"/>
                </a:cubicBezTo>
                <a:cubicBezTo>
                  <a:pt x="482416" y="78814"/>
                  <a:pt x="481689" y="78956"/>
                  <a:pt x="480783" y="79050"/>
                </a:cubicBezTo>
                <a:cubicBezTo>
                  <a:pt x="479876" y="79144"/>
                  <a:pt x="478724" y="79192"/>
                  <a:pt x="477327" y="79192"/>
                </a:cubicBezTo>
                <a:cubicBezTo>
                  <a:pt x="475930" y="79192"/>
                  <a:pt x="474778" y="79144"/>
                  <a:pt x="473872" y="79050"/>
                </a:cubicBezTo>
                <a:cubicBezTo>
                  <a:pt x="472965" y="78956"/>
                  <a:pt x="472238" y="78814"/>
                  <a:pt x="471691" y="78625"/>
                </a:cubicBezTo>
                <a:cubicBezTo>
                  <a:pt x="471143" y="78436"/>
                  <a:pt x="470756" y="78200"/>
                  <a:pt x="470530" y="77917"/>
                </a:cubicBezTo>
                <a:cubicBezTo>
                  <a:pt x="470303" y="77634"/>
                  <a:pt x="470190" y="77303"/>
                  <a:pt x="470190" y="76926"/>
                </a:cubicBezTo>
                <a:lnTo>
                  <a:pt x="470190" y="26397"/>
                </a:lnTo>
                <a:cubicBezTo>
                  <a:pt x="470190" y="26020"/>
                  <a:pt x="470284" y="25689"/>
                  <a:pt x="470473" y="25406"/>
                </a:cubicBezTo>
                <a:cubicBezTo>
                  <a:pt x="470662" y="25123"/>
                  <a:pt x="471002" y="24887"/>
                  <a:pt x="471493" y="24698"/>
                </a:cubicBezTo>
                <a:cubicBezTo>
                  <a:pt x="471983" y="24509"/>
                  <a:pt x="472616" y="24367"/>
                  <a:pt x="473390" y="24273"/>
                </a:cubicBezTo>
                <a:cubicBezTo>
                  <a:pt x="474164" y="24179"/>
                  <a:pt x="475137" y="24131"/>
                  <a:pt x="476307" y="24131"/>
                </a:cubicBezTo>
                <a:cubicBezTo>
                  <a:pt x="477516" y="24131"/>
                  <a:pt x="478517" y="24179"/>
                  <a:pt x="479310" y="24273"/>
                </a:cubicBezTo>
                <a:cubicBezTo>
                  <a:pt x="480103" y="24367"/>
                  <a:pt x="480716" y="24509"/>
                  <a:pt x="481151" y="24698"/>
                </a:cubicBezTo>
                <a:cubicBezTo>
                  <a:pt x="481585" y="24887"/>
                  <a:pt x="481897" y="25123"/>
                  <a:pt x="482085" y="25406"/>
                </a:cubicBezTo>
                <a:cubicBezTo>
                  <a:pt x="482274" y="25689"/>
                  <a:pt x="482369" y="26020"/>
                  <a:pt x="482369" y="26397"/>
                </a:cubicBezTo>
                <a:lnTo>
                  <a:pt x="482369" y="32232"/>
                </a:lnTo>
                <a:cubicBezTo>
                  <a:pt x="485163" y="29192"/>
                  <a:pt x="488005" y="26912"/>
                  <a:pt x="490894" y="25392"/>
                </a:cubicBezTo>
                <a:cubicBezTo>
                  <a:pt x="493783" y="23872"/>
                  <a:pt x="496795" y="23112"/>
                  <a:pt x="499929" y="23112"/>
                </a:cubicBezTo>
                <a:cubicBezTo>
                  <a:pt x="503366" y="23112"/>
                  <a:pt x="506264" y="23679"/>
                  <a:pt x="508624" y="24813"/>
                </a:cubicBezTo>
                <a:cubicBezTo>
                  <a:pt x="510984" y="25947"/>
                  <a:pt x="512892" y="27488"/>
                  <a:pt x="514346" y="29435"/>
                </a:cubicBezTo>
                <a:cubicBezTo>
                  <a:pt x="515799" y="31381"/>
                  <a:pt x="516847" y="33659"/>
                  <a:pt x="517489" y="36268"/>
                </a:cubicBezTo>
                <a:cubicBezTo>
                  <a:pt x="518131" y="38876"/>
                  <a:pt x="518452" y="42013"/>
                  <a:pt x="518452" y="45680"/>
                </a:cubicBezTo>
                <a:lnTo>
                  <a:pt x="518452" y="76924"/>
                </a:lnTo>
                <a:close/>
                <a:moveTo>
                  <a:pt x="580983" y="76924"/>
                </a:moveTo>
                <a:cubicBezTo>
                  <a:pt x="580983" y="77302"/>
                  <a:pt x="580869" y="77633"/>
                  <a:pt x="580643" y="77917"/>
                </a:cubicBezTo>
                <a:cubicBezTo>
                  <a:pt x="580416" y="78200"/>
                  <a:pt x="580039" y="78436"/>
                  <a:pt x="579510" y="78625"/>
                </a:cubicBezTo>
                <a:cubicBezTo>
                  <a:pt x="578981" y="78814"/>
                  <a:pt x="578254" y="78956"/>
                  <a:pt x="577329" y="79050"/>
                </a:cubicBezTo>
                <a:cubicBezTo>
                  <a:pt x="576404" y="79144"/>
                  <a:pt x="575261" y="79192"/>
                  <a:pt x="573902" y="79192"/>
                </a:cubicBezTo>
                <a:cubicBezTo>
                  <a:pt x="572505" y="79192"/>
                  <a:pt x="571343" y="79144"/>
                  <a:pt x="570418" y="79050"/>
                </a:cubicBezTo>
                <a:cubicBezTo>
                  <a:pt x="569493" y="78956"/>
                  <a:pt x="568766" y="78814"/>
                  <a:pt x="568237" y="78625"/>
                </a:cubicBezTo>
                <a:cubicBezTo>
                  <a:pt x="567709" y="78436"/>
                  <a:pt x="567331" y="78200"/>
                  <a:pt x="567104" y="77917"/>
                </a:cubicBezTo>
                <a:cubicBezTo>
                  <a:pt x="566878" y="77634"/>
                  <a:pt x="566765" y="77303"/>
                  <a:pt x="566765" y="76926"/>
                </a:cubicBezTo>
                <a:lnTo>
                  <a:pt x="566765" y="48093"/>
                </a:lnTo>
                <a:cubicBezTo>
                  <a:pt x="566765" y="45638"/>
                  <a:pt x="566585" y="43712"/>
                  <a:pt x="566226" y="42315"/>
                </a:cubicBezTo>
                <a:cubicBezTo>
                  <a:pt x="565868" y="40918"/>
                  <a:pt x="565348" y="39719"/>
                  <a:pt x="564669" y="38718"/>
                </a:cubicBezTo>
                <a:cubicBezTo>
                  <a:pt x="563989" y="37717"/>
                  <a:pt x="563111" y="36943"/>
                  <a:pt x="562035" y="36395"/>
                </a:cubicBezTo>
                <a:cubicBezTo>
                  <a:pt x="560958" y="35848"/>
                  <a:pt x="559703" y="35574"/>
                  <a:pt x="558268" y="35574"/>
                </a:cubicBezTo>
                <a:cubicBezTo>
                  <a:pt x="556455" y="35574"/>
                  <a:pt x="554623" y="36235"/>
                  <a:pt x="552773" y="37557"/>
                </a:cubicBezTo>
                <a:cubicBezTo>
                  <a:pt x="550922" y="38878"/>
                  <a:pt x="548996" y="40804"/>
                  <a:pt x="546995" y="43334"/>
                </a:cubicBezTo>
                <a:lnTo>
                  <a:pt x="546995" y="76926"/>
                </a:lnTo>
                <a:cubicBezTo>
                  <a:pt x="546995" y="77303"/>
                  <a:pt x="546882" y="77634"/>
                  <a:pt x="546655" y="77917"/>
                </a:cubicBezTo>
                <a:cubicBezTo>
                  <a:pt x="546428" y="78200"/>
                  <a:pt x="546041" y="78436"/>
                  <a:pt x="545494" y="78625"/>
                </a:cubicBezTo>
                <a:cubicBezTo>
                  <a:pt x="544946" y="78814"/>
                  <a:pt x="544219" y="78956"/>
                  <a:pt x="543313" y="79050"/>
                </a:cubicBezTo>
                <a:cubicBezTo>
                  <a:pt x="542407" y="79144"/>
                  <a:pt x="541255" y="79192"/>
                  <a:pt x="539857" y="79192"/>
                </a:cubicBezTo>
                <a:cubicBezTo>
                  <a:pt x="538460" y="79192"/>
                  <a:pt x="537308" y="79144"/>
                  <a:pt x="536402" y="79050"/>
                </a:cubicBezTo>
                <a:cubicBezTo>
                  <a:pt x="535496" y="78956"/>
                  <a:pt x="534769" y="78814"/>
                  <a:pt x="534221" y="78625"/>
                </a:cubicBezTo>
                <a:cubicBezTo>
                  <a:pt x="533674" y="78436"/>
                  <a:pt x="533287" y="78200"/>
                  <a:pt x="533060" y="77917"/>
                </a:cubicBezTo>
                <a:cubicBezTo>
                  <a:pt x="532833" y="77634"/>
                  <a:pt x="532720" y="77303"/>
                  <a:pt x="532720" y="76926"/>
                </a:cubicBezTo>
                <a:lnTo>
                  <a:pt x="532720" y="2436"/>
                </a:lnTo>
                <a:cubicBezTo>
                  <a:pt x="532720" y="2058"/>
                  <a:pt x="532833" y="1718"/>
                  <a:pt x="533060" y="1416"/>
                </a:cubicBezTo>
                <a:cubicBezTo>
                  <a:pt x="533287" y="1114"/>
                  <a:pt x="533674" y="859"/>
                  <a:pt x="534221" y="651"/>
                </a:cubicBezTo>
                <a:cubicBezTo>
                  <a:pt x="534769" y="444"/>
                  <a:pt x="535496" y="283"/>
                  <a:pt x="536402" y="170"/>
                </a:cubicBezTo>
                <a:cubicBezTo>
                  <a:pt x="537308" y="57"/>
                  <a:pt x="538460" y="0"/>
                  <a:pt x="539857" y="0"/>
                </a:cubicBezTo>
                <a:cubicBezTo>
                  <a:pt x="541255" y="0"/>
                  <a:pt x="542407" y="57"/>
                  <a:pt x="543313" y="170"/>
                </a:cubicBezTo>
                <a:cubicBezTo>
                  <a:pt x="544219" y="283"/>
                  <a:pt x="544946" y="444"/>
                  <a:pt x="545494" y="651"/>
                </a:cubicBezTo>
                <a:cubicBezTo>
                  <a:pt x="546041" y="858"/>
                  <a:pt x="546428" y="1112"/>
                  <a:pt x="546655" y="1414"/>
                </a:cubicBezTo>
                <a:cubicBezTo>
                  <a:pt x="546882" y="1715"/>
                  <a:pt x="546995" y="2055"/>
                  <a:pt x="546995" y="2432"/>
                </a:cubicBezTo>
                <a:lnTo>
                  <a:pt x="546995" y="30313"/>
                </a:lnTo>
                <a:cubicBezTo>
                  <a:pt x="549450" y="27894"/>
                  <a:pt x="551951" y="26089"/>
                  <a:pt x="554501" y="24898"/>
                </a:cubicBezTo>
                <a:cubicBezTo>
                  <a:pt x="557050" y="23707"/>
                  <a:pt x="559703" y="23112"/>
                  <a:pt x="562459" y="23112"/>
                </a:cubicBezTo>
                <a:cubicBezTo>
                  <a:pt x="565896" y="23112"/>
                  <a:pt x="568794" y="23679"/>
                  <a:pt x="571155" y="24813"/>
                </a:cubicBezTo>
                <a:cubicBezTo>
                  <a:pt x="573515" y="25947"/>
                  <a:pt x="575422" y="27497"/>
                  <a:pt x="576876" y="29463"/>
                </a:cubicBezTo>
                <a:cubicBezTo>
                  <a:pt x="578330" y="31428"/>
                  <a:pt x="579378" y="33725"/>
                  <a:pt x="580020" y="36353"/>
                </a:cubicBezTo>
                <a:cubicBezTo>
                  <a:pt x="580662" y="38980"/>
                  <a:pt x="580983" y="42164"/>
                  <a:pt x="580983" y="45907"/>
                </a:cubicBezTo>
                <a:lnTo>
                  <a:pt x="580983" y="76924"/>
                </a:lnTo>
                <a:close/>
                <a:moveTo>
                  <a:pt x="638302" y="77094"/>
                </a:moveTo>
                <a:cubicBezTo>
                  <a:pt x="638302" y="77623"/>
                  <a:pt x="638113" y="78039"/>
                  <a:pt x="637736" y="78342"/>
                </a:cubicBezTo>
                <a:cubicBezTo>
                  <a:pt x="637358" y="78644"/>
                  <a:pt x="636763" y="78861"/>
                  <a:pt x="635951" y="78993"/>
                </a:cubicBezTo>
                <a:cubicBezTo>
                  <a:pt x="635139" y="79126"/>
                  <a:pt x="633940" y="79192"/>
                  <a:pt x="632354" y="79192"/>
                </a:cubicBezTo>
                <a:cubicBezTo>
                  <a:pt x="630655" y="79192"/>
                  <a:pt x="629418" y="79126"/>
                  <a:pt x="628644" y="78993"/>
                </a:cubicBezTo>
                <a:cubicBezTo>
                  <a:pt x="627870" y="78861"/>
                  <a:pt x="627322" y="78644"/>
                  <a:pt x="627001" y="78342"/>
                </a:cubicBezTo>
                <a:cubicBezTo>
                  <a:pt x="626680" y="78040"/>
                  <a:pt x="626520" y="77624"/>
                  <a:pt x="626520" y="77096"/>
                </a:cubicBezTo>
                <a:lnTo>
                  <a:pt x="626520" y="73074"/>
                </a:lnTo>
                <a:cubicBezTo>
                  <a:pt x="624442" y="75302"/>
                  <a:pt x="622073" y="77048"/>
                  <a:pt x="619410" y="78314"/>
                </a:cubicBezTo>
                <a:cubicBezTo>
                  <a:pt x="616748" y="79579"/>
                  <a:pt x="613793" y="80211"/>
                  <a:pt x="610545" y="80211"/>
                </a:cubicBezTo>
                <a:cubicBezTo>
                  <a:pt x="607864" y="80211"/>
                  <a:pt x="605400" y="79861"/>
                  <a:pt x="603153" y="79160"/>
                </a:cubicBezTo>
                <a:cubicBezTo>
                  <a:pt x="600906" y="78459"/>
                  <a:pt x="598961" y="77417"/>
                  <a:pt x="597318" y="76034"/>
                </a:cubicBezTo>
                <a:cubicBezTo>
                  <a:pt x="595676" y="74650"/>
                  <a:pt x="594401" y="72936"/>
                  <a:pt x="593495" y="70891"/>
                </a:cubicBezTo>
                <a:cubicBezTo>
                  <a:pt x="592588" y="68845"/>
                  <a:pt x="592135" y="66457"/>
                  <a:pt x="592135" y="63729"/>
                </a:cubicBezTo>
                <a:cubicBezTo>
                  <a:pt x="592135" y="60773"/>
                  <a:pt x="592711" y="58205"/>
                  <a:pt x="593863" y="56027"/>
                </a:cubicBezTo>
                <a:cubicBezTo>
                  <a:pt x="595015" y="53848"/>
                  <a:pt x="596733" y="52049"/>
                  <a:pt x="599018" y="50628"/>
                </a:cubicBezTo>
                <a:cubicBezTo>
                  <a:pt x="601302" y="49207"/>
                  <a:pt x="604144" y="48155"/>
                  <a:pt x="607543" y="47473"/>
                </a:cubicBezTo>
                <a:cubicBezTo>
                  <a:pt x="610942" y="46791"/>
                  <a:pt x="614888" y="46450"/>
                  <a:pt x="619382" y="46450"/>
                </a:cubicBezTo>
                <a:lnTo>
                  <a:pt x="624310" y="46450"/>
                </a:lnTo>
                <a:lnTo>
                  <a:pt x="624310" y="43405"/>
                </a:lnTo>
                <a:cubicBezTo>
                  <a:pt x="624310" y="41826"/>
                  <a:pt x="624150" y="40445"/>
                  <a:pt x="623829" y="39261"/>
                </a:cubicBezTo>
                <a:cubicBezTo>
                  <a:pt x="623508" y="38076"/>
                  <a:pt x="622979" y="37089"/>
                  <a:pt x="622243" y="36300"/>
                </a:cubicBezTo>
                <a:cubicBezTo>
                  <a:pt x="621506" y="35510"/>
                  <a:pt x="620524" y="34928"/>
                  <a:pt x="619297" y="34553"/>
                </a:cubicBezTo>
                <a:cubicBezTo>
                  <a:pt x="618070" y="34176"/>
                  <a:pt x="616550" y="33988"/>
                  <a:pt x="614737" y="33988"/>
                </a:cubicBezTo>
                <a:cubicBezTo>
                  <a:pt x="612358" y="33988"/>
                  <a:pt x="610234" y="34252"/>
                  <a:pt x="608364" y="34781"/>
                </a:cubicBezTo>
                <a:cubicBezTo>
                  <a:pt x="606495" y="35310"/>
                  <a:pt x="604843" y="35895"/>
                  <a:pt x="603408" y="36537"/>
                </a:cubicBezTo>
                <a:cubicBezTo>
                  <a:pt x="601973" y="37179"/>
                  <a:pt x="600774" y="37764"/>
                  <a:pt x="599811" y="38293"/>
                </a:cubicBezTo>
                <a:cubicBezTo>
                  <a:pt x="598848" y="38822"/>
                  <a:pt x="598064" y="39086"/>
                  <a:pt x="597460" y="39086"/>
                </a:cubicBezTo>
                <a:cubicBezTo>
                  <a:pt x="597045" y="39086"/>
                  <a:pt x="596676" y="38953"/>
                  <a:pt x="596355" y="38688"/>
                </a:cubicBezTo>
                <a:cubicBezTo>
                  <a:pt x="596034" y="38422"/>
                  <a:pt x="595770" y="38043"/>
                  <a:pt x="595562" y="37549"/>
                </a:cubicBezTo>
                <a:cubicBezTo>
                  <a:pt x="595355" y="37056"/>
                  <a:pt x="595194" y="36449"/>
                  <a:pt x="595081" y="35728"/>
                </a:cubicBezTo>
                <a:cubicBezTo>
                  <a:pt x="594967" y="35006"/>
                  <a:pt x="594911" y="34209"/>
                  <a:pt x="594911" y="33336"/>
                </a:cubicBezTo>
                <a:cubicBezTo>
                  <a:pt x="594911" y="32160"/>
                  <a:pt x="595005" y="31230"/>
                  <a:pt x="595194" y="30547"/>
                </a:cubicBezTo>
                <a:cubicBezTo>
                  <a:pt x="595383" y="29863"/>
                  <a:pt x="595742" y="29247"/>
                  <a:pt x="596270" y="28697"/>
                </a:cubicBezTo>
                <a:cubicBezTo>
                  <a:pt x="596799" y="28146"/>
                  <a:pt x="597724" y="27540"/>
                  <a:pt x="599046" y="26879"/>
                </a:cubicBezTo>
                <a:cubicBezTo>
                  <a:pt x="600368" y="26218"/>
                  <a:pt x="601916" y="25604"/>
                  <a:pt x="603691" y="25038"/>
                </a:cubicBezTo>
                <a:cubicBezTo>
                  <a:pt x="605466" y="24471"/>
                  <a:pt x="607401" y="24009"/>
                  <a:pt x="609497" y="23650"/>
                </a:cubicBezTo>
                <a:cubicBezTo>
                  <a:pt x="611593" y="23291"/>
                  <a:pt x="613755" y="23112"/>
                  <a:pt x="615983" y="23112"/>
                </a:cubicBezTo>
                <a:cubicBezTo>
                  <a:pt x="619949" y="23112"/>
                  <a:pt x="623338" y="23499"/>
                  <a:pt x="626151" y="24275"/>
                </a:cubicBezTo>
                <a:cubicBezTo>
                  <a:pt x="628965" y="25049"/>
                  <a:pt x="631278" y="26240"/>
                  <a:pt x="633090" y="27847"/>
                </a:cubicBezTo>
                <a:cubicBezTo>
                  <a:pt x="634903" y="29453"/>
                  <a:pt x="636225" y="31523"/>
                  <a:pt x="637056" y="34055"/>
                </a:cubicBezTo>
                <a:cubicBezTo>
                  <a:pt x="637887" y="36588"/>
                  <a:pt x="638302" y="39593"/>
                  <a:pt x="638302" y="43071"/>
                </a:cubicBezTo>
                <a:lnTo>
                  <a:pt x="638302" y="77094"/>
                </a:lnTo>
                <a:moveTo>
                  <a:pt x="624310" y="55400"/>
                </a:moveTo>
                <a:lnTo>
                  <a:pt x="618872" y="55400"/>
                </a:lnTo>
                <a:cubicBezTo>
                  <a:pt x="616569" y="55400"/>
                  <a:pt x="614605" y="55571"/>
                  <a:pt x="612981" y="55914"/>
                </a:cubicBezTo>
                <a:cubicBezTo>
                  <a:pt x="611357" y="56256"/>
                  <a:pt x="610035" y="56770"/>
                  <a:pt x="609016" y="57455"/>
                </a:cubicBezTo>
                <a:cubicBezTo>
                  <a:pt x="607996" y="58140"/>
                  <a:pt x="607250" y="58968"/>
                  <a:pt x="606778" y="59939"/>
                </a:cubicBezTo>
                <a:cubicBezTo>
                  <a:pt x="606306" y="60909"/>
                  <a:pt x="606070" y="62022"/>
                  <a:pt x="606070" y="63278"/>
                </a:cubicBezTo>
                <a:cubicBezTo>
                  <a:pt x="606070" y="65409"/>
                  <a:pt x="606741" y="67083"/>
                  <a:pt x="608081" y="68301"/>
                </a:cubicBezTo>
                <a:cubicBezTo>
                  <a:pt x="609422" y="69519"/>
                  <a:pt x="611282" y="70128"/>
                  <a:pt x="613661" y="70128"/>
                </a:cubicBezTo>
                <a:cubicBezTo>
                  <a:pt x="615662" y="70128"/>
                  <a:pt x="617503" y="69615"/>
                  <a:pt x="619184" y="68588"/>
                </a:cubicBezTo>
                <a:cubicBezTo>
                  <a:pt x="620864" y="67560"/>
                  <a:pt x="622573" y="66057"/>
                  <a:pt x="624310" y="64078"/>
                </a:cubicBezTo>
                <a:lnTo>
                  <a:pt x="624310" y="55400"/>
                </a:lnTo>
                <a:close/>
                <a:moveTo>
                  <a:pt x="700486" y="76924"/>
                </a:moveTo>
                <a:cubicBezTo>
                  <a:pt x="700486" y="77302"/>
                  <a:pt x="700373" y="77633"/>
                  <a:pt x="700146" y="77917"/>
                </a:cubicBezTo>
                <a:cubicBezTo>
                  <a:pt x="699920" y="78200"/>
                  <a:pt x="699542" y="78436"/>
                  <a:pt x="699013" y="78625"/>
                </a:cubicBezTo>
                <a:cubicBezTo>
                  <a:pt x="698485" y="78814"/>
                  <a:pt x="697758" y="78956"/>
                  <a:pt x="696833" y="79050"/>
                </a:cubicBezTo>
                <a:cubicBezTo>
                  <a:pt x="695907" y="79144"/>
                  <a:pt x="694765" y="79192"/>
                  <a:pt x="693405" y="79192"/>
                </a:cubicBezTo>
                <a:cubicBezTo>
                  <a:pt x="692008" y="79192"/>
                  <a:pt x="690847" y="79144"/>
                  <a:pt x="689922" y="79050"/>
                </a:cubicBezTo>
                <a:cubicBezTo>
                  <a:pt x="688996" y="78956"/>
                  <a:pt x="688270" y="78814"/>
                  <a:pt x="687741" y="78625"/>
                </a:cubicBezTo>
                <a:cubicBezTo>
                  <a:pt x="687212" y="78436"/>
                  <a:pt x="686834" y="78200"/>
                  <a:pt x="686608" y="77917"/>
                </a:cubicBezTo>
                <a:cubicBezTo>
                  <a:pt x="686381" y="77634"/>
                  <a:pt x="686268" y="77303"/>
                  <a:pt x="686268" y="76926"/>
                </a:cubicBezTo>
                <a:lnTo>
                  <a:pt x="686268" y="48093"/>
                </a:lnTo>
                <a:cubicBezTo>
                  <a:pt x="686268" y="45638"/>
                  <a:pt x="686089" y="43712"/>
                  <a:pt x="685730" y="42315"/>
                </a:cubicBezTo>
                <a:cubicBezTo>
                  <a:pt x="685371" y="40918"/>
                  <a:pt x="684852" y="39719"/>
                  <a:pt x="684172" y="38718"/>
                </a:cubicBezTo>
                <a:cubicBezTo>
                  <a:pt x="683492" y="37717"/>
                  <a:pt x="682614" y="36943"/>
                  <a:pt x="681538" y="36395"/>
                </a:cubicBezTo>
                <a:cubicBezTo>
                  <a:pt x="680462" y="35848"/>
                  <a:pt x="679206" y="35574"/>
                  <a:pt x="677771" y="35574"/>
                </a:cubicBezTo>
                <a:cubicBezTo>
                  <a:pt x="675958" y="35574"/>
                  <a:pt x="674127" y="36235"/>
                  <a:pt x="672276" y="37557"/>
                </a:cubicBezTo>
                <a:cubicBezTo>
                  <a:pt x="670426" y="38878"/>
                  <a:pt x="668500" y="40804"/>
                  <a:pt x="666498" y="43334"/>
                </a:cubicBezTo>
                <a:lnTo>
                  <a:pt x="666498" y="76926"/>
                </a:lnTo>
                <a:cubicBezTo>
                  <a:pt x="666498" y="77303"/>
                  <a:pt x="666385" y="77634"/>
                  <a:pt x="666159" y="77917"/>
                </a:cubicBezTo>
                <a:cubicBezTo>
                  <a:pt x="665932" y="78200"/>
                  <a:pt x="665545" y="78436"/>
                  <a:pt x="664997" y="78625"/>
                </a:cubicBezTo>
                <a:cubicBezTo>
                  <a:pt x="664450" y="78814"/>
                  <a:pt x="663723" y="78956"/>
                  <a:pt x="662816" y="79050"/>
                </a:cubicBezTo>
                <a:cubicBezTo>
                  <a:pt x="661910" y="79144"/>
                  <a:pt x="660758" y="79192"/>
                  <a:pt x="659361" y="79192"/>
                </a:cubicBezTo>
                <a:cubicBezTo>
                  <a:pt x="657964" y="79192"/>
                  <a:pt x="656812" y="79144"/>
                  <a:pt x="655906" y="79050"/>
                </a:cubicBezTo>
                <a:cubicBezTo>
                  <a:pt x="654999" y="78956"/>
                  <a:pt x="654272" y="78814"/>
                  <a:pt x="653725" y="78625"/>
                </a:cubicBezTo>
                <a:cubicBezTo>
                  <a:pt x="653177" y="78436"/>
                  <a:pt x="652790" y="78200"/>
                  <a:pt x="652563" y="77917"/>
                </a:cubicBezTo>
                <a:cubicBezTo>
                  <a:pt x="652337" y="77634"/>
                  <a:pt x="652224" y="77303"/>
                  <a:pt x="652224" y="76926"/>
                </a:cubicBezTo>
                <a:lnTo>
                  <a:pt x="652224" y="26397"/>
                </a:lnTo>
                <a:cubicBezTo>
                  <a:pt x="652224" y="26020"/>
                  <a:pt x="652318" y="25689"/>
                  <a:pt x="652507" y="25406"/>
                </a:cubicBezTo>
                <a:cubicBezTo>
                  <a:pt x="652696" y="25123"/>
                  <a:pt x="653035" y="24887"/>
                  <a:pt x="653526" y="24698"/>
                </a:cubicBezTo>
                <a:cubicBezTo>
                  <a:pt x="654017" y="24509"/>
                  <a:pt x="654650" y="24367"/>
                  <a:pt x="655424" y="24273"/>
                </a:cubicBezTo>
                <a:cubicBezTo>
                  <a:pt x="656198" y="24179"/>
                  <a:pt x="657171" y="24131"/>
                  <a:pt x="658341" y="24131"/>
                </a:cubicBezTo>
                <a:cubicBezTo>
                  <a:pt x="659550" y="24131"/>
                  <a:pt x="660551" y="24179"/>
                  <a:pt x="661344" y="24273"/>
                </a:cubicBezTo>
                <a:cubicBezTo>
                  <a:pt x="662137" y="24367"/>
                  <a:pt x="662750" y="24509"/>
                  <a:pt x="663185" y="24698"/>
                </a:cubicBezTo>
                <a:cubicBezTo>
                  <a:pt x="663619" y="24887"/>
                  <a:pt x="663930" y="25123"/>
                  <a:pt x="664119" y="25406"/>
                </a:cubicBezTo>
                <a:cubicBezTo>
                  <a:pt x="664308" y="25689"/>
                  <a:pt x="664403" y="26020"/>
                  <a:pt x="664403" y="26397"/>
                </a:cubicBezTo>
                <a:lnTo>
                  <a:pt x="664403" y="32232"/>
                </a:lnTo>
                <a:cubicBezTo>
                  <a:pt x="667197" y="29192"/>
                  <a:pt x="670039" y="26912"/>
                  <a:pt x="672928" y="25392"/>
                </a:cubicBezTo>
                <a:cubicBezTo>
                  <a:pt x="675817" y="23872"/>
                  <a:pt x="678828" y="23112"/>
                  <a:pt x="681963" y="23112"/>
                </a:cubicBezTo>
                <a:cubicBezTo>
                  <a:pt x="685399" y="23112"/>
                  <a:pt x="688298" y="23679"/>
                  <a:pt x="690658" y="24813"/>
                </a:cubicBezTo>
                <a:cubicBezTo>
                  <a:pt x="693018" y="25947"/>
                  <a:pt x="694925" y="27488"/>
                  <a:pt x="696379" y="29435"/>
                </a:cubicBezTo>
                <a:cubicBezTo>
                  <a:pt x="697833" y="31381"/>
                  <a:pt x="698881" y="33659"/>
                  <a:pt x="699523" y="36268"/>
                </a:cubicBezTo>
                <a:cubicBezTo>
                  <a:pt x="700165" y="38876"/>
                  <a:pt x="700486" y="42013"/>
                  <a:pt x="700486" y="45680"/>
                </a:cubicBezTo>
                <a:lnTo>
                  <a:pt x="700486" y="76924"/>
                </a:lnTo>
                <a:close/>
                <a:moveTo>
                  <a:pt x="752991" y="68882"/>
                </a:moveTo>
                <a:cubicBezTo>
                  <a:pt x="752991" y="69864"/>
                  <a:pt x="752962" y="70685"/>
                  <a:pt x="752906" y="71346"/>
                </a:cubicBezTo>
                <a:cubicBezTo>
                  <a:pt x="752849" y="72007"/>
                  <a:pt x="752773" y="72564"/>
                  <a:pt x="752679" y="73017"/>
                </a:cubicBezTo>
                <a:cubicBezTo>
                  <a:pt x="752585" y="73470"/>
                  <a:pt x="752471" y="73839"/>
                  <a:pt x="752339" y="74122"/>
                </a:cubicBezTo>
                <a:cubicBezTo>
                  <a:pt x="752207" y="74405"/>
                  <a:pt x="751914" y="74764"/>
                  <a:pt x="751461" y="75198"/>
                </a:cubicBezTo>
                <a:cubicBezTo>
                  <a:pt x="751008" y="75632"/>
                  <a:pt x="750234" y="76161"/>
                  <a:pt x="749139" y="76784"/>
                </a:cubicBezTo>
                <a:cubicBezTo>
                  <a:pt x="748043" y="77407"/>
                  <a:pt x="746797" y="77964"/>
                  <a:pt x="745400" y="78455"/>
                </a:cubicBezTo>
                <a:cubicBezTo>
                  <a:pt x="744003" y="78946"/>
                  <a:pt x="742483" y="79343"/>
                  <a:pt x="740840" y="79645"/>
                </a:cubicBezTo>
                <a:cubicBezTo>
                  <a:pt x="739197" y="79947"/>
                  <a:pt x="737507" y="80098"/>
                  <a:pt x="735770" y="80098"/>
                </a:cubicBezTo>
                <a:cubicBezTo>
                  <a:pt x="731880" y="80098"/>
                  <a:pt x="728434" y="79494"/>
                  <a:pt x="725432" y="78285"/>
                </a:cubicBezTo>
                <a:cubicBezTo>
                  <a:pt x="722430" y="77077"/>
                  <a:pt x="719909" y="75292"/>
                  <a:pt x="717870" y="72932"/>
                </a:cubicBezTo>
                <a:cubicBezTo>
                  <a:pt x="715831" y="70572"/>
                  <a:pt x="714292" y="67692"/>
                  <a:pt x="713253" y="64294"/>
                </a:cubicBezTo>
                <a:cubicBezTo>
                  <a:pt x="712215" y="60895"/>
                  <a:pt x="711695" y="57005"/>
                  <a:pt x="711695" y="52624"/>
                </a:cubicBezTo>
                <a:cubicBezTo>
                  <a:pt x="711695" y="47564"/>
                  <a:pt x="712328" y="43193"/>
                  <a:pt x="713593" y="39511"/>
                </a:cubicBezTo>
                <a:cubicBezTo>
                  <a:pt x="714858" y="35829"/>
                  <a:pt x="716624" y="32779"/>
                  <a:pt x="718889" y="30362"/>
                </a:cubicBezTo>
                <a:cubicBezTo>
                  <a:pt x="721155" y="27946"/>
                  <a:pt x="723837" y="26152"/>
                  <a:pt x="726933" y="24981"/>
                </a:cubicBezTo>
                <a:cubicBezTo>
                  <a:pt x="730030" y="23810"/>
                  <a:pt x="733429" y="23225"/>
                  <a:pt x="737130" y="23225"/>
                </a:cubicBezTo>
                <a:cubicBezTo>
                  <a:pt x="738640" y="23225"/>
                  <a:pt x="740122" y="23357"/>
                  <a:pt x="741576" y="23622"/>
                </a:cubicBezTo>
                <a:cubicBezTo>
                  <a:pt x="743030" y="23886"/>
                  <a:pt x="744390" y="24245"/>
                  <a:pt x="745655" y="24698"/>
                </a:cubicBezTo>
                <a:cubicBezTo>
                  <a:pt x="746920" y="25151"/>
                  <a:pt x="748053" y="25661"/>
                  <a:pt x="749054" y="26227"/>
                </a:cubicBezTo>
                <a:cubicBezTo>
                  <a:pt x="750054" y="26794"/>
                  <a:pt x="750762" y="27285"/>
                  <a:pt x="751178" y="27700"/>
                </a:cubicBezTo>
                <a:cubicBezTo>
                  <a:pt x="751593" y="28115"/>
                  <a:pt x="751886" y="28465"/>
                  <a:pt x="752056" y="28748"/>
                </a:cubicBezTo>
                <a:cubicBezTo>
                  <a:pt x="752226" y="29031"/>
                  <a:pt x="752358" y="29399"/>
                  <a:pt x="752452" y="29853"/>
                </a:cubicBezTo>
                <a:cubicBezTo>
                  <a:pt x="752547" y="30306"/>
                  <a:pt x="752622" y="30863"/>
                  <a:pt x="752679" y="31524"/>
                </a:cubicBezTo>
                <a:cubicBezTo>
                  <a:pt x="752736" y="32185"/>
                  <a:pt x="752764" y="32987"/>
                  <a:pt x="752764" y="33931"/>
                </a:cubicBezTo>
                <a:cubicBezTo>
                  <a:pt x="752764" y="36122"/>
                  <a:pt x="752575" y="37660"/>
                  <a:pt x="752197" y="38548"/>
                </a:cubicBezTo>
                <a:cubicBezTo>
                  <a:pt x="751820" y="39435"/>
                  <a:pt x="751329" y="39879"/>
                  <a:pt x="750725" y="39879"/>
                </a:cubicBezTo>
                <a:cubicBezTo>
                  <a:pt x="750083" y="39879"/>
                  <a:pt x="749403" y="39615"/>
                  <a:pt x="748685" y="39086"/>
                </a:cubicBezTo>
                <a:cubicBezTo>
                  <a:pt x="747968" y="38557"/>
                  <a:pt x="747118" y="37972"/>
                  <a:pt x="746136" y="37330"/>
                </a:cubicBezTo>
                <a:cubicBezTo>
                  <a:pt x="745154" y="36688"/>
                  <a:pt x="743984" y="36103"/>
                  <a:pt x="742624" y="35574"/>
                </a:cubicBezTo>
                <a:cubicBezTo>
                  <a:pt x="741265" y="35045"/>
                  <a:pt x="739641" y="34781"/>
                  <a:pt x="737753" y="34781"/>
                </a:cubicBezTo>
                <a:cubicBezTo>
                  <a:pt x="734052" y="34781"/>
                  <a:pt x="731219" y="36206"/>
                  <a:pt x="729256" y="39058"/>
                </a:cubicBezTo>
                <a:cubicBezTo>
                  <a:pt x="727292" y="41909"/>
                  <a:pt x="726310" y="46091"/>
                  <a:pt x="726310" y="51605"/>
                </a:cubicBezTo>
                <a:cubicBezTo>
                  <a:pt x="726310" y="54324"/>
                  <a:pt x="726556" y="56722"/>
                  <a:pt x="727046" y="58799"/>
                </a:cubicBezTo>
                <a:cubicBezTo>
                  <a:pt x="727537" y="60876"/>
                  <a:pt x="728264" y="62613"/>
                  <a:pt x="729227" y="64010"/>
                </a:cubicBezTo>
                <a:cubicBezTo>
                  <a:pt x="730190" y="65408"/>
                  <a:pt x="731399" y="66456"/>
                  <a:pt x="732853" y="67154"/>
                </a:cubicBezTo>
                <a:cubicBezTo>
                  <a:pt x="734307" y="67853"/>
                  <a:pt x="735997" y="68202"/>
                  <a:pt x="737923" y="68202"/>
                </a:cubicBezTo>
                <a:cubicBezTo>
                  <a:pt x="739886" y="68202"/>
                  <a:pt x="741576" y="67910"/>
                  <a:pt x="742992" y="67324"/>
                </a:cubicBezTo>
                <a:cubicBezTo>
                  <a:pt x="744409" y="66739"/>
                  <a:pt x="745645" y="66087"/>
                  <a:pt x="746703" y="65370"/>
                </a:cubicBezTo>
                <a:cubicBezTo>
                  <a:pt x="747760" y="64652"/>
                  <a:pt x="748648" y="64001"/>
                  <a:pt x="749365" y="63416"/>
                </a:cubicBezTo>
                <a:cubicBezTo>
                  <a:pt x="750083" y="62830"/>
                  <a:pt x="750687" y="62538"/>
                  <a:pt x="751178" y="62538"/>
                </a:cubicBezTo>
                <a:cubicBezTo>
                  <a:pt x="751518" y="62538"/>
                  <a:pt x="751801" y="62632"/>
                  <a:pt x="752028" y="62821"/>
                </a:cubicBezTo>
                <a:cubicBezTo>
                  <a:pt x="752254" y="63010"/>
                  <a:pt x="752434" y="63359"/>
                  <a:pt x="752566" y="63869"/>
                </a:cubicBezTo>
                <a:cubicBezTo>
                  <a:pt x="752698" y="64379"/>
                  <a:pt x="752802" y="65030"/>
                  <a:pt x="752877" y="65823"/>
                </a:cubicBezTo>
                <a:cubicBezTo>
                  <a:pt x="752953" y="66616"/>
                  <a:pt x="752991" y="67636"/>
                  <a:pt x="752991" y="68882"/>
                </a:cubicBezTo>
                <a:close/>
                <a:moveTo>
                  <a:pt x="810050" y="50180"/>
                </a:moveTo>
                <a:cubicBezTo>
                  <a:pt x="810050" y="51921"/>
                  <a:pt x="809663" y="53207"/>
                  <a:pt x="808889" y="54039"/>
                </a:cubicBezTo>
                <a:cubicBezTo>
                  <a:pt x="808115" y="54871"/>
                  <a:pt x="807048" y="55287"/>
                  <a:pt x="805689" y="55287"/>
                </a:cubicBezTo>
                <a:lnTo>
                  <a:pt x="774930" y="55287"/>
                </a:lnTo>
                <a:cubicBezTo>
                  <a:pt x="774930" y="57448"/>
                  <a:pt x="775185" y="59410"/>
                  <a:pt x="775694" y="61173"/>
                </a:cubicBezTo>
                <a:cubicBezTo>
                  <a:pt x="776204" y="62936"/>
                  <a:pt x="777016" y="64434"/>
                  <a:pt x="778130" y="65667"/>
                </a:cubicBezTo>
                <a:cubicBezTo>
                  <a:pt x="779244" y="66899"/>
                  <a:pt x="780679" y="67838"/>
                  <a:pt x="782435" y="68482"/>
                </a:cubicBezTo>
                <a:cubicBezTo>
                  <a:pt x="784191" y="69126"/>
                  <a:pt x="786297" y="69448"/>
                  <a:pt x="788751" y="69448"/>
                </a:cubicBezTo>
                <a:cubicBezTo>
                  <a:pt x="791244" y="69448"/>
                  <a:pt x="793434" y="69266"/>
                  <a:pt x="795322" y="68901"/>
                </a:cubicBezTo>
                <a:cubicBezTo>
                  <a:pt x="797211" y="68537"/>
                  <a:pt x="798844" y="68134"/>
                  <a:pt x="800222" y="67692"/>
                </a:cubicBezTo>
                <a:cubicBezTo>
                  <a:pt x="801601" y="67251"/>
                  <a:pt x="802743" y="66848"/>
                  <a:pt x="803649" y="66483"/>
                </a:cubicBezTo>
                <a:cubicBezTo>
                  <a:pt x="804556" y="66119"/>
                  <a:pt x="805292" y="65936"/>
                  <a:pt x="805859" y="65936"/>
                </a:cubicBezTo>
                <a:cubicBezTo>
                  <a:pt x="806198" y="65936"/>
                  <a:pt x="806482" y="66003"/>
                  <a:pt x="806708" y="66136"/>
                </a:cubicBezTo>
                <a:cubicBezTo>
                  <a:pt x="806935" y="66269"/>
                  <a:pt x="807124" y="66506"/>
                  <a:pt x="807275" y="66848"/>
                </a:cubicBezTo>
                <a:cubicBezTo>
                  <a:pt x="807426" y="67189"/>
                  <a:pt x="807530" y="67673"/>
                  <a:pt x="807586" y="68300"/>
                </a:cubicBezTo>
                <a:cubicBezTo>
                  <a:pt x="807643" y="68926"/>
                  <a:pt x="807671" y="69714"/>
                  <a:pt x="807671" y="70663"/>
                </a:cubicBezTo>
                <a:cubicBezTo>
                  <a:pt x="807671" y="71498"/>
                  <a:pt x="807652" y="72211"/>
                  <a:pt x="807615" y="72799"/>
                </a:cubicBezTo>
                <a:cubicBezTo>
                  <a:pt x="807577" y="73387"/>
                  <a:pt x="807520" y="73890"/>
                  <a:pt x="807445" y="74308"/>
                </a:cubicBezTo>
                <a:cubicBezTo>
                  <a:pt x="807369" y="74725"/>
                  <a:pt x="807256" y="75077"/>
                  <a:pt x="807105" y="75363"/>
                </a:cubicBezTo>
                <a:cubicBezTo>
                  <a:pt x="806954" y="75647"/>
                  <a:pt x="806755" y="75922"/>
                  <a:pt x="806510" y="76188"/>
                </a:cubicBezTo>
                <a:cubicBezTo>
                  <a:pt x="806264" y="76453"/>
                  <a:pt x="805594" y="76812"/>
                  <a:pt x="804499" y="77266"/>
                </a:cubicBezTo>
                <a:cubicBezTo>
                  <a:pt x="803404" y="77719"/>
                  <a:pt x="802007" y="78163"/>
                  <a:pt x="800307" y="78597"/>
                </a:cubicBezTo>
                <a:cubicBezTo>
                  <a:pt x="798608" y="79031"/>
                  <a:pt x="796663" y="79409"/>
                  <a:pt x="794473" y="79730"/>
                </a:cubicBezTo>
                <a:cubicBezTo>
                  <a:pt x="792282" y="80051"/>
                  <a:pt x="789941" y="80211"/>
                  <a:pt x="787448" y="80211"/>
                </a:cubicBezTo>
                <a:cubicBezTo>
                  <a:pt x="782955" y="80211"/>
                  <a:pt x="779018" y="79644"/>
                  <a:pt x="775638" y="78508"/>
                </a:cubicBezTo>
                <a:cubicBezTo>
                  <a:pt x="772258" y="77373"/>
                  <a:pt x="769435" y="75651"/>
                  <a:pt x="767169" y="73343"/>
                </a:cubicBezTo>
                <a:cubicBezTo>
                  <a:pt x="764903" y="71035"/>
                  <a:pt x="763213" y="68121"/>
                  <a:pt x="762099" y="64603"/>
                </a:cubicBezTo>
                <a:cubicBezTo>
                  <a:pt x="760985" y="61084"/>
                  <a:pt x="760428" y="56960"/>
                  <a:pt x="760428" y="52230"/>
                </a:cubicBezTo>
                <a:cubicBezTo>
                  <a:pt x="760428" y="47726"/>
                  <a:pt x="761013" y="43668"/>
                  <a:pt x="762184" y="40054"/>
                </a:cubicBezTo>
                <a:cubicBezTo>
                  <a:pt x="763355" y="36441"/>
                  <a:pt x="765054" y="33376"/>
                  <a:pt x="767282" y="30860"/>
                </a:cubicBezTo>
                <a:cubicBezTo>
                  <a:pt x="769510" y="28343"/>
                  <a:pt x="772220" y="26422"/>
                  <a:pt x="775411" y="25098"/>
                </a:cubicBezTo>
                <a:cubicBezTo>
                  <a:pt x="778602" y="23774"/>
                  <a:pt x="782199" y="23112"/>
                  <a:pt x="786202" y="23112"/>
                </a:cubicBezTo>
                <a:cubicBezTo>
                  <a:pt x="790432" y="23112"/>
                  <a:pt x="794048" y="23736"/>
                  <a:pt x="797050" y="24985"/>
                </a:cubicBezTo>
                <a:cubicBezTo>
                  <a:pt x="800052" y="26233"/>
                  <a:pt x="802516" y="27964"/>
                  <a:pt x="804442" y="30177"/>
                </a:cubicBezTo>
                <a:cubicBezTo>
                  <a:pt x="806368" y="32389"/>
                  <a:pt x="807784" y="35009"/>
                  <a:pt x="808691" y="38036"/>
                </a:cubicBezTo>
                <a:cubicBezTo>
                  <a:pt x="809597" y="41062"/>
                  <a:pt x="810050" y="44354"/>
                  <a:pt x="810050" y="47910"/>
                </a:cubicBezTo>
                <a:lnTo>
                  <a:pt x="810050" y="50180"/>
                </a:lnTo>
                <a:moveTo>
                  <a:pt x="796229" y="46110"/>
                </a:moveTo>
                <a:cubicBezTo>
                  <a:pt x="796342" y="42089"/>
                  <a:pt x="795539" y="38932"/>
                  <a:pt x="793821" y="36638"/>
                </a:cubicBezTo>
                <a:cubicBezTo>
                  <a:pt x="792103" y="34342"/>
                  <a:pt x="789450" y="33195"/>
                  <a:pt x="785862" y="33195"/>
                </a:cubicBezTo>
                <a:cubicBezTo>
                  <a:pt x="784050" y="33195"/>
                  <a:pt x="782473" y="33536"/>
                  <a:pt x="781132" y="34220"/>
                </a:cubicBezTo>
                <a:cubicBezTo>
                  <a:pt x="779792" y="34902"/>
                  <a:pt x="778678" y="35822"/>
                  <a:pt x="777790" y="36979"/>
                </a:cubicBezTo>
                <a:cubicBezTo>
                  <a:pt x="776903" y="38136"/>
                  <a:pt x="776223" y="39501"/>
                  <a:pt x="775751" y="41076"/>
                </a:cubicBezTo>
                <a:cubicBezTo>
                  <a:pt x="775279" y="42649"/>
                  <a:pt x="775005" y="44327"/>
                  <a:pt x="774930" y="46110"/>
                </a:cubicBezTo>
                <a:lnTo>
                  <a:pt x="796229" y="46110"/>
                </a:lnTo>
                <a:close/>
                <a:moveTo>
                  <a:pt x="869662" y="76924"/>
                </a:moveTo>
                <a:cubicBezTo>
                  <a:pt x="869662" y="77339"/>
                  <a:pt x="869568" y="77689"/>
                  <a:pt x="869379" y="77974"/>
                </a:cubicBezTo>
                <a:cubicBezTo>
                  <a:pt x="869190" y="78257"/>
                  <a:pt x="868869" y="78493"/>
                  <a:pt x="868416" y="78682"/>
                </a:cubicBezTo>
                <a:cubicBezTo>
                  <a:pt x="867963" y="78871"/>
                  <a:pt x="867349" y="79003"/>
                  <a:pt x="866575" y="79078"/>
                </a:cubicBezTo>
                <a:cubicBezTo>
                  <a:pt x="865801" y="79154"/>
                  <a:pt x="864847" y="79192"/>
                  <a:pt x="863714" y="79192"/>
                </a:cubicBezTo>
                <a:cubicBezTo>
                  <a:pt x="862506" y="79192"/>
                  <a:pt x="861524" y="79154"/>
                  <a:pt x="860769" y="79078"/>
                </a:cubicBezTo>
                <a:cubicBezTo>
                  <a:pt x="860013" y="79004"/>
                  <a:pt x="859400" y="78873"/>
                  <a:pt x="858928" y="78685"/>
                </a:cubicBezTo>
                <a:cubicBezTo>
                  <a:pt x="858456" y="78497"/>
                  <a:pt x="858116" y="78262"/>
                  <a:pt x="857908" y="77981"/>
                </a:cubicBezTo>
                <a:cubicBezTo>
                  <a:pt x="857700" y="77699"/>
                  <a:pt x="857596" y="77351"/>
                  <a:pt x="857596" y="76936"/>
                </a:cubicBezTo>
                <a:lnTo>
                  <a:pt x="857596" y="71357"/>
                </a:lnTo>
                <a:cubicBezTo>
                  <a:pt x="854991" y="74157"/>
                  <a:pt x="852262" y="76333"/>
                  <a:pt x="849411" y="77885"/>
                </a:cubicBezTo>
                <a:cubicBezTo>
                  <a:pt x="846560" y="79436"/>
                  <a:pt x="843397" y="80211"/>
                  <a:pt x="839923" y="80211"/>
                </a:cubicBezTo>
                <a:cubicBezTo>
                  <a:pt x="836071" y="80211"/>
                  <a:pt x="832814" y="79464"/>
                  <a:pt x="830151" y="77970"/>
                </a:cubicBezTo>
                <a:cubicBezTo>
                  <a:pt x="827489" y="76475"/>
                  <a:pt x="825317" y="74460"/>
                  <a:pt x="823637" y="71925"/>
                </a:cubicBezTo>
                <a:cubicBezTo>
                  <a:pt x="821956" y="69389"/>
                  <a:pt x="820739" y="66428"/>
                  <a:pt x="819983" y="63042"/>
                </a:cubicBezTo>
                <a:cubicBezTo>
                  <a:pt x="819228" y="59655"/>
                  <a:pt x="818850" y="56089"/>
                  <a:pt x="818850" y="52343"/>
                </a:cubicBezTo>
                <a:cubicBezTo>
                  <a:pt x="818850" y="47840"/>
                  <a:pt x="819332" y="43791"/>
                  <a:pt x="820295" y="40196"/>
                </a:cubicBezTo>
                <a:cubicBezTo>
                  <a:pt x="821258" y="36601"/>
                  <a:pt x="822665" y="33536"/>
                  <a:pt x="824515" y="31001"/>
                </a:cubicBezTo>
                <a:cubicBezTo>
                  <a:pt x="826365" y="28467"/>
                  <a:pt x="828669" y="26518"/>
                  <a:pt x="831426" y="25156"/>
                </a:cubicBezTo>
                <a:cubicBezTo>
                  <a:pt x="834183" y="23793"/>
                  <a:pt x="837355" y="23112"/>
                  <a:pt x="840942" y="23112"/>
                </a:cubicBezTo>
                <a:cubicBezTo>
                  <a:pt x="843775" y="23112"/>
                  <a:pt x="846343" y="23689"/>
                  <a:pt x="848646" y="24843"/>
                </a:cubicBezTo>
                <a:cubicBezTo>
                  <a:pt x="850950" y="25997"/>
                  <a:pt x="853235" y="27691"/>
                  <a:pt x="855501" y="29923"/>
                </a:cubicBezTo>
                <a:lnTo>
                  <a:pt x="855501" y="2551"/>
                </a:lnTo>
                <a:cubicBezTo>
                  <a:pt x="855501" y="2172"/>
                  <a:pt x="855604" y="1832"/>
                  <a:pt x="855812" y="1529"/>
                </a:cubicBezTo>
                <a:cubicBezTo>
                  <a:pt x="856020" y="1227"/>
                  <a:pt x="856397" y="972"/>
                  <a:pt x="856945" y="765"/>
                </a:cubicBezTo>
                <a:cubicBezTo>
                  <a:pt x="857493" y="557"/>
                  <a:pt x="858220" y="397"/>
                  <a:pt x="859126" y="283"/>
                </a:cubicBezTo>
                <a:cubicBezTo>
                  <a:pt x="860032" y="170"/>
                  <a:pt x="861184" y="113"/>
                  <a:pt x="862581" y="113"/>
                </a:cubicBezTo>
                <a:cubicBezTo>
                  <a:pt x="863979" y="113"/>
                  <a:pt x="865130" y="170"/>
                  <a:pt x="866037" y="283"/>
                </a:cubicBezTo>
                <a:cubicBezTo>
                  <a:pt x="866943" y="397"/>
                  <a:pt x="867661" y="557"/>
                  <a:pt x="868189" y="765"/>
                </a:cubicBezTo>
                <a:cubicBezTo>
                  <a:pt x="868718" y="972"/>
                  <a:pt x="869096" y="1228"/>
                  <a:pt x="869322" y="1531"/>
                </a:cubicBezTo>
                <a:cubicBezTo>
                  <a:pt x="869549" y="1833"/>
                  <a:pt x="869662" y="2173"/>
                  <a:pt x="869662" y="2551"/>
                </a:cubicBezTo>
                <a:lnTo>
                  <a:pt x="869662" y="76924"/>
                </a:lnTo>
                <a:moveTo>
                  <a:pt x="855501" y="43147"/>
                </a:moveTo>
                <a:cubicBezTo>
                  <a:pt x="853461" y="40585"/>
                  <a:pt x="851507" y="38626"/>
                  <a:pt x="849638" y="37270"/>
                </a:cubicBezTo>
                <a:cubicBezTo>
                  <a:pt x="847768" y="35913"/>
                  <a:pt x="845814" y="35234"/>
                  <a:pt x="843775" y="35234"/>
                </a:cubicBezTo>
                <a:cubicBezTo>
                  <a:pt x="841924" y="35234"/>
                  <a:pt x="840329" y="35697"/>
                  <a:pt x="838988" y="36622"/>
                </a:cubicBezTo>
                <a:cubicBezTo>
                  <a:pt x="837648" y="37547"/>
                  <a:pt x="836571" y="38784"/>
                  <a:pt x="835759" y="40332"/>
                </a:cubicBezTo>
                <a:cubicBezTo>
                  <a:pt x="834947" y="41881"/>
                  <a:pt x="834343" y="43608"/>
                  <a:pt x="833947" y="45515"/>
                </a:cubicBezTo>
                <a:cubicBezTo>
                  <a:pt x="833550" y="47422"/>
                  <a:pt x="833352" y="49377"/>
                  <a:pt x="833352" y="51378"/>
                </a:cubicBezTo>
                <a:cubicBezTo>
                  <a:pt x="833352" y="53493"/>
                  <a:pt x="833522" y="55551"/>
                  <a:pt x="833862" y="57553"/>
                </a:cubicBezTo>
                <a:cubicBezTo>
                  <a:pt x="834202" y="59554"/>
                  <a:pt x="834759" y="61339"/>
                  <a:pt x="835533" y="62906"/>
                </a:cubicBezTo>
                <a:cubicBezTo>
                  <a:pt x="836307" y="64473"/>
                  <a:pt x="837336" y="65729"/>
                  <a:pt x="838620" y="66673"/>
                </a:cubicBezTo>
                <a:cubicBezTo>
                  <a:pt x="839904" y="67617"/>
                  <a:pt x="841528" y="68089"/>
                  <a:pt x="843492" y="68089"/>
                </a:cubicBezTo>
                <a:cubicBezTo>
                  <a:pt x="844473" y="68089"/>
                  <a:pt x="845427" y="67948"/>
                  <a:pt x="846352" y="67666"/>
                </a:cubicBezTo>
                <a:cubicBezTo>
                  <a:pt x="847277" y="67383"/>
                  <a:pt x="848221" y="66921"/>
                  <a:pt x="849184" y="66280"/>
                </a:cubicBezTo>
                <a:cubicBezTo>
                  <a:pt x="850147" y="65639"/>
                  <a:pt x="851139" y="64800"/>
                  <a:pt x="852158" y="63764"/>
                </a:cubicBezTo>
                <a:cubicBezTo>
                  <a:pt x="853178" y="62727"/>
                  <a:pt x="854292" y="61455"/>
                  <a:pt x="855501" y="59948"/>
                </a:cubicBezTo>
                <a:lnTo>
                  <a:pt x="855501" y="43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identification">
            <a:extLst xmlns:a="http://schemas.openxmlformats.org/drawingml/2006/main">
              <a:ext uri="{FF2B5EF4-FFF2-40B4-BE49-F238E27FC236}">
                <a16:creationId xmlns:a16="http://schemas.microsoft.com/office/drawing/2014/main" id="{E48C0473-C40E-40FF-BCBA-5DB78DA6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666" y="1537552"/>
            <a:ext cx="628678" cy="80664"/>
          </a:xfrm>
          <a:custGeom xmlns:a="http://schemas.openxmlformats.org/drawingml/2006/main">
            <a:pathLst>
              <a:path w="628678" h="80664">
                <a:moveTo>
                  <a:pt x="15351" y="77379"/>
                </a:moveTo>
                <a:cubicBezTo>
                  <a:pt x="15351" y="77757"/>
                  <a:pt x="15238" y="78087"/>
                  <a:pt x="15011" y="78370"/>
                </a:cubicBezTo>
                <a:cubicBezTo>
                  <a:pt x="14785" y="78653"/>
                  <a:pt x="14398" y="78890"/>
                  <a:pt x="13850" y="79078"/>
                </a:cubicBezTo>
                <a:cubicBezTo>
                  <a:pt x="13302" y="79267"/>
                  <a:pt x="12575" y="79409"/>
                  <a:pt x="11669" y="79503"/>
                </a:cubicBezTo>
                <a:cubicBezTo>
                  <a:pt x="10763" y="79598"/>
                  <a:pt x="9611" y="79645"/>
                  <a:pt x="8214" y="79645"/>
                </a:cubicBezTo>
                <a:cubicBezTo>
                  <a:pt x="6816" y="79645"/>
                  <a:pt x="5665" y="79598"/>
                  <a:pt x="4758" y="79503"/>
                </a:cubicBezTo>
                <a:cubicBezTo>
                  <a:pt x="3852" y="79409"/>
                  <a:pt x="3125" y="79267"/>
                  <a:pt x="2577" y="79078"/>
                </a:cubicBezTo>
                <a:cubicBezTo>
                  <a:pt x="2030" y="78890"/>
                  <a:pt x="1643" y="78653"/>
                  <a:pt x="1416" y="78370"/>
                </a:cubicBezTo>
                <a:cubicBezTo>
                  <a:pt x="1190" y="78087"/>
                  <a:pt x="1076" y="77757"/>
                  <a:pt x="1076" y="77379"/>
                </a:cubicBezTo>
                <a:lnTo>
                  <a:pt x="1076" y="26964"/>
                </a:lnTo>
                <a:cubicBezTo>
                  <a:pt x="1076" y="26586"/>
                  <a:pt x="1190" y="26256"/>
                  <a:pt x="1416" y="25972"/>
                </a:cubicBezTo>
                <a:cubicBezTo>
                  <a:pt x="1643" y="25689"/>
                  <a:pt x="2030" y="25444"/>
                  <a:pt x="2577" y="25236"/>
                </a:cubicBezTo>
                <a:cubicBezTo>
                  <a:pt x="3125" y="25028"/>
                  <a:pt x="3852" y="24868"/>
                  <a:pt x="4758" y="24754"/>
                </a:cubicBezTo>
                <a:cubicBezTo>
                  <a:pt x="5665" y="24641"/>
                  <a:pt x="6816" y="24585"/>
                  <a:pt x="8214" y="24585"/>
                </a:cubicBezTo>
                <a:cubicBezTo>
                  <a:pt x="9611" y="24585"/>
                  <a:pt x="10763" y="24641"/>
                  <a:pt x="11669" y="24754"/>
                </a:cubicBezTo>
                <a:cubicBezTo>
                  <a:pt x="12575" y="24868"/>
                  <a:pt x="13302" y="25028"/>
                  <a:pt x="13850" y="25236"/>
                </a:cubicBezTo>
                <a:cubicBezTo>
                  <a:pt x="14398" y="25444"/>
                  <a:pt x="14785" y="25689"/>
                  <a:pt x="15011" y="25972"/>
                </a:cubicBezTo>
                <a:cubicBezTo>
                  <a:pt x="15238" y="26256"/>
                  <a:pt x="15351" y="26586"/>
                  <a:pt x="15351" y="26964"/>
                </a:cubicBezTo>
                <a:lnTo>
                  <a:pt x="15351" y="77379"/>
                </a:lnTo>
                <a:moveTo>
                  <a:pt x="16427" y="9743"/>
                </a:moveTo>
                <a:cubicBezTo>
                  <a:pt x="16427" y="12613"/>
                  <a:pt x="15842" y="14596"/>
                  <a:pt x="14671" y="15691"/>
                </a:cubicBezTo>
                <a:cubicBezTo>
                  <a:pt x="13501" y="16786"/>
                  <a:pt x="11329" y="17334"/>
                  <a:pt x="8157" y="17334"/>
                </a:cubicBezTo>
                <a:cubicBezTo>
                  <a:pt x="4947" y="17334"/>
                  <a:pt x="2785" y="16805"/>
                  <a:pt x="1671" y="15748"/>
                </a:cubicBezTo>
                <a:cubicBezTo>
                  <a:pt x="557" y="14690"/>
                  <a:pt x="0" y="12783"/>
                  <a:pt x="0" y="10026"/>
                </a:cubicBezTo>
                <a:cubicBezTo>
                  <a:pt x="0" y="7156"/>
                  <a:pt x="576" y="5164"/>
                  <a:pt x="1728" y="4050"/>
                </a:cubicBezTo>
                <a:cubicBezTo>
                  <a:pt x="2880" y="2936"/>
                  <a:pt x="5060" y="2379"/>
                  <a:pt x="8270" y="2379"/>
                </a:cubicBezTo>
                <a:cubicBezTo>
                  <a:pt x="11443" y="2379"/>
                  <a:pt x="13595" y="2917"/>
                  <a:pt x="14728" y="3994"/>
                </a:cubicBezTo>
                <a:cubicBezTo>
                  <a:pt x="15861" y="5070"/>
                  <a:pt x="16427" y="6986"/>
                  <a:pt x="16427" y="9743"/>
                </a:cubicBezTo>
                <a:close/>
                <a:moveTo>
                  <a:pt x="77480" y="77377"/>
                </a:moveTo>
                <a:cubicBezTo>
                  <a:pt x="77480" y="77793"/>
                  <a:pt x="77386" y="78142"/>
                  <a:pt x="77197" y="78427"/>
                </a:cubicBezTo>
                <a:cubicBezTo>
                  <a:pt x="77008" y="78710"/>
                  <a:pt x="76687" y="78946"/>
                  <a:pt x="76234" y="79135"/>
                </a:cubicBezTo>
                <a:cubicBezTo>
                  <a:pt x="75781" y="79324"/>
                  <a:pt x="75167" y="79456"/>
                  <a:pt x="74393" y="79531"/>
                </a:cubicBezTo>
                <a:cubicBezTo>
                  <a:pt x="73619" y="79607"/>
                  <a:pt x="72665" y="79645"/>
                  <a:pt x="71532" y="79645"/>
                </a:cubicBezTo>
                <a:cubicBezTo>
                  <a:pt x="70324" y="79645"/>
                  <a:pt x="69342" y="79607"/>
                  <a:pt x="68587" y="79531"/>
                </a:cubicBezTo>
                <a:cubicBezTo>
                  <a:pt x="67831" y="79457"/>
                  <a:pt x="67218" y="79326"/>
                  <a:pt x="66746" y="79139"/>
                </a:cubicBezTo>
                <a:cubicBezTo>
                  <a:pt x="66274" y="78950"/>
                  <a:pt x="65934" y="78715"/>
                  <a:pt x="65726" y="78434"/>
                </a:cubicBezTo>
                <a:cubicBezTo>
                  <a:pt x="65518" y="78152"/>
                  <a:pt x="65414" y="77804"/>
                  <a:pt x="65414" y="77390"/>
                </a:cubicBezTo>
                <a:lnTo>
                  <a:pt x="65414" y="71810"/>
                </a:lnTo>
                <a:cubicBezTo>
                  <a:pt x="62809" y="74610"/>
                  <a:pt x="60080" y="76787"/>
                  <a:pt x="57229" y="78338"/>
                </a:cubicBezTo>
                <a:cubicBezTo>
                  <a:pt x="54378" y="79889"/>
                  <a:pt x="51215" y="80664"/>
                  <a:pt x="47741" y="80664"/>
                </a:cubicBezTo>
                <a:cubicBezTo>
                  <a:pt x="43889" y="80664"/>
                  <a:pt x="40632" y="79917"/>
                  <a:pt x="37969" y="78423"/>
                </a:cubicBezTo>
                <a:cubicBezTo>
                  <a:pt x="35307" y="76928"/>
                  <a:pt x="33135" y="74913"/>
                  <a:pt x="31455" y="72378"/>
                </a:cubicBezTo>
                <a:cubicBezTo>
                  <a:pt x="29774" y="69842"/>
                  <a:pt x="28557" y="66881"/>
                  <a:pt x="27801" y="63495"/>
                </a:cubicBezTo>
                <a:cubicBezTo>
                  <a:pt x="27046" y="60108"/>
                  <a:pt x="26668" y="56542"/>
                  <a:pt x="26668" y="52796"/>
                </a:cubicBezTo>
                <a:cubicBezTo>
                  <a:pt x="26668" y="48293"/>
                  <a:pt x="27150" y="44244"/>
                  <a:pt x="28113" y="40649"/>
                </a:cubicBezTo>
                <a:cubicBezTo>
                  <a:pt x="29076" y="37054"/>
                  <a:pt x="30482" y="33990"/>
                  <a:pt x="32333" y="31455"/>
                </a:cubicBezTo>
                <a:cubicBezTo>
                  <a:pt x="34183" y="28920"/>
                  <a:pt x="36487" y="26971"/>
                  <a:pt x="39244" y="25609"/>
                </a:cubicBezTo>
                <a:cubicBezTo>
                  <a:pt x="42001" y="24246"/>
                  <a:pt x="45173" y="23565"/>
                  <a:pt x="48760" y="23565"/>
                </a:cubicBezTo>
                <a:cubicBezTo>
                  <a:pt x="51593" y="23565"/>
                  <a:pt x="54161" y="24142"/>
                  <a:pt x="56464" y="25296"/>
                </a:cubicBezTo>
                <a:cubicBezTo>
                  <a:pt x="58768" y="26450"/>
                  <a:pt x="61053" y="28144"/>
                  <a:pt x="63319" y="30377"/>
                </a:cubicBezTo>
                <a:lnTo>
                  <a:pt x="63319" y="3004"/>
                </a:lnTo>
                <a:cubicBezTo>
                  <a:pt x="63319" y="2625"/>
                  <a:pt x="63422" y="2285"/>
                  <a:pt x="63630" y="1983"/>
                </a:cubicBezTo>
                <a:cubicBezTo>
                  <a:pt x="63838" y="1681"/>
                  <a:pt x="64215" y="1426"/>
                  <a:pt x="64763" y="1218"/>
                </a:cubicBezTo>
                <a:cubicBezTo>
                  <a:pt x="65311" y="1010"/>
                  <a:pt x="66038" y="850"/>
                  <a:pt x="66944" y="736"/>
                </a:cubicBezTo>
                <a:cubicBezTo>
                  <a:pt x="67850" y="623"/>
                  <a:pt x="69002" y="566"/>
                  <a:pt x="70399" y="566"/>
                </a:cubicBezTo>
                <a:cubicBezTo>
                  <a:pt x="71797" y="566"/>
                  <a:pt x="72948" y="623"/>
                  <a:pt x="73855" y="736"/>
                </a:cubicBezTo>
                <a:cubicBezTo>
                  <a:pt x="74761" y="850"/>
                  <a:pt x="75479" y="1010"/>
                  <a:pt x="76007" y="1218"/>
                </a:cubicBezTo>
                <a:cubicBezTo>
                  <a:pt x="76536" y="1426"/>
                  <a:pt x="76914" y="1681"/>
                  <a:pt x="77140" y="1984"/>
                </a:cubicBezTo>
                <a:cubicBezTo>
                  <a:pt x="77367" y="2287"/>
                  <a:pt x="77480" y="2626"/>
                  <a:pt x="77480" y="3004"/>
                </a:cubicBezTo>
                <a:lnTo>
                  <a:pt x="77480" y="77377"/>
                </a:lnTo>
                <a:moveTo>
                  <a:pt x="63319" y="43600"/>
                </a:moveTo>
                <a:cubicBezTo>
                  <a:pt x="61279" y="41038"/>
                  <a:pt x="59325" y="39079"/>
                  <a:pt x="57456" y="37723"/>
                </a:cubicBezTo>
                <a:cubicBezTo>
                  <a:pt x="55586" y="36366"/>
                  <a:pt x="53632" y="35687"/>
                  <a:pt x="51593" y="35687"/>
                </a:cubicBezTo>
                <a:cubicBezTo>
                  <a:pt x="49742" y="35687"/>
                  <a:pt x="48147" y="36150"/>
                  <a:pt x="46806" y="37075"/>
                </a:cubicBezTo>
                <a:cubicBezTo>
                  <a:pt x="45465" y="38000"/>
                  <a:pt x="44389" y="39237"/>
                  <a:pt x="43577" y="40785"/>
                </a:cubicBezTo>
                <a:cubicBezTo>
                  <a:pt x="42765" y="42334"/>
                  <a:pt x="42161" y="44061"/>
                  <a:pt x="41765" y="45969"/>
                </a:cubicBezTo>
                <a:cubicBezTo>
                  <a:pt x="41368" y="47876"/>
                  <a:pt x="41170" y="49830"/>
                  <a:pt x="41170" y="51831"/>
                </a:cubicBezTo>
                <a:cubicBezTo>
                  <a:pt x="41170" y="53946"/>
                  <a:pt x="41340" y="56004"/>
                  <a:pt x="41680" y="58006"/>
                </a:cubicBezTo>
                <a:cubicBezTo>
                  <a:pt x="42019" y="60007"/>
                  <a:pt x="42576" y="61792"/>
                  <a:pt x="43351" y="63359"/>
                </a:cubicBezTo>
                <a:cubicBezTo>
                  <a:pt x="44125" y="64926"/>
                  <a:pt x="45154" y="66182"/>
                  <a:pt x="46438" y="67126"/>
                </a:cubicBezTo>
                <a:cubicBezTo>
                  <a:pt x="47722" y="68070"/>
                  <a:pt x="49346" y="68542"/>
                  <a:pt x="51309" y="68542"/>
                </a:cubicBezTo>
                <a:cubicBezTo>
                  <a:pt x="52291" y="68542"/>
                  <a:pt x="53245" y="68401"/>
                  <a:pt x="54170" y="68119"/>
                </a:cubicBezTo>
                <a:cubicBezTo>
                  <a:pt x="55095" y="67836"/>
                  <a:pt x="56039" y="67374"/>
                  <a:pt x="57002" y="66733"/>
                </a:cubicBezTo>
                <a:cubicBezTo>
                  <a:pt x="57965" y="66092"/>
                  <a:pt x="58957" y="65254"/>
                  <a:pt x="59976" y="64218"/>
                </a:cubicBezTo>
                <a:cubicBezTo>
                  <a:pt x="60996" y="63180"/>
                  <a:pt x="62110" y="61908"/>
                  <a:pt x="63319" y="60401"/>
                </a:cubicBezTo>
                <a:lnTo>
                  <a:pt x="63319" y="43600"/>
                </a:lnTo>
                <a:close/>
                <a:moveTo>
                  <a:pt x="138753" y="50633"/>
                </a:moveTo>
                <a:cubicBezTo>
                  <a:pt x="138753" y="52374"/>
                  <a:pt x="138365" y="53660"/>
                  <a:pt x="137591" y="54492"/>
                </a:cubicBezTo>
                <a:cubicBezTo>
                  <a:pt x="136817" y="55324"/>
                  <a:pt x="135750" y="55740"/>
                  <a:pt x="134391" y="55740"/>
                </a:cubicBezTo>
                <a:lnTo>
                  <a:pt x="103632" y="55740"/>
                </a:lnTo>
                <a:cubicBezTo>
                  <a:pt x="103632" y="57901"/>
                  <a:pt x="103887" y="59863"/>
                  <a:pt x="104397" y="61626"/>
                </a:cubicBezTo>
                <a:cubicBezTo>
                  <a:pt x="104906" y="63389"/>
                  <a:pt x="105718" y="64887"/>
                  <a:pt x="106832" y="66120"/>
                </a:cubicBezTo>
                <a:cubicBezTo>
                  <a:pt x="107946" y="67353"/>
                  <a:pt x="109381" y="68291"/>
                  <a:pt x="111137" y="68935"/>
                </a:cubicBezTo>
                <a:cubicBezTo>
                  <a:pt x="112893" y="69579"/>
                  <a:pt x="114999" y="69902"/>
                  <a:pt x="117454" y="69902"/>
                </a:cubicBezTo>
                <a:cubicBezTo>
                  <a:pt x="119946" y="69902"/>
                  <a:pt x="122136" y="69719"/>
                  <a:pt x="124024" y="69355"/>
                </a:cubicBezTo>
                <a:cubicBezTo>
                  <a:pt x="125913" y="68990"/>
                  <a:pt x="127546" y="68587"/>
                  <a:pt x="128924" y="68146"/>
                </a:cubicBezTo>
                <a:cubicBezTo>
                  <a:pt x="130303" y="67704"/>
                  <a:pt x="131445" y="67301"/>
                  <a:pt x="132352" y="66937"/>
                </a:cubicBezTo>
                <a:cubicBezTo>
                  <a:pt x="133258" y="66572"/>
                  <a:pt x="133994" y="66390"/>
                  <a:pt x="134561" y="66390"/>
                </a:cubicBezTo>
                <a:cubicBezTo>
                  <a:pt x="134901" y="66390"/>
                  <a:pt x="135184" y="66456"/>
                  <a:pt x="135410" y="66590"/>
                </a:cubicBezTo>
                <a:cubicBezTo>
                  <a:pt x="135637" y="66722"/>
                  <a:pt x="135826" y="66959"/>
                  <a:pt x="135977" y="67301"/>
                </a:cubicBezTo>
                <a:cubicBezTo>
                  <a:pt x="136128" y="67642"/>
                  <a:pt x="136232" y="68126"/>
                  <a:pt x="136288" y="68753"/>
                </a:cubicBezTo>
                <a:cubicBezTo>
                  <a:pt x="136345" y="69379"/>
                  <a:pt x="136373" y="70167"/>
                  <a:pt x="136373" y="71116"/>
                </a:cubicBezTo>
                <a:cubicBezTo>
                  <a:pt x="136373" y="71952"/>
                  <a:pt x="136355" y="72664"/>
                  <a:pt x="136317" y="73253"/>
                </a:cubicBezTo>
                <a:cubicBezTo>
                  <a:pt x="136279" y="73840"/>
                  <a:pt x="136222" y="74343"/>
                  <a:pt x="136147" y="74761"/>
                </a:cubicBezTo>
                <a:cubicBezTo>
                  <a:pt x="136071" y="75179"/>
                  <a:pt x="135958" y="75530"/>
                  <a:pt x="135807" y="75816"/>
                </a:cubicBezTo>
                <a:cubicBezTo>
                  <a:pt x="135656" y="76100"/>
                  <a:pt x="135458" y="76375"/>
                  <a:pt x="135212" y="76641"/>
                </a:cubicBezTo>
                <a:cubicBezTo>
                  <a:pt x="134967" y="76906"/>
                  <a:pt x="134296" y="77266"/>
                  <a:pt x="133201" y="77719"/>
                </a:cubicBezTo>
                <a:cubicBezTo>
                  <a:pt x="132106" y="78172"/>
                  <a:pt x="130709" y="78616"/>
                  <a:pt x="129009" y="79050"/>
                </a:cubicBezTo>
                <a:cubicBezTo>
                  <a:pt x="127310" y="79484"/>
                  <a:pt x="125365" y="79862"/>
                  <a:pt x="123175" y="80183"/>
                </a:cubicBezTo>
                <a:cubicBezTo>
                  <a:pt x="120984" y="80504"/>
                  <a:pt x="118643" y="80664"/>
                  <a:pt x="116151" y="80664"/>
                </a:cubicBezTo>
                <a:cubicBezTo>
                  <a:pt x="111657" y="80664"/>
                  <a:pt x="107720" y="80097"/>
                  <a:pt x="104340" y="78961"/>
                </a:cubicBezTo>
                <a:cubicBezTo>
                  <a:pt x="100960" y="77826"/>
                  <a:pt x="98137" y="76104"/>
                  <a:pt x="95871" y="73796"/>
                </a:cubicBezTo>
                <a:cubicBezTo>
                  <a:pt x="93605" y="71488"/>
                  <a:pt x="91915" y="68575"/>
                  <a:pt x="90801" y="65057"/>
                </a:cubicBezTo>
                <a:cubicBezTo>
                  <a:pt x="89687" y="61537"/>
                  <a:pt x="89130" y="57413"/>
                  <a:pt x="89130" y="52683"/>
                </a:cubicBezTo>
                <a:cubicBezTo>
                  <a:pt x="89130" y="48180"/>
                  <a:pt x="89716" y="44121"/>
                  <a:pt x="90886" y="40507"/>
                </a:cubicBezTo>
                <a:cubicBezTo>
                  <a:pt x="92057" y="36894"/>
                  <a:pt x="93756" y="33829"/>
                  <a:pt x="95985" y="31313"/>
                </a:cubicBezTo>
                <a:cubicBezTo>
                  <a:pt x="98213" y="28796"/>
                  <a:pt x="100922" y="26875"/>
                  <a:pt x="104113" y="25551"/>
                </a:cubicBezTo>
                <a:cubicBezTo>
                  <a:pt x="107304" y="24227"/>
                  <a:pt x="110901" y="23565"/>
                  <a:pt x="114904" y="23565"/>
                </a:cubicBezTo>
                <a:cubicBezTo>
                  <a:pt x="119134" y="23565"/>
                  <a:pt x="122750" y="24189"/>
                  <a:pt x="125752" y="25438"/>
                </a:cubicBezTo>
                <a:cubicBezTo>
                  <a:pt x="128754" y="26686"/>
                  <a:pt x="131219" y="28417"/>
                  <a:pt x="133145" y="30630"/>
                </a:cubicBezTo>
                <a:cubicBezTo>
                  <a:pt x="135071" y="32842"/>
                  <a:pt x="136487" y="35462"/>
                  <a:pt x="137393" y="38489"/>
                </a:cubicBezTo>
                <a:cubicBezTo>
                  <a:pt x="138299" y="41515"/>
                  <a:pt x="138753" y="44807"/>
                  <a:pt x="138753" y="48364"/>
                </a:cubicBezTo>
                <a:lnTo>
                  <a:pt x="138753" y="50633"/>
                </a:lnTo>
                <a:moveTo>
                  <a:pt x="124931" y="46563"/>
                </a:moveTo>
                <a:cubicBezTo>
                  <a:pt x="125044" y="42543"/>
                  <a:pt x="124242" y="39385"/>
                  <a:pt x="122523" y="37091"/>
                </a:cubicBezTo>
                <a:cubicBezTo>
                  <a:pt x="120805" y="34796"/>
                  <a:pt x="118152" y="33648"/>
                  <a:pt x="114565" y="33648"/>
                </a:cubicBezTo>
                <a:cubicBezTo>
                  <a:pt x="112752" y="33648"/>
                  <a:pt x="111175" y="33990"/>
                  <a:pt x="109835" y="34673"/>
                </a:cubicBezTo>
                <a:cubicBezTo>
                  <a:pt x="108494" y="35355"/>
                  <a:pt x="107380" y="36275"/>
                  <a:pt x="106492" y="37433"/>
                </a:cubicBezTo>
                <a:cubicBezTo>
                  <a:pt x="105605" y="38589"/>
                  <a:pt x="104925" y="39955"/>
                  <a:pt x="104453" y="41529"/>
                </a:cubicBezTo>
                <a:cubicBezTo>
                  <a:pt x="103981" y="43102"/>
                  <a:pt x="103707" y="44780"/>
                  <a:pt x="103632" y="46563"/>
                </a:cubicBezTo>
                <a:lnTo>
                  <a:pt x="124931" y="46563"/>
                </a:lnTo>
                <a:close/>
                <a:moveTo>
                  <a:pt x="198693" y="77377"/>
                </a:moveTo>
                <a:cubicBezTo>
                  <a:pt x="198693" y="77755"/>
                  <a:pt x="198579" y="78086"/>
                  <a:pt x="198353" y="78370"/>
                </a:cubicBezTo>
                <a:cubicBezTo>
                  <a:pt x="198126" y="78653"/>
                  <a:pt x="197748" y="78890"/>
                  <a:pt x="197220" y="79078"/>
                </a:cubicBezTo>
                <a:cubicBezTo>
                  <a:pt x="196691" y="79267"/>
                  <a:pt x="195964" y="79409"/>
                  <a:pt x="195039" y="79503"/>
                </a:cubicBezTo>
                <a:cubicBezTo>
                  <a:pt x="194114" y="79598"/>
                  <a:pt x="192971" y="79645"/>
                  <a:pt x="191612" y="79645"/>
                </a:cubicBezTo>
                <a:cubicBezTo>
                  <a:pt x="190214" y="79645"/>
                  <a:pt x="189053" y="79598"/>
                  <a:pt x="188128" y="79503"/>
                </a:cubicBezTo>
                <a:cubicBezTo>
                  <a:pt x="187203" y="79409"/>
                  <a:pt x="186476" y="79267"/>
                  <a:pt x="185947" y="79078"/>
                </a:cubicBezTo>
                <a:cubicBezTo>
                  <a:pt x="185418" y="78890"/>
                  <a:pt x="185041" y="78653"/>
                  <a:pt x="184814" y="78370"/>
                </a:cubicBezTo>
                <a:cubicBezTo>
                  <a:pt x="184588" y="78087"/>
                  <a:pt x="184474" y="77757"/>
                  <a:pt x="184474" y="77379"/>
                </a:cubicBezTo>
                <a:lnTo>
                  <a:pt x="184474" y="48546"/>
                </a:lnTo>
                <a:cubicBezTo>
                  <a:pt x="184474" y="46091"/>
                  <a:pt x="184295" y="44165"/>
                  <a:pt x="183936" y="42768"/>
                </a:cubicBezTo>
                <a:cubicBezTo>
                  <a:pt x="183577" y="41371"/>
                  <a:pt x="183058" y="40172"/>
                  <a:pt x="182378" y="39171"/>
                </a:cubicBezTo>
                <a:cubicBezTo>
                  <a:pt x="181699" y="38170"/>
                  <a:pt x="180821" y="37396"/>
                  <a:pt x="179744" y="36848"/>
                </a:cubicBezTo>
                <a:cubicBezTo>
                  <a:pt x="178668" y="36301"/>
                  <a:pt x="177412" y="36027"/>
                  <a:pt x="175977" y="36027"/>
                </a:cubicBezTo>
                <a:cubicBezTo>
                  <a:pt x="174165" y="36027"/>
                  <a:pt x="172333" y="36688"/>
                  <a:pt x="170483" y="38010"/>
                </a:cubicBezTo>
                <a:cubicBezTo>
                  <a:pt x="168632" y="39331"/>
                  <a:pt x="166706" y="41257"/>
                  <a:pt x="164705" y="43788"/>
                </a:cubicBezTo>
                <a:lnTo>
                  <a:pt x="164705" y="77379"/>
                </a:lnTo>
                <a:cubicBezTo>
                  <a:pt x="164705" y="77757"/>
                  <a:pt x="164591" y="78087"/>
                  <a:pt x="164365" y="78370"/>
                </a:cubicBezTo>
                <a:cubicBezTo>
                  <a:pt x="164138" y="78653"/>
                  <a:pt x="163751" y="78890"/>
                  <a:pt x="163204" y="79078"/>
                </a:cubicBezTo>
                <a:cubicBezTo>
                  <a:pt x="162656" y="79267"/>
                  <a:pt x="161929" y="79409"/>
                  <a:pt x="161023" y="79503"/>
                </a:cubicBezTo>
                <a:cubicBezTo>
                  <a:pt x="160116" y="79598"/>
                  <a:pt x="158965" y="79645"/>
                  <a:pt x="157567" y="79645"/>
                </a:cubicBezTo>
                <a:cubicBezTo>
                  <a:pt x="156170" y="79645"/>
                  <a:pt x="155018" y="79598"/>
                  <a:pt x="154112" y="79503"/>
                </a:cubicBezTo>
                <a:cubicBezTo>
                  <a:pt x="153205" y="79409"/>
                  <a:pt x="152479" y="79267"/>
                  <a:pt x="151931" y="79078"/>
                </a:cubicBezTo>
                <a:cubicBezTo>
                  <a:pt x="151383" y="78890"/>
                  <a:pt x="150996" y="78653"/>
                  <a:pt x="150770" y="78370"/>
                </a:cubicBezTo>
                <a:cubicBezTo>
                  <a:pt x="150543" y="78087"/>
                  <a:pt x="150430" y="77757"/>
                  <a:pt x="150430" y="77379"/>
                </a:cubicBezTo>
                <a:lnTo>
                  <a:pt x="150430" y="26850"/>
                </a:lnTo>
                <a:cubicBezTo>
                  <a:pt x="150430" y="26473"/>
                  <a:pt x="150524" y="26142"/>
                  <a:pt x="150713" y="25859"/>
                </a:cubicBezTo>
                <a:cubicBezTo>
                  <a:pt x="150902" y="25576"/>
                  <a:pt x="151242" y="25340"/>
                  <a:pt x="151733" y="25151"/>
                </a:cubicBezTo>
                <a:cubicBezTo>
                  <a:pt x="152224" y="24962"/>
                  <a:pt x="152856" y="24821"/>
                  <a:pt x="153630" y="24726"/>
                </a:cubicBezTo>
                <a:cubicBezTo>
                  <a:pt x="154404" y="24632"/>
                  <a:pt x="155377" y="24585"/>
                  <a:pt x="156548" y="24585"/>
                </a:cubicBezTo>
                <a:cubicBezTo>
                  <a:pt x="157756" y="24585"/>
                  <a:pt x="158757" y="24632"/>
                  <a:pt x="159550" y="24726"/>
                </a:cubicBezTo>
                <a:cubicBezTo>
                  <a:pt x="160343" y="24821"/>
                  <a:pt x="160957" y="24962"/>
                  <a:pt x="161391" y="25151"/>
                </a:cubicBezTo>
                <a:cubicBezTo>
                  <a:pt x="161825" y="25340"/>
                  <a:pt x="162137" y="25576"/>
                  <a:pt x="162326" y="25859"/>
                </a:cubicBezTo>
                <a:cubicBezTo>
                  <a:pt x="162514" y="26142"/>
                  <a:pt x="162609" y="26473"/>
                  <a:pt x="162609" y="26850"/>
                </a:cubicBezTo>
                <a:lnTo>
                  <a:pt x="162609" y="32685"/>
                </a:lnTo>
                <a:cubicBezTo>
                  <a:pt x="165403" y="29645"/>
                  <a:pt x="168245" y="27365"/>
                  <a:pt x="171134" y="25845"/>
                </a:cubicBezTo>
                <a:cubicBezTo>
                  <a:pt x="174023" y="24325"/>
                  <a:pt x="177035" y="23565"/>
                  <a:pt x="180169" y="23565"/>
                </a:cubicBezTo>
                <a:cubicBezTo>
                  <a:pt x="183606" y="23565"/>
                  <a:pt x="186504" y="24132"/>
                  <a:pt x="188864" y="25266"/>
                </a:cubicBezTo>
                <a:cubicBezTo>
                  <a:pt x="191225" y="26400"/>
                  <a:pt x="193132" y="27941"/>
                  <a:pt x="194586" y="29888"/>
                </a:cubicBezTo>
                <a:cubicBezTo>
                  <a:pt x="196040" y="31834"/>
                  <a:pt x="197088" y="34112"/>
                  <a:pt x="197730" y="36721"/>
                </a:cubicBezTo>
                <a:cubicBezTo>
                  <a:pt x="198372" y="39329"/>
                  <a:pt x="198693" y="42466"/>
                  <a:pt x="198693" y="46133"/>
                </a:cubicBezTo>
                <a:lnTo>
                  <a:pt x="198693" y="77377"/>
                </a:lnTo>
                <a:close/>
                <a:moveTo>
                  <a:pt x="241477" y="72355"/>
                </a:moveTo>
                <a:cubicBezTo>
                  <a:pt x="241477" y="74025"/>
                  <a:pt x="241373" y="75306"/>
                  <a:pt x="241165" y="76198"/>
                </a:cubicBezTo>
                <a:cubicBezTo>
                  <a:pt x="240958" y="77089"/>
                  <a:pt x="240684" y="77715"/>
                  <a:pt x="240344" y="78076"/>
                </a:cubicBezTo>
                <a:cubicBezTo>
                  <a:pt x="240004" y="78436"/>
                  <a:pt x="239504" y="78759"/>
                  <a:pt x="238843" y="79043"/>
                </a:cubicBezTo>
                <a:cubicBezTo>
                  <a:pt x="238182" y="79327"/>
                  <a:pt x="237408" y="79574"/>
                  <a:pt x="236520" y="79783"/>
                </a:cubicBezTo>
                <a:cubicBezTo>
                  <a:pt x="235633" y="79992"/>
                  <a:pt x="234670" y="80153"/>
                  <a:pt x="233631" y="80266"/>
                </a:cubicBezTo>
                <a:cubicBezTo>
                  <a:pt x="232593" y="80381"/>
                  <a:pt x="231545" y="80438"/>
                  <a:pt x="230488" y="80438"/>
                </a:cubicBezTo>
                <a:cubicBezTo>
                  <a:pt x="227655" y="80438"/>
                  <a:pt x="225201" y="80079"/>
                  <a:pt x="223124" y="79362"/>
                </a:cubicBezTo>
                <a:cubicBezTo>
                  <a:pt x="221047" y="78644"/>
                  <a:pt x="219328" y="77539"/>
                  <a:pt x="217969" y="76048"/>
                </a:cubicBezTo>
                <a:cubicBezTo>
                  <a:pt x="216609" y="74556"/>
                  <a:pt x="215609" y="72677"/>
                  <a:pt x="214967" y="70411"/>
                </a:cubicBezTo>
                <a:cubicBezTo>
                  <a:pt x="214325" y="68146"/>
                  <a:pt x="214004" y="65464"/>
                  <a:pt x="214004" y="62368"/>
                </a:cubicBezTo>
                <a:lnTo>
                  <a:pt x="214004" y="36480"/>
                </a:lnTo>
                <a:lnTo>
                  <a:pt x="207942" y="36480"/>
                </a:lnTo>
                <a:cubicBezTo>
                  <a:pt x="207225" y="36480"/>
                  <a:pt x="206677" y="36037"/>
                  <a:pt x="206300" y="35149"/>
                </a:cubicBezTo>
                <a:cubicBezTo>
                  <a:pt x="205922" y="34262"/>
                  <a:pt x="205733" y="32779"/>
                  <a:pt x="205733" y="30702"/>
                </a:cubicBezTo>
                <a:cubicBezTo>
                  <a:pt x="205733" y="29607"/>
                  <a:pt x="205780" y="28682"/>
                  <a:pt x="205875" y="27927"/>
                </a:cubicBezTo>
                <a:cubicBezTo>
                  <a:pt x="205969" y="27171"/>
                  <a:pt x="206111" y="26577"/>
                  <a:pt x="206300" y="26142"/>
                </a:cubicBezTo>
                <a:cubicBezTo>
                  <a:pt x="206488" y="25708"/>
                  <a:pt x="206724" y="25396"/>
                  <a:pt x="207008" y="25208"/>
                </a:cubicBezTo>
                <a:cubicBezTo>
                  <a:pt x="207291" y="25019"/>
                  <a:pt x="207621" y="24924"/>
                  <a:pt x="207999" y="24924"/>
                </a:cubicBezTo>
                <a:lnTo>
                  <a:pt x="214004" y="24924"/>
                </a:lnTo>
                <a:lnTo>
                  <a:pt x="214004" y="13606"/>
                </a:lnTo>
                <a:cubicBezTo>
                  <a:pt x="214004" y="13226"/>
                  <a:pt x="214107" y="12884"/>
                  <a:pt x="214315" y="12581"/>
                </a:cubicBezTo>
                <a:cubicBezTo>
                  <a:pt x="214523" y="12278"/>
                  <a:pt x="214900" y="12022"/>
                  <a:pt x="215448" y="11814"/>
                </a:cubicBezTo>
                <a:cubicBezTo>
                  <a:pt x="215996" y="11605"/>
                  <a:pt x="216732" y="11454"/>
                  <a:pt x="217657" y="11359"/>
                </a:cubicBezTo>
                <a:cubicBezTo>
                  <a:pt x="218582" y="11264"/>
                  <a:pt x="219725" y="11216"/>
                  <a:pt x="221084" y="11216"/>
                </a:cubicBezTo>
                <a:cubicBezTo>
                  <a:pt x="222482" y="11216"/>
                  <a:pt x="223643" y="11264"/>
                  <a:pt x="224568" y="11359"/>
                </a:cubicBezTo>
                <a:cubicBezTo>
                  <a:pt x="225493" y="11454"/>
                  <a:pt x="226220" y="11605"/>
                  <a:pt x="226749" y="11814"/>
                </a:cubicBezTo>
                <a:cubicBezTo>
                  <a:pt x="227278" y="12022"/>
                  <a:pt x="227655" y="12278"/>
                  <a:pt x="227882" y="12581"/>
                </a:cubicBezTo>
                <a:cubicBezTo>
                  <a:pt x="228108" y="12884"/>
                  <a:pt x="228222" y="13226"/>
                  <a:pt x="228222" y="13606"/>
                </a:cubicBezTo>
                <a:lnTo>
                  <a:pt x="228222" y="24924"/>
                </a:lnTo>
                <a:lnTo>
                  <a:pt x="239211" y="24924"/>
                </a:lnTo>
                <a:cubicBezTo>
                  <a:pt x="239589" y="24924"/>
                  <a:pt x="239919" y="25019"/>
                  <a:pt x="240202" y="25208"/>
                </a:cubicBezTo>
                <a:cubicBezTo>
                  <a:pt x="240486" y="25396"/>
                  <a:pt x="240722" y="25708"/>
                  <a:pt x="240911" y="26142"/>
                </a:cubicBezTo>
                <a:cubicBezTo>
                  <a:pt x="241099" y="26577"/>
                  <a:pt x="241241" y="27171"/>
                  <a:pt x="241335" y="27927"/>
                </a:cubicBezTo>
                <a:cubicBezTo>
                  <a:pt x="241430" y="28682"/>
                  <a:pt x="241477" y="29607"/>
                  <a:pt x="241477" y="30702"/>
                </a:cubicBezTo>
                <a:cubicBezTo>
                  <a:pt x="241477" y="32779"/>
                  <a:pt x="241288" y="34262"/>
                  <a:pt x="240911" y="35149"/>
                </a:cubicBezTo>
                <a:cubicBezTo>
                  <a:pt x="240533" y="36037"/>
                  <a:pt x="239985" y="36480"/>
                  <a:pt x="239268" y="36480"/>
                </a:cubicBezTo>
                <a:lnTo>
                  <a:pt x="228222" y="36480"/>
                </a:lnTo>
                <a:lnTo>
                  <a:pt x="228222" y="60173"/>
                </a:lnTo>
                <a:cubicBezTo>
                  <a:pt x="228222" y="62925"/>
                  <a:pt x="228656" y="64989"/>
                  <a:pt x="229525" y="66365"/>
                </a:cubicBezTo>
                <a:cubicBezTo>
                  <a:pt x="230393" y="67741"/>
                  <a:pt x="231942" y="68429"/>
                  <a:pt x="234170" y="68429"/>
                </a:cubicBezTo>
                <a:cubicBezTo>
                  <a:pt x="234925" y="68429"/>
                  <a:pt x="235605" y="68363"/>
                  <a:pt x="236209" y="68231"/>
                </a:cubicBezTo>
                <a:cubicBezTo>
                  <a:pt x="236813" y="68098"/>
                  <a:pt x="237351" y="67947"/>
                  <a:pt x="237823" y="67777"/>
                </a:cubicBezTo>
                <a:cubicBezTo>
                  <a:pt x="238295" y="67607"/>
                  <a:pt x="238692" y="67456"/>
                  <a:pt x="239013" y="67324"/>
                </a:cubicBezTo>
                <a:cubicBezTo>
                  <a:pt x="239334" y="67192"/>
                  <a:pt x="239627" y="67126"/>
                  <a:pt x="239891" y="67126"/>
                </a:cubicBezTo>
                <a:cubicBezTo>
                  <a:pt x="240118" y="67126"/>
                  <a:pt x="240335" y="67192"/>
                  <a:pt x="240542" y="67324"/>
                </a:cubicBezTo>
                <a:cubicBezTo>
                  <a:pt x="240750" y="67456"/>
                  <a:pt x="240911" y="67721"/>
                  <a:pt x="241024" y="68119"/>
                </a:cubicBezTo>
                <a:cubicBezTo>
                  <a:pt x="241137" y="68516"/>
                  <a:pt x="241241" y="69055"/>
                  <a:pt x="241335" y="69739"/>
                </a:cubicBezTo>
                <a:cubicBezTo>
                  <a:pt x="241430" y="70421"/>
                  <a:pt x="241477" y="71293"/>
                  <a:pt x="241477" y="72355"/>
                </a:cubicBezTo>
                <a:close/>
                <a:moveTo>
                  <a:pt x="266099" y="77379"/>
                </a:moveTo>
                <a:cubicBezTo>
                  <a:pt x="266099" y="77757"/>
                  <a:pt x="265985" y="78087"/>
                  <a:pt x="265759" y="78370"/>
                </a:cubicBezTo>
                <a:cubicBezTo>
                  <a:pt x="265532" y="78653"/>
                  <a:pt x="265145" y="78890"/>
                  <a:pt x="264597" y="79078"/>
                </a:cubicBezTo>
                <a:cubicBezTo>
                  <a:pt x="264050" y="79267"/>
                  <a:pt x="263323" y="79409"/>
                  <a:pt x="262416" y="79503"/>
                </a:cubicBezTo>
                <a:cubicBezTo>
                  <a:pt x="261510" y="79598"/>
                  <a:pt x="260358" y="79645"/>
                  <a:pt x="258961" y="79645"/>
                </a:cubicBezTo>
                <a:cubicBezTo>
                  <a:pt x="257564" y="79645"/>
                  <a:pt x="256412" y="79598"/>
                  <a:pt x="255506" y="79503"/>
                </a:cubicBezTo>
                <a:cubicBezTo>
                  <a:pt x="254599" y="79409"/>
                  <a:pt x="253872" y="79267"/>
                  <a:pt x="253325" y="79078"/>
                </a:cubicBezTo>
                <a:cubicBezTo>
                  <a:pt x="252777" y="78890"/>
                  <a:pt x="252390" y="78653"/>
                  <a:pt x="252163" y="78370"/>
                </a:cubicBezTo>
                <a:cubicBezTo>
                  <a:pt x="251937" y="78087"/>
                  <a:pt x="251824" y="77757"/>
                  <a:pt x="251824" y="77379"/>
                </a:cubicBezTo>
                <a:lnTo>
                  <a:pt x="251824" y="26964"/>
                </a:lnTo>
                <a:cubicBezTo>
                  <a:pt x="251824" y="26586"/>
                  <a:pt x="251937" y="26256"/>
                  <a:pt x="252163" y="25972"/>
                </a:cubicBezTo>
                <a:cubicBezTo>
                  <a:pt x="252390" y="25689"/>
                  <a:pt x="252777" y="25444"/>
                  <a:pt x="253325" y="25236"/>
                </a:cubicBezTo>
                <a:cubicBezTo>
                  <a:pt x="253872" y="25028"/>
                  <a:pt x="254599" y="24868"/>
                  <a:pt x="255506" y="24754"/>
                </a:cubicBezTo>
                <a:cubicBezTo>
                  <a:pt x="256412" y="24641"/>
                  <a:pt x="257564" y="24585"/>
                  <a:pt x="258961" y="24585"/>
                </a:cubicBezTo>
                <a:cubicBezTo>
                  <a:pt x="260358" y="24585"/>
                  <a:pt x="261510" y="24641"/>
                  <a:pt x="262416" y="24754"/>
                </a:cubicBezTo>
                <a:cubicBezTo>
                  <a:pt x="263323" y="24868"/>
                  <a:pt x="264050" y="25028"/>
                  <a:pt x="264597" y="25236"/>
                </a:cubicBezTo>
                <a:cubicBezTo>
                  <a:pt x="265145" y="25444"/>
                  <a:pt x="265532" y="25689"/>
                  <a:pt x="265759" y="25972"/>
                </a:cubicBezTo>
                <a:cubicBezTo>
                  <a:pt x="265985" y="26256"/>
                  <a:pt x="266099" y="26586"/>
                  <a:pt x="266099" y="26964"/>
                </a:cubicBezTo>
                <a:lnTo>
                  <a:pt x="266099" y="77379"/>
                </a:lnTo>
                <a:moveTo>
                  <a:pt x="267175" y="9743"/>
                </a:moveTo>
                <a:cubicBezTo>
                  <a:pt x="267175" y="12613"/>
                  <a:pt x="266589" y="14596"/>
                  <a:pt x="265419" y="15691"/>
                </a:cubicBezTo>
                <a:cubicBezTo>
                  <a:pt x="264248" y="16786"/>
                  <a:pt x="262077" y="17334"/>
                  <a:pt x="258904" y="17334"/>
                </a:cubicBezTo>
                <a:cubicBezTo>
                  <a:pt x="255694" y="17334"/>
                  <a:pt x="253532" y="16805"/>
                  <a:pt x="252418" y="15748"/>
                </a:cubicBezTo>
                <a:cubicBezTo>
                  <a:pt x="251304" y="14690"/>
                  <a:pt x="250747" y="12783"/>
                  <a:pt x="250747" y="10026"/>
                </a:cubicBezTo>
                <a:cubicBezTo>
                  <a:pt x="250747" y="7156"/>
                  <a:pt x="251323" y="5164"/>
                  <a:pt x="252475" y="4050"/>
                </a:cubicBezTo>
                <a:cubicBezTo>
                  <a:pt x="253627" y="2936"/>
                  <a:pt x="255808" y="2379"/>
                  <a:pt x="259018" y="2379"/>
                </a:cubicBezTo>
                <a:cubicBezTo>
                  <a:pt x="262190" y="2379"/>
                  <a:pt x="264342" y="2917"/>
                  <a:pt x="265475" y="3994"/>
                </a:cubicBezTo>
                <a:cubicBezTo>
                  <a:pt x="266608" y="5070"/>
                  <a:pt x="267175" y="6986"/>
                  <a:pt x="267175" y="9743"/>
                </a:cubicBezTo>
                <a:close/>
                <a:moveTo>
                  <a:pt x="310780" y="7591"/>
                </a:moveTo>
                <a:cubicBezTo>
                  <a:pt x="310780" y="8686"/>
                  <a:pt x="310742" y="9564"/>
                  <a:pt x="310667" y="10225"/>
                </a:cubicBezTo>
                <a:cubicBezTo>
                  <a:pt x="310591" y="10886"/>
                  <a:pt x="310478" y="11395"/>
                  <a:pt x="310327" y="11754"/>
                </a:cubicBezTo>
                <a:cubicBezTo>
                  <a:pt x="310176" y="12113"/>
                  <a:pt x="310006" y="12358"/>
                  <a:pt x="309817" y="12491"/>
                </a:cubicBezTo>
                <a:cubicBezTo>
                  <a:pt x="309628" y="12623"/>
                  <a:pt x="309421" y="12689"/>
                  <a:pt x="309194" y="12689"/>
                </a:cubicBezTo>
                <a:cubicBezTo>
                  <a:pt x="308930" y="12689"/>
                  <a:pt x="308637" y="12623"/>
                  <a:pt x="308316" y="12491"/>
                </a:cubicBezTo>
                <a:cubicBezTo>
                  <a:pt x="307995" y="12358"/>
                  <a:pt x="307598" y="12217"/>
                  <a:pt x="307126" y="12066"/>
                </a:cubicBezTo>
                <a:cubicBezTo>
                  <a:pt x="306654" y="11915"/>
                  <a:pt x="306097" y="11773"/>
                  <a:pt x="305455" y="11641"/>
                </a:cubicBezTo>
                <a:cubicBezTo>
                  <a:pt x="304813" y="11509"/>
                  <a:pt x="304058" y="11443"/>
                  <a:pt x="303189" y="11443"/>
                </a:cubicBezTo>
                <a:cubicBezTo>
                  <a:pt x="302170" y="11443"/>
                  <a:pt x="301292" y="11603"/>
                  <a:pt x="300555" y="11924"/>
                </a:cubicBezTo>
                <a:cubicBezTo>
                  <a:pt x="299819" y="12245"/>
                  <a:pt x="299205" y="12755"/>
                  <a:pt x="298714" y="13454"/>
                </a:cubicBezTo>
                <a:cubicBezTo>
                  <a:pt x="298223" y="14152"/>
                  <a:pt x="297865" y="15058"/>
                  <a:pt x="297638" y="16173"/>
                </a:cubicBezTo>
                <a:cubicBezTo>
                  <a:pt x="297412" y="17287"/>
                  <a:pt x="297298" y="18656"/>
                  <a:pt x="297298" y="20279"/>
                </a:cubicBezTo>
                <a:lnTo>
                  <a:pt x="297298" y="24924"/>
                </a:lnTo>
                <a:lnTo>
                  <a:pt x="306532" y="24924"/>
                </a:lnTo>
                <a:cubicBezTo>
                  <a:pt x="306871" y="24924"/>
                  <a:pt x="307183" y="25019"/>
                  <a:pt x="307466" y="25208"/>
                </a:cubicBezTo>
                <a:cubicBezTo>
                  <a:pt x="307749" y="25396"/>
                  <a:pt x="307986" y="25708"/>
                  <a:pt x="308174" y="26142"/>
                </a:cubicBezTo>
                <a:cubicBezTo>
                  <a:pt x="308363" y="26577"/>
                  <a:pt x="308505" y="27171"/>
                  <a:pt x="308599" y="27927"/>
                </a:cubicBezTo>
                <a:cubicBezTo>
                  <a:pt x="308694" y="28682"/>
                  <a:pt x="308741" y="29607"/>
                  <a:pt x="308741" y="30702"/>
                </a:cubicBezTo>
                <a:cubicBezTo>
                  <a:pt x="308741" y="32779"/>
                  <a:pt x="308552" y="34262"/>
                  <a:pt x="308174" y="35149"/>
                </a:cubicBezTo>
                <a:cubicBezTo>
                  <a:pt x="307797" y="36037"/>
                  <a:pt x="307249" y="36480"/>
                  <a:pt x="306532" y="36480"/>
                </a:cubicBezTo>
                <a:lnTo>
                  <a:pt x="297298" y="36480"/>
                </a:lnTo>
                <a:lnTo>
                  <a:pt x="297298" y="77379"/>
                </a:lnTo>
                <a:cubicBezTo>
                  <a:pt x="297298" y="77757"/>
                  <a:pt x="297185" y="78087"/>
                  <a:pt x="296958" y="78370"/>
                </a:cubicBezTo>
                <a:cubicBezTo>
                  <a:pt x="296732" y="78653"/>
                  <a:pt x="296354" y="78890"/>
                  <a:pt x="295825" y="79078"/>
                </a:cubicBezTo>
                <a:cubicBezTo>
                  <a:pt x="295297" y="79267"/>
                  <a:pt x="294560" y="79409"/>
                  <a:pt x="293616" y="79503"/>
                </a:cubicBezTo>
                <a:cubicBezTo>
                  <a:pt x="292672" y="79598"/>
                  <a:pt x="291520" y="79645"/>
                  <a:pt x="290161" y="79645"/>
                </a:cubicBezTo>
                <a:cubicBezTo>
                  <a:pt x="288801" y="79645"/>
                  <a:pt x="287659" y="79598"/>
                  <a:pt x="286734" y="79503"/>
                </a:cubicBezTo>
                <a:cubicBezTo>
                  <a:pt x="285808" y="79409"/>
                  <a:pt x="285072" y="79267"/>
                  <a:pt x="284524" y="79078"/>
                </a:cubicBezTo>
                <a:cubicBezTo>
                  <a:pt x="283977" y="78890"/>
                  <a:pt x="283599" y="78653"/>
                  <a:pt x="283392" y="78370"/>
                </a:cubicBezTo>
                <a:cubicBezTo>
                  <a:pt x="283184" y="78087"/>
                  <a:pt x="283080" y="77757"/>
                  <a:pt x="283080" y="77379"/>
                </a:cubicBezTo>
                <a:lnTo>
                  <a:pt x="283080" y="36480"/>
                </a:lnTo>
                <a:lnTo>
                  <a:pt x="276736" y="36480"/>
                </a:lnTo>
                <a:cubicBezTo>
                  <a:pt x="276018" y="36480"/>
                  <a:pt x="275480" y="36037"/>
                  <a:pt x="275121" y="35149"/>
                </a:cubicBezTo>
                <a:cubicBezTo>
                  <a:pt x="274762" y="34262"/>
                  <a:pt x="274583" y="32779"/>
                  <a:pt x="274583" y="30702"/>
                </a:cubicBezTo>
                <a:cubicBezTo>
                  <a:pt x="274583" y="29607"/>
                  <a:pt x="274630" y="28682"/>
                  <a:pt x="274725" y="27927"/>
                </a:cubicBezTo>
                <a:cubicBezTo>
                  <a:pt x="274819" y="27171"/>
                  <a:pt x="274951" y="26577"/>
                  <a:pt x="275121" y="26142"/>
                </a:cubicBezTo>
                <a:cubicBezTo>
                  <a:pt x="275291" y="25708"/>
                  <a:pt x="275518" y="25396"/>
                  <a:pt x="275801" y="25208"/>
                </a:cubicBezTo>
                <a:cubicBezTo>
                  <a:pt x="276084" y="25019"/>
                  <a:pt x="276415" y="24924"/>
                  <a:pt x="276792" y="24924"/>
                </a:cubicBezTo>
                <a:lnTo>
                  <a:pt x="283080" y="24924"/>
                </a:lnTo>
                <a:lnTo>
                  <a:pt x="283080" y="20676"/>
                </a:lnTo>
                <a:cubicBezTo>
                  <a:pt x="283080" y="17239"/>
                  <a:pt x="283420" y="14228"/>
                  <a:pt x="284100" y="11641"/>
                </a:cubicBezTo>
                <a:cubicBezTo>
                  <a:pt x="284779" y="9054"/>
                  <a:pt x="285846" y="6901"/>
                  <a:pt x="287300" y="5183"/>
                </a:cubicBezTo>
                <a:cubicBezTo>
                  <a:pt x="288754" y="3465"/>
                  <a:pt x="290605" y="2171"/>
                  <a:pt x="292851" y="1303"/>
                </a:cubicBezTo>
                <a:cubicBezTo>
                  <a:pt x="295098" y="434"/>
                  <a:pt x="297751" y="0"/>
                  <a:pt x="300810" y="0"/>
                </a:cubicBezTo>
                <a:cubicBezTo>
                  <a:pt x="302283" y="0"/>
                  <a:pt x="303680" y="123"/>
                  <a:pt x="305002" y="368"/>
                </a:cubicBezTo>
                <a:cubicBezTo>
                  <a:pt x="306324" y="614"/>
                  <a:pt x="307362" y="878"/>
                  <a:pt x="308118" y="1161"/>
                </a:cubicBezTo>
                <a:cubicBezTo>
                  <a:pt x="308873" y="1444"/>
                  <a:pt x="309383" y="1709"/>
                  <a:pt x="309647" y="1954"/>
                </a:cubicBezTo>
                <a:cubicBezTo>
                  <a:pt x="309911" y="2200"/>
                  <a:pt x="310129" y="2559"/>
                  <a:pt x="310299" y="3031"/>
                </a:cubicBezTo>
                <a:cubicBezTo>
                  <a:pt x="310469" y="3503"/>
                  <a:pt x="310591" y="4107"/>
                  <a:pt x="310667" y="4843"/>
                </a:cubicBezTo>
                <a:cubicBezTo>
                  <a:pt x="310742" y="5580"/>
                  <a:pt x="310780" y="6495"/>
                  <a:pt x="310780" y="7591"/>
                </a:cubicBezTo>
                <a:close/>
                <a:moveTo>
                  <a:pt x="331390" y="77379"/>
                </a:moveTo>
                <a:cubicBezTo>
                  <a:pt x="331390" y="77757"/>
                  <a:pt x="331276" y="78087"/>
                  <a:pt x="331050" y="78370"/>
                </a:cubicBezTo>
                <a:cubicBezTo>
                  <a:pt x="330823" y="78653"/>
                  <a:pt x="330436" y="78890"/>
                  <a:pt x="329888" y="79078"/>
                </a:cubicBezTo>
                <a:cubicBezTo>
                  <a:pt x="329341" y="79267"/>
                  <a:pt x="328614" y="79409"/>
                  <a:pt x="327708" y="79503"/>
                </a:cubicBezTo>
                <a:cubicBezTo>
                  <a:pt x="326801" y="79598"/>
                  <a:pt x="325649" y="79645"/>
                  <a:pt x="324252" y="79645"/>
                </a:cubicBezTo>
                <a:cubicBezTo>
                  <a:pt x="322855" y="79645"/>
                  <a:pt x="321703" y="79598"/>
                  <a:pt x="320797" y="79503"/>
                </a:cubicBezTo>
                <a:cubicBezTo>
                  <a:pt x="319890" y="79409"/>
                  <a:pt x="319163" y="79267"/>
                  <a:pt x="318616" y="79078"/>
                </a:cubicBezTo>
                <a:cubicBezTo>
                  <a:pt x="318068" y="78890"/>
                  <a:pt x="317681" y="78653"/>
                  <a:pt x="317455" y="78370"/>
                </a:cubicBezTo>
                <a:cubicBezTo>
                  <a:pt x="317228" y="78087"/>
                  <a:pt x="317115" y="77757"/>
                  <a:pt x="317115" y="77379"/>
                </a:cubicBezTo>
                <a:lnTo>
                  <a:pt x="317115" y="26964"/>
                </a:lnTo>
                <a:cubicBezTo>
                  <a:pt x="317115" y="26586"/>
                  <a:pt x="317228" y="26256"/>
                  <a:pt x="317455" y="25972"/>
                </a:cubicBezTo>
                <a:cubicBezTo>
                  <a:pt x="317681" y="25689"/>
                  <a:pt x="318068" y="25444"/>
                  <a:pt x="318616" y="25236"/>
                </a:cubicBezTo>
                <a:cubicBezTo>
                  <a:pt x="319163" y="25028"/>
                  <a:pt x="319890" y="24868"/>
                  <a:pt x="320797" y="24754"/>
                </a:cubicBezTo>
                <a:cubicBezTo>
                  <a:pt x="321703" y="24641"/>
                  <a:pt x="322855" y="24585"/>
                  <a:pt x="324252" y="24585"/>
                </a:cubicBezTo>
                <a:cubicBezTo>
                  <a:pt x="325649" y="24585"/>
                  <a:pt x="326801" y="24641"/>
                  <a:pt x="327708" y="24754"/>
                </a:cubicBezTo>
                <a:cubicBezTo>
                  <a:pt x="328614" y="24868"/>
                  <a:pt x="329341" y="25028"/>
                  <a:pt x="329888" y="25236"/>
                </a:cubicBezTo>
                <a:cubicBezTo>
                  <a:pt x="330436" y="25444"/>
                  <a:pt x="330823" y="25689"/>
                  <a:pt x="331050" y="25972"/>
                </a:cubicBezTo>
                <a:cubicBezTo>
                  <a:pt x="331276" y="26256"/>
                  <a:pt x="331390" y="26586"/>
                  <a:pt x="331390" y="26964"/>
                </a:cubicBezTo>
                <a:lnTo>
                  <a:pt x="331390" y="77379"/>
                </a:lnTo>
                <a:moveTo>
                  <a:pt x="332466" y="9743"/>
                </a:moveTo>
                <a:cubicBezTo>
                  <a:pt x="332466" y="12613"/>
                  <a:pt x="331880" y="14596"/>
                  <a:pt x="330710" y="15691"/>
                </a:cubicBezTo>
                <a:cubicBezTo>
                  <a:pt x="329539" y="16786"/>
                  <a:pt x="327368" y="17334"/>
                  <a:pt x="324195" y="17334"/>
                </a:cubicBezTo>
                <a:cubicBezTo>
                  <a:pt x="320985" y="17334"/>
                  <a:pt x="318823" y="16805"/>
                  <a:pt x="317709" y="15748"/>
                </a:cubicBezTo>
                <a:cubicBezTo>
                  <a:pt x="316595" y="14690"/>
                  <a:pt x="316038" y="12783"/>
                  <a:pt x="316038" y="10026"/>
                </a:cubicBezTo>
                <a:cubicBezTo>
                  <a:pt x="316038" y="7156"/>
                  <a:pt x="316614" y="5164"/>
                  <a:pt x="317766" y="4050"/>
                </a:cubicBezTo>
                <a:cubicBezTo>
                  <a:pt x="318918" y="2936"/>
                  <a:pt x="321099" y="2379"/>
                  <a:pt x="324309" y="2379"/>
                </a:cubicBezTo>
                <a:cubicBezTo>
                  <a:pt x="327481" y="2379"/>
                  <a:pt x="329633" y="2917"/>
                  <a:pt x="330766" y="3994"/>
                </a:cubicBezTo>
                <a:cubicBezTo>
                  <a:pt x="331899" y="5070"/>
                  <a:pt x="332466" y="6986"/>
                  <a:pt x="332466" y="9743"/>
                </a:cubicBezTo>
                <a:close/>
                <a:moveTo>
                  <a:pt x="383890" y="69335"/>
                </a:moveTo>
                <a:cubicBezTo>
                  <a:pt x="383890" y="70317"/>
                  <a:pt x="383861" y="71138"/>
                  <a:pt x="383805" y="71799"/>
                </a:cubicBezTo>
                <a:cubicBezTo>
                  <a:pt x="383748" y="72460"/>
                  <a:pt x="383673" y="73017"/>
                  <a:pt x="383578" y="73470"/>
                </a:cubicBezTo>
                <a:cubicBezTo>
                  <a:pt x="383484" y="73924"/>
                  <a:pt x="383370" y="74292"/>
                  <a:pt x="383238" y="74575"/>
                </a:cubicBezTo>
                <a:cubicBezTo>
                  <a:pt x="383106" y="74858"/>
                  <a:pt x="382813" y="75217"/>
                  <a:pt x="382360" y="75651"/>
                </a:cubicBezTo>
                <a:cubicBezTo>
                  <a:pt x="381907" y="76086"/>
                  <a:pt x="381133" y="76614"/>
                  <a:pt x="380038" y="77237"/>
                </a:cubicBezTo>
                <a:cubicBezTo>
                  <a:pt x="378943" y="77860"/>
                  <a:pt x="377696" y="78417"/>
                  <a:pt x="376299" y="78908"/>
                </a:cubicBezTo>
                <a:cubicBezTo>
                  <a:pt x="374902" y="79399"/>
                  <a:pt x="373382" y="79796"/>
                  <a:pt x="371739" y="80098"/>
                </a:cubicBezTo>
                <a:cubicBezTo>
                  <a:pt x="370096" y="80400"/>
                  <a:pt x="368406" y="80551"/>
                  <a:pt x="366669" y="80551"/>
                </a:cubicBezTo>
                <a:cubicBezTo>
                  <a:pt x="362779" y="80551"/>
                  <a:pt x="359333" y="79947"/>
                  <a:pt x="356331" y="78738"/>
                </a:cubicBezTo>
                <a:cubicBezTo>
                  <a:pt x="353329" y="77530"/>
                  <a:pt x="350808" y="75746"/>
                  <a:pt x="348769" y="73385"/>
                </a:cubicBezTo>
                <a:cubicBezTo>
                  <a:pt x="346730" y="71025"/>
                  <a:pt x="345191" y="68146"/>
                  <a:pt x="344152" y="64747"/>
                </a:cubicBezTo>
                <a:cubicBezTo>
                  <a:pt x="343114" y="61348"/>
                  <a:pt x="342594" y="57458"/>
                  <a:pt x="342594" y="53078"/>
                </a:cubicBezTo>
                <a:cubicBezTo>
                  <a:pt x="342594" y="48017"/>
                  <a:pt x="343227" y="43646"/>
                  <a:pt x="344492" y="39964"/>
                </a:cubicBezTo>
                <a:cubicBezTo>
                  <a:pt x="345757" y="36282"/>
                  <a:pt x="347523" y="33233"/>
                  <a:pt x="349789" y="30816"/>
                </a:cubicBezTo>
                <a:cubicBezTo>
                  <a:pt x="352054" y="28399"/>
                  <a:pt x="354736" y="26605"/>
                  <a:pt x="357832" y="25434"/>
                </a:cubicBezTo>
                <a:cubicBezTo>
                  <a:pt x="360929" y="24264"/>
                  <a:pt x="364328" y="23678"/>
                  <a:pt x="368029" y="23678"/>
                </a:cubicBezTo>
                <a:cubicBezTo>
                  <a:pt x="369539" y="23678"/>
                  <a:pt x="371021" y="23810"/>
                  <a:pt x="372475" y="24075"/>
                </a:cubicBezTo>
                <a:cubicBezTo>
                  <a:pt x="373929" y="24339"/>
                  <a:pt x="375289" y="24698"/>
                  <a:pt x="376554" y="25151"/>
                </a:cubicBezTo>
                <a:cubicBezTo>
                  <a:pt x="377819" y="25604"/>
                  <a:pt x="378952" y="26114"/>
                  <a:pt x="379953" y="26680"/>
                </a:cubicBezTo>
                <a:cubicBezTo>
                  <a:pt x="380953" y="27247"/>
                  <a:pt x="381662" y="27738"/>
                  <a:pt x="382077" y="28153"/>
                </a:cubicBezTo>
                <a:cubicBezTo>
                  <a:pt x="382492" y="28569"/>
                  <a:pt x="382785" y="28918"/>
                  <a:pt x="382955" y="29201"/>
                </a:cubicBezTo>
                <a:cubicBezTo>
                  <a:pt x="383125" y="29484"/>
                  <a:pt x="383257" y="29853"/>
                  <a:pt x="383352" y="30306"/>
                </a:cubicBezTo>
                <a:cubicBezTo>
                  <a:pt x="383446" y="30759"/>
                  <a:pt x="383521" y="31316"/>
                  <a:pt x="383578" y="31977"/>
                </a:cubicBezTo>
                <a:cubicBezTo>
                  <a:pt x="383635" y="32638"/>
                  <a:pt x="383663" y="33440"/>
                  <a:pt x="383663" y="34384"/>
                </a:cubicBezTo>
                <a:cubicBezTo>
                  <a:pt x="383663" y="36575"/>
                  <a:pt x="383474" y="38114"/>
                  <a:pt x="383097" y="39001"/>
                </a:cubicBezTo>
                <a:cubicBezTo>
                  <a:pt x="382719" y="39888"/>
                  <a:pt x="382228" y="40332"/>
                  <a:pt x="381624" y="40332"/>
                </a:cubicBezTo>
                <a:cubicBezTo>
                  <a:pt x="380982" y="40332"/>
                  <a:pt x="380302" y="40068"/>
                  <a:pt x="379585" y="39539"/>
                </a:cubicBezTo>
                <a:cubicBezTo>
                  <a:pt x="378867" y="39010"/>
                  <a:pt x="378017" y="38425"/>
                  <a:pt x="377035" y="37783"/>
                </a:cubicBezTo>
                <a:cubicBezTo>
                  <a:pt x="376054" y="37141"/>
                  <a:pt x="374883" y="36556"/>
                  <a:pt x="373523" y="36027"/>
                </a:cubicBezTo>
                <a:cubicBezTo>
                  <a:pt x="372164" y="35498"/>
                  <a:pt x="370540" y="35234"/>
                  <a:pt x="368652" y="35234"/>
                </a:cubicBezTo>
                <a:cubicBezTo>
                  <a:pt x="364951" y="35234"/>
                  <a:pt x="362119" y="36660"/>
                  <a:pt x="360155" y="39511"/>
                </a:cubicBezTo>
                <a:cubicBezTo>
                  <a:pt x="358191" y="42362"/>
                  <a:pt x="357209" y="46544"/>
                  <a:pt x="357209" y="52058"/>
                </a:cubicBezTo>
                <a:cubicBezTo>
                  <a:pt x="357209" y="54777"/>
                  <a:pt x="357455" y="57175"/>
                  <a:pt x="357946" y="59252"/>
                </a:cubicBezTo>
                <a:cubicBezTo>
                  <a:pt x="358437" y="61329"/>
                  <a:pt x="359164" y="63066"/>
                  <a:pt x="360126" y="64464"/>
                </a:cubicBezTo>
                <a:cubicBezTo>
                  <a:pt x="361089" y="65861"/>
                  <a:pt x="362298" y="66909"/>
                  <a:pt x="363752" y="67607"/>
                </a:cubicBezTo>
                <a:cubicBezTo>
                  <a:pt x="365206" y="68306"/>
                  <a:pt x="366896" y="68655"/>
                  <a:pt x="368822" y="68655"/>
                </a:cubicBezTo>
                <a:cubicBezTo>
                  <a:pt x="370785" y="68655"/>
                  <a:pt x="372475" y="68363"/>
                  <a:pt x="373892" y="67777"/>
                </a:cubicBezTo>
                <a:cubicBezTo>
                  <a:pt x="375308" y="67192"/>
                  <a:pt x="376544" y="66541"/>
                  <a:pt x="377602" y="65823"/>
                </a:cubicBezTo>
                <a:cubicBezTo>
                  <a:pt x="378659" y="65106"/>
                  <a:pt x="379547" y="64454"/>
                  <a:pt x="380264" y="63869"/>
                </a:cubicBezTo>
                <a:cubicBezTo>
                  <a:pt x="380982" y="63283"/>
                  <a:pt x="381586" y="62991"/>
                  <a:pt x="382077" y="62991"/>
                </a:cubicBezTo>
                <a:cubicBezTo>
                  <a:pt x="382417" y="62991"/>
                  <a:pt x="382700" y="63085"/>
                  <a:pt x="382927" y="63274"/>
                </a:cubicBezTo>
                <a:cubicBezTo>
                  <a:pt x="383153" y="63463"/>
                  <a:pt x="383333" y="63812"/>
                  <a:pt x="383465" y="64322"/>
                </a:cubicBezTo>
                <a:cubicBezTo>
                  <a:pt x="383597" y="64832"/>
                  <a:pt x="383701" y="65483"/>
                  <a:pt x="383776" y="66276"/>
                </a:cubicBezTo>
                <a:cubicBezTo>
                  <a:pt x="383852" y="67069"/>
                  <a:pt x="383890" y="68089"/>
                  <a:pt x="383890" y="69335"/>
                </a:cubicBezTo>
                <a:close/>
                <a:moveTo>
                  <a:pt x="436629" y="77547"/>
                </a:moveTo>
                <a:cubicBezTo>
                  <a:pt x="436629" y="78076"/>
                  <a:pt x="436440" y="78492"/>
                  <a:pt x="436062" y="78795"/>
                </a:cubicBezTo>
                <a:cubicBezTo>
                  <a:pt x="435685" y="79097"/>
                  <a:pt x="435090" y="79314"/>
                  <a:pt x="434278" y="79447"/>
                </a:cubicBezTo>
                <a:cubicBezTo>
                  <a:pt x="433466" y="79579"/>
                  <a:pt x="432267" y="79645"/>
                  <a:pt x="430681" y="79645"/>
                </a:cubicBezTo>
                <a:cubicBezTo>
                  <a:pt x="428982" y="79645"/>
                  <a:pt x="427745" y="79579"/>
                  <a:pt x="426971" y="79447"/>
                </a:cubicBezTo>
                <a:cubicBezTo>
                  <a:pt x="426196" y="79314"/>
                  <a:pt x="425649" y="79097"/>
                  <a:pt x="425328" y="78795"/>
                </a:cubicBezTo>
                <a:cubicBezTo>
                  <a:pt x="425007" y="78493"/>
                  <a:pt x="424846" y="78078"/>
                  <a:pt x="424846" y="77549"/>
                </a:cubicBezTo>
                <a:lnTo>
                  <a:pt x="424846" y="73527"/>
                </a:lnTo>
                <a:cubicBezTo>
                  <a:pt x="422769" y="75755"/>
                  <a:pt x="420400" y="77502"/>
                  <a:pt x="417737" y="78767"/>
                </a:cubicBezTo>
                <a:cubicBezTo>
                  <a:pt x="415075" y="80032"/>
                  <a:pt x="412120" y="80664"/>
                  <a:pt x="408872" y="80664"/>
                </a:cubicBezTo>
                <a:cubicBezTo>
                  <a:pt x="406191" y="80664"/>
                  <a:pt x="403727" y="80314"/>
                  <a:pt x="401480" y="79613"/>
                </a:cubicBezTo>
                <a:cubicBezTo>
                  <a:pt x="399233" y="78912"/>
                  <a:pt x="397288" y="77870"/>
                  <a:pt x="395645" y="76487"/>
                </a:cubicBezTo>
                <a:cubicBezTo>
                  <a:pt x="394002" y="75104"/>
                  <a:pt x="392728" y="73389"/>
                  <a:pt x="391822" y="71344"/>
                </a:cubicBezTo>
                <a:cubicBezTo>
                  <a:pt x="390915" y="69298"/>
                  <a:pt x="390462" y="66911"/>
                  <a:pt x="390462" y="64182"/>
                </a:cubicBezTo>
                <a:cubicBezTo>
                  <a:pt x="390462" y="61226"/>
                  <a:pt x="391038" y="58658"/>
                  <a:pt x="392190" y="56480"/>
                </a:cubicBezTo>
                <a:cubicBezTo>
                  <a:pt x="393342" y="54301"/>
                  <a:pt x="395060" y="52502"/>
                  <a:pt x="397345" y="51081"/>
                </a:cubicBezTo>
                <a:cubicBezTo>
                  <a:pt x="399629" y="49660"/>
                  <a:pt x="402471" y="48608"/>
                  <a:pt x="405870" y="47926"/>
                </a:cubicBezTo>
                <a:cubicBezTo>
                  <a:pt x="409269" y="47244"/>
                  <a:pt x="413215" y="46903"/>
                  <a:pt x="417709" y="46903"/>
                </a:cubicBezTo>
                <a:lnTo>
                  <a:pt x="422637" y="46903"/>
                </a:lnTo>
                <a:lnTo>
                  <a:pt x="422637" y="43858"/>
                </a:lnTo>
                <a:cubicBezTo>
                  <a:pt x="422637" y="42279"/>
                  <a:pt x="422477" y="40898"/>
                  <a:pt x="422156" y="39714"/>
                </a:cubicBezTo>
                <a:cubicBezTo>
                  <a:pt x="421835" y="38530"/>
                  <a:pt x="421306" y="37542"/>
                  <a:pt x="420570" y="36753"/>
                </a:cubicBezTo>
                <a:cubicBezTo>
                  <a:pt x="419833" y="35963"/>
                  <a:pt x="418851" y="35381"/>
                  <a:pt x="417624" y="35006"/>
                </a:cubicBezTo>
                <a:cubicBezTo>
                  <a:pt x="416397" y="34629"/>
                  <a:pt x="414877" y="34441"/>
                  <a:pt x="413064" y="34441"/>
                </a:cubicBezTo>
                <a:cubicBezTo>
                  <a:pt x="410685" y="34441"/>
                  <a:pt x="408561" y="34705"/>
                  <a:pt x="406691" y="35234"/>
                </a:cubicBezTo>
                <a:cubicBezTo>
                  <a:pt x="404822" y="35763"/>
                  <a:pt x="403170" y="36348"/>
                  <a:pt x="401735" y="36990"/>
                </a:cubicBezTo>
                <a:cubicBezTo>
                  <a:pt x="400300" y="37632"/>
                  <a:pt x="399101" y="38217"/>
                  <a:pt x="398138" y="38746"/>
                </a:cubicBezTo>
                <a:cubicBezTo>
                  <a:pt x="397175" y="39275"/>
                  <a:pt x="396391" y="39539"/>
                  <a:pt x="395787" y="39539"/>
                </a:cubicBezTo>
                <a:cubicBezTo>
                  <a:pt x="395371" y="39539"/>
                  <a:pt x="395003" y="39406"/>
                  <a:pt x="394682" y="39141"/>
                </a:cubicBezTo>
                <a:cubicBezTo>
                  <a:pt x="394361" y="38875"/>
                  <a:pt x="394097" y="38496"/>
                  <a:pt x="393889" y="38003"/>
                </a:cubicBezTo>
                <a:cubicBezTo>
                  <a:pt x="393681" y="37509"/>
                  <a:pt x="393521" y="36902"/>
                  <a:pt x="393408" y="36181"/>
                </a:cubicBezTo>
                <a:cubicBezTo>
                  <a:pt x="393294" y="35459"/>
                  <a:pt x="393238" y="34662"/>
                  <a:pt x="393238" y="33790"/>
                </a:cubicBezTo>
                <a:cubicBezTo>
                  <a:pt x="393238" y="32613"/>
                  <a:pt x="393332" y="31683"/>
                  <a:pt x="393521" y="31000"/>
                </a:cubicBezTo>
                <a:cubicBezTo>
                  <a:pt x="393710" y="30316"/>
                  <a:pt x="394069" y="29700"/>
                  <a:pt x="394597" y="29150"/>
                </a:cubicBezTo>
                <a:cubicBezTo>
                  <a:pt x="395126" y="28599"/>
                  <a:pt x="396051" y="27993"/>
                  <a:pt x="397373" y="27332"/>
                </a:cubicBezTo>
                <a:cubicBezTo>
                  <a:pt x="398695" y="26671"/>
                  <a:pt x="400243" y="26057"/>
                  <a:pt x="402018" y="25491"/>
                </a:cubicBezTo>
                <a:cubicBezTo>
                  <a:pt x="403793" y="24924"/>
                  <a:pt x="405728" y="24462"/>
                  <a:pt x="407824" y="24103"/>
                </a:cubicBezTo>
                <a:cubicBezTo>
                  <a:pt x="409920" y="23744"/>
                  <a:pt x="412082" y="23565"/>
                  <a:pt x="414310" y="23565"/>
                </a:cubicBezTo>
                <a:cubicBezTo>
                  <a:pt x="418275" y="23565"/>
                  <a:pt x="421665" y="23953"/>
                  <a:pt x="424478" y="24728"/>
                </a:cubicBezTo>
                <a:cubicBezTo>
                  <a:pt x="427292" y="25502"/>
                  <a:pt x="429605" y="26693"/>
                  <a:pt x="431417" y="28300"/>
                </a:cubicBezTo>
                <a:cubicBezTo>
                  <a:pt x="433230" y="29906"/>
                  <a:pt x="434552" y="31976"/>
                  <a:pt x="435383" y="34508"/>
                </a:cubicBezTo>
                <a:cubicBezTo>
                  <a:pt x="436213" y="37041"/>
                  <a:pt x="436629" y="40046"/>
                  <a:pt x="436629" y="43524"/>
                </a:cubicBezTo>
                <a:lnTo>
                  <a:pt x="436629" y="77547"/>
                </a:lnTo>
                <a:moveTo>
                  <a:pt x="422637" y="55853"/>
                </a:moveTo>
                <a:lnTo>
                  <a:pt x="417199" y="55853"/>
                </a:lnTo>
                <a:cubicBezTo>
                  <a:pt x="414896" y="55853"/>
                  <a:pt x="412932" y="56024"/>
                  <a:pt x="411308" y="56367"/>
                </a:cubicBezTo>
                <a:cubicBezTo>
                  <a:pt x="409684" y="56709"/>
                  <a:pt x="408362" y="57223"/>
                  <a:pt x="407343" y="57909"/>
                </a:cubicBezTo>
                <a:cubicBezTo>
                  <a:pt x="406323" y="58593"/>
                  <a:pt x="405577" y="59421"/>
                  <a:pt x="405105" y="60392"/>
                </a:cubicBezTo>
                <a:cubicBezTo>
                  <a:pt x="404633" y="61362"/>
                  <a:pt x="404397" y="62475"/>
                  <a:pt x="404397" y="63731"/>
                </a:cubicBezTo>
                <a:cubicBezTo>
                  <a:pt x="404397" y="65862"/>
                  <a:pt x="405067" y="67537"/>
                  <a:pt x="406408" y="68755"/>
                </a:cubicBezTo>
                <a:cubicBezTo>
                  <a:pt x="407749" y="69972"/>
                  <a:pt x="409609" y="70581"/>
                  <a:pt x="411988" y="70581"/>
                </a:cubicBezTo>
                <a:cubicBezTo>
                  <a:pt x="413989" y="70581"/>
                  <a:pt x="415830" y="70068"/>
                  <a:pt x="417511" y="69041"/>
                </a:cubicBezTo>
                <a:cubicBezTo>
                  <a:pt x="419191" y="68013"/>
                  <a:pt x="420900" y="66510"/>
                  <a:pt x="422637" y="64531"/>
                </a:cubicBezTo>
                <a:lnTo>
                  <a:pt x="422637" y="55853"/>
                </a:lnTo>
                <a:close/>
                <a:moveTo>
                  <a:pt x="479068" y="72355"/>
                </a:moveTo>
                <a:cubicBezTo>
                  <a:pt x="479068" y="74025"/>
                  <a:pt x="478964" y="75306"/>
                  <a:pt x="478757" y="76198"/>
                </a:cubicBezTo>
                <a:cubicBezTo>
                  <a:pt x="478549" y="77089"/>
                  <a:pt x="478275" y="77715"/>
                  <a:pt x="477935" y="78076"/>
                </a:cubicBezTo>
                <a:cubicBezTo>
                  <a:pt x="477595" y="78436"/>
                  <a:pt x="477095" y="78759"/>
                  <a:pt x="476434" y="79043"/>
                </a:cubicBezTo>
                <a:cubicBezTo>
                  <a:pt x="475773" y="79327"/>
                  <a:pt x="474999" y="79574"/>
                  <a:pt x="474112" y="79783"/>
                </a:cubicBezTo>
                <a:cubicBezTo>
                  <a:pt x="473224" y="79992"/>
                  <a:pt x="472261" y="80153"/>
                  <a:pt x="471223" y="80266"/>
                </a:cubicBezTo>
                <a:cubicBezTo>
                  <a:pt x="470184" y="80381"/>
                  <a:pt x="469136" y="80438"/>
                  <a:pt x="468079" y="80438"/>
                </a:cubicBezTo>
                <a:cubicBezTo>
                  <a:pt x="465246" y="80438"/>
                  <a:pt x="462792" y="80079"/>
                  <a:pt x="460715" y="79362"/>
                </a:cubicBezTo>
                <a:cubicBezTo>
                  <a:pt x="458638" y="78644"/>
                  <a:pt x="456919" y="77539"/>
                  <a:pt x="455560" y="76048"/>
                </a:cubicBezTo>
                <a:cubicBezTo>
                  <a:pt x="454200" y="74556"/>
                  <a:pt x="453200" y="72677"/>
                  <a:pt x="452558" y="70411"/>
                </a:cubicBezTo>
                <a:cubicBezTo>
                  <a:pt x="451916" y="68146"/>
                  <a:pt x="451595" y="65464"/>
                  <a:pt x="451595" y="62368"/>
                </a:cubicBezTo>
                <a:lnTo>
                  <a:pt x="451595" y="36480"/>
                </a:lnTo>
                <a:lnTo>
                  <a:pt x="445533" y="36480"/>
                </a:lnTo>
                <a:cubicBezTo>
                  <a:pt x="444816" y="36480"/>
                  <a:pt x="444268" y="36037"/>
                  <a:pt x="443891" y="35149"/>
                </a:cubicBezTo>
                <a:cubicBezTo>
                  <a:pt x="443513" y="34262"/>
                  <a:pt x="443324" y="32779"/>
                  <a:pt x="443324" y="30702"/>
                </a:cubicBezTo>
                <a:cubicBezTo>
                  <a:pt x="443324" y="29607"/>
                  <a:pt x="443371" y="28682"/>
                  <a:pt x="443466" y="27927"/>
                </a:cubicBezTo>
                <a:cubicBezTo>
                  <a:pt x="443560" y="27171"/>
                  <a:pt x="443702" y="26577"/>
                  <a:pt x="443891" y="26142"/>
                </a:cubicBezTo>
                <a:cubicBezTo>
                  <a:pt x="444080" y="25708"/>
                  <a:pt x="444316" y="25396"/>
                  <a:pt x="444599" y="25208"/>
                </a:cubicBezTo>
                <a:cubicBezTo>
                  <a:pt x="444882" y="25019"/>
                  <a:pt x="445212" y="24924"/>
                  <a:pt x="445590" y="24924"/>
                </a:cubicBezTo>
                <a:lnTo>
                  <a:pt x="451595" y="24924"/>
                </a:lnTo>
                <a:lnTo>
                  <a:pt x="451595" y="13606"/>
                </a:lnTo>
                <a:cubicBezTo>
                  <a:pt x="451595" y="13226"/>
                  <a:pt x="451699" y="12884"/>
                  <a:pt x="451906" y="12581"/>
                </a:cubicBezTo>
                <a:cubicBezTo>
                  <a:pt x="452114" y="12278"/>
                  <a:pt x="452492" y="12022"/>
                  <a:pt x="453039" y="11814"/>
                </a:cubicBezTo>
                <a:cubicBezTo>
                  <a:pt x="453587" y="11605"/>
                  <a:pt x="454323" y="11454"/>
                  <a:pt x="455248" y="11359"/>
                </a:cubicBezTo>
                <a:cubicBezTo>
                  <a:pt x="456174" y="11264"/>
                  <a:pt x="457316" y="11216"/>
                  <a:pt x="458675" y="11216"/>
                </a:cubicBezTo>
                <a:cubicBezTo>
                  <a:pt x="460073" y="11216"/>
                  <a:pt x="461234" y="11264"/>
                  <a:pt x="462159" y="11359"/>
                </a:cubicBezTo>
                <a:cubicBezTo>
                  <a:pt x="463084" y="11454"/>
                  <a:pt x="463811" y="11605"/>
                  <a:pt x="464340" y="11814"/>
                </a:cubicBezTo>
                <a:cubicBezTo>
                  <a:pt x="464869" y="12022"/>
                  <a:pt x="465246" y="12278"/>
                  <a:pt x="465473" y="12581"/>
                </a:cubicBezTo>
                <a:cubicBezTo>
                  <a:pt x="465700" y="12884"/>
                  <a:pt x="465813" y="13226"/>
                  <a:pt x="465813" y="13606"/>
                </a:cubicBezTo>
                <a:lnTo>
                  <a:pt x="465813" y="24924"/>
                </a:lnTo>
                <a:lnTo>
                  <a:pt x="476802" y="24924"/>
                </a:lnTo>
                <a:cubicBezTo>
                  <a:pt x="477180" y="24924"/>
                  <a:pt x="477510" y="25019"/>
                  <a:pt x="477794" y="25208"/>
                </a:cubicBezTo>
                <a:cubicBezTo>
                  <a:pt x="478077" y="25396"/>
                  <a:pt x="478313" y="25708"/>
                  <a:pt x="478502" y="26142"/>
                </a:cubicBezTo>
                <a:cubicBezTo>
                  <a:pt x="478690" y="26577"/>
                  <a:pt x="478832" y="27171"/>
                  <a:pt x="478927" y="27927"/>
                </a:cubicBezTo>
                <a:cubicBezTo>
                  <a:pt x="479021" y="28682"/>
                  <a:pt x="479068" y="29607"/>
                  <a:pt x="479068" y="30702"/>
                </a:cubicBezTo>
                <a:cubicBezTo>
                  <a:pt x="479068" y="32779"/>
                  <a:pt x="478879" y="34262"/>
                  <a:pt x="478502" y="35149"/>
                </a:cubicBezTo>
                <a:cubicBezTo>
                  <a:pt x="478124" y="36037"/>
                  <a:pt x="477576" y="36480"/>
                  <a:pt x="476859" y="36480"/>
                </a:cubicBezTo>
                <a:lnTo>
                  <a:pt x="465813" y="36480"/>
                </a:lnTo>
                <a:lnTo>
                  <a:pt x="465813" y="60173"/>
                </a:lnTo>
                <a:cubicBezTo>
                  <a:pt x="465813" y="62925"/>
                  <a:pt x="466247" y="64989"/>
                  <a:pt x="467116" y="66365"/>
                </a:cubicBezTo>
                <a:cubicBezTo>
                  <a:pt x="467984" y="67741"/>
                  <a:pt x="469533" y="68429"/>
                  <a:pt x="471761" y="68429"/>
                </a:cubicBezTo>
                <a:cubicBezTo>
                  <a:pt x="472516" y="68429"/>
                  <a:pt x="473196" y="68363"/>
                  <a:pt x="473800" y="68231"/>
                </a:cubicBezTo>
                <a:cubicBezTo>
                  <a:pt x="474404" y="68098"/>
                  <a:pt x="474942" y="67947"/>
                  <a:pt x="475414" y="67777"/>
                </a:cubicBezTo>
                <a:cubicBezTo>
                  <a:pt x="475886" y="67607"/>
                  <a:pt x="476283" y="67456"/>
                  <a:pt x="476604" y="67324"/>
                </a:cubicBezTo>
                <a:cubicBezTo>
                  <a:pt x="476925" y="67192"/>
                  <a:pt x="477218" y="67126"/>
                  <a:pt x="477482" y="67126"/>
                </a:cubicBezTo>
                <a:cubicBezTo>
                  <a:pt x="477709" y="67126"/>
                  <a:pt x="477926" y="67192"/>
                  <a:pt x="478133" y="67324"/>
                </a:cubicBezTo>
                <a:cubicBezTo>
                  <a:pt x="478341" y="67456"/>
                  <a:pt x="478502" y="67721"/>
                  <a:pt x="478615" y="68119"/>
                </a:cubicBezTo>
                <a:cubicBezTo>
                  <a:pt x="478728" y="68516"/>
                  <a:pt x="478832" y="69055"/>
                  <a:pt x="478927" y="69739"/>
                </a:cubicBezTo>
                <a:cubicBezTo>
                  <a:pt x="479021" y="70421"/>
                  <a:pt x="479068" y="71293"/>
                  <a:pt x="479068" y="72355"/>
                </a:cubicBezTo>
                <a:close/>
                <a:moveTo>
                  <a:pt x="503690" y="77379"/>
                </a:moveTo>
                <a:cubicBezTo>
                  <a:pt x="503690" y="77757"/>
                  <a:pt x="503577" y="78087"/>
                  <a:pt x="503350" y="78370"/>
                </a:cubicBezTo>
                <a:cubicBezTo>
                  <a:pt x="503124" y="78653"/>
                  <a:pt x="502737" y="78890"/>
                  <a:pt x="502189" y="79078"/>
                </a:cubicBezTo>
                <a:cubicBezTo>
                  <a:pt x="501641" y="79267"/>
                  <a:pt x="500915" y="79409"/>
                  <a:pt x="500008" y="79503"/>
                </a:cubicBezTo>
                <a:cubicBezTo>
                  <a:pt x="499102" y="79598"/>
                  <a:pt x="497950" y="79645"/>
                  <a:pt x="496553" y="79645"/>
                </a:cubicBezTo>
                <a:cubicBezTo>
                  <a:pt x="495155" y="79645"/>
                  <a:pt x="494004" y="79598"/>
                  <a:pt x="493097" y="79503"/>
                </a:cubicBezTo>
                <a:cubicBezTo>
                  <a:pt x="492191" y="79409"/>
                  <a:pt x="491464" y="79267"/>
                  <a:pt x="490916" y="79078"/>
                </a:cubicBezTo>
                <a:cubicBezTo>
                  <a:pt x="490369" y="78890"/>
                  <a:pt x="489982" y="78653"/>
                  <a:pt x="489755" y="78370"/>
                </a:cubicBezTo>
                <a:cubicBezTo>
                  <a:pt x="489529" y="78087"/>
                  <a:pt x="489415" y="77757"/>
                  <a:pt x="489415" y="77379"/>
                </a:cubicBezTo>
                <a:lnTo>
                  <a:pt x="489415" y="26964"/>
                </a:lnTo>
                <a:cubicBezTo>
                  <a:pt x="489415" y="26586"/>
                  <a:pt x="489529" y="26256"/>
                  <a:pt x="489755" y="25972"/>
                </a:cubicBezTo>
                <a:cubicBezTo>
                  <a:pt x="489982" y="25689"/>
                  <a:pt x="490369" y="25444"/>
                  <a:pt x="490916" y="25236"/>
                </a:cubicBezTo>
                <a:cubicBezTo>
                  <a:pt x="491464" y="25028"/>
                  <a:pt x="492191" y="24868"/>
                  <a:pt x="493097" y="24754"/>
                </a:cubicBezTo>
                <a:cubicBezTo>
                  <a:pt x="494004" y="24641"/>
                  <a:pt x="495155" y="24585"/>
                  <a:pt x="496553" y="24585"/>
                </a:cubicBezTo>
                <a:cubicBezTo>
                  <a:pt x="497950" y="24585"/>
                  <a:pt x="499102" y="24641"/>
                  <a:pt x="500008" y="24754"/>
                </a:cubicBezTo>
                <a:cubicBezTo>
                  <a:pt x="500915" y="24868"/>
                  <a:pt x="501641" y="25028"/>
                  <a:pt x="502189" y="25236"/>
                </a:cubicBezTo>
                <a:cubicBezTo>
                  <a:pt x="502737" y="25444"/>
                  <a:pt x="503124" y="25689"/>
                  <a:pt x="503350" y="25972"/>
                </a:cubicBezTo>
                <a:cubicBezTo>
                  <a:pt x="503577" y="26256"/>
                  <a:pt x="503690" y="26586"/>
                  <a:pt x="503690" y="26964"/>
                </a:cubicBezTo>
                <a:lnTo>
                  <a:pt x="503690" y="77379"/>
                </a:lnTo>
                <a:moveTo>
                  <a:pt x="504766" y="9743"/>
                </a:moveTo>
                <a:cubicBezTo>
                  <a:pt x="504766" y="12613"/>
                  <a:pt x="504181" y="14596"/>
                  <a:pt x="503010" y="15691"/>
                </a:cubicBezTo>
                <a:cubicBezTo>
                  <a:pt x="501840" y="16786"/>
                  <a:pt x="499668" y="17334"/>
                  <a:pt x="496496" y="17334"/>
                </a:cubicBezTo>
                <a:cubicBezTo>
                  <a:pt x="493286" y="17334"/>
                  <a:pt x="491124" y="16805"/>
                  <a:pt x="490010" y="15748"/>
                </a:cubicBezTo>
                <a:cubicBezTo>
                  <a:pt x="488896" y="14690"/>
                  <a:pt x="488339" y="12783"/>
                  <a:pt x="488339" y="10026"/>
                </a:cubicBezTo>
                <a:cubicBezTo>
                  <a:pt x="488339" y="7156"/>
                  <a:pt x="488915" y="5164"/>
                  <a:pt x="490067" y="4050"/>
                </a:cubicBezTo>
                <a:cubicBezTo>
                  <a:pt x="491219" y="2936"/>
                  <a:pt x="493399" y="2379"/>
                  <a:pt x="496609" y="2379"/>
                </a:cubicBezTo>
                <a:cubicBezTo>
                  <a:pt x="499782" y="2379"/>
                  <a:pt x="501934" y="2917"/>
                  <a:pt x="503067" y="3994"/>
                </a:cubicBezTo>
                <a:cubicBezTo>
                  <a:pt x="504200" y="5070"/>
                  <a:pt x="504766" y="6986"/>
                  <a:pt x="504766" y="9743"/>
                </a:cubicBezTo>
                <a:close/>
                <a:moveTo>
                  <a:pt x="568991" y="51603"/>
                </a:moveTo>
                <a:cubicBezTo>
                  <a:pt x="568991" y="55918"/>
                  <a:pt x="568425" y="59853"/>
                  <a:pt x="567292" y="63410"/>
                </a:cubicBezTo>
                <a:cubicBezTo>
                  <a:pt x="566159" y="66967"/>
                  <a:pt x="564440" y="70032"/>
                  <a:pt x="562137" y="72605"/>
                </a:cubicBezTo>
                <a:cubicBezTo>
                  <a:pt x="559833" y="75177"/>
                  <a:pt x="556944" y="77164"/>
                  <a:pt x="553470" y="78565"/>
                </a:cubicBezTo>
                <a:cubicBezTo>
                  <a:pt x="549996" y="79965"/>
                  <a:pt x="545936" y="80664"/>
                  <a:pt x="541291" y="80664"/>
                </a:cubicBezTo>
                <a:cubicBezTo>
                  <a:pt x="536797" y="80664"/>
                  <a:pt x="532888" y="80040"/>
                  <a:pt x="529565" y="78792"/>
                </a:cubicBezTo>
                <a:cubicBezTo>
                  <a:pt x="526242" y="77543"/>
                  <a:pt x="523485" y="75727"/>
                  <a:pt x="521295" y="73343"/>
                </a:cubicBezTo>
                <a:cubicBezTo>
                  <a:pt x="519104" y="70959"/>
                  <a:pt x="517481" y="68026"/>
                  <a:pt x="516423" y="64545"/>
                </a:cubicBezTo>
                <a:cubicBezTo>
                  <a:pt x="515366" y="61064"/>
                  <a:pt x="514837" y="57091"/>
                  <a:pt x="514837" y="52626"/>
                </a:cubicBezTo>
                <a:cubicBezTo>
                  <a:pt x="514837" y="48312"/>
                  <a:pt x="515413" y="44366"/>
                  <a:pt x="516565" y="40791"/>
                </a:cubicBezTo>
                <a:cubicBezTo>
                  <a:pt x="517717" y="37215"/>
                  <a:pt x="519444" y="34150"/>
                  <a:pt x="521748" y="31596"/>
                </a:cubicBezTo>
                <a:cubicBezTo>
                  <a:pt x="524052" y="29042"/>
                  <a:pt x="526931" y="27066"/>
                  <a:pt x="530387" y="25666"/>
                </a:cubicBezTo>
                <a:cubicBezTo>
                  <a:pt x="533842" y="24265"/>
                  <a:pt x="537892" y="23565"/>
                  <a:pt x="542537" y="23565"/>
                </a:cubicBezTo>
                <a:cubicBezTo>
                  <a:pt x="547069" y="23565"/>
                  <a:pt x="550996" y="24180"/>
                  <a:pt x="554320" y="25409"/>
                </a:cubicBezTo>
                <a:cubicBezTo>
                  <a:pt x="557643" y="26639"/>
                  <a:pt x="560390" y="28446"/>
                  <a:pt x="562562" y="30830"/>
                </a:cubicBezTo>
                <a:cubicBezTo>
                  <a:pt x="564733" y="33214"/>
                  <a:pt x="566348" y="36146"/>
                  <a:pt x="567405" y="39628"/>
                </a:cubicBezTo>
                <a:cubicBezTo>
                  <a:pt x="568462" y="43109"/>
                  <a:pt x="568991" y="47101"/>
                  <a:pt x="568991" y="51603"/>
                </a:cubicBezTo>
                <a:moveTo>
                  <a:pt x="554320" y="52171"/>
                </a:moveTo>
                <a:cubicBezTo>
                  <a:pt x="554320" y="49679"/>
                  <a:pt x="554121" y="47385"/>
                  <a:pt x="553725" y="45289"/>
                </a:cubicBezTo>
                <a:cubicBezTo>
                  <a:pt x="553328" y="43193"/>
                  <a:pt x="552658" y="41371"/>
                  <a:pt x="551714" y="39822"/>
                </a:cubicBezTo>
                <a:cubicBezTo>
                  <a:pt x="550770" y="38274"/>
                  <a:pt x="549514" y="37066"/>
                  <a:pt x="547947" y="36197"/>
                </a:cubicBezTo>
                <a:cubicBezTo>
                  <a:pt x="546380" y="35328"/>
                  <a:pt x="544407" y="34894"/>
                  <a:pt x="542027" y="34894"/>
                </a:cubicBezTo>
                <a:cubicBezTo>
                  <a:pt x="539913" y="34894"/>
                  <a:pt x="538062" y="35281"/>
                  <a:pt x="536476" y="36055"/>
                </a:cubicBezTo>
                <a:cubicBezTo>
                  <a:pt x="534890" y="36830"/>
                  <a:pt x="533587" y="37963"/>
                  <a:pt x="532567" y="39454"/>
                </a:cubicBezTo>
                <a:cubicBezTo>
                  <a:pt x="531548" y="40946"/>
                  <a:pt x="530783" y="42740"/>
                  <a:pt x="530273" y="44836"/>
                </a:cubicBezTo>
                <a:cubicBezTo>
                  <a:pt x="529763" y="46932"/>
                  <a:pt x="529509" y="49320"/>
                  <a:pt x="529509" y="52001"/>
                </a:cubicBezTo>
                <a:cubicBezTo>
                  <a:pt x="529509" y="54494"/>
                  <a:pt x="529716" y="56788"/>
                  <a:pt x="530132" y="58884"/>
                </a:cubicBezTo>
                <a:cubicBezTo>
                  <a:pt x="530547" y="60980"/>
                  <a:pt x="531217" y="62802"/>
                  <a:pt x="532143" y="64350"/>
                </a:cubicBezTo>
                <a:cubicBezTo>
                  <a:pt x="533068" y="65899"/>
                  <a:pt x="534323" y="67098"/>
                  <a:pt x="535910" y="67947"/>
                </a:cubicBezTo>
                <a:cubicBezTo>
                  <a:pt x="537496" y="68797"/>
                  <a:pt x="539459" y="69222"/>
                  <a:pt x="541801" y="69222"/>
                </a:cubicBezTo>
                <a:cubicBezTo>
                  <a:pt x="543953" y="69222"/>
                  <a:pt x="545823" y="68835"/>
                  <a:pt x="547409" y="68061"/>
                </a:cubicBezTo>
                <a:cubicBezTo>
                  <a:pt x="548995" y="67286"/>
                  <a:pt x="550298" y="66163"/>
                  <a:pt x="551317" y="64690"/>
                </a:cubicBezTo>
                <a:cubicBezTo>
                  <a:pt x="552337" y="63217"/>
                  <a:pt x="553092" y="61433"/>
                  <a:pt x="553583" y="59337"/>
                </a:cubicBezTo>
                <a:cubicBezTo>
                  <a:pt x="554074" y="57241"/>
                  <a:pt x="554320" y="54853"/>
                  <a:pt x="554320" y="52171"/>
                </a:cubicBezTo>
                <a:close/>
                <a:moveTo>
                  <a:pt x="628678" y="77377"/>
                </a:moveTo>
                <a:cubicBezTo>
                  <a:pt x="628678" y="77755"/>
                  <a:pt x="628565" y="78086"/>
                  <a:pt x="628338" y="78370"/>
                </a:cubicBezTo>
                <a:cubicBezTo>
                  <a:pt x="628111" y="78653"/>
                  <a:pt x="627734" y="78890"/>
                  <a:pt x="627205" y="79078"/>
                </a:cubicBezTo>
                <a:cubicBezTo>
                  <a:pt x="626676" y="79267"/>
                  <a:pt x="625949" y="79409"/>
                  <a:pt x="625024" y="79503"/>
                </a:cubicBezTo>
                <a:cubicBezTo>
                  <a:pt x="624099" y="79598"/>
                  <a:pt x="622957" y="79645"/>
                  <a:pt x="621597" y="79645"/>
                </a:cubicBezTo>
                <a:cubicBezTo>
                  <a:pt x="620200" y="79645"/>
                  <a:pt x="619039" y="79598"/>
                  <a:pt x="618113" y="79503"/>
                </a:cubicBezTo>
                <a:cubicBezTo>
                  <a:pt x="617188" y="79409"/>
                  <a:pt x="616461" y="79267"/>
                  <a:pt x="615933" y="79078"/>
                </a:cubicBezTo>
                <a:cubicBezTo>
                  <a:pt x="615404" y="78890"/>
                  <a:pt x="615026" y="78653"/>
                  <a:pt x="614800" y="78370"/>
                </a:cubicBezTo>
                <a:cubicBezTo>
                  <a:pt x="614573" y="78087"/>
                  <a:pt x="614460" y="77757"/>
                  <a:pt x="614460" y="77379"/>
                </a:cubicBezTo>
                <a:lnTo>
                  <a:pt x="614460" y="48546"/>
                </a:lnTo>
                <a:cubicBezTo>
                  <a:pt x="614460" y="46091"/>
                  <a:pt x="614280" y="44165"/>
                  <a:pt x="613922" y="42768"/>
                </a:cubicBezTo>
                <a:cubicBezTo>
                  <a:pt x="613563" y="41371"/>
                  <a:pt x="613044" y="40172"/>
                  <a:pt x="612364" y="39171"/>
                </a:cubicBezTo>
                <a:cubicBezTo>
                  <a:pt x="611684" y="38170"/>
                  <a:pt x="610806" y="37396"/>
                  <a:pt x="609730" y="36848"/>
                </a:cubicBezTo>
                <a:cubicBezTo>
                  <a:pt x="608653" y="36301"/>
                  <a:pt x="607398" y="36027"/>
                  <a:pt x="605963" y="36027"/>
                </a:cubicBezTo>
                <a:cubicBezTo>
                  <a:pt x="604150" y="36027"/>
                  <a:pt x="602319" y="36688"/>
                  <a:pt x="600468" y="38010"/>
                </a:cubicBezTo>
                <a:cubicBezTo>
                  <a:pt x="598618" y="39331"/>
                  <a:pt x="596692" y="41257"/>
                  <a:pt x="594690" y="43788"/>
                </a:cubicBezTo>
                <a:lnTo>
                  <a:pt x="594690" y="77379"/>
                </a:lnTo>
                <a:cubicBezTo>
                  <a:pt x="594690" y="77757"/>
                  <a:pt x="594577" y="78087"/>
                  <a:pt x="594350" y="78370"/>
                </a:cubicBezTo>
                <a:cubicBezTo>
                  <a:pt x="594124" y="78653"/>
                  <a:pt x="593737" y="78890"/>
                  <a:pt x="593189" y="79078"/>
                </a:cubicBezTo>
                <a:cubicBezTo>
                  <a:pt x="592641" y="79267"/>
                  <a:pt x="591914" y="79409"/>
                  <a:pt x="591008" y="79503"/>
                </a:cubicBezTo>
                <a:cubicBezTo>
                  <a:pt x="590102" y="79598"/>
                  <a:pt x="588950" y="79645"/>
                  <a:pt x="587553" y="79645"/>
                </a:cubicBezTo>
                <a:cubicBezTo>
                  <a:pt x="586155" y="79645"/>
                  <a:pt x="585004" y="79598"/>
                  <a:pt x="584097" y="79503"/>
                </a:cubicBezTo>
                <a:cubicBezTo>
                  <a:pt x="583191" y="79409"/>
                  <a:pt x="582464" y="79267"/>
                  <a:pt x="581916" y="79078"/>
                </a:cubicBezTo>
                <a:cubicBezTo>
                  <a:pt x="581369" y="78890"/>
                  <a:pt x="580982" y="78653"/>
                  <a:pt x="580755" y="78370"/>
                </a:cubicBezTo>
                <a:cubicBezTo>
                  <a:pt x="580529" y="78087"/>
                  <a:pt x="580415" y="77757"/>
                  <a:pt x="580415" y="77379"/>
                </a:cubicBezTo>
                <a:lnTo>
                  <a:pt x="580415" y="26850"/>
                </a:lnTo>
                <a:cubicBezTo>
                  <a:pt x="580415" y="26473"/>
                  <a:pt x="580510" y="26142"/>
                  <a:pt x="580698" y="25859"/>
                </a:cubicBezTo>
                <a:cubicBezTo>
                  <a:pt x="580887" y="25576"/>
                  <a:pt x="581227" y="25340"/>
                  <a:pt x="581718" y="25151"/>
                </a:cubicBezTo>
                <a:cubicBezTo>
                  <a:pt x="582209" y="24962"/>
                  <a:pt x="582842" y="24821"/>
                  <a:pt x="583616" y="24726"/>
                </a:cubicBezTo>
                <a:cubicBezTo>
                  <a:pt x="584390" y="24632"/>
                  <a:pt x="585362" y="24585"/>
                  <a:pt x="586533" y="24585"/>
                </a:cubicBezTo>
                <a:cubicBezTo>
                  <a:pt x="587742" y="24585"/>
                  <a:pt x="588742" y="24632"/>
                  <a:pt x="589535" y="24726"/>
                </a:cubicBezTo>
                <a:cubicBezTo>
                  <a:pt x="590328" y="24821"/>
                  <a:pt x="590942" y="24962"/>
                  <a:pt x="591376" y="25151"/>
                </a:cubicBezTo>
                <a:cubicBezTo>
                  <a:pt x="591811" y="25340"/>
                  <a:pt x="592122" y="25576"/>
                  <a:pt x="592311" y="25859"/>
                </a:cubicBezTo>
                <a:cubicBezTo>
                  <a:pt x="592500" y="26142"/>
                  <a:pt x="592594" y="26473"/>
                  <a:pt x="592594" y="26850"/>
                </a:cubicBezTo>
                <a:lnTo>
                  <a:pt x="592594" y="32685"/>
                </a:lnTo>
                <a:cubicBezTo>
                  <a:pt x="595389" y="29645"/>
                  <a:pt x="598231" y="27365"/>
                  <a:pt x="601120" y="25845"/>
                </a:cubicBezTo>
                <a:cubicBezTo>
                  <a:pt x="604008" y="24325"/>
                  <a:pt x="607020" y="23565"/>
                  <a:pt x="610155" y="23565"/>
                </a:cubicBezTo>
                <a:cubicBezTo>
                  <a:pt x="613591" y="23565"/>
                  <a:pt x="616490" y="24132"/>
                  <a:pt x="618850" y="25266"/>
                </a:cubicBezTo>
                <a:cubicBezTo>
                  <a:pt x="621210" y="26400"/>
                  <a:pt x="623117" y="27941"/>
                  <a:pt x="624571" y="29888"/>
                </a:cubicBezTo>
                <a:cubicBezTo>
                  <a:pt x="626025" y="31834"/>
                  <a:pt x="627073" y="34112"/>
                  <a:pt x="627715" y="36721"/>
                </a:cubicBezTo>
                <a:cubicBezTo>
                  <a:pt x="628357" y="39329"/>
                  <a:pt x="628678" y="42466"/>
                  <a:pt x="628678" y="46133"/>
                </a:cubicBezTo>
                <a:lnTo>
                  <a:pt x="628678" y="773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1B0FE-9B1E-4C13-B932-5096AEEA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068" y="2295938"/>
            <a:ext cx="345916" cy="753526"/>
          </a:xfrm>
          <a:custGeom xmlns:a="http://schemas.openxmlformats.org/drawingml/2006/main">
            <a:pathLst>
              <a:path w="345916" h="753526" fill="none">
                <a:moveTo>
                  <a:pt x="0" y="753526"/>
                </a:moveTo>
                <a:cubicBezTo>
                  <a:pt x="154671" y="753526"/>
                  <a:pt x="309341" y="558350"/>
                  <a:pt x="309341" y="363168"/>
                </a:cubicBezTo>
                <a:cubicBezTo>
                  <a:pt x="309341" y="211710"/>
                  <a:pt x="325788" y="60252"/>
                  <a:pt x="34591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EE3939"/>
            </a:solidFill>
            <a:custDash>
              <a:ds d="400000" sp="300000"/>
            </a:custDash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1E7EB-2319-4214-9C61-A0EDEA0D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144" y="2268752"/>
            <a:ext cx="37889" cy="43360"/>
          </a:xfrm>
          <a:custGeom xmlns:a="http://schemas.openxmlformats.org/drawingml/2006/main">
            <a:pathLst>
              <a:path w="37889" h="43360">
                <a:moveTo>
                  <a:pt x="32557" y="43360"/>
                </a:moveTo>
                <a:lnTo>
                  <a:pt x="0" y="21749"/>
                </a:lnTo>
                <a:lnTo>
                  <a:pt x="37889" y="0"/>
                </a:lnTo>
                <a:lnTo>
                  <a:pt x="32557" y="43360"/>
                </a:lnTo>
                <a:close/>
              </a:path>
            </a:pathLst>
          </a:custGeom>
          <a:solidFill xmlns:a="http://schemas.openxmlformats.org/drawingml/2006/main">
            <a:srgbClr val="EE393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205c3784d4a74"/>
          <a:stretch xmlns:a="http://schemas.openxmlformats.org/drawingml/2006/main"/>
        </p:blipFill>
        <p:spPr>
          <a:xfrm xmlns:a="http://schemas.openxmlformats.org/drawingml/2006/main">
            <a:off x="1272126" y="1202149"/>
            <a:ext cx="281904" cy="268480"/>
          </a:xfrm>
          <a:prstGeom xmlns:a="http://schemas.openxmlformats.org/drawingml/2006/main" prst="rect">
            <a:avLst/>
          </a:prstGeom>
        </p:spPr>
      </p:pic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a91cf983740b5"/>
          <a:stretch xmlns:a="http://schemas.openxmlformats.org/drawingml/2006/main"/>
        </p:blipFill>
        <p:spPr>
          <a:xfrm xmlns:a="http://schemas.openxmlformats.org/drawingml/2006/main">
            <a:off x="486113" y="1471714"/>
            <a:ext cx="241419" cy="241419"/>
          </a:xfrm>
          <a:prstGeom xmlns:a="http://schemas.openxmlformats.org/drawingml/2006/main" prst="rect">
            <a:avLst/>
          </a:prstGeom>
        </p:spPr>
      </p:pic>
      <p:sp>
        <p:nvSpPr>
          <p:cNvPr id="162" name="Text Change">
            <a:extLst xmlns:a="http://schemas.openxmlformats.org/drawingml/2006/main">
              <a:ext uri="{FF2B5EF4-FFF2-40B4-BE49-F238E27FC236}">
                <a16:creationId xmlns:a16="http://schemas.microsoft.com/office/drawing/2014/main" id="{17F0A9D3-AA01-45EF-B6F4-E70F3BDE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525" y="1498501"/>
            <a:ext cx="305662" cy="88254"/>
          </a:xfrm>
          <a:custGeom xmlns:a="http://schemas.openxmlformats.org/drawingml/2006/main">
            <a:pathLst>
              <a:path w="305662" h="88254">
                <a:moveTo>
                  <a:pt x="48043" y="59991"/>
                </a:moveTo>
                <a:cubicBezTo>
                  <a:pt x="48043" y="60828"/>
                  <a:pt x="48018" y="61539"/>
                  <a:pt x="47968" y="62124"/>
                </a:cubicBezTo>
                <a:cubicBezTo>
                  <a:pt x="47917" y="62710"/>
                  <a:pt x="47842" y="63212"/>
                  <a:pt x="47742" y="63630"/>
                </a:cubicBezTo>
                <a:cubicBezTo>
                  <a:pt x="47641" y="64049"/>
                  <a:pt x="47507" y="64409"/>
                  <a:pt x="47340" y="64710"/>
                </a:cubicBezTo>
                <a:cubicBezTo>
                  <a:pt x="47173" y="65011"/>
                  <a:pt x="46905" y="65358"/>
                  <a:pt x="46537" y="65750"/>
                </a:cubicBezTo>
                <a:cubicBezTo>
                  <a:pt x="46169" y="66141"/>
                  <a:pt x="45458" y="66643"/>
                  <a:pt x="44403" y="67256"/>
                </a:cubicBezTo>
                <a:cubicBezTo>
                  <a:pt x="43349" y="67869"/>
                  <a:pt x="42061" y="68457"/>
                  <a:pt x="40538" y="69019"/>
                </a:cubicBezTo>
                <a:cubicBezTo>
                  <a:pt x="39015" y="69581"/>
                  <a:pt x="37275" y="70049"/>
                  <a:pt x="35317" y="70423"/>
                </a:cubicBezTo>
                <a:cubicBezTo>
                  <a:pt x="33359" y="70798"/>
                  <a:pt x="31242" y="70985"/>
                  <a:pt x="28966" y="70985"/>
                </a:cubicBezTo>
                <a:cubicBezTo>
                  <a:pt x="24515" y="70985"/>
                  <a:pt x="20499" y="70298"/>
                  <a:pt x="16918" y="68924"/>
                </a:cubicBezTo>
                <a:cubicBezTo>
                  <a:pt x="13337" y="67549"/>
                  <a:pt x="10291" y="65496"/>
                  <a:pt x="7781" y="62765"/>
                </a:cubicBezTo>
                <a:cubicBezTo>
                  <a:pt x="5271" y="60033"/>
                  <a:pt x="3347" y="56623"/>
                  <a:pt x="2008" y="52534"/>
                </a:cubicBezTo>
                <a:cubicBezTo>
                  <a:pt x="669" y="48445"/>
                  <a:pt x="0" y="43685"/>
                  <a:pt x="0" y="38255"/>
                </a:cubicBezTo>
                <a:cubicBezTo>
                  <a:pt x="0" y="32725"/>
                  <a:pt x="736" y="27814"/>
                  <a:pt x="2209" y="23524"/>
                </a:cubicBezTo>
                <a:cubicBezTo>
                  <a:pt x="3681" y="19234"/>
                  <a:pt x="5740" y="15631"/>
                  <a:pt x="8384" y="12715"/>
                </a:cubicBezTo>
                <a:cubicBezTo>
                  <a:pt x="11028" y="9798"/>
                  <a:pt x="14199" y="7586"/>
                  <a:pt x="17897" y="6078"/>
                </a:cubicBezTo>
                <a:cubicBezTo>
                  <a:pt x="21595" y="4569"/>
                  <a:pt x="25670" y="3815"/>
                  <a:pt x="30121" y="3815"/>
                </a:cubicBezTo>
                <a:cubicBezTo>
                  <a:pt x="31928" y="3815"/>
                  <a:pt x="33669" y="3969"/>
                  <a:pt x="35342" y="4275"/>
                </a:cubicBezTo>
                <a:cubicBezTo>
                  <a:pt x="37015" y="4581"/>
                  <a:pt x="38563" y="4982"/>
                  <a:pt x="39986" y="5477"/>
                </a:cubicBezTo>
                <a:cubicBezTo>
                  <a:pt x="41408" y="5970"/>
                  <a:pt x="42688" y="6541"/>
                  <a:pt x="43826" y="7188"/>
                </a:cubicBezTo>
                <a:cubicBezTo>
                  <a:pt x="44964" y="7836"/>
                  <a:pt x="45759" y="8389"/>
                  <a:pt x="46211" y="8850"/>
                </a:cubicBezTo>
                <a:cubicBezTo>
                  <a:pt x="46662" y="9309"/>
                  <a:pt x="46972" y="9689"/>
                  <a:pt x="47139" y="9990"/>
                </a:cubicBezTo>
                <a:cubicBezTo>
                  <a:pt x="47307" y="10291"/>
                  <a:pt x="47440" y="10676"/>
                  <a:pt x="47541" y="11145"/>
                </a:cubicBezTo>
                <a:cubicBezTo>
                  <a:pt x="47641" y="11613"/>
                  <a:pt x="47717" y="12166"/>
                  <a:pt x="47767" y="12801"/>
                </a:cubicBezTo>
                <a:cubicBezTo>
                  <a:pt x="47817" y="13437"/>
                  <a:pt x="47842" y="14224"/>
                  <a:pt x="47842" y="15161"/>
                </a:cubicBezTo>
                <a:cubicBezTo>
                  <a:pt x="47842" y="16165"/>
                  <a:pt x="47809" y="17018"/>
                  <a:pt x="47742" y="17721"/>
                </a:cubicBezTo>
                <a:cubicBezTo>
                  <a:pt x="47675" y="18424"/>
                  <a:pt x="47558" y="18993"/>
                  <a:pt x="47390" y="19428"/>
                </a:cubicBezTo>
                <a:cubicBezTo>
                  <a:pt x="47223" y="19863"/>
                  <a:pt x="47022" y="20181"/>
                  <a:pt x="46788" y="20382"/>
                </a:cubicBezTo>
                <a:cubicBezTo>
                  <a:pt x="46554" y="20583"/>
                  <a:pt x="46286" y="20683"/>
                  <a:pt x="45985" y="20683"/>
                </a:cubicBezTo>
                <a:cubicBezTo>
                  <a:pt x="45483" y="20683"/>
                  <a:pt x="44847" y="20388"/>
                  <a:pt x="44077" y="19797"/>
                </a:cubicBezTo>
                <a:cubicBezTo>
                  <a:pt x="43307" y="19206"/>
                  <a:pt x="42312" y="18547"/>
                  <a:pt x="41090" y="17822"/>
                </a:cubicBezTo>
                <a:cubicBezTo>
                  <a:pt x="39868" y="17096"/>
                  <a:pt x="38413" y="16437"/>
                  <a:pt x="36722" y="15846"/>
                </a:cubicBezTo>
                <a:cubicBezTo>
                  <a:pt x="35032" y="15256"/>
                  <a:pt x="33016" y="14960"/>
                  <a:pt x="30673" y="14960"/>
                </a:cubicBezTo>
                <a:cubicBezTo>
                  <a:pt x="28096" y="14960"/>
                  <a:pt x="25795" y="15487"/>
                  <a:pt x="23770" y="16541"/>
                </a:cubicBezTo>
                <a:cubicBezTo>
                  <a:pt x="21746" y="17596"/>
                  <a:pt x="20022" y="19102"/>
                  <a:pt x="18600" y="21060"/>
                </a:cubicBezTo>
                <a:cubicBezTo>
                  <a:pt x="17177" y="23017"/>
                  <a:pt x="16098" y="25385"/>
                  <a:pt x="15362" y="28163"/>
                </a:cubicBezTo>
                <a:cubicBezTo>
                  <a:pt x="14625" y="30941"/>
                  <a:pt x="14257" y="34070"/>
                  <a:pt x="14257" y="37551"/>
                </a:cubicBezTo>
                <a:cubicBezTo>
                  <a:pt x="14257" y="41366"/>
                  <a:pt x="14650" y="44671"/>
                  <a:pt x="15437" y="47466"/>
                </a:cubicBezTo>
                <a:cubicBezTo>
                  <a:pt x="16223" y="50260"/>
                  <a:pt x="17345" y="52561"/>
                  <a:pt x="18800" y="54368"/>
                </a:cubicBezTo>
                <a:cubicBezTo>
                  <a:pt x="20256" y="56176"/>
                  <a:pt x="22013" y="57523"/>
                  <a:pt x="24072" y="58410"/>
                </a:cubicBezTo>
                <a:cubicBezTo>
                  <a:pt x="26130" y="59296"/>
                  <a:pt x="28448" y="59740"/>
                  <a:pt x="31025" y="59740"/>
                </a:cubicBezTo>
                <a:cubicBezTo>
                  <a:pt x="33367" y="59740"/>
                  <a:pt x="35392" y="59461"/>
                  <a:pt x="37099" y="58904"/>
                </a:cubicBezTo>
                <a:cubicBezTo>
                  <a:pt x="38806" y="58346"/>
                  <a:pt x="40270" y="57730"/>
                  <a:pt x="41492" y="57054"/>
                </a:cubicBezTo>
                <a:cubicBezTo>
                  <a:pt x="42713" y="56378"/>
                  <a:pt x="43717" y="55770"/>
                  <a:pt x="44504" y="55230"/>
                </a:cubicBezTo>
                <a:cubicBezTo>
                  <a:pt x="45290" y="54689"/>
                  <a:pt x="45901" y="54419"/>
                  <a:pt x="46336" y="54419"/>
                </a:cubicBezTo>
                <a:cubicBezTo>
                  <a:pt x="46671" y="54419"/>
                  <a:pt x="46938" y="54485"/>
                  <a:pt x="47139" y="54619"/>
                </a:cubicBezTo>
                <a:cubicBezTo>
                  <a:pt x="47340" y="54753"/>
                  <a:pt x="47507" y="55021"/>
                  <a:pt x="47641" y="55423"/>
                </a:cubicBezTo>
                <a:cubicBezTo>
                  <a:pt x="47775" y="55824"/>
                  <a:pt x="47876" y="56385"/>
                  <a:pt x="47942" y="57104"/>
                </a:cubicBezTo>
                <a:cubicBezTo>
                  <a:pt x="48009" y="57824"/>
                  <a:pt x="48043" y="58786"/>
                  <a:pt x="48043" y="59991"/>
                </a:cubicBezTo>
                <a:close/>
                <a:moveTo>
                  <a:pt x="99314" y="68172"/>
                </a:moveTo>
                <a:cubicBezTo>
                  <a:pt x="99314" y="68507"/>
                  <a:pt x="99213" y="68800"/>
                  <a:pt x="99012" y="69052"/>
                </a:cubicBezTo>
                <a:cubicBezTo>
                  <a:pt x="98812" y="69303"/>
                  <a:pt x="98477" y="69512"/>
                  <a:pt x="98008" y="69680"/>
                </a:cubicBezTo>
                <a:cubicBezTo>
                  <a:pt x="97540" y="69847"/>
                  <a:pt x="96896" y="69973"/>
                  <a:pt x="96076" y="70056"/>
                </a:cubicBezTo>
                <a:cubicBezTo>
                  <a:pt x="95256" y="70140"/>
                  <a:pt x="94243" y="70182"/>
                  <a:pt x="93038" y="70182"/>
                </a:cubicBezTo>
                <a:cubicBezTo>
                  <a:pt x="91800" y="70182"/>
                  <a:pt x="90771" y="70140"/>
                  <a:pt x="89951" y="70056"/>
                </a:cubicBezTo>
                <a:cubicBezTo>
                  <a:pt x="89131" y="69973"/>
                  <a:pt x="88487" y="69847"/>
                  <a:pt x="88018" y="69680"/>
                </a:cubicBezTo>
                <a:cubicBezTo>
                  <a:pt x="87550" y="69512"/>
                  <a:pt x="87215" y="69303"/>
                  <a:pt x="87014" y="69052"/>
                </a:cubicBezTo>
                <a:cubicBezTo>
                  <a:pt x="86813" y="68801"/>
                  <a:pt x="86713" y="68508"/>
                  <a:pt x="86713" y="68174"/>
                </a:cubicBezTo>
                <a:lnTo>
                  <a:pt x="86713" y="42621"/>
                </a:lnTo>
                <a:cubicBezTo>
                  <a:pt x="86713" y="40446"/>
                  <a:pt x="86554" y="38739"/>
                  <a:pt x="86236" y="37501"/>
                </a:cubicBezTo>
                <a:cubicBezTo>
                  <a:pt x="85918" y="36262"/>
                  <a:pt x="85458" y="35200"/>
                  <a:pt x="84856" y="34313"/>
                </a:cubicBezTo>
                <a:cubicBezTo>
                  <a:pt x="84253" y="33426"/>
                  <a:pt x="83475" y="32740"/>
                  <a:pt x="82521" y="32255"/>
                </a:cubicBezTo>
                <a:cubicBezTo>
                  <a:pt x="81567" y="31769"/>
                  <a:pt x="80455" y="31527"/>
                  <a:pt x="79183" y="31527"/>
                </a:cubicBezTo>
                <a:cubicBezTo>
                  <a:pt x="77576" y="31527"/>
                  <a:pt x="75953" y="32112"/>
                  <a:pt x="74313" y="33284"/>
                </a:cubicBezTo>
                <a:cubicBezTo>
                  <a:pt x="72673" y="34455"/>
                  <a:pt x="70967" y="36162"/>
                  <a:pt x="69193" y="38404"/>
                </a:cubicBezTo>
                <a:lnTo>
                  <a:pt x="69193" y="68174"/>
                </a:lnTo>
                <a:cubicBezTo>
                  <a:pt x="69193" y="68508"/>
                  <a:pt x="69092" y="68801"/>
                  <a:pt x="68892" y="69052"/>
                </a:cubicBezTo>
                <a:cubicBezTo>
                  <a:pt x="68691" y="69303"/>
                  <a:pt x="68348" y="69512"/>
                  <a:pt x="67862" y="69680"/>
                </a:cubicBezTo>
                <a:cubicBezTo>
                  <a:pt x="67377" y="69847"/>
                  <a:pt x="66733" y="69973"/>
                  <a:pt x="65930" y="70056"/>
                </a:cubicBezTo>
                <a:cubicBezTo>
                  <a:pt x="65126" y="70140"/>
                  <a:pt x="64106" y="70182"/>
                  <a:pt x="62867" y="70182"/>
                </a:cubicBezTo>
                <a:cubicBezTo>
                  <a:pt x="61629" y="70182"/>
                  <a:pt x="60608" y="70140"/>
                  <a:pt x="59805" y="70056"/>
                </a:cubicBezTo>
                <a:cubicBezTo>
                  <a:pt x="59002" y="69973"/>
                  <a:pt x="58358" y="69847"/>
                  <a:pt x="57872" y="69680"/>
                </a:cubicBezTo>
                <a:cubicBezTo>
                  <a:pt x="57387" y="69512"/>
                  <a:pt x="57044" y="69303"/>
                  <a:pt x="56843" y="69052"/>
                </a:cubicBezTo>
                <a:cubicBezTo>
                  <a:pt x="56642" y="68801"/>
                  <a:pt x="56542" y="68508"/>
                  <a:pt x="56542" y="68174"/>
                </a:cubicBezTo>
                <a:lnTo>
                  <a:pt x="56542" y="2159"/>
                </a:lnTo>
                <a:cubicBezTo>
                  <a:pt x="56542" y="1824"/>
                  <a:pt x="56642" y="1523"/>
                  <a:pt x="56843" y="1255"/>
                </a:cubicBezTo>
                <a:cubicBezTo>
                  <a:pt x="57044" y="987"/>
                  <a:pt x="57387" y="761"/>
                  <a:pt x="57872" y="577"/>
                </a:cubicBezTo>
                <a:cubicBezTo>
                  <a:pt x="58358" y="393"/>
                  <a:pt x="59002" y="251"/>
                  <a:pt x="59805" y="151"/>
                </a:cubicBezTo>
                <a:cubicBezTo>
                  <a:pt x="60608" y="50"/>
                  <a:pt x="61629" y="0"/>
                  <a:pt x="62867" y="0"/>
                </a:cubicBezTo>
                <a:cubicBezTo>
                  <a:pt x="64106" y="0"/>
                  <a:pt x="65126" y="50"/>
                  <a:pt x="65930" y="151"/>
                </a:cubicBezTo>
                <a:cubicBezTo>
                  <a:pt x="66733" y="251"/>
                  <a:pt x="67377" y="393"/>
                  <a:pt x="67862" y="577"/>
                </a:cubicBezTo>
                <a:cubicBezTo>
                  <a:pt x="68348" y="760"/>
                  <a:pt x="68691" y="986"/>
                  <a:pt x="68892" y="1253"/>
                </a:cubicBezTo>
                <a:cubicBezTo>
                  <a:pt x="69092" y="1520"/>
                  <a:pt x="69193" y="1821"/>
                  <a:pt x="69193" y="2156"/>
                </a:cubicBezTo>
                <a:lnTo>
                  <a:pt x="69193" y="26864"/>
                </a:lnTo>
                <a:cubicBezTo>
                  <a:pt x="71368" y="24720"/>
                  <a:pt x="73585" y="23120"/>
                  <a:pt x="75844" y="22065"/>
                </a:cubicBezTo>
                <a:cubicBezTo>
                  <a:pt x="78104" y="21010"/>
                  <a:pt x="80455" y="20482"/>
                  <a:pt x="82898" y="20482"/>
                </a:cubicBezTo>
                <a:cubicBezTo>
                  <a:pt x="85943" y="20482"/>
                  <a:pt x="88512" y="20985"/>
                  <a:pt x="90604" y="21990"/>
                </a:cubicBezTo>
                <a:cubicBezTo>
                  <a:pt x="92695" y="22995"/>
                  <a:pt x="94386" y="24369"/>
                  <a:pt x="95674" y="26111"/>
                </a:cubicBezTo>
                <a:cubicBezTo>
                  <a:pt x="96963" y="27852"/>
                  <a:pt x="97891" y="29888"/>
                  <a:pt x="98460" y="32217"/>
                </a:cubicBezTo>
                <a:cubicBezTo>
                  <a:pt x="99029" y="34545"/>
                  <a:pt x="99314" y="37367"/>
                  <a:pt x="99314" y="40684"/>
                </a:cubicBezTo>
                <a:lnTo>
                  <a:pt x="99314" y="68172"/>
                </a:lnTo>
                <a:close/>
                <a:moveTo>
                  <a:pt x="149597" y="68323"/>
                </a:moveTo>
                <a:cubicBezTo>
                  <a:pt x="149597" y="68791"/>
                  <a:pt x="149430" y="69160"/>
                  <a:pt x="149095" y="69429"/>
                </a:cubicBezTo>
                <a:cubicBezTo>
                  <a:pt x="148760" y="69697"/>
                  <a:pt x="148233" y="69889"/>
                  <a:pt x="147514" y="70006"/>
                </a:cubicBezTo>
                <a:cubicBezTo>
                  <a:pt x="146794" y="70123"/>
                  <a:pt x="145732" y="70182"/>
                  <a:pt x="144326" y="70182"/>
                </a:cubicBezTo>
                <a:cubicBezTo>
                  <a:pt x="142820" y="70182"/>
                  <a:pt x="141724" y="70123"/>
                  <a:pt x="141038" y="70006"/>
                </a:cubicBezTo>
                <a:cubicBezTo>
                  <a:pt x="140352" y="69889"/>
                  <a:pt x="139866" y="69697"/>
                  <a:pt x="139582" y="69429"/>
                </a:cubicBezTo>
                <a:cubicBezTo>
                  <a:pt x="139297" y="69161"/>
                  <a:pt x="139155" y="68793"/>
                  <a:pt x="139155" y="68324"/>
                </a:cubicBezTo>
                <a:lnTo>
                  <a:pt x="139155" y="64760"/>
                </a:lnTo>
                <a:cubicBezTo>
                  <a:pt x="137314" y="66735"/>
                  <a:pt x="135214" y="68283"/>
                  <a:pt x="132855" y="69404"/>
                </a:cubicBezTo>
                <a:cubicBezTo>
                  <a:pt x="130495" y="70525"/>
                  <a:pt x="127877" y="71085"/>
                  <a:pt x="124998" y="71085"/>
                </a:cubicBezTo>
                <a:cubicBezTo>
                  <a:pt x="122622" y="71085"/>
                  <a:pt x="120438" y="70775"/>
                  <a:pt x="118447" y="70154"/>
                </a:cubicBezTo>
                <a:cubicBezTo>
                  <a:pt x="116456" y="69532"/>
                  <a:pt x="114732" y="68609"/>
                  <a:pt x="113276" y="67383"/>
                </a:cubicBezTo>
                <a:cubicBezTo>
                  <a:pt x="111820" y="66157"/>
                  <a:pt x="110691" y="64638"/>
                  <a:pt x="109888" y="62826"/>
                </a:cubicBezTo>
                <a:cubicBezTo>
                  <a:pt x="109084" y="61012"/>
                  <a:pt x="108683" y="58896"/>
                  <a:pt x="108683" y="56478"/>
                </a:cubicBezTo>
                <a:cubicBezTo>
                  <a:pt x="108683" y="53858"/>
                  <a:pt x="109193" y="51583"/>
                  <a:pt x="110214" y="49652"/>
                </a:cubicBezTo>
                <a:cubicBezTo>
                  <a:pt x="111235" y="47722"/>
                  <a:pt x="112758" y="46127"/>
                  <a:pt x="114782" y="44868"/>
                </a:cubicBezTo>
                <a:cubicBezTo>
                  <a:pt x="116807" y="43608"/>
                  <a:pt x="119326" y="42677"/>
                  <a:pt x="122338" y="42072"/>
                </a:cubicBezTo>
                <a:cubicBezTo>
                  <a:pt x="125350" y="41468"/>
                  <a:pt x="128847" y="41165"/>
                  <a:pt x="132830" y="41165"/>
                </a:cubicBezTo>
                <a:lnTo>
                  <a:pt x="137197" y="41165"/>
                </a:lnTo>
                <a:lnTo>
                  <a:pt x="137197" y="38467"/>
                </a:lnTo>
                <a:cubicBezTo>
                  <a:pt x="137197" y="37068"/>
                  <a:pt x="137055" y="35843"/>
                  <a:pt x="136771" y="34794"/>
                </a:cubicBezTo>
                <a:cubicBezTo>
                  <a:pt x="136486" y="33744"/>
                  <a:pt x="136018" y="32869"/>
                  <a:pt x="135365" y="32170"/>
                </a:cubicBezTo>
                <a:cubicBezTo>
                  <a:pt x="134712" y="31470"/>
                  <a:pt x="133842" y="30954"/>
                  <a:pt x="132754" y="30621"/>
                </a:cubicBezTo>
                <a:cubicBezTo>
                  <a:pt x="131667" y="30288"/>
                  <a:pt x="130320" y="30121"/>
                  <a:pt x="128713" y="30121"/>
                </a:cubicBezTo>
                <a:cubicBezTo>
                  <a:pt x="126605" y="30121"/>
                  <a:pt x="124722" y="30355"/>
                  <a:pt x="123066" y="30824"/>
                </a:cubicBezTo>
                <a:cubicBezTo>
                  <a:pt x="121409" y="31292"/>
                  <a:pt x="119945" y="31811"/>
                  <a:pt x="118673" y="32380"/>
                </a:cubicBezTo>
                <a:cubicBezTo>
                  <a:pt x="117401" y="32949"/>
                  <a:pt x="116339" y="33468"/>
                  <a:pt x="115485" y="33936"/>
                </a:cubicBezTo>
                <a:cubicBezTo>
                  <a:pt x="114632" y="34405"/>
                  <a:pt x="113937" y="34639"/>
                  <a:pt x="113402" y="34639"/>
                </a:cubicBezTo>
                <a:cubicBezTo>
                  <a:pt x="113034" y="34639"/>
                  <a:pt x="112707" y="34521"/>
                  <a:pt x="112423" y="34286"/>
                </a:cubicBezTo>
                <a:cubicBezTo>
                  <a:pt x="112138" y="34051"/>
                  <a:pt x="111904" y="33715"/>
                  <a:pt x="111720" y="33277"/>
                </a:cubicBezTo>
                <a:cubicBezTo>
                  <a:pt x="111536" y="32840"/>
                  <a:pt x="111394" y="32302"/>
                  <a:pt x="111293" y="31663"/>
                </a:cubicBezTo>
                <a:cubicBezTo>
                  <a:pt x="111193" y="31023"/>
                  <a:pt x="111143" y="30317"/>
                  <a:pt x="111143" y="29544"/>
                </a:cubicBezTo>
                <a:cubicBezTo>
                  <a:pt x="111143" y="28501"/>
                  <a:pt x="111226" y="27677"/>
                  <a:pt x="111394" y="27071"/>
                </a:cubicBezTo>
                <a:cubicBezTo>
                  <a:pt x="111561" y="26466"/>
                  <a:pt x="111879" y="25919"/>
                  <a:pt x="112348" y="25432"/>
                </a:cubicBezTo>
                <a:cubicBezTo>
                  <a:pt x="112816" y="24943"/>
                  <a:pt x="113636" y="24406"/>
                  <a:pt x="114807" y="23821"/>
                </a:cubicBezTo>
                <a:cubicBezTo>
                  <a:pt x="115979" y="23235"/>
                  <a:pt x="117351" y="22691"/>
                  <a:pt x="118924" y="22189"/>
                </a:cubicBezTo>
                <a:cubicBezTo>
                  <a:pt x="120497" y="21687"/>
                  <a:pt x="122212" y="21277"/>
                  <a:pt x="124070" y="20959"/>
                </a:cubicBezTo>
                <a:cubicBezTo>
                  <a:pt x="125927" y="20641"/>
                  <a:pt x="127843" y="20482"/>
                  <a:pt x="129818" y="20482"/>
                </a:cubicBezTo>
                <a:cubicBezTo>
                  <a:pt x="133332" y="20482"/>
                  <a:pt x="136336" y="20826"/>
                  <a:pt x="138829" y="21513"/>
                </a:cubicBezTo>
                <a:cubicBezTo>
                  <a:pt x="141322" y="22199"/>
                  <a:pt x="143372" y="23254"/>
                  <a:pt x="144979" y="24679"/>
                </a:cubicBezTo>
                <a:cubicBezTo>
                  <a:pt x="146585" y="26102"/>
                  <a:pt x="147756" y="27936"/>
                  <a:pt x="148493" y="30181"/>
                </a:cubicBezTo>
                <a:cubicBezTo>
                  <a:pt x="149229" y="32425"/>
                  <a:pt x="149597" y="35088"/>
                  <a:pt x="149597" y="38170"/>
                </a:cubicBezTo>
                <a:lnTo>
                  <a:pt x="149597" y="68323"/>
                </a:lnTo>
                <a:moveTo>
                  <a:pt x="137197" y="49097"/>
                </a:moveTo>
                <a:lnTo>
                  <a:pt x="132378" y="49097"/>
                </a:lnTo>
                <a:cubicBezTo>
                  <a:pt x="130336" y="49097"/>
                  <a:pt x="128596" y="49249"/>
                  <a:pt x="127157" y="49552"/>
                </a:cubicBezTo>
                <a:cubicBezTo>
                  <a:pt x="125718" y="49855"/>
                  <a:pt x="124547" y="50311"/>
                  <a:pt x="123643" y="50919"/>
                </a:cubicBezTo>
                <a:cubicBezTo>
                  <a:pt x="122739" y="51525"/>
                  <a:pt x="122078" y="52259"/>
                  <a:pt x="121660" y="53120"/>
                </a:cubicBezTo>
                <a:cubicBezTo>
                  <a:pt x="121242" y="53979"/>
                  <a:pt x="121032" y="54965"/>
                  <a:pt x="121032" y="56078"/>
                </a:cubicBezTo>
                <a:cubicBezTo>
                  <a:pt x="121032" y="57967"/>
                  <a:pt x="121626" y="59451"/>
                  <a:pt x="122815" y="60531"/>
                </a:cubicBezTo>
                <a:cubicBezTo>
                  <a:pt x="124003" y="61610"/>
                  <a:pt x="125651" y="62150"/>
                  <a:pt x="127759" y="62150"/>
                </a:cubicBezTo>
                <a:cubicBezTo>
                  <a:pt x="129533" y="62150"/>
                  <a:pt x="131165" y="61695"/>
                  <a:pt x="132654" y="60785"/>
                </a:cubicBezTo>
                <a:cubicBezTo>
                  <a:pt x="134143" y="59874"/>
                  <a:pt x="135658" y="58541"/>
                  <a:pt x="137197" y="56787"/>
                </a:cubicBezTo>
                <a:lnTo>
                  <a:pt x="137197" y="49097"/>
                </a:lnTo>
                <a:close/>
                <a:moveTo>
                  <a:pt x="204933" y="68172"/>
                </a:moveTo>
                <a:cubicBezTo>
                  <a:pt x="204933" y="68507"/>
                  <a:pt x="204833" y="68800"/>
                  <a:pt x="204632" y="69052"/>
                </a:cubicBezTo>
                <a:cubicBezTo>
                  <a:pt x="204431" y="69303"/>
                  <a:pt x="204096" y="69512"/>
                  <a:pt x="203628" y="69680"/>
                </a:cubicBezTo>
                <a:cubicBezTo>
                  <a:pt x="203159" y="69847"/>
                  <a:pt x="202515" y="69973"/>
                  <a:pt x="201695" y="70056"/>
                </a:cubicBezTo>
                <a:cubicBezTo>
                  <a:pt x="200875" y="70140"/>
                  <a:pt x="199863" y="70182"/>
                  <a:pt x="198658" y="70182"/>
                </a:cubicBezTo>
                <a:cubicBezTo>
                  <a:pt x="197420" y="70182"/>
                  <a:pt x="196391" y="70140"/>
                  <a:pt x="195571" y="70056"/>
                </a:cubicBezTo>
                <a:cubicBezTo>
                  <a:pt x="194751" y="69973"/>
                  <a:pt x="194106" y="69847"/>
                  <a:pt x="193638" y="69680"/>
                </a:cubicBezTo>
                <a:cubicBezTo>
                  <a:pt x="193169" y="69512"/>
                  <a:pt x="192835" y="69303"/>
                  <a:pt x="192634" y="69052"/>
                </a:cubicBezTo>
                <a:cubicBezTo>
                  <a:pt x="192433" y="68801"/>
                  <a:pt x="192333" y="68508"/>
                  <a:pt x="192333" y="68174"/>
                </a:cubicBezTo>
                <a:lnTo>
                  <a:pt x="192333" y="42621"/>
                </a:lnTo>
                <a:cubicBezTo>
                  <a:pt x="192333" y="40446"/>
                  <a:pt x="192174" y="38739"/>
                  <a:pt x="191856" y="37501"/>
                </a:cubicBezTo>
                <a:cubicBezTo>
                  <a:pt x="191538" y="36262"/>
                  <a:pt x="191078" y="35200"/>
                  <a:pt x="190475" y="34313"/>
                </a:cubicBezTo>
                <a:cubicBezTo>
                  <a:pt x="189873" y="33426"/>
                  <a:pt x="189095" y="32740"/>
                  <a:pt x="188141" y="32255"/>
                </a:cubicBezTo>
                <a:cubicBezTo>
                  <a:pt x="187187" y="31769"/>
                  <a:pt x="186074" y="31527"/>
                  <a:pt x="184802" y="31527"/>
                </a:cubicBezTo>
                <a:cubicBezTo>
                  <a:pt x="183196" y="31527"/>
                  <a:pt x="181573" y="32112"/>
                  <a:pt x="179933" y="33284"/>
                </a:cubicBezTo>
                <a:cubicBezTo>
                  <a:pt x="178293" y="34455"/>
                  <a:pt x="176586" y="36162"/>
                  <a:pt x="174812" y="38404"/>
                </a:cubicBezTo>
                <a:lnTo>
                  <a:pt x="174812" y="68174"/>
                </a:lnTo>
                <a:cubicBezTo>
                  <a:pt x="174812" y="68508"/>
                  <a:pt x="174712" y="68801"/>
                  <a:pt x="174511" y="69052"/>
                </a:cubicBezTo>
                <a:cubicBezTo>
                  <a:pt x="174310" y="69303"/>
                  <a:pt x="173967" y="69512"/>
                  <a:pt x="173482" y="69680"/>
                </a:cubicBezTo>
                <a:cubicBezTo>
                  <a:pt x="172997" y="69847"/>
                  <a:pt x="172352" y="69973"/>
                  <a:pt x="171549" y="70056"/>
                </a:cubicBezTo>
                <a:cubicBezTo>
                  <a:pt x="170746" y="70140"/>
                  <a:pt x="169725" y="70182"/>
                  <a:pt x="168487" y="70182"/>
                </a:cubicBezTo>
                <a:cubicBezTo>
                  <a:pt x="167249" y="70182"/>
                  <a:pt x="166228" y="70140"/>
                  <a:pt x="165425" y="70056"/>
                </a:cubicBezTo>
                <a:cubicBezTo>
                  <a:pt x="164621" y="69973"/>
                  <a:pt x="163977" y="69847"/>
                  <a:pt x="163492" y="69680"/>
                </a:cubicBezTo>
                <a:cubicBezTo>
                  <a:pt x="163006" y="69512"/>
                  <a:pt x="162663" y="69303"/>
                  <a:pt x="162463" y="69052"/>
                </a:cubicBezTo>
                <a:cubicBezTo>
                  <a:pt x="162262" y="68801"/>
                  <a:pt x="162161" y="68508"/>
                  <a:pt x="162161" y="68174"/>
                </a:cubicBezTo>
                <a:lnTo>
                  <a:pt x="162161" y="23394"/>
                </a:lnTo>
                <a:cubicBezTo>
                  <a:pt x="162161" y="23059"/>
                  <a:pt x="162245" y="22766"/>
                  <a:pt x="162412" y="22515"/>
                </a:cubicBezTo>
                <a:cubicBezTo>
                  <a:pt x="162580" y="22264"/>
                  <a:pt x="162881" y="22055"/>
                  <a:pt x="163316" y="21888"/>
                </a:cubicBezTo>
                <a:cubicBezTo>
                  <a:pt x="163751" y="21721"/>
                  <a:pt x="164312" y="21595"/>
                  <a:pt x="164998" y="21511"/>
                </a:cubicBezTo>
                <a:cubicBezTo>
                  <a:pt x="165684" y="21428"/>
                  <a:pt x="166546" y="21386"/>
                  <a:pt x="167583" y="21386"/>
                </a:cubicBezTo>
                <a:cubicBezTo>
                  <a:pt x="168654" y="21386"/>
                  <a:pt x="169541" y="21428"/>
                  <a:pt x="170244" y="21511"/>
                </a:cubicBezTo>
                <a:cubicBezTo>
                  <a:pt x="170947" y="21595"/>
                  <a:pt x="171491" y="21721"/>
                  <a:pt x="171875" y="21888"/>
                </a:cubicBezTo>
                <a:cubicBezTo>
                  <a:pt x="172260" y="22055"/>
                  <a:pt x="172536" y="22264"/>
                  <a:pt x="172704" y="22515"/>
                </a:cubicBezTo>
                <a:cubicBezTo>
                  <a:pt x="172871" y="22766"/>
                  <a:pt x="172955" y="23059"/>
                  <a:pt x="172955" y="23394"/>
                </a:cubicBezTo>
                <a:lnTo>
                  <a:pt x="172955" y="28565"/>
                </a:lnTo>
                <a:cubicBezTo>
                  <a:pt x="175431" y="25871"/>
                  <a:pt x="177950" y="23850"/>
                  <a:pt x="180510" y="22503"/>
                </a:cubicBezTo>
                <a:cubicBezTo>
                  <a:pt x="183070" y="21156"/>
                  <a:pt x="185739" y="20482"/>
                  <a:pt x="188517" y="20482"/>
                </a:cubicBezTo>
                <a:cubicBezTo>
                  <a:pt x="191563" y="20482"/>
                  <a:pt x="194131" y="20985"/>
                  <a:pt x="196223" y="21990"/>
                </a:cubicBezTo>
                <a:cubicBezTo>
                  <a:pt x="198315" y="22995"/>
                  <a:pt x="200005" y="24360"/>
                  <a:pt x="201294" y="26086"/>
                </a:cubicBezTo>
                <a:cubicBezTo>
                  <a:pt x="202582" y="27811"/>
                  <a:pt x="203511" y="29829"/>
                  <a:pt x="204080" y="32142"/>
                </a:cubicBezTo>
                <a:cubicBezTo>
                  <a:pt x="204649" y="34453"/>
                  <a:pt x="204933" y="37233"/>
                  <a:pt x="204933" y="40483"/>
                </a:cubicBezTo>
                <a:lnTo>
                  <a:pt x="204933" y="68172"/>
                </a:lnTo>
                <a:close/>
                <a:moveTo>
                  <a:pt x="257426" y="26506"/>
                </a:moveTo>
                <a:cubicBezTo>
                  <a:pt x="257426" y="28113"/>
                  <a:pt x="257242" y="29301"/>
                  <a:pt x="256873" y="30071"/>
                </a:cubicBezTo>
                <a:cubicBezTo>
                  <a:pt x="256505" y="30840"/>
                  <a:pt x="256053" y="31225"/>
                  <a:pt x="255518" y="31225"/>
                </a:cubicBezTo>
                <a:lnTo>
                  <a:pt x="250247" y="31225"/>
                </a:lnTo>
                <a:cubicBezTo>
                  <a:pt x="250983" y="32021"/>
                  <a:pt x="251510" y="32925"/>
                  <a:pt x="251828" y="33938"/>
                </a:cubicBezTo>
                <a:cubicBezTo>
                  <a:pt x="252146" y="34950"/>
                  <a:pt x="252305" y="36004"/>
                  <a:pt x="252305" y="37099"/>
                </a:cubicBezTo>
                <a:cubicBezTo>
                  <a:pt x="252305" y="39709"/>
                  <a:pt x="251870" y="42027"/>
                  <a:pt x="251000" y="44052"/>
                </a:cubicBezTo>
                <a:cubicBezTo>
                  <a:pt x="250130" y="46077"/>
                  <a:pt x="248883" y="47784"/>
                  <a:pt x="247260" y="49172"/>
                </a:cubicBezTo>
                <a:cubicBezTo>
                  <a:pt x="245637" y="50561"/>
                  <a:pt x="243679" y="51616"/>
                  <a:pt x="241386" y="52335"/>
                </a:cubicBezTo>
                <a:cubicBezTo>
                  <a:pt x="239094" y="53055"/>
                  <a:pt x="236542" y="53414"/>
                  <a:pt x="233730" y="53414"/>
                </a:cubicBezTo>
                <a:cubicBezTo>
                  <a:pt x="232291" y="53414"/>
                  <a:pt x="230919" y="53239"/>
                  <a:pt x="229614" y="52887"/>
                </a:cubicBezTo>
                <a:cubicBezTo>
                  <a:pt x="228309" y="52536"/>
                  <a:pt x="227305" y="52126"/>
                  <a:pt x="226602" y="51657"/>
                </a:cubicBezTo>
                <a:cubicBezTo>
                  <a:pt x="226200" y="52092"/>
                  <a:pt x="225840" y="52611"/>
                  <a:pt x="225523" y="53214"/>
                </a:cubicBezTo>
                <a:cubicBezTo>
                  <a:pt x="225205" y="53816"/>
                  <a:pt x="225046" y="54485"/>
                  <a:pt x="225046" y="55222"/>
                </a:cubicBezTo>
                <a:cubicBezTo>
                  <a:pt x="225046" y="56192"/>
                  <a:pt x="225472" y="56987"/>
                  <a:pt x="226326" y="57606"/>
                </a:cubicBezTo>
                <a:cubicBezTo>
                  <a:pt x="227179" y="58225"/>
                  <a:pt x="228376" y="58568"/>
                  <a:pt x="229915" y="58635"/>
                </a:cubicBezTo>
                <a:lnTo>
                  <a:pt x="240809" y="59039"/>
                </a:lnTo>
                <a:cubicBezTo>
                  <a:pt x="243352" y="59139"/>
                  <a:pt x="245620" y="59500"/>
                  <a:pt x="247611" y="60121"/>
                </a:cubicBezTo>
                <a:cubicBezTo>
                  <a:pt x="249603" y="60742"/>
                  <a:pt x="251276" y="61616"/>
                  <a:pt x="252631" y="62741"/>
                </a:cubicBezTo>
                <a:cubicBezTo>
                  <a:pt x="253987" y="63866"/>
                  <a:pt x="255024" y="65218"/>
                  <a:pt x="255744" y="66796"/>
                </a:cubicBezTo>
                <a:cubicBezTo>
                  <a:pt x="256463" y="68375"/>
                  <a:pt x="256823" y="70171"/>
                  <a:pt x="256823" y="72185"/>
                </a:cubicBezTo>
                <a:cubicBezTo>
                  <a:pt x="256823" y="74401"/>
                  <a:pt x="256338" y="76492"/>
                  <a:pt x="255367" y="78456"/>
                </a:cubicBezTo>
                <a:cubicBezTo>
                  <a:pt x="254397" y="80421"/>
                  <a:pt x="252941" y="82126"/>
                  <a:pt x="251000" y="83570"/>
                </a:cubicBezTo>
                <a:cubicBezTo>
                  <a:pt x="249059" y="85014"/>
                  <a:pt x="246624" y="86156"/>
                  <a:pt x="243695" y="86995"/>
                </a:cubicBezTo>
                <a:cubicBezTo>
                  <a:pt x="240767" y="87834"/>
                  <a:pt x="237345" y="88254"/>
                  <a:pt x="233429" y="88254"/>
                </a:cubicBezTo>
                <a:cubicBezTo>
                  <a:pt x="229614" y="88254"/>
                  <a:pt x="226359" y="87953"/>
                  <a:pt x="223665" y="87349"/>
                </a:cubicBezTo>
                <a:cubicBezTo>
                  <a:pt x="220971" y="86746"/>
                  <a:pt x="218762" y="85907"/>
                  <a:pt x="217038" y="84834"/>
                </a:cubicBezTo>
                <a:cubicBezTo>
                  <a:pt x="215315" y="83762"/>
                  <a:pt x="214060" y="82481"/>
                  <a:pt x="213273" y="80989"/>
                </a:cubicBezTo>
                <a:cubicBezTo>
                  <a:pt x="212487" y="79498"/>
                  <a:pt x="212094" y="77864"/>
                  <a:pt x="212094" y="76088"/>
                </a:cubicBezTo>
                <a:cubicBezTo>
                  <a:pt x="212094" y="74982"/>
                  <a:pt x="212236" y="73925"/>
                  <a:pt x="212520" y="72919"/>
                </a:cubicBezTo>
                <a:cubicBezTo>
                  <a:pt x="212805" y="71914"/>
                  <a:pt x="213223" y="70951"/>
                  <a:pt x="213775" y="70028"/>
                </a:cubicBezTo>
                <a:cubicBezTo>
                  <a:pt x="214328" y="69107"/>
                  <a:pt x="215005" y="68227"/>
                  <a:pt x="215808" y="67389"/>
                </a:cubicBezTo>
                <a:cubicBezTo>
                  <a:pt x="216612" y="66552"/>
                  <a:pt x="217532" y="65747"/>
                  <a:pt x="218570" y="64977"/>
                </a:cubicBezTo>
                <a:cubicBezTo>
                  <a:pt x="217130" y="64204"/>
                  <a:pt x="216018" y="63154"/>
                  <a:pt x="215231" y="61828"/>
                </a:cubicBezTo>
                <a:cubicBezTo>
                  <a:pt x="214445" y="60501"/>
                  <a:pt x="214051" y="59048"/>
                  <a:pt x="214051" y="57468"/>
                </a:cubicBezTo>
                <a:cubicBezTo>
                  <a:pt x="214051" y="55486"/>
                  <a:pt x="214503" y="53681"/>
                  <a:pt x="215407" y="52051"/>
                </a:cubicBezTo>
                <a:cubicBezTo>
                  <a:pt x="216311" y="50422"/>
                  <a:pt x="217482" y="48952"/>
                  <a:pt x="218921" y="47641"/>
                </a:cubicBezTo>
                <a:cubicBezTo>
                  <a:pt x="217750" y="46470"/>
                  <a:pt x="216813" y="45064"/>
                  <a:pt x="216110" y="43424"/>
                </a:cubicBezTo>
                <a:cubicBezTo>
                  <a:pt x="215407" y="41784"/>
                  <a:pt x="215055" y="39743"/>
                  <a:pt x="215055" y="37300"/>
                </a:cubicBezTo>
                <a:cubicBezTo>
                  <a:pt x="215055" y="34689"/>
                  <a:pt x="215516" y="32355"/>
                  <a:pt x="216436" y="30297"/>
                </a:cubicBezTo>
                <a:cubicBezTo>
                  <a:pt x="217356" y="28238"/>
                  <a:pt x="218637" y="26498"/>
                  <a:pt x="220276" y="25076"/>
                </a:cubicBezTo>
                <a:cubicBezTo>
                  <a:pt x="221916" y="23653"/>
                  <a:pt x="223874" y="22566"/>
                  <a:pt x="226150" y="21813"/>
                </a:cubicBezTo>
                <a:cubicBezTo>
                  <a:pt x="228426" y="21060"/>
                  <a:pt x="230936" y="20683"/>
                  <a:pt x="233680" y="20683"/>
                </a:cubicBezTo>
                <a:cubicBezTo>
                  <a:pt x="235086" y="20683"/>
                  <a:pt x="236433" y="20771"/>
                  <a:pt x="237721" y="20948"/>
                </a:cubicBezTo>
                <a:cubicBezTo>
                  <a:pt x="239010" y="21124"/>
                  <a:pt x="240206" y="21370"/>
                  <a:pt x="241311" y="21687"/>
                </a:cubicBezTo>
                <a:lnTo>
                  <a:pt x="255518" y="21687"/>
                </a:lnTo>
                <a:cubicBezTo>
                  <a:pt x="256087" y="21687"/>
                  <a:pt x="256547" y="22055"/>
                  <a:pt x="256898" y="22792"/>
                </a:cubicBezTo>
                <a:cubicBezTo>
                  <a:pt x="257250" y="23528"/>
                  <a:pt x="257426" y="24766"/>
                  <a:pt x="257426" y="26506"/>
                </a:cubicBezTo>
                <a:moveTo>
                  <a:pt x="241210" y="37024"/>
                </a:moveTo>
                <a:cubicBezTo>
                  <a:pt x="241210" y="34622"/>
                  <a:pt x="240541" y="32754"/>
                  <a:pt x="239202" y="31420"/>
                </a:cubicBezTo>
                <a:cubicBezTo>
                  <a:pt x="237864" y="30085"/>
                  <a:pt x="235973" y="29418"/>
                  <a:pt x="233530" y="29418"/>
                </a:cubicBezTo>
                <a:cubicBezTo>
                  <a:pt x="232291" y="29418"/>
                  <a:pt x="231204" y="29627"/>
                  <a:pt x="230267" y="30044"/>
                </a:cubicBezTo>
                <a:cubicBezTo>
                  <a:pt x="229329" y="30460"/>
                  <a:pt x="228551" y="31027"/>
                  <a:pt x="227932" y="31745"/>
                </a:cubicBezTo>
                <a:cubicBezTo>
                  <a:pt x="227313" y="32462"/>
                  <a:pt x="226853" y="33296"/>
                  <a:pt x="226552" y="34247"/>
                </a:cubicBezTo>
                <a:cubicBezTo>
                  <a:pt x="226250" y="35198"/>
                  <a:pt x="226100" y="36190"/>
                  <a:pt x="226100" y="37224"/>
                </a:cubicBezTo>
                <a:cubicBezTo>
                  <a:pt x="226100" y="39492"/>
                  <a:pt x="226769" y="41285"/>
                  <a:pt x="228108" y="42602"/>
                </a:cubicBezTo>
                <a:cubicBezTo>
                  <a:pt x="229447" y="43920"/>
                  <a:pt x="231304" y="44579"/>
                  <a:pt x="233680" y="44579"/>
                </a:cubicBezTo>
                <a:cubicBezTo>
                  <a:pt x="234952" y="44579"/>
                  <a:pt x="236056" y="44379"/>
                  <a:pt x="236994" y="43980"/>
                </a:cubicBezTo>
                <a:cubicBezTo>
                  <a:pt x="237931" y="43579"/>
                  <a:pt x="238709" y="43028"/>
                  <a:pt x="239328" y="42328"/>
                </a:cubicBezTo>
                <a:cubicBezTo>
                  <a:pt x="239947" y="41627"/>
                  <a:pt x="240416" y="40818"/>
                  <a:pt x="240734" y="39901"/>
                </a:cubicBezTo>
                <a:cubicBezTo>
                  <a:pt x="241052" y="38984"/>
                  <a:pt x="241210" y="38025"/>
                  <a:pt x="241210" y="37024"/>
                </a:cubicBezTo>
                <a:moveTo>
                  <a:pt x="244172" y="72835"/>
                </a:moveTo>
                <a:cubicBezTo>
                  <a:pt x="244172" y="71316"/>
                  <a:pt x="243570" y="70152"/>
                  <a:pt x="242365" y="69342"/>
                </a:cubicBezTo>
                <a:cubicBezTo>
                  <a:pt x="241160" y="68532"/>
                  <a:pt x="239504" y="68093"/>
                  <a:pt x="237395" y="68025"/>
                </a:cubicBezTo>
                <a:lnTo>
                  <a:pt x="228409" y="67772"/>
                </a:lnTo>
                <a:cubicBezTo>
                  <a:pt x="227539" y="68413"/>
                  <a:pt x="226844" y="69029"/>
                  <a:pt x="226326" y="69620"/>
                </a:cubicBezTo>
                <a:cubicBezTo>
                  <a:pt x="225807" y="70211"/>
                  <a:pt x="225389" y="70776"/>
                  <a:pt x="225071" y="71316"/>
                </a:cubicBezTo>
                <a:cubicBezTo>
                  <a:pt x="224753" y="71857"/>
                  <a:pt x="224544" y="72380"/>
                  <a:pt x="224443" y="72886"/>
                </a:cubicBezTo>
                <a:cubicBezTo>
                  <a:pt x="224343" y="73393"/>
                  <a:pt x="224293" y="73916"/>
                  <a:pt x="224293" y="74455"/>
                </a:cubicBezTo>
                <a:cubicBezTo>
                  <a:pt x="224293" y="76143"/>
                  <a:pt x="225138" y="77426"/>
                  <a:pt x="226828" y="78303"/>
                </a:cubicBezTo>
                <a:cubicBezTo>
                  <a:pt x="228518" y="79181"/>
                  <a:pt x="230902" y="79620"/>
                  <a:pt x="233981" y="79620"/>
                </a:cubicBezTo>
                <a:cubicBezTo>
                  <a:pt x="235889" y="79620"/>
                  <a:pt x="237496" y="79426"/>
                  <a:pt x="238801" y="79038"/>
                </a:cubicBezTo>
                <a:cubicBezTo>
                  <a:pt x="240106" y="78650"/>
                  <a:pt x="241160" y="78135"/>
                  <a:pt x="241964" y="77492"/>
                </a:cubicBezTo>
                <a:cubicBezTo>
                  <a:pt x="242767" y="76851"/>
                  <a:pt x="243336" y="76134"/>
                  <a:pt x="243670" y="75340"/>
                </a:cubicBezTo>
                <a:cubicBezTo>
                  <a:pt x="244005" y="74547"/>
                  <a:pt x="244172" y="73712"/>
                  <a:pt x="244172" y="72835"/>
                </a:cubicBezTo>
                <a:close/>
                <a:moveTo>
                  <a:pt x="305662" y="44471"/>
                </a:moveTo>
                <a:cubicBezTo>
                  <a:pt x="305662" y="46013"/>
                  <a:pt x="305319" y="47153"/>
                  <a:pt x="304633" y="47891"/>
                </a:cubicBezTo>
                <a:cubicBezTo>
                  <a:pt x="303947" y="48628"/>
                  <a:pt x="303001" y="48997"/>
                  <a:pt x="301796" y="48997"/>
                </a:cubicBezTo>
                <a:lnTo>
                  <a:pt x="274537" y="48997"/>
                </a:lnTo>
                <a:cubicBezTo>
                  <a:pt x="274537" y="50912"/>
                  <a:pt x="274763" y="52650"/>
                  <a:pt x="275215" y="54213"/>
                </a:cubicBezTo>
                <a:cubicBezTo>
                  <a:pt x="275666" y="55776"/>
                  <a:pt x="276386" y="57103"/>
                  <a:pt x="277373" y="58196"/>
                </a:cubicBezTo>
                <a:cubicBezTo>
                  <a:pt x="278361" y="59288"/>
                  <a:pt x="279632" y="60120"/>
                  <a:pt x="281189" y="60691"/>
                </a:cubicBezTo>
                <a:cubicBezTo>
                  <a:pt x="282745" y="61262"/>
                  <a:pt x="284611" y="61547"/>
                  <a:pt x="286786" y="61547"/>
                </a:cubicBezTo>
                <a:cubicBezTo>
                  <a:pt x="288995" y="61547"/>
                  <a:pt x="290936" y="61386"/>
                  <a:pt x="292609" y="61062"/>
                </a:cubicBezTo>
                <a:cubicBezTo>
                  <a:pt x="294283" y="60739"/>
                  <a:pt x="295730" y="60382"/>
                  <a:pt x="296952" y="59991"/>
                </a:cubicBezTo>
                <a:cubicBezTo>
                  <a:pt x="298173" y="59600"/>
                  <a:pt x="299186" y="59243"/>
                  <a:pt x="299989" y="58919"/>
                </a:cubicBezTo>
                <a:cubicBezTo>
                  <a:pt x="300792" y="58596"/>
                  <a:pt x="301445" y="58435"/>
                  <a:pt x="301947" y="58435"/>
                </a:cubicBezTo>
                <a:cubicBezTo>
                  <a:pt x="302248" y="58435"/>
                  <a:pt x="302499" y="58494"/>
                  <a:pt x="302700" y="58612"/>
                </a:cubicBezTo>
                <a:cubicBezTo>
                  <a:pt x="302901" y="58729"/>
                  <a:pt x="303068" y="58939"/>
                  <a:pt x="303202" y="59243"/>
                </a:cubicBezTo>
                <a:cubicBezTo>
                  <a:pt x="303336" y="59545"/>
                  <a:pt x="303428" y="59974"/>
                  <a:pt x="303478" y="60529"/>
                </a:cubicBezTo>
                <a:cubicBezTo>
                  <a:pt x="303528" y="61084"/>
                  <a:pt x="303553" y="61782"/>
                  <a:pt x="303553" y="62623"/>
                </a:cubicBezTo>
                <a:cubicBezTo>
                  <a:pt x="303553" y="63364"/>
                  <a:pt x="303537" y="63995"/>
                  <a:pt x="303503" y="64517"/>
                </a:cubicBezTo>
                <a:cubicBezTo>
                  <a:pt x="303470" y="65038"/>
                  <a:pt x="303419" y="65483"/>
                  <a:pt x="303353" y="65853"/>
                </a:cubicBezTo>
                <a:cubicBezTo>
                  <a:pt x="303286" y="66224"/>
                  <a:pt x="303185" y="66535"/>
                  <a:pt x="303051" y="66788"/>
                </a:cubicBezTo>
                <a:cubicBezTo>
                  <a:pt x="302917" y="67041"/>
                  <a:pt x="302742" y="67284"/>
                  <a:pt x="302524" y="67520"/>
                </a:cubicBezTo>
                <a:cubicBezTo>
                  <a:pt x="302307" y="67755"/>
                  <a:pt x="301713" y="68073"/>
                  <a:pt x="300742" y="68475"/>
                </a:cubicBezTo>
                <a:cubicBezTo>
                  <a:pt x="299771" y="68877"/>
                  <a:pt x="298533" y="69270"/>
                  <a:pt x="297027" y="69655"/>
                </a:cubicBezTo>
                <a:cubicBezTo>
                  <a:pt x="295521" y="70040"/>
                  <a:pt x="293797" y="70374"/>
                  <a:pt x="291856" y="70659"/>
                </a:cubicBezTo>
                <a:cubicBezTo>
                  <a:pt x="289915" y="70943"/>
                  <a:pt x="287840" y="71085"/>
                  <a:pt x="285631" y="71085"/>
                </a:cubicBezTo>
                <a:cubicBezTo>
                  <a:pt x="281649" y="71085"/>
                  <a:pt x="278160" y="70582"/>
                  <a:pt x="275164" y="69576"/>
                </a:cubicBezTo>
                <a:cubicBezTo>
                  <a:pt x="272169" y="68570"/>
                  <a:pt x="269667" y="67044"/>
                  <a:pt x="267659" y="64998"/>
                </a:cubicBezTo>
                <a:cubicBezTo>
                  <a:pt x="265651" y="62953"/>
                  <a:pt x="264153" y="60371"/>
                  <a:pt x="263166" y="57253"/>
                </a:cubicBezTo>
                <a:cubicBezTo>
                  <a:pt x="262179" y="54135"/>
                  <a:pt x="261685" y="50479"/>
                  <a:pt x="261685" y="46287"/>
                </a:cubicBezTo>
                <a:cubicBezTo>
                  <a:pt x="261685" y="42296"/>
                  <a:pt x="262204" y="38700"/>
                  <a:pt x="263241" y="35497"/>
                </a:cubicBezTo>
                <a:cubicBezTo>
                  <a:pt x="264279" y="32295"/>
                  <a:pt x="265785" y="29579"/>
                  <a:pt x="267760" y="27349"/>
                </a:cubicBezTo>
                <a:cubicBezTo>
                  <a:pt x="269734" y="25118"/>
                  <a:pt x="272136" y="23416"/>
                  <a:pt x="274964" y="22242"/>
                </a:cubicBezTo>
                <a:cubicBezTo>
                  <a:pt x="277792" y="21069"/>
                  <a:pt x="280979" y="20482"/>
                  <a:pt x="284527" y="20482"/>
                </a:cubicBezTo>
                <a:cubicBezTo>
                  <a:pt x="288275" y="20482"/>
                  <a:pt x="291480" y="21036"/>
                  <a:pt x="294141" y="22142"/>
                </a:cubicBezTo>
                <a:cubicBezTo>
                  <a:pt x="296801" y="23249"/>
                  <a:pt x="298985" y="24782"/>
                  <a:pt x="300692" y="26743"/>
                </a:cubicBezTo>
                <a:cubicBezTo>
                  <a:pt x="302399" y="28704"/>
                  <a:pt x="303654" y="31026"/>
                  <a:pt x="304457" y="33709"/>
                </a:cubicBezTo>
                <a:cubicBezTo>
                  <a:pt x="305260" y="36390"/>
                  <a:pt x="305662" y="39307"/>
                  <a:pt x="305662" y="42460"/>
                </a:cubicBezTo>
                <a:lnTo>
                  <a:pt x="305662" y="44471"/>
                </a:lnTo>
                <a:moveTo>
                  <a:pt x="293413" y="40864"/>
                </a:moveTo>
                <a:cubicBezTo>
                  <a:pt x="293513" y="37301"/>
                  <a:pt x="292802" y="34503"/>
                  <a:pt x="291279" y="32469"/>
                </a:cubicBezTo>
                <a:cubicBezTo>
                  <a:pt x="289756" y="30435"/>
                  <a:pt x="287405" y="29418"/>
                  <a:pt x="284226" y="29418"/>
                </a:cubicBezTo>
                <a:cubicBezTo>
                  <a:pt x="282619" y="29418"/>
                  <a:pt x="281222" y="29721"/>
                  <a:pt x="280034" y="30326"/>
                </a:cubicBezTo>
                <a:cubicBezTo>
                  <a:pt x="278846" y="30931"/>
                  <a:pt x="277858" y="31746"/>
                  <a:pt x="277072" y="32772"/>
                </a:cubicBezTo>
                <a:cubicBezTo>
                  <a:pt x="276286" y="33797"/>
                  <a:pt x="275683" y="35007"/>
                  <a:pt x="275265" y="36402"/>
                </a:cubicBezTo>
                <a:cubicBezTo>
                  <a:pt x="274846" y="37797"/>
                  <a:pt x="274604" y="39284"/>
                  <a:pt x="274537" y="40864"/>
                </a:cubicBezTo>
                <a:lnTo>
                  <a:pt x="293413" y="40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summary">
            <a:extLst xmlns:a="http://schemas.openxmlformats.org/drawingml/2006/main">
              <a:ext uri="{FF2B5EF4-FFF2-40B4-BE49-F238E27FC236}">
                <a16:creationId xmlns:a16="http://schemas.microsoft.com/office/drawing/2014/main" id="{39178322-142D-4869-BAB0-B20E3DD3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865" y="1641948"/>
            <a:ext cx="394775" cy="67672"/>
          </a:xfrm>
          <a:custGeom xmlns:a="http://schemas.openxmlformats.org/drawingml/2006/main">
            <a:pathLst>
              <a:path w="394775" h="67672">
                <a:moveTo>
                  <a:pt x="34187" y="35060"/>
                </a:moveTo>
                <a:cubicBezTo>
                  <a:pt x="34187" y="37608"/>
                  <a:pt x="33710" y="39855"/>
                  <a:pt x="32757" y="41801"/>
                </a:cubicBezTo>
                <a:cubicBezTo>
                  <a:pt x="31803" y="43745"/>
                  <a:pt x="30456" y="45371"/>
                  <a:pt x="28715" y="46680"/>
                </a:cubicBezTo>
                <a:cubicBezTo>
                  <a:pt x="26975" y="47987"/>
                  <a:pt x="24917" y="48967"/>
                  <a:pt x="22541" y="49621"/>
                </a:cubicBezTo>
                <a:cubicBezTo>
                  <a:pt x="20164" y="50276"/>
                  <a:pt x="17587" y="50603"/>
                  <a:pt x="14809" y="50603"/>
                </a:cubicBezTo>
                <a:cubicBezTo>
                  <a:pt x="13136" y="50603"/>
                  <a:pt x="11538" y="50476"/>
                  <a:pt x="10015" y="50222"/>
                </a:cubicBezTo>
                <a:cubicBezTo>
                  <a:pt x="8492" y="49968"/>
                  <a:pt x="7129" y="49646"/>
                  <a:pt x="5924" y="49257"/>
                </a:cubicBezTo>
                <a:cubicBezTo>
                  <a:pt x="4719" y="48867"/>
                  <a:pt x="3715" y="48469"/>
                  <a:pt x="2912" y="48063"/>
                </a:cubicBezTo>
                <a:cubicBezTo>
                  <a:pt x="2108" y="47656"/>
                  <a:pt x="1523" y="47275"/>
                  <a:pt x="1155" y="46920"/>
                </a:cubicBezTo>
                <a:cubicBezTo>
                  <a:pt x="786" y="46564"/>
                  <a:pt x="502" y="46008"/>
                  <a:pt x="301" y="45250"/>
                </a:cubicBezTo>
                <a:cubicBezTo>
                  <a:pt x="100" y="44493"/>
                  <a:pt x="0" y="43374"/>
                  <a:pt x="0" y="41893"/>
                </a:cubicBezTo>
                <a:cubicBezTo>
                  <a:pt x="0" y="40917"/>
                  <a:pt x="33" y="40135"/>
                  <a:pt x="100" y="39546"/>
                </a:cubicBezTo>
                <a:cubicBezTo>
                  <a:pt x="167" y="38957"/>
                  <a:pt x="268" y="38486"/>
                  <a:pt x="402" y="38133"/>
                </a:cubicBezTo>
                <a:cubicBezTo>
                  <a:pt x="535" y="37779"/>
                  <a:pt x="703" y="37544"/>
                  <a:pt x="904" y="37427"/>
                </a:cubicBezTo>
                <a:cubicBezTo>
                  <a:pt x="1104" y="37309"/>
                  <a:pt x="1355" y="37250"/>
                  <a:pt x="1657" y="37250"/>
                </a:cubicBezTo>
                <a:cubicBezTo>
                  <a:pt x="2025" y="37250"/>
                  <a:pt x="2569" y="37461"/>
                  <a:pt x="3288" y="37885"/>
                </a:cubicBezTo>
                <a:cubicBezTo>
                  <a:pt x="4008" y="38309"/>
                  <a:pt x="4903" y="38774"/>
                  <a:pt x="5974" y="39283"/>
                </a:cubicBezTo>
                <a:cubicBezTo>
                  <a:pt x="7045" y="39791"/>
                  <a:pt x="8292" y="40265"/>
                  <a:pt x="9714" y="40706"/>
                </a:cubicBezTo>
                <a:cubicBezTo>
                  <a:pt x="11136" y="41146"/>
                  <a:pt x="12751" y="41366"/>
                  <a:pt x="14558" y="41366"/>
                </a:cubicBezTo>
                <a:cubicBezTo>
                  <a:pt x="15696" y="41366"/>
                  <a:pt x="16709" y="41249"/>
                  <a:pt x="17596" y="41016"/>
                </a:cubicBezTo>
                <a:cubicBezTo>
                  <a:pt x="18483" y="40783"/>
                  <a:pt x="19252" y="40450"/>
                  <a:pt x="19905" y="40017"/>
                </a:cubicBezTo>
                <a:cubicBezTo>
                  <a:pt x="20558" y="39583"/>
                  <a:pt x="21051" y="39033"/>
                  <a:pt x="21386" y="38367"/>
                </a:cubicBezTo>
                <a:cubicBezTo>
                  <a:pt x="21721" y="37700"/>
                  <a:pt x="21888" y="36934"/>
                  <a:pt x="21888" y="36067"/>
                </a:cubicBezTo>
                <a:cubicBezTo>
                  <a:pt x="21888" y="35061"/>
                  <a:pt x="21578" y="34197"/>
                  <a:pt x="20959" y="33477"/>
                </a:cubicBezTo>
                <a:cubicBezTo>
                  <a:pt x="20340" y="32755"/>
                  <a:pt x="19520" y="32126"/>
                  <a:pt x="18499" y="31589"/>
                </a:cubicBezTo>
                <a:cubicBezTo>
                  <a:pt x="17479" y="31053"/>
                  <a:pt x="16324" y="30550"/>
                  <a:pt x="15035" y="30080"/>
                </a:cubicBezTo>
                <a:cubicBezTo>
                  <a:pt x="13747" y="29611"/>
                  <a:pt x="12425" y="29091"/>
                  <a:pt x="11069" y="28521"/>
                </a:cubicBezTo>
                <a:cubicBezTo>
                  <a:pt x="9714" y="27951"/>
                  <a:pt x="8392" y="27297"/>
                  <a:pt x="7104" y="26560"/>
                </a:cubicBezTo>
                <a:cubicBezTo>
                  <a:pt x="5815" y="25821"/>
                  <a:pt x="4660" y="24916"/>
                  <a:pt x="3640" y="23843"/>
                </a:cubicBezTo>
                <a:cubicBezTo>
                  <a:pt x="2619" y="22770"/>
                  <a:pt x="1799" y="21479"/>
                  <a:pt x="1180" y="19971"/>
                </a:cubicBezTo>
                <a:cubicBezTo>
                  <a:pt x="561" y="18462"/>
                  <a:pt x="251" y="16651"/>
                  <a:pt x="251" y="14538"/>
                </a:cubicBezTo>
                <a:cubicBezTo>
                  <a:pt x="251" y="12391"/>
                  <a:pt x="669" y="10420"/>
                  <a:pt x="1506" y="8627"/>
                </a:cubicBezTo>
                <a:cubicBezTo>
                  <a:pt x="2343" y="6833"/>
                  <a:pt x="3548" y="5299"/>
                  <a:pt x="5121" y="4026"/>
                </a:cubicBezTo>
                <a:cubicBezTo>
                  <a:pt x="6694" y="2751"/>
                  <a:pt x="8610" y="1761"/>
                  <a:pt x="10869" y="1057"/>
                </a:cubicBezTo>
                <a:cubicBezTo>
                  <a:pt x="13128" y="352"/>
                  <a:pt x="15663" y="0"/>
                  <a:pt x="18474" y="0"/>
                </a:cubicBezTo>
                <a:cubicBezTo>
                  <a:pt x="19880" y="0"/>
                  <a:pt x="21244" y="100"/>
                  <a:pt x="22566" y="301"/>
                </a:cubicBezTo>
                <a:cubicBezTo>
                  <a:pt x="23888" y="502"/>
                  <a:pt x="25084" y="753"/>
                  <a:pt x="26155" y="1054"/>
                </a:cubicBezTo>
                <a:cubicBezTo>
                  <a:pt x="27226" y="1355"/>
                  <a:pt x="28130" y="1682"/>
                  <a:pt x="28866" y="2033"/>
                </a:cubicBezTo>
                <a:cubicBezTo>
                  <a:pt x="29602" y="2385"/>
                  <a:pt x="30129" y="2686"/>
                  <a:pt x="30447" y="2937"/>
                </a:cubicBezTo>
                <a:cubicBezTo>
                  <a:pt x="30765" y="3188"/>
                  <a:pt x="30991" y="3439"/>
                  <a:pt x="31125" y="3690"/>
                </a:cubicBezTo>
                <a:cubicBezTo>
                  <a:pt x="31259" y="3941"/>
                  <a:pt x="31359" y="4242"/>
                  <a:pt x="31426" y="4593"/>
                </a:cubicBezTo>
                <a:cubicBezTo>
                  <a:pt x="31493" y="4945"/>
                  <a:pt x="31552" y="5380"/>
                  <a:pt x="31602" y="5899"/>
                </a:cubicBezTo>
                <a:cubicBezTo>
                  <a:pt x="31652" y="6417"/>
                  <a:pt x="31677" y="7062"/>
                  <a:pt x="31677" y="7831"/>
                </a:cubicBezTo>
                <a:cubicBezTo>
                  <a:pt x="31677" y="8735"/>
                  <a:pt x="31652" y="9471"/>
                  <a:pt x="31602" y="10040"/>
                </a:cubicBezTo>
                <a:cubicBezTo>
                  <a:pt x="31552" y="10609"/>
                  <a:pt x="31468" y="11061"/>
                  <a:pt x="31351" y="11396"/>
                </a:cubicBezTo>
                <a:cubicBezTo>
                  <a:pt x="31234" y="11730"/>
                  <a:pt x="31075" y="11956"/>
                  <a:pt x="30874" y="12073"/>
                </a:cubicBezTo>
                <a:cubicBezTo>
                  <a:pt x="30673" y="12191"/>
                  <a:pt x="30439" y="12249"/>
                  <a:pt x="30171" y="12249"/>
                </a:cubicBezTo>
                <a:cubicBezTo>
                  <a:pt x="29870" y="12249"/>
                  <a:pt x="29401" y="12073"/>
                  <a:pt x="28766" y="11722"/>
                </a:cubicBezTo>
                <a:cubicBezTo>
                  <a:pt x="28130" y="11371"/>
                  <a:pt x="27335" y="10994"/>
                  <a:pt x="26381" y="10593"/>
                </a:cubicBezTo>
                <a:cubicBezTo>
                  <a:pt x="25427" y="10191"/>
                  <a:pt x="24323" y="9814"/>
                  <a:pt x="23068" y="9463"/>
                </a:cubicBezTo>
                <a:cubicBezTo>
                  <a:pt x="21813" y="9112"/>
                  <a:pt x="20382" y="8936"/>
                  <a:pt x="18775" y="8936"/>
                </a:cubicBezTo>
                <a:cubicBezTo>
                  <a:pt x="17637" y="8936"/>
                  <a:pt x="16650" y="9054"/>
                  <a:pt x="15813" y="9290"/>
                </a:cubicBezTo>
                <a:cubicBezTo>
                  <a:pt x="14977" y="9526"/>
                  <a:pt x="14291" y="9862"/>
                  <a:pt x="13755" y="10299"/>
                </a:cubicBezTo>
                <a:cubicBezTo>
                  <a:pt x="13220" y="10736"/>
                  <a:pt x="12818" y="11249"/>
                  <a:pt x="12550" y="11838"/>
                </a:cubicBezTo>
                <a:cubicBezTo>
                  <a:pt x="12283" y="12427"/>
                  <a:pt x="12149" y="13058"/>
                  <a:pt x="12149" y="13732"/>
                </a:cubicBezTo>
                <a:cubicBezTo>
                  <a:pt x="12149" y="14771"/>
                  <a:pt x="12467" y="15644"/>
                  <a:pt x="13103" y="16348"/>
                </a:cubicBezTo>
                <a:cubicBezTo>
                  <a:pt x="13738" y="17052"/>
                  <a:pt x="14575" y="17673"/>
                  <a:pt x="15613" y="18209"/>
                </a:cubicBezTo>
                <a:cubicBezTo>
                  <a:pt x="16650" y="18746"/>
                  <a:pt x="17830" y="19249"/>
                  <a:pt x="19152" y="19718"/>
                </a:cubicBezTo>
                <a:cubicBezTo>
                  <a:pt x="20474" y="20188"/>
                  <a:pt x="21813" y="20699"/>
                  <a:pt x="23168" y="21253"/>
                </a:cubicBezTo>
                <a:cubicBezTo>
                  <a:pt x="24523" y="21806"/>
                  <a:pt x="25862" y="22451"/>
                  <a:pt x="27184" y="23188"/>
                </a:cubicBezTo>
                <a:cubicBezTo>
                  <a:pt x="28506" y="23926"/>
                  <a:pt x="29686" y="24831"/>
                  <a:pt x="30723" y="25906"/>
                </a:cubicBezTo>
                <a:cubicBezTo>
                  <a:pt x="31761" y="26979"/>
                  <a:pt x="32598" y="28261"/>
                  <a:pt x="33233" y="29754"/>
                </a:cubicBezTo>
                <a:cubicBezTo>
                  <a:pt x="33869" y="31245"/>
                  <a:pt x="34187" y="33014"/>
                  <a:pt x="34187" y="35060"/>
                </a:cubicBezTo>
                <a:close/>
                <a:moveTo>
                  <a:pt x="86123" y="47691"/>
                </a:moveTo>
                <a:cubicBezTo>
                  <a:pt x="86123" y="48026"/>
                  <a:pt x="86039" y="48319"/>
                  <a:pt x="85872" y="48570"/>
                </a:cubicBezTo>
                <a:cubicBezTo>
                  <a:pt x="85704" y="48821"/>
                  <a:pt x="85412" y="49030"/>
                  <a:pt x="84993" y="49198"/>
                </a:cubicBezTo>
                <a:cubicBezTo>
                  <a:pt x="84575" y="49365"/>
                  <a:pt x="84023" y="49490"/>
                  <a:pt x="83337" y="49574"/>
                </a:cubicBezTo>
                <a:cubicBezTo>
                  <a:pt x="82650" y="49658"/>
                  <a:pt x="81789" y="49700"/>
                  <a:pt x="80751" y="49700"/>
                </a:cubicBezTo>
                <a:cubicBezTo>
                  <a:pt x="79647" y="49700"/>
                  <a:pt x="78752" y="49658"/>
                  <a:pt x="78065" y="49574"/>
                </a:cubicBezTo>
                <a:cubicBezTo>
                  <a:pt x="77379" y="49490"/>
                  <a:pt x="76835" y="49365"/>
                  <a:pt x="76434" y="49198"/>
                </a:cubicBezTo>
                <a:cubicBezTo>
                  <a:pt x="76032" y="49030"/>
                  <a:pt x="75748" y="48821"/>
                  <a:pt x="75580" y="48570"/>
                </a:cubicBezTo>
                <a:cubicBezTo>
                  <a:pt x="75413" y="48319"/>
                  <a:pt x="75329" y="48026"/>
                  <a:pt x="75329" y="47691"/>
                </a:cubicBezTo>
                <a:lnTo>
                  <a:pt x="75329" y="42521"/>
                </a:lnTo>
                <a:cubicBezTo>
                  <a:pt x="72853" y="45215"/>
                  <a:pt x="70334" y="47235"/>
                  <a:pt x="67774" y="48583"/>
                </a:cubicBezTo>
                <a:cubicBezTo>
                  <a:pt x="65214" y="49930"/>
                  <a:pt x="62561" y="50603"/>
                  <a:pt x="59817" y="50603"/>
                </a:cubicBezTo>
                <a:cubicBezTo>
                  <a:pt x="56738" y="50603"/>
                  <a:pt x="54153" y="50101"/>
                  <a:pt x="52061" y="49096"/>
                </a:cubicBezTo>
                <a:cubicBezTo>
                  <a:pt x="49969" y="48090"/>
                  <a:pt x="48279" y="46717"/>
                  <a:pt x="46991" y="44976"/>
                </a:cubicBezTo>
                <a:cubicBezTo>
                  <a:pt x="45702" y="43233"/>
                  <a:pt x="44782" y="41215"/>
                  <a:pt x="44230" y="38920"/>
                </a:cubicBezTo>
                <a:cubicBezTo>
                  <a:pt x="43677" y="36625"/>
                  <a:pt x="43401" y="33768"/>
                  <a:pt x="43401" y="30352"/>
                </a:cubicBezTo>
                <a:lnTo>
                  <a:pt x="43401" y="2913"/>
                </a:lnTo>
                <a:cubicBezTo>
                  <a:pt x="43401" y="2579"/>
                  <a:pt x="43493" y="2286"/>
                  <a:pt x="43677" y="2035"/>
                </a:cubicBezTo>
                <a:cubicBezTo>
                  <a:pt x="43861" y="1783"/>
                  <a:pt x="44196" y="1573"/>
                  <a:pt x="44681" y="1406"/>
                </a:cubicBezTo>
                <a:cubicBezTo>
                  <a:pt x="45167" y="1238"/>
                  <a:pt x="45819" y="1113"/>
                  <a:pt x="46639" y="1029"/>
                </a:cubicBezTo>
                <a:cubicBezTo>
                  <a:pt x="47459" y="945"/>
                  <a:pt x="48472" y="904"/>
                  <a:pt x="49676" y="904"/>
                </a:cubicBezTo>
                <a:cubicBezTo>
                  <a:pt x="50915" y="904"/>
                  <a:pt x="51935" y="945"/>
                  <a:pt x="52739" y="1029"/>
                </a:cubicBezTo>
                <a:cubicBezTo>
                  <a:pt x="53542" y="1113"/>
                  <a:pt x="54186" y="1238"/>
                  <a:pt x="54671" y="1406"/>
                </a:cubicBezTo>
                <a:cubicBezTo>
                  <a:pt x="55157" y="1573"/>
                  <a:pt x="55500" y="1782"/>
                  <a:pt x="55701" y="2033"/>
                </a:cubicBezTo>
                <a:cubicBezTo>
                  <a:pt x="55901" y="2284"/>
                  <a:pt x="56002" y="2577"/>
                  <a:pt x="56002" y="2912"/>
                </a:cubicBezTo>
                <a:lnTo>
                  <a:pt x="56002" y="28213"/>
                </a:lnTo>
                <a:cubicBezTo>
                  <a:pt x="56002" y="30556"/>
                  <a:pt x="56152" y="32347"/>
                  <a:pt x="56454" y="33585"/>
                </a:cubicBezTo>
                <a:cubicBezTo>
                  <a:pt x="56755" y="34823"/>
                  <a:pt x="57215" y="35886"/>
                  <a:pt x="57834" y="36773"/>
                </a:cubicBezTo>
                <a:cubicBezTo>
                  <a:pt x="58453" y="37660"/>
                  <a:pt x="59240" y="38346"/>
                  <a:pt x="60194" y="38831"/>
                </a:cubicBezTo>
                <a:cubicBezTo>
                  <a:pt x="61147" y="39316"/>
                  <a:pt x="62260" y="39559"/>
                  <a:pt x="63532" y="39559"/>
                </a:cubicBezTo>
                <a:cubicBezTo>
                  <a:pt x="65139" y="39559"/>
                  <a:pt x="66753" y="38973"/>
                  <a:pt x="68377" y="37802"/>
                </a:cubicBezTo>
                <a:cubicBezTo>
                  <a:pt x="70000" y="36630"/>
                  <a:pt x="71732" y="34924"/>
                  <a:pt x="73572" y="32681"/>
                </a:cubicBezTo>
                <a:lnTo>
                  <a:pt x="73572" y="2912"/>
                </a:lnTo>
                <a:cubicBezTo>
                  <a:pt x="73572" y="2577"/>
                  <a:pt x="73664" y="2284"/>
                  <a:pt x="73848" y="2033"/>
                </a:cubicBezTo>
                <a:cubicBezTo>
                  <a:pt x="74033" y="1782"/>
                  <a:pt x="74367" y="1573"/>
                  <a:pt x="74853" y="1406"/>
                </a:cubicBezTo>
                <a:cubicBezTo>
                  <a:pt x="75338" y="1238"/>
                  <a:pt x="75982" y="1113"/>
                  <a:pt x="76785" y="1029"/>
                </a:cubicBezTo>
                <a:cubicBezTo>
                  <a:pt x="77588" y="945"/>
                  <a:pt x="78609" y="904"/>
                  <a:pt x="79848" y="904"/>
                </a:cubicBezTo>
                <a:cubicBezTo>
                  <a:pt x="81086" y="904"/>
                  <a:pt x="82107" y="945"/>
                  <a:pt x="82910" y="1029"/>
                </a:cubicBezTo>
                <a:cubicBezTo>
                  <a:pt x="83713" y="1113"/>
                  <a:pt x="84349" y="1238"/>
                  <a:pt x="84818" y="1406"/>
                </a:cubicBezTo>
                <a:cubicBezTo>
                  <a:pt x="85286" y="1573"/>
                  <a:pt x="85621" y="1782"/>
                  <a:pt x="85822" y="2033"/>
                </a:cubicBezTo>
                <a:cubicBezTo>
                  <a:pt x="86022" y="2284"/>
                  <a:pt x="86123" y="2577"/>
                  <a:pt x="86123" y="2912"/>
                </a:cubicBezTo>
                <a:lnTo>
                  <a:pt x="86123" y="47691"/>
                </a:lnTo>
                <a:close/>
                <a:moveTo>
                  <a:pt x="169790" y="47690"/>
                </a:moveTo>
                <a:cubicBezTo>
                  <a:pt x="169790" y="48025"/>
                  <a:pt x="169690" y="48318"/>
                  <a:pt x="169489" y="48570"/>
                </a:cubicBezTo>
                <a:cubicBezTo>
                  <a:pt x="169288" y="48821"/>
                  <a:pt x="168953" y="49030"/>
                  <a:pt x="168485" y="49198"/>
                </a:cubicBezTo>
                <a:cubicBezTo>
                  <a:pt x="168016" y="49365"/>
                  <a:pt x="167380" y="49490"/>
                  <a:pt x="166577" y="49574"/>
                </a:cubicBezTo>
                <a:cubicBezTo>
                  <a:pt x="165774" y="49658"/>
                  <a:pt x="164753" y="49700"/>
                  <a:pt x="163515" y="49700"/>
                </a:cubicBezTo>
                <a:cubicBezTo>
                  <a:pt x="162243" y="49700"/>
                  <a:pt x="161206" y="49658"/>
                  <a:pt x="160402" y="49574"/>
                </a:cubicBezTo>
                <a:cubicBezTo>
                  <a:pt x="159599" y="49490"/>
                  <a:pt x="158955" y="49365"/>
                  <a:pt x="158470" y="49198"/>
                </a:cubicBezTo>
                <a:cubicBezTo>
                  <a:pt x="157984" y="49030"/>
                  <a:pt x="157650" y="48821"/>
                  <a:pt x="157466" y="48570"/>
                </a:cubicBezTo>
                <a:cubicBezTo>
                  <a:pt x="157282" y="48319"/>
                  <a:pt x="157190" y="48026"/>
                  <a:pt x="157190" y="47691"/>
                </a:cubicBezTo>
                <a:lnTo>
                  <a:pt x="157190" y="21135"/>
                </a:lnTo>
                <a:cubicBezTo>
                  <a:pt x="157190" y="19629"/>
                  <a:pt x="157047" y="18257"/>
                  <a:pt x="156763" y="17018"/>
                </a:cubicBezTo>
                <a:cubicBezTo>
                  <a:pt x="156478" y="15780"/>
                  <a:pt x="156043" y="14717"/>
                  <a:pt x="155458" y="13831"/>
                </a:cubicBezTo>
                <a:cubicBezTo>
                  <a:pt x="154872" y="12944"/>
                  <a:pt x="154136" y="12258"/>
                  <a:pt x="153249" y="11772"/>
                </a:cubicBezTo>
                <a:cubicBezTo>
                  <a:pt x="152362" y="11287"/>
                  <a:pt x="151299" y="11044"/>
                  <a:pt x="150061" y="11044"/>
                </a:cubicBezTo>
                <a:cubicBezTo>
                  <a:pt x="148555" y="11044"/>
                  <a:pt x="147032" y="11630"/>
                  <a:pt x="145493" y="12801"/>
                </a:cubicBezTo>
                <a:cubicBezTo>
                  <a:pt x="143953" y="13973"/>
                  <a:pt x="142280" y="15680"/>
                  <a:pt x="140472" y="17922"/>
                </a:cubicBezTo>
                <a:lnTo>
                  <a:pt x="140472" y="47691"/>
                </a:lnTo>
                <a:cubicBezTo>
                  <a:pt x="140472" y="48026"/>
                  <a:pt x="140372" y="48319"/>
                  <a:pt x="140171" y="48570"/>
                </a:cubicBezTo>
                <a:cubicBezTo>
                  <a:pt x="139970" y="48821"/>
                  <a:pt x="139627" y="49030"/>
                  <a:pt x="139142" y="49198"/>
                </a:cubicBezTo>
                <a:cubicBezTo>
                  <a:pt x="138657" y="49365"/>
                  <a:pt x="138013" y="49490"/>
                  <a:pt x="137209" y="49574"/>
                </a:cubicBezTo>
                <a:cubicBezTo>
                  <a:pt x="136406" y="49658"/>
                  <a:pt x="135402" y="49700"/>
                  <a:pt x="134197" y="49700"/>
                </a:cubicBezTo>
                <a:cubicBezTo>
                  <a:pt x="132959" y="49700"/>
                  <a:pt x="131938" y="49658"/>
                  <a:pt x="131135" y="49574"/>
                </a:cubicBezTo>
                <a:cubicBezTo>
                  <a:pt x="130332" y="49490"/>
                  <a:pt x="129687" y="49365"/>
                  <a:pt x="129202" y="49198"/>
                </a:cubicBezTo>
                <a:cubicBezTo>
                  <a:pt x="128717" y="49030"/>
                  <a:pt x="128374" y="48821"/>
                  <a:pt x="128173" y="48570"/>
                </a:cubicBezTo>
                <a:cubicBezTo>
                  <a:pt x="127972" y="48319"/>
                  <a:pt x="127872" y="48026"/>
                  <a:pt x="127872" y="47691"/>
                </a:cubicBezTo>
                <a:lnTo>
                  <a:pt x="127872" y="21135"/>
                </a:lnTo>
                <a:cubicBezTo>
                  <a:pt x="127872" y="19629"/>
                  <a:pt x="127730" y="18257"/>
                  <a:pt x="127445" y="17018"/>
                </a:cubicBezTo>
                <a:cubicBezTo>
                  <a:pt x="127161" y="15780"/>
                  <a:pt x="126734" y="14717"/>
                  <a:pt x="126165" y="13831"/>
                </a:cubicBezTo>
                <a:cubicBezTo>
                  <a:pt x="125596" y="12944"/>
                  <a:pt x="124860" y="12258"/>
                  <a:pt x="123956" y="11772"/>
                </a:cubicBezTo>
                <a:cubicBezTo>
                  <a:pt x="123052" y="11287"/>
                  <a:pt x="121998" y="11044"/>
                  <a:pt x="120793" y="11044"/>
                </a:cubicBezTo>
                <a:cubicBezTo>
                  <a:pt x="119254" y="11044"/>
                  <a:pt x="117714" y="11630"/>
                  <a:pt x="116175" y="12801"/>
                </a:cubicBezTo>
                <a:cubicBezTo>
                  <a:pt x="114635" y="13973"/>
                  <a:pt x="112979" y="15680"/>
                  <a:pt x="111205" y="17922"/>
                </a:cubicBezTo>
                <a:lnTo>
                  <a:pt x="111205" y="47691"/>
                </a:lnTo>
                <a:cubicBezTo>
                  <a:pt x="111205" y="48026"/>
                  <a:pt x="111105" y="48319"/>
                  <a:pt x="110904" y="48570"/>
                </a:cubicBezTo>
                <a:cubicBezTo>
                  <a:pt x="110703" y="48821"/>
                  <a:pt x="110360" y="49030"/>
                  <a:pt x="109875" y="49198"/>
                </a:cubicBezTo>
                <a:cubicBezTo>
                  <a:pt x="109389" y="49365"/>
                  <a:pt x="108745" y="49490"/>
                  <a:pt x="107942" y="49574"/>
                </a:cubicBezTo>
                <a:cubicBezTo>
                  <a:pt x="107139" y="49658"/>
                  <a:pt x="106118" y="49700"/>
                  <a:pt x="104880" y="49700"/>
                </a:cubicBezTo>
                <a:cubicBezTo>
                  <a:pt x="103641" y="49700"/>
                  <a:pt x="102620" y="49658"/>
                  <a:pt x="101817" y="49574"/>
                </a:cubicBezTo>
                <a:cubicBezTo>
                  <a:pt x="101014" y="49490"/>
                  <a:pt x="100370" y="49365"/>
                  <a:pt x="99884" y="49198"/>
                </a:cubicBezTo>
                <a:cubicBezTo>
                  <a:pt x="99399" y="49030"/>
                  <a:pt x="99056" y="48821"/>
                  <a:pt x="98855" y="48570"/>
                </a:cubicBezTo>
                <a:cubicBezTo>
                  <a:pt x="98655" y="48319"/>
                  <a:pt x="98554" y="48026"/>
                  <a:pt x="98554" y="47691"/>
                </a:cubicBezTo>
                <a:lnTo>
                  <a:pt x="98554" y="2912"/>
                </a:lnTo>
                <a:cubicBezTo>
                  <a:pt x="98554" y="2577"/>
                  <a:pt x="98638" y="2284"/>
                  <a:pt x="98805" y="2033"/>
                </a:cubicBezTo>
                <a:cubicBezTo>
                  <a:pt x="98972" y="1782"/>
                  <a:pt x="99274" y="1573"/>
                  <a:pt x="99709" y="1406"/>
                </a:cubicBezTo>
                <a:cubicBezTo>
                  <a:pt x="100144" y="1238"/>
                  <a:pt x="100704" y="1113"/>
                  <a:pt x="101391" y="1029"/>
                </a:cubicBezTo>
                <a:cubicBezTo>
                  <a:pt x="102077" y="945"/>
                  <a:pt x="102938" y="904"/>
                  <a:pt x="103976" y="904"/>
                </a:cubicBezTo>
                <a:cubicBezTo>
                  <a:pt x="105047" y="904"/>
                  <a:pt x="105934" y="945"/>
                  <a:pt x="106637" y="1029"/>
                </a:cubicBezTo>
                <a:cubicBezTo>
                  <a:pt x="107339" y="1113"/>
                  <a:pt x="107883" y="1238"/>
                  <a:pt x="108268" y="1406"/>
                </a:cubicBezTo>
                <a:cubicBezTo>
                  <a:pt x="108653" y="1573"/>
                  <a:pt x="108929" y="1782"/>
                  <a:pt x="109096" y="2033"/>
                </a:cubicBezTo>
                <a:cubicBezTo>
                  <a:pt x="109264" y="2284"/>
                  <a:pt x="109347" y="2577"/>
                  <a:pt x="109347" y="2912"/>
                </a:cubicBezTo>
                <a:lnTo>
                  <a:pt x="109347" y="8082"/>
                </a:lnTo>
                <a:cubicBezTo>
                  <a:pt x="111824" y="5388"/>
                  <a:pt x="114292" y="3368"/>
                  <a:pt x="116752" y="2021"/>
                </a:cubicBezTo>
                <a:cubicBezTo>
                  <a:pt x="119212" y="674"/>
                  <a:pt x="121781" y="0"/>
                  <a:pt x="124458" y="0"/>
                </a:cubicBezTo>
                <a:cubicBezTo>
                  <a:pt x="126299" y="0"/>
                  <a:pt x="127956" y="194"/>
                  <a:pt x="129428" y="582"/>
                </a:cubicBezTo>
                <a:cubicBezTo>
                  <a:pt x="130901" y="969"/>
                  <a:pt x="132214" y="1524"/>
                  <a:pt x="133369" y="2248"/>
                </a:cubicBezTo>
                <a:cubicBezTo>
                  <a:pt x="134524" y="2972"/>
                  <a:pt x="135519" y="3839"/>
                  <a:pt x="136356" y="4849"/>
                </a:cubicBezTo>
                <a:cubicBezTo>
                  <a:pt x="137193" y="5859"/>
                  <a:pt x="137895" y="6987"/>
                  <a:pt x="138464" y="8233"/>
                </a:cubicBezTo>
                <a:cubicBezTo>
                  <a:pt x="139803" y="6786"/>
                  <a:pt x="141117" y="5540"/>
                  <a:pt x="142405" y="4496"/>
                </a:cubicBezTo>
                <a:cubicBezTo>
                  <a:pt x="143694" y="3451"/>
                  <a:pt x="144965" y="2601"/>
                  <a:pt x="146221" y="1945"/>
                </a:cubicBezTo>
                <a:cubicBezTo>
                  <a:pt x="147476" y="1289"/>
                  <a:pt x="148731" y="800"/>
                  <a:pt x="149986" y="480"/>
                </a:cubicBezTo>
                <a:cubicBezTo>
                  <a:pt x="151241" y="160"/>
                  <a:pt x="152521" y="0"/>
                  <a:pt x="153826" y="0"/>
                </a:cubicBezTo>
                <a:cubicBezTo>
                  <a:pt x="156805" y="0"/>
                  <a:pt x="159315" y="503"/>
                  <a:pt x="161356" y="1508"/>
                </a:cubicBezTo>
                <a:cubicBezTo>
                  <a:pt x="163398" y="2513"/>
                  <a:pt x="165046" y="3878"/>
                  <a:pt x="166301" y="5604"/>
                </a:cubicBezTo>
                <a:cubicBezTo>
                  <a:pt x="167556" y="7328"/>
                  <a:pt x="168451" y="9347"/>
                  <a:pt x="168987" y="11659"/>
                </a:cubicBezTo>
                <a:cubicBezTo>
                  <a:pt x="169522" y="13971"/>
                  <a:pt x="169790" y="16416"/>
                  <a:pt x="169790" y="18995"/>
                </a:cubicBezTo>
                <a:lnTo>
                  <a:pt x="169790" y="47690"/>
                </a:lnTo>
                <a:close/>
                <a:moveTo>
                  <a:pt x="253161" y="47690"/>
                </a:moveTo>
                <a:cubicBezTo>
                  <a:pt x="253161" y="48025"/>
                  <a:pt x="253061" y="48318"/>
                  <a:pt x="252860" y="48570"/>
                </a:cubicBezTo>
                <a:cubicBezTo>
                  <a:pt x="252659" y="48821"/>
                  <a:pt x="252325" y="49030"/>
                  <a:pt x="251856" y="49198"/>
                </a:cubicBezTo>
                <a:cubicBezTo>
                  <a:pt x="251387" y="49365"/>
                  <a:pt x="250752" y="49490"/>
                  <a:pt x="249948" y="49574"/>
                </a:cubicBezTo>
                <a:cubicBezTo>
                  <a:pt x="249145" y="49658"/>
                  <a:pt x="248124" y="49700"/>
                  <a:pt x="246886" y="49700"/>
                </a:cubicBezTo>
                <a:cubicBezTo>
                  <a:pt x="245614" y="49700"/>
                  <a:pt x="244577" y="49658"/>
                  <a:pt x="243774" y="49574"/>
                </a:cubicBezTo>
                <a:cubicBezTo>
                  <a:pt x="242970" y="49490"/>
                  <a:pt x="242326" y="49365"/>
                  <a:pt x="241841" y="49198"/>
                </a:cubicBezTo>
                <a:cubicBezTo>
                  <a:pt x="241356" y="49030"/>
                  <a:pt x="241021" y="48821"/>
                  <a:pt x="240837" y="48570"/>
                </a:cubicBezTo>
                <a:cubicBezTo>
                  <a:pt x="240653" y="48319"/>
                  <a:pt x="240561" y="48026"/>
                  <a:pt x="240561" y="47691"/>
                </a:cubicBezTo>
                <a:lnTo>
                  <a:pt x="240561" y="21135"/>
                </a:lnTo>
                <a:cubicBezTo>
                  <a:pt x="240561" y="19629"/>
                  <a:pt x="240418" y="18257"/>
                  <a:pt x="240134" y="17018"/>
                </a:cubicBezTo>
                <a:cubicBezTo>
                  <a:pt x="239850" y="15780"/>
                  <a:pt x="239414" y="14717"/>
                  <a:pt x="238829" y="13831"/>
                </a:cubicBezTo>
                <a:cubicBezTo>
                  <a:pt x="238243" y="12944"/>
                  <a:pt x="237507" y="12258"/>
                  <a:pt x="236620" y="11772"/>
                </a:cubicBezTo>
                <a:cubicBezTo>
                  <a:pt x="235733" y="11287"/>
                  <a:pt x="234670" y="11044"/>
                  <a:pt x="233432" y="11044"/>
                </a:cubicBezTo>
                <a:cubicBezTo>
                  <a:pt x="231926" y="11044"/>
                  <a:pt x="230403" y="11630"/>
                  <a:pt x="228864" y="12801"/>
                </a:cubicBezTo>
                <a:cubicBezTo>
                  <a:pt x="227324" y="13973"/>
                  <a:pt x="225651" y="15680"/>
                  <a:pt x="223844" y="17922"/>
                </a:cubicBezTo>
                <a:lnTo>
                  <a:pt x="223844" y="47691"/>
                </a:lnTo>
                <a:cubicBezTo>
                  <a:pt x="223844" y="48026"/>
                  <a:pt x="223743" y="48319"/>
                  <a:pt x="223542" y="48570"/>
                </a:cubicBezTo>
                <a:cubicBezTo>
                  <a:pt x="223342" y="48821"/>
                  <a:pt x="222999" y="49030"/>
                  <a:pt x="222513" y="49198"/>
                </a:cubicBezTo>
                <a:cubicBezTo>
                  <a:pt x="222028" y="49365"/>
                  <a:pt x="221384" y="49490"/>
                  <a:pt x="220580" y="49574"/>
                </a:cubicBezTo>
                <a:cubicBezTo>
                  <a:pt x="219777" y="49658"/>
                  <a:pt x="218773" y="49700"/>
                  <a:pt x="217568" y="49700"/>
                </a:cubicBezTo>
                <a:cubicBezTo>
                  <a:pt x="216330" y="49700"/>
                  <a:pt x="215309" y="49658"/>
                  <a:pt x="214506" y="49574"/>
                </a:cubicBezTo>
                <a:cubicBezTo>
                  <a:pt x="213703" y="49490"/>
                  <a:pt x="213059" y="49365"/>
                  <a:pt x="212573" y="49198"/>
                </a:cubicBezTo>
                <a:cubicBezTo>
                  <a:pt x="212088" y="49030"/>
                  <a:pt x="211745" y="48821"/>
                  <a:pt x="211544" y="48570"/>
                </a:cubicBezTo>
                <a:cubicBezTo>
                  <a:pt x="211343" y="48319"/>
                  <a:pt x="211243" y="48026"/>
                  <a:pt x="211243" y="47691"/>
                </a:cubicBezTo>
                <a:lnTo>
                  <a:pt x="211243" y="21135"/>
                </a:lnTo>
                <a:cubicBezTo>
                  <a:pt x="211243" y="19629"/>
                  <a:pt x="211101" y="18257"/>
                  <a:pt x="210816" y="17018"/>
                </a:cubicBezTo>
                <a:cubicBezTo>
                  <a:pt x="210532" y="15780"/>
                  <a:pt x="210105" y="14717"/>
                  <a:pt x="209536" y="13831"/>
                </a:cubicBezTo>
                <a:cubicBezTo>
                  <a:pt x="208967" y="12944"/>
                  <a:pt x="208231" y="12258"/>
                  <a:pt x="207327" y="11772"/>
                </a:cubicBezTo>
                <a:cubicBezTo>
                  <a:pt x="206424" y="11287"/>
                  <a:pt x="205369" y="11044"/>
                  <a:pt x="204165" y="11044"/>
                </a:cubicBezTo>
                <a:cubicBezTo>
                  <a:pt x="202625" y="11044"/>
                  <a:pt x="201086" y="11630"/>
                  <a:pt x="199546" y="12801"/>
                </a:cubicBezTo>
                <a:cubicBezTo>
                  <a:pt x="198006" y="13973"/>
                  <a:pt x="196350" y="15680"/>
                  <a:pt x="194576" y="17922"/>
                </a:cubicBezTo>
                <a:lnTo>
                  <a:pt x="194576" y="47691"/>
                </a:lnTo>
                <a:cubicBezTo>
                  <a:pt x="194576" y="48026"/>
                  <a:pt x="194476" y="48319"/>
                  <a:pt x="194275" y="48570"/>
                </a:cubicBezTo>
                <a:cubicBezTo>
                  <a:pt x="194074" y="48821"/>
                  <a:pt x="193731" y="49030"/>
                  <a:pt x="193246" y="49198"/>
                </a:cubicBezTo>
                <a:cubicBezTo>
                  <a:pt x="192760" y="49365"/>
                  <a:pt x="192116" y="49490"/>
                  <a:pt x="191313" y="49574"/>
                </a:cubicBezTo>
                <a:cubicBezTo>
                  <a:pt x="190510" y="49658"/>
                  <a:pt x="189489" y="49700"/>
                  <a:pt x="188251" y="49700"/>
                </a:cubicBezTo>
                <a:cubicBezTo>
                  <a:pt x="187012" y="49700"/>
                  <a:pt x="185992" y="49658"/>
                  <a:pt x="185188" y="49574"/>
                </a:cubicBezTo>
                <a:cubicBezTo>
                  <a:pt x="184385" y="49490"/>
                  <a:pt x="183741" y="49365"/>
                  <a:pt x="183256" y="49198"/>
                </a:cubicBezTo>
                <a:cubicBezTo>
                  <a:pt x="182770" y="49030"/>
                  <a:pt x="182427" y="48821"/>
                  <a:pt x="182226" y="48570"/>
                </a:cubicBezTo>
                <a:cubicBezTo>
                  <a:pt x="182026" y="48319"/>
                  <a:pt x="181925" y="48026"/>
                  <a:pt x="181925" y="47691"/>
                </a:cubicBezTo>
                <a:lnTo>
                  <a:pt x="181925" y="2912"/>
                </a:lnTo>
                <a:cubicBezTo>
                  <a:pt x="181925" y="2577"/>
                  <a:pt x="182009" y="2284"/>
                  <a:pt x="182176" y="2033"/>
                </a:cubicBezTo>
                <a:cubicBezTo>
                  <a:pt x="182344" y="1782"/>
                  <a:pt x="182645" y="1573"/>
                  <a:pt x="183080" y="1406"/>
                </a:cubicBezTo>
                <a:cubicBezTo>
                  <a:pt x="183515" y="1238"/>
                  <a:pt x="184076" y="1113"/>
                  <a:pt x="184762" y="1029"/>
                </a:cubicBezTo>
                <a:cubicBezTo>
                  <a:pt x="185448" y="945"/>
                  <a:pt x="186310" y="904"/>
                  <a:pt x="187347" y="904"/>
                </a:cubicBezTo>
                <a:cubicBezTo>
                  <a:pt x="188418" y="904"/>
                  <a:pt x="189305" y="945"/>
                  <a:pt x="190008" y="1029"/>
                </a:cubicBezTo>
                <a:cubicBezTo>
                  <a:pt x="190711" y="1113"/>
                  <a:pt x="191254" y="1238"/>
                  <a:pt x="191639" y="1406"/>
                </a:cubicBezTo>
                <a:cubicBezTo>
                  <a:pt x="192024" y="1573"/>
                  <a:pt x="192300" y="1782"/>
                  <a:pt x="192468" y="2033"/>
                </a:cubicBezTo>
                <a:cubicBezTo>
                  <a:pt x="192635" y="2284"/>
                  <a:pt x="192719" y="2577"/>
                  <a:pt x="192719" y="2912"/>
                </a:cubicBezTo>
                <a:lnTo>
                  <a:pt x="192719" y="8082"/>
                </a:lnTo>
                <a:cubicBezTo>
                  <a:pt x="195195" y="5388"/>
                  <a:pt x="197663" y="3368"/>
                  <a:pt x="200123" y="2021"/>
                </a:cubicBezTo>
                <a:cubicBezTo>
                  <a:pt x="202583" y="674"/>
                  <a:pt x="205152" y="0"/>
                  <a:pt x="207829" y="0"/>
                </a:cubicBezTo>
                <a:cubicBezTo>
                  <a:pt x="209670" y="0"/>
                  <a:pt x="211327" y="194"/>
                  <a:pt x="212799" y="582"/>
                </a:cubicBezTo>
                <a:cubicBezTo>
                  <a:pt x="214272" y="969"/>
                  <a:pt x="215585" y="1524"/>
                  <a:pt x="216740" y="2248"/>
                </a:cubicBezTo>
                <a:cubicBezTo>
                  <a:pt x="217895" y="2972"/>
                  <a:pt x="218890" y="3839"/>
                  <a:pt x="219727" y="4849"/>
                </a:cubicBezTo>
                <a:cubicBezTo>
                  <a:pt x="220564" y="5859"/>
                  <a:pt x="221267" y="6987"/>
                  <a:pt x="221836" y="8233"/>
                </a:cubicBezTo>
                <a:cubicBezTo>
                  <a:pt x="223174" y="6786"/>
                  <a:pt x="224488" y="5540"/>
                  <a:pt x="225776" y="4496"/>
                </a:cubicBezTo>
                <a:cubicBezTo>
                  <a:pt x="227065" y="3451"/>
                  <a:pt x="228337" y="2601"/>
                  <a:pt x="229592" y="1945"/>
                </a:cubicBezTo>
                <a:cubicBezTo>
                  <a:pt x="230847" y="1289"/>
                  <a:pt x="232102" y="800"/>
                  <a:pt x="233357" y="480"/>
                </a:cubicBezTo>
                <a:cubicBezTo>
                  <a:pt x="234612" y="160"/>
                  <a:pt x="235892" y="0"/>
                  <a:pt x="237197" y="0"/>
                </a:cubicBezTo>
                <a:cubicBezTo>
                  <a:pt x="240176" y="0"/>
                  <a:pt x="242686" y="503"/>
                  <a:pt x="244727" y="1508"/>
                </a:cubicBezTo>
                <a:cubicBezTo>
                  <a:pt x="246769" y="2513"/>
                  <a:pt x="248417" y="3878"/>
                  <a:pt x="249672" y="5604"/>
                </a:cubicBezTo>
                <a:cubicBezTo>
                  <a:pt x="250927" y="7328"/>
                  <a:pt x="251823" y="9347"/>
                  <a:pt x="252358" y="11659"/>
                </a:cubicBezTo>
                <a:cubicBezTo>
                  <a:pt x="252894" y="13971"/>
                  <a:pt x="253161" y="16416"/>
                  <a:pt x="253161" y="18995"/>
                </a:cubicBezTo>
                <a:lnTo>
                  <a:pt x="253161" y="47690"/>
                </a:lnTo>
                <a:close/>
                <a:moveTo>
                  <a:pt x="303439" y="47841"/>
                </a:moveTo>
                <a:cubicBezTo>
                  <a:pt x="303439" y="48309"/>
                  <a:pt x="303272" y="48678"/>
                  <a:pt x="302937" y="48947"/>
                </a:cubicBezTo>
                <a:cubicBezTo>
                  <a:pt x="302602" y="49214"/>
                  <a:pt x="302075" y="49407"/>
                  <a:pt x="301356" y="49524"/>
                </a:cubicBezTo>
                <a:cubicBezTo>
                  <a:pt x="300636" y="49641"/>
                  <a:pt x="299573" y="49700"/>
                  <a:pt x="298168" y="49700"/>
                </a:cubicBezTo>
                <a:cubicBezTo>
                  <a:pt x="296662" y="49700"/>
                  <a:pt x="295566" y="49641"/>
                  <a:pt x="294880" y="49524"/>
                </a:cubicBezTo>
                <a:cubicBezTo>
                  <a:pt x="294194" y="49407"/>
                  <a:pt x="293708" y="49214"/>
                  <a:pt x="293424" y="48947"/>
                </a:cubicBezTo>
                <a:cubicBezTo>
                  <a:pt x="293139" y="48679"/>
                  <a:pt x="292997" y="48311"/>
                  <a:pt x="292997" y="47842"/>
                </a:cubicBezTo>
                <a:lnTo>
                  <a:pt x="292997" y="44278"/>
                </a:lnTo>
                <a:cubicBezTo>
                  <a:pt x="291156" y="46252"/>
                  <a:pt x="289056" y="47800"/>
                  <a:pt x="286697" y="48921"/>
                </a:cubicBezTo>
                <a:cubicBezTo>
                  <a:pt x="284337" y="50043"/>
                  <a:pt x="281718" y="50603"/>
                  <a:pt x="278840" y="50603"/>
                </a:cubicBezTo>
                <a:cubicBezTo>
                  <a:pt x="276464" y="50603"/>
                  <a:pt x="274280" y="50293"/>
                  <a:pt x="272289" y="49671"/>
                </a:cubicBezTo>
                <a:cubicBezTo>
                  <a:pt x="270298" y="49050"/>
                  <a:pt x="268574" y="48127"/>
                  <a:pt x="267118" y="46901"/>
                </a:cubicBezTo>
                <a:cubicBezTo>
                  <a:pt x="265662" y="45675"/>
                  <a:pt x="264533" y="44156"/>
                  <a:pt x="263730" y="42343"/>
                </a:cubicBezTo>
                <a:cubicBezTo>
                  <a:pt x="262926" y="40530"/>
                  <a:pt x="262525" y="38414"/>
                  <a:pt x="262525" y="35996"/>
                </a:cubicBezTo>
                <a:cubicBezTo>
                  <a:pt x="262525" y="33376"/>
                  <a:pt x="263035" y="31101"/>
                  <a:pt x="264056" y="29170"/>
                </a:cubicBezTo>
                <a:cubicBezTo>
                  <a:pt x="265077" y="27240"/>
                  <a:pt x="266599" y="25645"/>
                  <a:pt x="268624" y="24385"/>
                </a:cubicBezTo>
                <a:cubicBezTo>
                  <a:pt x="270649" y="23126"/>
                  <a:pt x="273167" y="22194"/>
                  <a:pt x="276180" y="21590"/>
                </a:cubicBezTo>
                <a:cubicBezTo>
                  <a:pt x="279192" y="20985"/>
                  <a:pt x="282689" y="20683"/>
                  <a:pt x="286672" y="20683"/>
                </a:cubicBezTo>
                <a:lnTo>
                  <a:pt x="291039" y="20683"/>
                </a:lnTo>
                <a:lnTo>
                  <a:pt x="291039" y="17985"/>
                </a:lnTo>
                <a:cubicBezTo>
                  <a:pt x="291039" y="16585"/>
                  <a:pt x="290897" y="15361"/>
                  <a:pt x="290613" y="14312"/>
                </a:cubicBezTo>
                <a:cubicBezTo>
                  <a:pt x="290328" y="13262"/>
                  <a:pt x="289859" y="12387"/>
                  <a:pt x="289207" y="11688"/>
                </a:cubicBezTo>
                <a:cubicBezTo>
                  <a:pt x="288554" y="10988"/>
                  <a:pt x="287684" y="10472"/>
                  <a:pt x="286596" y="10139"/>
                </a:cubicBezTo>
                <a:cubicBezTo>
                  <a:pt x="285509" y="9806"/>
                  <a:pt x="284162" y="9639"/>
                  <a:pt x="282555" y="9639"/>
                </a:cubicBezTo>
                <a:cubicBezTo>
                  <a:pt x="280447" y="9639"/>
                  <a:pt x="278564" y="9873"/>
                  <a:pt x="276907" y="10342"/>
                </a:cubicBezTo>
                <a:cubicBezTo>
                  <a:pt x="275251" y="10810"/>
                  <a:pt x="273787" y="11329"/>
                  <a:pt x="272515" y="11898"/>
                </a:cubicBezTo>
                <a:cubicBezTo>
                  <a:pt x="271243" y="12467"/>
                  <a:pt x="270180" y="12985"/>
                  <a:pt x="269327" y="13454"/>
                </a:cubicBezTo>
                <a:cubicBezTo>
                  <a:pt x="268474" y="13923"/>
                  <a:pt x="267779" y="14157"/>
                  <a:pt x="267244" y="14157"/>
                </a:cubicBezTo>
                <a:cubicBezTo>
                  <a:pt x="266876" y="14157"/>
                  <a:pt x="266549" y="14039"/>
                  <a:pt x="266265" y="13804"/>
                </a:cubicBezTo>
                <a:cubicBezTo>
                  <a:pt x="265980" y="13569"/>
                  <a:pt x="265746" y="13232"/>
                  <a:pt x="265562" y="12795"/>
                </a:cubicBezTo>
                <a:cubicBezTo>
                  <a:pt x="265378" y="12358"/>
                  <a:pt x="265236" y="11820"/>
                  <a:pt x="265135" y="11181"/>
                </a:cubicBezTo>
                <a:cubicBezTo>
                  <a:pt x="265035" y="10541"/>
                  <a:pt x="264985" y="9834"/>
                  <a:pt x="264985" y="9061"/>
                </a:cubicBezTo>
                <a:cubicBezTo>
                  <a:pt x="264985" y="8019"/>
                  <a:pt x="265068" y="7195"/>
                  <a:pt x="265236" y="6589"/>
                </a:cubicBezTo>
                <a:cubicBezTo>
                  <a:pt x="265403" y="5983"/>
                  <a:pt x="265721" y="5437"/>
                  <a:pt x="266189" y="4950"/>
                </a:cubicBezTo>
                <a:cubicBezTo>
                  <a:pt x="266658" y="4461"/>
                  <a:pt x="267478" y="3924"/>
                  <a:pt x="268649" y="3338"/>
                </a:cubicBezTo>
                <a:cubicBezTo>
                  <a:pt x="269821" y="2753"/>
                  <a:pt x="271193" y="2209"/>
                  <a:pt x="272766" y="1707"/>
                </a:cubicBezTo>
                <a:cubicBezTo>
                  <a:pt x="274339" y="1205"/>
                  <a:pt x="276054" y="795"/>
                  <a:pt x="277912" y="477"/>
                </a:cubicBezTo>
                <a:cubicBezTo>
                  <a:pt x="279769" y="159"/>
                  <a:pt x="281685" y="0"/>
                  <a:pt x="283660" y="0"/>
                </a:cubicBezTo>
                <a:cubicBezTo>
                  <a:pt x="287174" y="0"/>
                  <a:pt x="290177" y="344"/>
                  <a:pt x="292671" y="1031"/>
                </a:cubicBezTo>
                <a:cubicBezTo>
                  <a:pt x="295164" y="1717"/>
                  <a:pt x="297214" y="2772"/>
                  <a:pt x="298820" y="4197"/>
                </a:cubicBezTo>
                <a:cubicBezTo>
                  <a:pt x="300427" y="5620"/>
                  <a:pt x="301598" y="7454"/>
                  <a:pt x="302335" y="9698"/>
                </a:cubicBezTo>
                <a:cubicBezTo>
                  <a:pt x="303071" y="11943"/>
                  <a:pt x="303439" y="14606"/>
                  <a:pt x="303439" y="17688"/>
                </a:cubicBezTo>
                <a:lnTo>
                  <a:pt x="303439" y="47841"/>
                </a:lnTo>
                <a:moveTo>
                  <a:pt x="291039" y="28615"/>
                </a:moveTo>
                <a:lnTo>
                  <a:pt x="286220" y="28615"/>
                </a:lnTo>
                <a:cubicBezTo>
                  <a:pt x="284178" y="28615"/>
                  <a:pt x="282438" y="28767"/>
                  <a:pt x="280999" y="29070"/>
                </a:cubicBezTo>
                <a:cubicBezTo>
                  <a:pt x="279560" y="29373"/>
                  <a:pt x="278388" y="29829"/>
                  <a:pt x="277485" y="30436"/>
                </a:cubicBezTo>
                <a:cubicBezTo>
                  <a:pt x="276581" y="31043"/>
                  <a:pt x="275920" y="31777"/>
                  <a:pt x="275502" y="32637"/>
                </a:cubicBezTo>
                <a:cubicBezTo>
                  <a:pt x="275083" y="33497"/>
                  <a:pt x="274874" y="34483"/>
                  <a:pt x="274874" y="35596"/>
                </a:cubicBezTo>
                <a:cubicBezTo>
                  <a:pt x="274874" y="37485"/>
                  <a:pt x="275468" y="38969"/>
                  <a:pt x="276656" y="40048"/>
                </a:cubicBezTo>
                <a:cubicBezTo>
                  <a:pt x="277845" y="41128"/>
                  <a:pt x="279493" y="41667"/>
                  <a:pt x="281601" y="41667"/>
                </a:cubicBezTo>
                <a:cubicBezTo>
                  <a:pt x="283375" y="41667"/>
                  <a:pt x="285007" y="41212"/>
                  <a:pt x="286496" y="40302"/>
                </a:cubicBezTo>
                <a:cubicBezTo>
                  <a:pt x="287985" y="39391"/>
                  <a:pt x="289500" y="38059"/>
                  <a:pt x="291039" y="36305"/>
                </a:cubicBezTo>
                <a:lnTo>
                  <a:pt x="291039" y="28615"/>
                </a:lnTo>
                <a:close/>
                <a:moveTo>
                  <a:pt x="344759" y="7028"/>
                </a:moveTo>
                <a:cubicBezTo>
                  <a:pt x="344759" y="8233"/>
                  <a:pt x="344725" y="9220"/>
                  <a:pt x="344658" y="9990"/>
                </a:cubicBezTo>
                <a:cubicBezTo>
                  <a:pt x="344591" y="10760"/>
                  <a:pt x="344491" y="11362"/>
                  <a:pt x="344357" y="11797"/>
                </a:cubicBezTo>
                <a:cubicBezTo>
                  <a:pt x="344223" y="12232"/>
                  <a:pt x="344047" y="12534"/>
                  <a:pt x="343830" y="12701"/>
                </a:cubicBezTo>
                <a:cubicBezTo>
                  <a:pt x="343612" y="12868"/>
                  <a:pt x="343336" y="12952"/>
                  <a:pt x="343001" y="12952"/>
                </a:cubicBezTo>
                <a:cubicBezTo>
                  <a:pt x="342734" y="12952"/>
                  <a:pt x="342433" y="12893"/>
                  <a:pt x="342098" y="12776"/>
                </a:cubicBezTo>
                <a:cubicBezTo>
                  <a:pt x="341763" y="12659"/>
                  <a:pt x="341387" y="12534"/>
                  <a:pt x="340968" y="12400"/>
                </a:cubicBezTo>
                <a:cubicBezTo>
                  <a:pt x="340550" y="12266"/>
                  <a:pt x="340090" y="12140"/>
                  <a:pt x="339588" y="12023"/>
                </a:cubicBezTo>
                <a:cubicBezTo>
                  <a:pt x="339086" y="11906"/>
                  <a:pt x="338534" y="11848"/>
                  <a:pt x="337931" y="11848"/>
                </a:cubicBezTo>
                <a:cubicBezTo>
                  <a:pt x="337228" y="11848"/>
                  <a:pt x="336525" y="11991"/>
                  <a:pt x="335823" y="12277"/>
                </a:cubicBezTo>
                <a:cubicBezTo>
                  <a:pt x="335120" y="12563"/>
                  <a:pt x="334392" y="13009"/>
                  <a:pt x="333639" y="13616"/>
                </a:cubicBezTo>
                <a:cubicBezTo>
                  <a:pt x="332886" y="14222"/>
                  <a:pt x="332099" y="15031"/>
                  <a:pt x="331279" y="16041"/>
                </a:cubicBezTo>
                <a:cubicBezTo>
                  <a:pt x="330459" y="17051"/>
                  <a:pt x="329581" y="18297"/>
                  <a:pt x="328644" y="19779"/>
                </a:cubicBezTo>
                <a:lnTo>
                  <a:pt x="328644" y="47691"/>
                </a:lnTo>
                <a:cubicBezTo>
                  <a:pt x="328644" y="48026"/>
                  <a:pt x="328543" y="48319"/>
                  <a:pt x="328343" y="48570"/>
                </a:cubicBezTo>
                <a:cubicBezTo>
                  <a:pt x="328142" y="48821"/>
                  <a:pt x="327799" y="49030"/>
                  <a:pt x="327313" y="49198"/>
                </a:cubicBezTo>
                <a:cubicBezTo>
                  <a:pt x="326828" y="49365"/>
                  <a:pt x="326184" y="49490"/>
                  <a:pt x="325381" y="49574"/>
                </a:cubicBezTo>
                <a:cubicBezTo>
                  <a:pt x="324577" y="49658"/>
                  <a:pt x="323557" y="49700"/>
                  <a:pt x="322318" y="49700"/>
                </a:cubicBezTo>
                <a:cubicBezTo>
                  <a:pt x="321080" y="49700"/>
                  <a:pt x="320059" y="49658"/>
                  <a:pt x="319256" y="49574"/>
                </a:cubicBezTo>
                <a:cubicBezTo>
                  <a:pt x="318453" y="49490"/>
                  <a:pt x="317809" y="49365"/>
                  <a:pt x="317323" y="49198"/>
                </a:cubicBezTo>
                <a:cubicBezTo>
                  <a:pt x="316838" y="49030"/>
                  <a:pt x="316495" y="48821"/>
                  <a:pt x="316294" y="48570"/>
                </a:cubicBezTo>
                <a:cubicBezTo>
                  <a:pt x="316093" y="48319"/>
                  <a:pt x="315993" y="48026"/>
                  <a:pt x="315993" y="47691"/>
                </a:cubicBezTo>
                <a:lnTo>
                  <a:pt x="315993" y="2912"/>
                </a:lnTo>
                <a:cubicBezTo>
                  <a:pt x="315993" y="2577"/>
                  <a:pt x="316077" y="2284"/>
                  <a:pt x="316244" y="2033"/>
                </a:cubicBezTo>
                <a:cubicBezTo>
                  <a:pt x="316411" y="1782"/>
                  <a:pt x="316713" y="1573"/>
                  <a:pt x="317148" y="1406"/>
                </a:cubicBezTo>
                <a:cubicBezTo>
                  <a:pt x="317583" y="1238"/>
                  <a:pt x="318143" y="1113"/>
                  <a:pt x="318829" y="1029"/>
                </a:cubicBezTo>
                <a:cubicBezTo>
                  <a:pt x="319515" y="945"/>
                  <a:pt x="320377" y="904"/>
                  <a:pt x="321415" y="904"/>
                </a:cubicBezTo>
                <a:cubicBezTo>
                  <a:pt x="322486" y="904"/>
                  <a:pt x="323373" y="945"/>
                  <a:pt x="324075" y="1029"/>
                </a:cubicBezTo>
                <a:cubicBezTo>
                  <a:pt x="324778" y="1113"/>
                  <a:pt x="325322" y="1238"/>
                  <a:pt x="325707" y="1406"/>
                </a:cubicBezTo>
                <a:cubicBezTo>
                  <a:pt x="326092" y="1573"/>
                  <a:pt x="326368" y="1782"/>
                  <a:pt x="326535" y="2033"/>
                </a:cubicBezTo>
                <a:cubicBezTo>
                  <a:pt x="326703" y="2284"/>
                  <a:pt x="326786" y="2577"/>
                  <a:pt x="326786" y="2912"/>
                </a:cubicBezTo>
                <a:lnTo>
                  <a:pt x="326786" y="8484"/>
                </a:lnTo>
                <a:cubicBezTo>
                  <a:pt x="327958" y="6800"/>
                  <a:pt x="329062" y="5411"/>
                  <a:pt x="330100" y="4317"/>
                </a:cubicBezTo>
                <a:cubicBezTo>
                  <a:pt x="331137" y="3223"/>
                  <a:pt x="332124" y="2357"/>
                  <a:pt x="333062" y="1718"/>
                </a:cubicBezTo>
                <a:cubicBezTo>
                  <a:pt x="333999" y="1078"/>
                  <a:pt x="334936" y="632"/>
                  <a:pt x="335873" y="380"/>
                </a:cubicBezTo>
                <a:cubicBezTo>
                  <a:pt x="336810" y="127"/>
                  <a:pt x="337747" y="0"/>
                  <a:pt x="338684" y="0"/>
                </a:cubicBezTo>
                <a:cubicBezTo>
                  <a:pt x="339119" y="0"/>
                  <a:pt x="339588" y="25"/>
                  <a:pt x="340090" y="75"/>
                </a:cubicBezTo>
                <a:cubicBezTo>
                  <a:pt x="340592" y="126"/>
                  <a:pt x="341111" y="209"/>
                  <a:pt x="341646" y="326"/>
                </a:cubicBezTo>
                <a:cubicBezTo>
                  <a:pt x="342182" y="443"/>
                  <a:pt x="342650" y="577"/>
                  <a:pt x="343052" y="728"/>
                </a:cubicBezTo>
                <a:cubicBezTo>
                  <a:pt x="343453" y="879"/>
                  <a:pt x="343746" y="1038"/>
                  <a:pt x="343930" y="1205"/>
                </a:cubicBezTo>
                <a:cubicBezTo>
                  <a:pt x="344114" y="1372"/>
                  <a:pt x="344248" y="1556"/>
                  <a:pt x="344332" y="1757"/>
                </a:cubicBezTo>
                <a:cubicBezTo>
                  <a:pt x="344415" y="1958"/>
                  <a:pt x="344491" y="2234"/>
                  <a:pt x="344558" y="2585"/>
                </a:cubicBezTo>
                <a:cubicBezTo>
                  <a:pt x="344625" y="2937"/>
                  <a:pt x="344675" y="3464"/>
                  <a:pt x="344708" y="4167"/>
                </a:cubicBezTo>
                <a:cubicBezTo>
                  <a:pt x="344742" y="4870"/>
                  <a:pt x="344759" y="5823"/>
                  <a:pt x="344759" y="7028"/>
                </a:cubicBezTo>
                <a:close/>
                <a:moveTo>
                  <a:pt x="379464" y="49398"/>
                </a:moveTo>
                <a:lnTo>
                  <a:pt x="374042" y="65306"/>
                </a:lnTo>
                <a:cubicBezTo>
                  <a:pt x="373741" y="66145"/>
                  <a:pt x="372921" y="66749"/>
                  <a:pt x="371582" y="67118"/>
                </a:cubicBezTo>
                <a:cubicBezTo>
                  <a:pt x="370243" y="67487"/>
                  <a:pt x="368286" y="67672"/>
                  <a:pt x="365709" y="67672"/>
                </a:cubicBezTo>
                <a:cubicBezTo>
                  <a:pt x="364370" y="67672"/>
                  <a:pt x="363299" y="67613"/>
                  <a:pt x="362496" y="67494"/>
                </a:cubicBezTo>
                <a:cubicBezTo>
                  <a:pt x="361692" y="67377"/>
                  <a:pt x="361090" y="67184"/>
                  <a:pt x="360688" y="66916"/>
                </a:cubicBezTo>
                <a:cubicBezTo>
                  <a:pt x="360287" y="66648"/>
                  <a:pt x="360069" y="66313"/>
                  <a:pt x="360036" y="65910"/>
                </a:cubicBezTo>
                <a:cubicBezTo>
                  <a:pt x="360002" y="65507"/>
                  <a:pt x="360103" y="65020"/>
                  <a:pt x="360337" y="64449"/>
                </a:cubicBezTo>
                <a:lnTo>
                  <a:pt x="366311" y="49398"/>
                </a:lnTo>
                <a:cubicBezTo>
                  <a:pt x="365876" y="49198"/>
                  <a:pt x="365483" y="48888"/>
                  <a:pt x="365131" y="48470"/>
                </a:cubicBezTo>
                <a:cubicBezTo>
                  <a:pt x="364780" y="48051"/>
                  <a:pt x="364520" y="47608"/>
                  <a:pt x="364353" y="47139"/>
                </a:cubicBezTo>
                <a:lnTo>
                  <a:pt x="348941" y="5974"/>
                </a:lnTo>
                <a:cubicBezTo>
                  <a:pt x="348506" y="4803"/>
                  <a:pt x="348289" y="3907"/>
                  <a:pt x="348289" y="3288"/>
                </a:cubicBezTo>
                <a:cubicBezTo>
                  <a:pt x="348289" y="2669"/>
                  <a:pt x="348489" y="2184"/>
                  <a:pt x="348891" y="1832"/>
                </a:cubicBezTo>
                <a:cubicBezTo>
                  <a:pt x="349293" y="1481"/>
                  <a:pt x="349970" y="1238"/>
                  <a:pt x="350924" y="1104"/>
                </a:cubicBezTo>
                <a:cubicBezTo>
                  <a:pt x="351878" y="971"/>
                  <a:pt x="353141" y="904"/>
                  <a:pt x="354714" y="904"/>
                </a:cubicBezTo>
                <a:cubicBezTo>
                  <a:pt x="356154" y="904"/>
                  <a:pt x="357291" y="929"/>
                  <a:pt x="358128" y="979"/>
                </a:cubicBezTo>
                <a:cubicBezTo>
                  <a:pt x="358965" y="1029"/>
                  <a:pt x="359617" y="1155"/>
                  <a:pt x="360086" y="1355"/>
                </a:cubicBezTo>
                <a:cubicBezTo>
                  <a:pt x="360555" y="1556"/>
                  <a:pt x="360906" y="1866"/>
                  <a:pt x="361140" y="2284"/>
                </a:cubicBezTo>
                <a:cubicBezTo>
                  <a:pt x="361374" y="2703"/>
                  <a:pt x="361609" y="3297"/>
                  <a:pt x="361843" y="4066"/>
                </a:cubicBezTo>
                <a:lnTo>
                  <a:pt x="372385" y="34037"/>
                </a:lnTo>
                <a:lnTo>
                  <a:pt x="372536" y="34037"/>
                </a:lnTo>
                <a:lnTo>
                  <a:pt x="382175" y="3464"/>
                </a:lnTo>
                <a:cubicBezTo>
                  <a:pt x="382375" y="2594"/>
                  <a:pt x="382635" y="2016"/>
                  <a:pt x="382953" y="1732"/>
                </a:cubicBezTo>
                <a:cubicBezTo>
                  <a:pt x="383271" y="1447"/>
                  <a:pt x="383798" y="1238"/>
                  <a:pt x="384534" y="1104"/>
                </a:cubicBezTo>
                <a:cubicBezTo>
                  <a:pt x="385270" y="971"/>
                  <a:pt x="386559" y="904"/>
                  <a:pt x="388400" y="904"/>
                </a:cubicBezTo>
                <a:cubicBezTo>
                  <a:pt x="389839" y="904"/>
                  <a:pt x="391035" y="971"/>
                  <a:pt x="391989" y="1104"/>
                </a:cubicBezTo>
                <a:cubicBezTo>
                  <a:pt x="392943" y="1238"/>
                  <a:pt x="393646" y="1489"/>
                  <a:pt x="394098" y="1857"/>
                </a:cubicBezTo>
                <a:cubicBezTo>
                  <a:pt x="394549" y="2226"/>
                  <a:pt x="394775" y="2719"/>
                  <a:pt x="394775" y="3338"/>
                </a:cubicBezTo>
                <a:cubicBezTo>
                  <a:pt x="394775" y="3958"/>
                  <a:pt x="394641" y="4685"/>
                  <a:pt x="394374" y="5522"/>
                </a:cubicBezTo>
                <a:lnTo>
                  <a:pt x="379464" y="49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77E8B-C775-40F3-9BB8-6877B020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98" y="1817538"/>
            <a:ext cx="10" cy="302007"/>
          </a:xfrm>
          <a:custGeom xmlns:a="http://schemas.openxmlformats.org/drawingml/2006/main">
            <a:pathLst>
              <a:path w="1" h="302007" fill="none">
                <a:moveTo>
                  <a:pt x="0" y="3020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00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6E59D-9E99-46D9-8D8A-1A5B6374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63" y="1784977"/>
            <a:ext cx="39076" cy="39076"/>
          </a:xfrm>
          <a:custGeom xmlns:a="http://schemas.openxmlformats.org/drawingml/2006/main">
            <a:pathLst>
              <a:path w="39076" h="39076">
                <a:moveTo>
                  <a:pt x="39076" y="39076"/>
                </a:moveTo>
                <a:lnTo>
                  <a:pt x="0" y="39076"/>
                </a:lnTo>
                <a:lnTo>
                  <a:pt x="19538" y="0"/>
                </a:lnTo>
                <a:lnTo>
                  <a:pt x="39076" y="39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DF8E9-6033-4395-83D8-28ABB701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72" y="1297057"/>
            <a:ext cx="480517" cy="204694"/>
          </a:xfrm>
          <a:custGeom xmlns:a="http://schemas.openxmlformats.org/drawingml/2006/main">
            <a:pathLst>
              <a:path w="480517" h="204694" fill="none">
                <a:moveTo>
                  <a:pt x="0" y="204694"/>
                </a:moveTo>
                <a:lnTo>
                  <a:pt x="4805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25" cap="flat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2F465-CAA6-4381-A370-50ED88B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40" y="1281636"/>
            <a:ext cx="43609" cy="35950"/>
          </a:xfrm>
          <a:custGeom xmlns:a="http://schemas.openxmlformats.org/drawingml/2006/main">
            <a:pathLst>
              <a:path w="43609" h="35950">
                <a:moveTo>
                  <a:pt x="15318" y="35950"/>
                </a:moveTo>
                <a:lnTo>
                  <a:pt x="0" y="0"/>
                </a:lnTo>
                <a:lnTo>
                  <a:pt x="43609" y="2657"/>
                </a:lnTo>
                <a:lnTo>
                  <a:pt x="15318" y="35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7FBAC-9DD3-44A8-BF18-8733D44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83" y="1391044"/>
            <a:ext cx="284269" cy="159551"/>
          </a:xfrm>
          <a:custGeom xmlns:a="http://schemas.openxmlformats.org/drawingml/2006/main">
            <a:pathLst>
              <a:path w="284269" h="159551">
                <a:moveTo>
                  <a:pt x="21060" y="116654"/>
                </a:moveTo>
                <a:cubicBezTo>
                  <a:pt x="21188" y="116944"/>
                  <a:pt x="21332" y="117395"/>
                  <a:pt x="21495" y="118003"/>
                </a:cubicBezTo>
                <a:cubicBezTo>
                  <a:pt x="21657" y="118611"/>
                  <a:pt x="21784" y="119242"/>
                  <a:pt x="21865" y="119896"/>
                </a:cubicBezTo>
                <a:cubicBezTo>
                  <a:pt x="21946" y="120550"/>
                  <a:pt x="21969" y="121141"/>
                  <a:pt x="21923" y="121668"/>
                </a:cubicBezTo>
                <a:cubicBezTo>
                  <a:pt x="21877" y="122194"/>
                  <a:pt x="21709" y="122519"/>
                  <a:pt x="21414" y="122646"/>
                </a:cubicBezTo>
                <a:cubicBezTo>
                  <a:pt x="21101" y="122785"/>
                  <a:pt x="20678" y="122825"/>
                  <a:pt x="20157" y="122785"/>
                </a:cubicBezTo>
                <a:cubicBezTo>
                  <a:pt x="19631" y="122739"/>
                  <a:pt x="19005" y="122704"/>
                  <a:pt x="18276" y="122692"/>
                </a:cubicBezTo>
                <a:cubicBezTo>
                  <a:pt x="17546" y="122675"/>
                  <a:pt x="16730" y="122739"/>
                  <a:pt x="15821" y="122872"/>
                </a:cubicBezTo>
                <a:cubicBezTo>
                  <a:pt x="14918" y="123005"/>
                  <a:pt x="13917" y="123312"/>
                  <a:pt x="12823" y="123786"/>
                </a:cubicBezTo>
                <a:cubicBezTo>
                  <a:pt x="11977" y="124157"/>
                  <a:pt x="11265" y="124597"/>
                  <a:pt x="10692" y="125106"/>
                </a:cubicBezTo>
                <a:cubicBezTo>
                  <a:pt x="10119" y="125610"/>
                  <a:pt x="9697" y="126148"/>
                  <a:pt x="9425" y="126716"/>
                </a:cubicBezTo>
                <a:cubicBezTo>
                  <a:pt x="9152" y="127283"/>
                  <a:pt x="9008" y="127868"/>
                  <a:pt x="9002" y="128481"/>
                </a:cubicBezTo>
                <a:cubicBezTo>
                  <a:pt x="8990" y="129089"/>
                  <a:pt x="9118" y="129685"/>
                  <a:pt x="9367" y="130270"/>
                </a:cubicBezTo>
                <a:cubicBezTo>
                  <a:pt x="9697" y="131017"/>
                  <a:pt x="10281" y="131515"/>
                  <a:pt x="11121" y="131758"/>
                </a:cubicBezTo>
                <a:cubicBezTo>
                  <a:pt x="11960" y="131995"/>
                  <a:pt x="12938" y="132140"/>
                  <a:pt x="14056" y="132186"/>
                </a:cubicBezTo>
                <a:cubicBezTo>
                  <a:pt x="15173" y="132238"/>
                  <a:pt x="16371" y="132273"/>
                  <a:pt x="17651" y="132290"/>
                </a:cubicBezTo>
                <a:cubicBezTo>
                  <a:pt x="18930" y="132314"/>
                  <a:pt x="20186" y="132487"/>
                  <a:pt x="21425" y="132811"/>
                </a:cubicBezTo>
                <a:cubicBezTo>
                  <a:pt x="22664" y="133141"/>
                  <a:pt x="23816" y="133691"/>
                  <a:pt x="24875" y="134473"/>
                </a:cubicBezTo>
                <a:cubicBezTo>
                  <a:pt x="25935" y="135249"/>
                  <a:pt x="26809" y="136430"/>
                  <a:pt x="27492" y="138004"/>
                </a:cubicBezTo>
                <a:cubicBezTo>
                  <a:pt x="28297" y="139851"/>
                  <a:pt x="28685" y="141709"/>
                  <a:pt x="28661" y="143579"/>
                </a:cubicBezTo>
                <a:cubicBezTo>
                  <a:pt x="28638" y="145449"/>
                  <a:pt x="28204" y="147249"/>
                  <a:pt x="27353" y="148974"/>
                </a:cubicBezTo>
                <a:cubicBezTo>
                  <a:pt x="26502" y="150699"/>
                  <a:pt x="25252" y="152303"/>
                  <a:pt x="23602" y="153785"/>
                </a:cubicBezTo>
                <a:cubicBezTo>
                  <a:pt x="21952" y="155267"/>
                  <a:pt x="19920" y="156535"/>
                  <a:pt x="17489" y="157594"/>
                </a:cubicBezTo>
                <a:cubicBezTo>
                  <a:pt x="16325" y="158098"/>
                  <a:pt x="15179" y="158497"/>
                  <a:pt x="14050" y="158787"/>
                </a:cubicBezTo>
                <a:cubicBezTo>
                  <a:pt x="12921" y="159076"/>
                  <a:pt x="11885" y="159279"/>
                  <a:pt x="10941" y="159400"/>
                </a:cubicBezTo>
                <a:cubicBezTo>
                  <a:pt x="9998" y="159522"/>
                  <a:pt x="9170" y="159551"/>
                  <a:pt x="8452" y="159493"/>
                </a:cubicBezTo>
                <a:cubicBezTo>
                  <a:pt x="7728" y="159429"/>
                  <a:pt x="7167" y="159331"/>
                  <a:pt x="6762" y="159186"/>
                </a:cubicBezTo>
                <a:cubicBezTo>
                  <a:pt x="6484" y="159076"/>
                  <a:pt x="6252" y="158931"/>
                  <a:pt x="6073" y="158752"/>
                </a:cubicBezTo>
                <a:cubicBezTo>
                  <a:pt x="5893" y="158573"/>
                  <a:pt x="5731" y="158312"/>
                  <a:pt x="5581" y="157970"/>
                </a:cubicBezTo>
                <a:cubicBezTo>
                  <a:pt x="5488" y="157751"/>
                  <a:pt x="5384" y="157467"/>
                  <a:pt x="5274" y="157108"/>
                </a:cubicBezTo>
                <a:cubicBezTo>
                  <a:pt x="5158" y="156755"/>
                  <a:pt x="5054" y="156350"/>
                  <a:pt x="4961" y="155904"/>
                </a:cubicBezTo>
                <a:cubicBezTo>
                  <a:pt x="4869" y="155452"/>
                  <a:pt x="4788" y="154995"/>
                  <a:pt x="4712" y="154538"/>
                </a:cubicBezTo>
                <a:cubicBezTo>
                  <a:pt x="4643" y="154080"/>
                  <a:pt x="4608" y="153646"/>
                  <a:pt x="4608" y="153241"/>
                </a:cubicBezTo>
                <a:cubicBezTo>
                  <a:pt x="4602" y="152841"/>
                  <a:pt x="4643" y="152500"/>
                  <a:pt x="4724" y="152216"/>
                </a:cubicBezTo>
                <a:cubicBezTo>
                  <a:pt x="4805" y="151938"/>
                  <a:pt x="4938" y="151759"/>
                  <a:pt x="5135" y="151672"/>
                </a:cubicBezTo>
                <a:cubicBezTo>
                  <a:pt x="5476" y="151522"/>
                  <a:pt x="5911" y="151504"/>
                  <a:pt x="6455" y="151620"/>
                </a:cubicBezTo>
                <a:cubicBezTo>
                  <a:pt x="6993" y="151730"/>
                  <a:pt x="7665" y="151817"/>
                  <a:pt x="8475" y="151886"/>
                </a:cubicBezTo>
                <a:cubicBezTo>
                  <a:pt x="9280" y="151950"/>
                  <a:pt x="10229" y="151927"/>
                  <a:pt x="11323" y="151817"/>
                </a:cubicBezTo>
                <a:cubicBezTo>
                  <a:pt x="12412" y="151701"/>
                  <a:pt x="13674" y="151330"/>
                  <a:pt x="15104" y="150711"/>
                </a:cubicBezTo>
                <a:cubicBezTo>
                  <a:pt x="16099" y="150277"/>
                  <a:pt x="16915" y="149785"/>
                  <a:pt x="17552" y="149235"/>
                </a:cubicBezTo>
                <a:cubicBezTo>
                  <a:pt x="18195" y="148679"/>
                  <a:pt x="18670" y="148094"/>
                  <a:pt x="18971" y="147469"/>
                </a:cubicBezTo>
                <a:cubicBezTo>
                  <a:pt x="19277" y="146844"/>
                  <a:pt x="19428" y="146219"/>
                  <a:pt x="19428" y="145582"/>
                </a:cubicBezTo>
                <a:cubicBezTo>
                  <a:pt x="19428" y="144951"/>
                  <a:pt x="19295" y="144326"/>
                  <a:pt x="19028" y="143724"/>
                </a:cubicBezTo>
                <a:cubicBezTo>
                  <a:pt x="18664" y="142873"/>
                  <a:pt x="18062" y="142311"/>
                  <a:pt x="17234" y="142033"/>
                </a:cubicBezTo>
                <a:cubicBezTo>
                  <a:pt x="16412" y="141761"/>
                  <a:pt x="15445" y="141588"/>
                  <a:pt x="14351" y="141518"/>
                </a:cubicBezTo>
                <a:cubicBezTo>
                  <a:pt x="13251" y="141449"/>
                  <a:pt x="12070" y="141397"/>
                  <a:pt x="10802" y="141373"/>
                </a:cubicBezTo>
                <a:cubicBezTo>
                  <a:pt x="9534" y="141344"/>
                  <a:pt x="8301" y="141177"/>
                  <a:pt x="7097" y="140864"/>
                </a:cubicBezTo>
                <a:cubicBezTo>
                  <a:pt x="5893" y="140551"/>
                  <a:pt x="4770" y="140001"/>
                  <a:pt x="3717" y="139220"/>
                </a:cubicBezTo>
                <a:cubicBezTo>
                  <a:pt x="2669" y="138433"/>
                  <a:pt x="1806" y="137252"/>
                  <a:pt x="1117" y="135677"/>
                </a:cubicBezTo>
                <a:cubicBezTo>
                  <a:pt x="370" y="133952"/>
                  <a:pt x="0" y="132209"/>
                  <a:pt x="12" y="130444"/>
                </a:cubicBezTo>
                <a:cubicBezTo>
                  <a:pt x="23" y="128678"/>
                  <a:pt x="417" y="126970"/>
                  <a:pt x="1198" y="125315"/>
                </a:cubicBezTo>
                <a:cubicBezTo>
                  <a:pt x="1980" y="123665"/>
                  <a:pt x="3132" y="122137"/>
                  <a:pt x="4660" y="120741"/>
                </a:cubicBezTo>
                <a:cubicBezTo>
                  <a:pt x="6188" y="119340"/>
                  <a:pt x="8087" y="118142"/>
                  <a:pt x="10368" y="117152"/>
                </a:cubicBezTo>
                <a:cubicBezTo>
                  <a:pt x="11387" y="116706"/>
                  <a:pt x="12406" y="116342"/>
                  <a:pt x="13425" y="116058"/>
                </a:cubicBezTo>
                <a:cubicBezTo>
                  <a:pt x="14438" y="115774"/>
                  <a:pt x="15376" y="115578"/>
                  <a:pt x="16238" y="115462"/>
                </a:cubicBezTo>
                <a:cubicBezTo>
                  <a:pt x="17095" y="115352"/>
                  <a:pt x="17871" y="115300"/>
                  <a:pt x="18554" y="115323"/>
                </a:cubicBezTo>
                <a:cubicBezTo>
                  <a:pt x="19243" y="115340"/>
                  <a:pt x="19764" y="115433"/>
                  <a:pt x="20123" y="115589"/>
                </a:cubicBezTo>
                <a:cubicBezTo>
                  <a:pt x="20493" y="115717"/>
                  <a:pt x="20806" y="116070"/>
                  <a:pt x="21060" y="116654"/>
                </a:cubicBezTo>
                <a:moveTo>
                  <a:pt x="67234" y="133529"/>
                </a:moveTo>
                <a:cubicBezTo>
                  <a:pt x="67291" y="133790"/>
                  <a:pt x="67280" y="134050"/>
                  <a:pt x="67199" y="134299"/>
                </a:cubicBezTo>
                <a:cubicBezTo>
                  <a:pt x="67124" y="134548"/>
                  <a:pt x="66944" y="134803"/>
                  <a:pt x="66660" y="135052"/>
                </a:cubicBezTo>
                <a:cubicBezTo>
                  <a:pt x="66383" y="135301"/>
                  <a:pt x="66000" y="135573"/>
                  <a:pt x="65520" y="135851"/>
                </a:cubicBezTo>
                <a:cubicBezTo>
                  <a:pt x="65034" y="136134"/>
                  <a:pt x="64414" y="136441"/>
                  <a:pt x="63662" y="136765"/>
                </a:cubicBezTo>
                <a:cubicBezTo>
                  <a:pt x="62915" y="137095"/>
                  <a:pt x="62284" y="137333"/>
                  <a:pt x="61786" y="137477"/>
                </a:cubicBezTo>
                <a:cubicBezTo>
                  <a:pt x="61288" y="137622"/>
                  <a:pt x="60883" y="137697"/>
                  <a:pt x="60565" y="137703"/>
                </a:cubicBezTo>
                <a:cubicBezTo>
                  <a:pt x="60252" y="137709"/>
                  <a:pt x="60015" y="137639"/>
                  <a:pt x="59847" y="137495"/>
                </a:cubicBezTo>
                <a:cubicBezTo>
                  <a:pt x="59685" y="137350"/>
                  <a:pt x="59586" y="137142"/>
                  <a:pt x="59552" y="136870"/>
                </a:cubicBezTo>
                <a:lnTo>
                  <a:pt x="58237" y="131162"/>
                </a:lnTo>
                <a:cubicBezTo>
                  <a:pt x="58122" y="132227"/>
                  <a:pt x="57832" y="133367"/>
                  <a:pt x="57358" y="134600"/>
                </a:cubicBezTo>
                <a:cubicBezTo>
                  <a:pt x="56883" y="135833"/>
                  <a:pt x="56246" y="137043"/>
                  <a:pt x="55453" y="138242"/>
                </a:cubicBezTo>
                <a:cubicBezTo>
                  <a:pt x="54660" y="139434"/>
                  <a:pt x="53716" y="140534"/>
                  <a:pt x="52622" y="141530"/>
                </a:cubicBezTo>
                <a:cubicBezTo>
                  <a:pt x="51528" y="142525"/>
                  <a:pt x="50301" y="143319"/>
                  <a:pt x="48940" y="143909"/>
                </a:cubicBezTo>
                <a:cubicBezTo>
                  <a:pt x="47244" y="144650"/>
                  <a:pt x="45704" y="145038"/>
                  <a:pt x="44321" y="145078"/>
                </a:cubicBezTo>
                <a:cubicBezTo>
                  <a:pt x="42937" y="145113"/>
                  <a:pt x="41710" y="144882"/>
                  <a:pt x="40639" y="144384"/>
                </a:cubicBezTo>
                <a:cubicBezTo>
                  <a:pt x="39574" y="143880"/>
                  <a:pt x="38624" y="143133"/>
                  <a:pt x="37802" y="142132"/>
                </a:cubicBezTo>
                <a:cubicBezTo>
                  <a:pt x="36980" y="141136"/>
                  <a:pt x="36274" y="139967"/>
                  <a:pt x="35695" y="138635"/>
                </a:cubicBezTo>
                <a:cubicBezTo>
                  <a:pt x="35336" y="137807"/>
                  <a:pt x="35024" y="136945"/>
                  <a:pt x="34757" y="136036"/>
                </a:cubicBezTo>
                <a:cubicBezTo>
                  <a:pt x="34491" y="135127"/>
                  <a:pt x="34254" y="134183"/>
                  <a:pt x="34028" y="133217"/>
                </a:cubicBezTo>
                <a:lnTo>
                  <a:pt x="29275" y="111346"/>
                </a:lnTo>
                <a:cubicBezTo>
                  <a:pt x="29223" y="111085"/>
                  <a:pt x="29246" y="110825"/>
                  <a:pt x="29344" y="110558"/>
                </a:cubicBezTo>
                <a:cubicBezTo>
                  <a:pt x="29449" y="110298"/>
                  <a:pt x="29663" y="110032"/>
                  <a:pt x="29993" y="109760"/>
                </a:cubicBezTo>
                <a:cubicBezTo>
                  <a:pt x="30323" y="109488"/>
                  <a:pt x="30774" y="109187"/>
                  <a:pt x="31353" y="108862"/>
                </a:cubicBezTo>
                <a:cubicBezTo>
                  <a:pt x="31938" y="108538"/>
                  <a:pt x="32662" y="108185"/>
                  <a:pt x="33536" y="107809"/>
                </a:cubicBezTo>
                <a:cubicBezTo>
                  <a:pt x="34433" y="107415"/>
                  <a:pt x="35180" y="107126"/>
                  <a:pt x="35776" y="106940"/>
                </a:cubicBezTo>
                <a:cubicBezTo>
                  <a:pt x="36372" y="106755"/>
                  <a:pt x="36853" y="106645"/>
                  <a:pt x="37218" y="106616"/>
                </a:cubicBezTo>
                <a:cubicBezTo>
                  <a:pt x="37582" y="106587"/>
                  <a:pt x="37854" y="106645"/>
                  <a:pt x="38045" y="106778"/>
                </a:cubicBezTo>
                <a:cubicBezTo>
                  <a:pt x="38231" y="106911"/>
                  <a:pt x="38352" y="107108"/>
                  <a:pt x="38410" y="107375"/>
                </a:cubicBezTo>
                <a:lnTo>
                  <a:pt x="43041" y="128557"/>
                </a:lnTo>
                <a:cubicBezTo>
                  <a:pt x="43151" y="129147"/>
                  <a:pt x="43302" y="129743"/>
                  <a:pt x="43499" y="130351"/>
                </a:cubicBezTo>
                <a:cubicBezTo>
                  <a:pt x="43690" y="130959"/>
                  <a:pt x="43904" y="131532"/>
                  <a:pt x="44135" y="132065"/>
                </a:cubicBezTo>
                <a:cubicBezTo>
                  <a:pt x="44384" y="132649"/>
                  <a:pt x="44668" y="133153"/>
                  <a:pt x="44986" y="133576"/>
                </a:cubicBezTo>
                <a:cubicBezTo>
                  <a:pt x="45299" y="134004"/>
                  <a:pt x="45652" y="134334"/>
                  <a:pt x="46046" y="134566"/>
                </a:cubicBezTo>
                <a:cubicBezTo>
                  <a:pt x="46434" y="134797"/>
                  <a:pt x="46856" y="134919"/>
                  <a:pt x="47302" y="134924"/>
                </a:cubicBezTo>
                <a:cubicBezTo>
                  <a:pt x="47754" y="134930"/>
                  <a:pt x="48246" y="134820"/>
                  <a:pt x="48778" y="134589"/>
                </a:cubicBezTo>
                <a:cubicBezTo>
                  <a:pt x="49774" y="134155"/>
                  <a:pt x="50671" y="133385"/>
                  <a:pt x="51470" y="132267"/>
                </a:cubicBezTo>
                <a:cubicBezTo>
                  <a:pt x="52269" y="131156"/>
                  <a:pt x="52912" y="129824"/>
                  <a:pt x="53392" y="128273"/>
                </a:cubicBezTo>
                <a:cubicBezTo>
                  <a:pt x="53873" y="126727"/>
                  <a:pt x="54156" y="125014"/>
                  <a:pt x="54249" y="123138"/>
                </a:cubicBezTo>
                <a:cubicBezTo>
                  <a:pt x="54347" y="121268"/>
                  <a:pt x="54197" y="119346"/>
                  <a:pt x="53803" y="117384"/>
                </a:cubicBezTo>
                <a:lnTo>
                  <a:pt x="50457" y="102135"/>
                </a:lnTo>
                <a:cubicBezTo>
                  <a:pt x="50376" y="101881"/>
                  <a:pt x="50393" y="101620"/>
                  <a:pt x="50509" y="101354"/>
                </a:cubicBezTo>
                <a:cubicBezTo>
                  <a:pt x="50625" y="101088"/>
                  <a:pt x="50845" y="100816"/>
                  <a:pt x="51175" y="100544"/>
                </a:cubicBezTo>
                <a:cubicBezTo>
                  <a:pt x="51499" y="100271"/>
                  <a:pt x="51956" y="99976"/>
                  <a:pt x="52535" y="99652"/>
                </a:cubicBezTo>
                <a:cubicBezTo>
                  <a:pt x="53114" y="99322"/>
                  <a:pt x="53844" y="98975"/>
                  <a:pt x="54718" y="98593"/>
                </a:cubicBezTo>
                <a:cubicBezTo>
                  <a:pt x="55615" y="98199"/>
                  <a:pt x="56362" y="97915"/>
                  <a:pt x="56958" y="97724"/>
                </a:cubicBezTo>
                <a:cubicBezTo>
                  <a:pt x="57554" y="97539"/>
                  <a:pt x="58041" y="97429"/>
                  <a:pt x="58417" y="97394"/>
                </a:cubicBezTo>
                <a:cubicBezTo>
                  <a:pt x="58787" y="97360"/>
                  <a:pt x="59065" y="97412"/>
                  <a:pt x="59239" y="97556"/>
                </a:cubicBezTo>
                <a:cubicBezTo>
                  <a:pt x="59418" y="97695"/>
                  <a:pt x="59534" y="97898"/>
                  <a:pt x="59592" y="98158"/>
                </a:cubicBezTo>
                <a:lnTo>
                  <a:pt x="67234" y="133529"/>
                </a:lnTo>
                <a:close/>
                <a:moveTo>
                  <a:pt x="127526" y="107253"/>
                </a:moveTo>
                <a:cubicBezTo>
                  <a:pt x="127584" y="107513"/>
                  <a:pt x="127561" y="107780"/>
                  <a:pt x="127457" y="108040"/>
                </a:cubicBezTo>
                <a:cubicBezTo>
                  <a:pt x="127352" y="108301"/>
                  <a:pt x="127138" y="108573"/>
                  <a:pt x="126802" y="108868"/>
                </a:cubicBezTo>
                <a:cubicBezTo>
                  <a:pt x="126467" y="109158"/>
                  <a:pt x="126015" y="109459"/>
                  <a:pt x="125448" y="109783"/>
                </a:cubicBezTo>
                <a:cubicBezTo>
                  <a:pt x="124875" y="110101"/>
                  <a:pt x="124145" y="110454"/>
                  <a:pt x="123248" y="110842"/>
                </a:cubicBezTo>
                <a:cubicBezTo>
                  <a:pt x="122374" y="111224"/>
                  <a:pt x="121633" y="111514"/>
                  <a:pt x="121025" y="111705"/>
                </a:cubicBezTo>
                <a:cubicBezTo>
                  <a:pt x="120417" y="111896"/>
                  <a:pt x="119925" y="112000"/>
                  <a:pt x="119560" y="112017"/>
                </a:cubicBezTo>
                <a:cubicBezTo>
                  <a:pt x="119190" y="112035"/>
                  <a:pt x="118912" y="111971"/>
                  <a:pt x="118721" y="111838"/>
                </a:cubicBezTo>
                <a:cubicBezTo>
                  <a:pt x="118536" y="111705"/>
                  <a:pt x="118426" y="111502"/>
                  <a:pt x="118391" y="111224"/>
                </a:cubicBezTo>
                <a:lnTo>
                  <a:pt x="113818" y="90060"/>
                </a:lnTo>
                <a:cubicBezTo>
                  <a:pt x="113667" y="89463"/>
                  <a:pt x="113517" y="88873"/>
                  <a:pt x="113349" y="88294"/>
                </a:cubicBezTo>
                <a:cubicBezTo>
                  <a:pt x="113187" y="87715"/>
                  <a:pt x="112978" y="87148"/>
                  <a:pt x="112741" y="86592"/>
                </a:cubicBezTo>
                <a:cubicBezTo>
                  <a:pt x="112243" y="85452"/>
                  <a:pt x="111629" y="84624"/>
                  <a:pt x="110900" y="84103"/>
                </a:cubicBezTo>
                <a:cubicBezTo>
                  <a:pt x="110165" y="83582"/>
                  <a:pt x="109256" y="83564"/>
                  <a:pt x="108162" y="84039"/>
                </a:cubicBezTo>
                <a:cubicBezTo>
                  <a:pt x="107195" y="84462"/>
                  <a:pt x="106327" y="85214"/>
                  <a:pt x="105557" y="86297"/>
                </a:cubicBezTo>
                <a:cubicBezTo>
                  <a:pt x="104787" y="87385"/>
                  <a:pt x="104156" y="88676"/>
                  <a:pt x="103670" y="90170"/>
                </a:cubicBezTo>
                <a:cubicBezTo>
                  <a:pt x="103183" y="91669"/>
                  <a:pt x="102882" y="93296"/>
                  <a:pt x="102766" y="95061"/>
                </a:cubicBezTo>
                <a:cubicBezTo>
                  <a:pt x="102657" y="96827"/>
                  <a:pt x="102795" y="98593"/>
                  <a:pt x="103189" y="100352"/>
                </a:cubicBezTo>
                <a:lnTo>
                  <a:pt x="106639" y="116342"/>
                </a:lnTo>
                <a:cubicBezTo>
                  <a:pt x="106697" y="116602"/>
                  <a:pt x="106674" y="116863"/>
                  <a:pt x="106570" y="117129"/>
                </a:cubicBezTo>
                <a:cubicBezTo>
                  <a:pt x="106466" y="117390"/>
                  <a:pt x="106246" y="117662"/>
                  <a:pt x="105910" y="117951"/>
                </a:cubicBezTo>
                <a:cubicBezTo>
                  <a:pt x="105574" y="118246"/>
                  <a:pt x="105123" y="118547"/>
                  <a:pt x="104555" y="118866"/>
                </a:cubicBezTo>
                <a:cubicBezTo>
                  <a:pt x="103988" y="119190"/>
                  <a:pt x="103259" y="119543"/>
                  <a:pt x="102355" y="119931"/>
                </a:cubicBezTo>
                <a:cubicBezTo>
                  <a:pt x="101487" y="120313"/>
                  <a:pt x="100752" y="120597"/>
                  <a:pt x="100156" y="120782"/>
                </a:cubicBezTo>
                <a:cubicBezTo>
                  <a:pt x="99559" y="120973"/>
                  <a:pt x="99073" y="121071"/>
                  <a:pt x="98708" y="121089"/>
                </a:cubicBezTo>
                <a:cubicBezTo>
                  <a:pt x="98338" y="121106"/>
                  <a:pt x="98060" y="121048"/>
                  <a:pt x="97869" y="120909"/>
                </a:cubicBezTo>
                <a:cubicBezTo>
                  <a:pt x="97684" y="120776"/>
                  <a:pt x="97562" y="120579"/>
                  <a:pt x="97504" y="120313"/>
                </a:cubicBezTo>
                <a:lnTo>
                  <a:pt x="92890" y="99166"/>
                </a:lnTo>
                <a:cubicBezTo>
                  <a:pt x="92792" y="98546"/>
                  <a:pt x="92647" y="97921"/>
                  <a:pt x="92445" y="97302"/>
                </a:cubicBezTo>
                <a:cubicBezTo>
                  <a:pt x="92248" y="96682"/>
                  <a:pt x="92028" y="96092"/>
                  <a:pt x="91785" y="95536"/>
                </a:cubicBezTo>
                <a:cubicBezTo>
                  <a:pt x="91322" y="94465"/>
                  <a:pt x="90720" y="93684"/>
                  <a:pt x="89984" y="93180"/>
                </a:cubicBezTo>
                <a:cubicBezTo>
                  <a:pt x="89243" y="92682"/>
                  <a:pt x="88346" y="92659"/>
                  <a:pt x="87275" y="93128"/>
                </a:cubicBezTo>
                <a:cubicBezTo>
                  <a:pt x="86308" y="93550"/>
                  <a:pt x="85434" y="94303"/>
                  <a:pt x="84664" y="95386"/>
                </a:cubicBezTo>
                <a:cubicBezTo>
                  <a:pt x="83900" y="96468"/>
                  <a:pt x="83269" y="97759"/>
                  <a:pt x="82783" y="99258"/>
                </a:cubicBezTo>
                <a:cubicBezTo>
                  <a:pt x="82291" y="100752"/>
                  <a:pt x="81990" y="102384"/>
                  <a:pt x="81880" y="104150"/>
                </a:cubicBezTo>
                <a:cubicBezTo>
                  <a:pt x="81770" y="105916"/>
                  <a:pt x="81909" y="107681"/>
                  <a:pt x="82302" y="109441"/>
                </a:cubicBezTo>
                <a:lnTo>
                  <a:pt x="85747" y="125430"/>
                </a:lnTo>
                <a:cubicBezTo>
                  <a:pt x="85805" y="125691"/>
                  <a:pt x="85782" y="125951"/>
                  <a:pt x="85683" y="126212"/>
                </a:cubicBezTo>
                <a:cubicBezTo>
                  <a:pt x="85579" y="126478"/>
                  <a:pt x="85365" y="126750"/>
                  <a:pt x="85041" y="127034"/>
                </a:cubicBezTo>
                <a:cubicBezTo>
                  <a:pt x="84716" y="127318"/>
                  <a:pt x="84265" y="127624"/>
                  <a:pt x="83686" y="127949"/>
                </a:cubicBezTo>
                <a:cubicBezTo>
                  <a:pt x="83107" y="128273"/>
                  <a:pt x="82378" y="128626"/>
                  <a:pt x="81503" y="129002"/>
                </a:cubicBezTo>
                <a:cubicBezTo>
                  <a:pt x="80606" y="129396"/>
                  <a:pt x="79859" y="129685"/>
                  <a:pt x="79263" y="129871"/>
                </a:cubicBezTo>
                <a:cubicBezTo>
                  <a:pt x="78667" y="130062"/>
                  <a:pt x="78181" y="130166"/>
                  <a:pt x="77798" y="130183"/>
                </a:cubicBezTo>
                <a:cubicBezTo>
                  <a:pt x="77416" y="130206"/>
                  <a:pt x="77139" y="130149"/>
                  <a:pt x="76965" y="130010"/>
                </a:cubicBezTo>
                <a:cubicBezTo>
                  <a:pt x="76791" y="129865"/>
                  <a:pt x="76670" y="129668"/>
                  <a:pt x="76618" y="129402"/>
                </a:cubicBezTo>
                <a:lnTo>
                  <a:pt x="68988" y="94071"/>
                </a:lnTo>
                <a:cubicBezTo>
                  <a:pt x="68936" y="93805"/>
                  <a:pt x="68941" y="93550"/>
                  <a:pt x="69022" y="93301"/>
                </a:cubicBezTo>
                <a:cubicBezTo>
                  <a:pt x="69103" y="93047"/>
                  <a:pt x="69277" y="92798"/>
                  <a:pt x="69561" y="92543"/>
                </a:cubicBezTo>
                <a:cubicBezTo>
                  <a:pt x="69839" y="92294"/>
                  <a:pt x="70226" y="92022"/>
                  <a:pt x="70724" y="91738"/>
                </a:cubicBezTo>
                <a:cubicBezTo>
                  <a:pt x="71216" y="91449"/>
                  <a:pt x="71830" y="91148"/>
                  <a:pt x="72559" y="90830"/>
                </a:cubicBezTo>
                <a:cubicBezTo>
                  <a:pt x="73312" y="90505"/>
                  <a:pt x="73937" y="90268"/>
                  <a:pt x="74435" y="90123"/>
                </a:cubicBezTo>
                <a:cubicBezTo>
                  <a:pt x="74933" y="89979"/>
                  <a:pt x="75344" y="89898"/>
                  <a:pt x="75657" y="89892"/>
                </a:cubicBezTo>
                <a:cubicBezTo>
                  <a:pt x="75969" y="89886"/>
                  <a:pt x="76207" y="89955"/>
                  <a:pt x="76374" y="90100"/>
                </a:cubicBezTo>
                <a:cubicBezTo>
                  <a:pt x="76536" y="90245"/>
                  <a:pt x="76646" y="90447"/>
                  <a:pt x="76704" y="90714"/>
                </a:cubicBezTo>
                <a:lnTo>
                  <a:pt x="77978" y="96520"/>
                </a:lnTo>
                <a:cubicBezTo>
                  <a:pt x="78117" y="95449"/>
                  <a:pt x="78418" y="94291"/>
                  <a:pt x="78881" y="93035"/>
                </a:cubicBezTo>
                <a:cubicBezTo>
                  <a:pt x="79344" y="91779"/>
                  <a:pt x="79964" y="90563"/>
                  <a:pt x="80739" y="89394"/>
                </a:cubicBezTo>
                <a:cubicBezTo>
                  <a:pt x="81515" y="88219"/>
                  <a:pt x="82435" y="87130"/>
                  <a:pt x="83518" y="86129"/>
                </a:cubicBezTo>
                <a:cubicBezTo>
                  <a:pt x="84595" y="85122"/>
                  <a:pt x="85816" y="84328"/>
                  <a:pt x="87171" y="83738"/>
                </a:cubicBezTo>
                <a:cubicBezTo>
                  <a:pt x="88578" y="83124"/>
                  <a:pt x="89880" y="82783"/>
                  <a:pt x="91073" y="82708"/>
                </a:cubicBezTo>
                <a:cubicBezTo>
                  <a:pt x="92271" y="82638"/>
                  <a:pt x="93348" y="82789"/>
                  <a:pt x="94303" y="83165"/>
                </a:cubicBezTo>
                <a:cubicBezTo>
                  <a:pt x="95258" y="83541"/>
                  <a:pt x="96109" y="84103"/>
                  <a:pt x="96850" y="84850"/>
                </a:cubicBezTo>
                <a:cubicBezTo>
                  <a:pt x="97597" y="85591"/>
                  <a:pt x="98239" y="86465"/>
                  <a:pt x="98795" y="87466"/>
                </a:cubicBezTo>
                <a:cubicBezTo>
                  <a:pt x="98969" y="86349"/>
                  <a:pt x="99299" y="85168"/>
                  <a:pt x="99779" y="83917"/>
                </a:cubicBezTo>
                <a:cubicBezTo>
                  <a:pt x="100266" y="82673"/>
                  <a:pt x="100891" y="81463"/>
                  <a:pt x="101667" y="80288"/>
                </a:cubicBezTo>
                <a:cubicBezTo>
                  <a:pt x="102437" y="79113"/>
                  <a:pt x="103357" y="78030"/>
                  <a:pt x="104422" y="77029"/>
                </a:cubicBezTo>
                <a:cubicBezTo>
                  <a:pt x="105487" y="76033"/>
                  <a:pt x="106691" y="75246"/>
                  <a:pt x="108023" y="74661"/>
                </a:cubicBezTo>
                <a:cubicBezTo>
                  <a:pt x="109725" y="73926"/>
                  <a:pt x="111253" y="73544"/>
                  <a:pt x="112608" y="73515"/>
                </a:cubicBezTo>
                <a:cubicBezTo>
                  <a:pt x="113968" y="73486"/>
                  <a:pt x="115178" y="73735"/>
                  <a:pt x="116249" y="74267"/>
                </a:cubicBezTo>
                <a:cubicBezTo>
                  <a:pt x="117314" y="74800"/>
                  <a:pt x="118252" y="75558"/>
                  <a:pt x="119057" y="76548"/>
                </a:cubicBezTo>
                <a:cubicBezTo>
                  <a:pt x="119867" y="77538"/>
                  <a:pt x="120556" y="78690"/>
                  <a:pt x="121123" y="79998"/>
                </a:cubicBezTo>
                <a:cubicBezTo>
                  <a:pt x="121494" y="80849"/>
                  <a:pt x="121818" y="81723"/>
                  <a:pt x="122096" y="82632"/>
                </a:cubicBezTo>
                <a:cubicBezTo>
                  <a:pt x="122374" y="83535"/>
                  <a:pt x="122611" y="84479"/>
                  <a:pt x="122808" y="85457"/>
                </a:cubicBezTo>
                <a:lnTo>
                  <a:pt x="127526" y="107253"/>
                </a:lnTo>
                <a:close/>
                <a:moveTo>
                  <a:pt x="187402" y="81202"/>
                </a:moveTo>
                <a:cubicBezTo>
                  <a:pt x="187460" y="81463"/>
                  <a:pt x="187437" y="81723"/>
                  <a:pt x="187338" y="81990"/>
                </a:cubicBezTo>
                <a:cubicBezTo>
                  <a:pt x="187234" y="82250"/>
                  <a:pt x="187014" y="82522"/>
                  <a:pt x="186678" y="82812"/>
                </a:cubicBezTo>
                <a:cubicBezTo>
                  <a:pt x="186342" y="83107"/>
                  <a:pt x="185891" y="83408"/>
                  <a:pt x="185324" y="83726"/>
                </a:cubicBezTo>
                <a:cubicBezTo>
                  <a:pt x="184756" y="84045"/>
                  <a:pt x="184021" y="84404"/>
                  <a:pt x="183124" y="84792"/>
                </a:cubicBezTo>
                <a:cubicBezTo>
                  <a:pt x="182250" y="85174"/>
                  <a:pt x="181509" y="85457"/>
                  <a:pt x="180901" y="85654"/>
                </a:cubicBezTo>
                <a:cubicBezTo>
                  <a:pt x="180293" y="85845"/>
                  <a:pt x="179807" y="85949"/>
                  <a:pt x="179436" y="85967"/>
                </a:cubicBezTo>
                <a:cubicBezTo>
                  <a:pt x="179066" y="85978"/>
                  <a:pt x="178788" y="85920"/>
                  <a:pt x="178603" y="85787"/>
                </a:cubicBezTo>
                <a:cubicBezTo>
                  <a:pt x="178411" y="85654"/>
                  <a:pt x="178301" y="85446"/>
                  <a:pt x="178273" y="85174"/>
                </a:cubicBezTo>
                <a:lnTo>
                  <a:pt x="173693" y="64009"/>
                </a:lnTo>
                <a:cubicBezTo>
                  <a:pt x="173549" y="63413"/>
                  <a:pt x="173392" y="62822"/>
                  <a:pt x="173230" y="62243"/>
                </a:cubicBezTo>
                <a:cubicBezTo>
                  <a:pt x="173062" y="61665"/>
                  <a:pt x="172860" y="61097"/>
                  <a:pt x="172617" y="60541"/>
                </a:cubicBezTo>
                <a:cubicBezTo>
                  <a:pt x="172119" y="59401"/>
                  <a:pt x="171505" y="58573"/>
                  <a:pt x="170776" y="58052"/>
                </a:cubicBezTo>
                <a:cubicBezTo>
                  <a:pt x="170046" y="57531"/>
                  <a:pt x="169132" y="57514"/>
                  <a:pt x="168043" y="57989"/>
                </a:cubicBezTo>
                <a:cubicBezTo>
                  <a:pt x="167071" y="58411"/>
                  <a:pt x="166202" y="59164"/>
                  <a:pt x="165433" y="60246"/>
                </a:cubicBezTo>
                <a:cubicBezTo>
                  <a:pt x="164663" y="61329"/>
                  <a:pt x="164037" y="62620"/>
                  <a:pt x="163545" y="64119"/>
                </a:cubicBezTo>
                <a:cubicBezTo>
                  <a:pt x="163059" y="65613"/>
                  <a:pt x="162758" y="67245"/>
                  <a:pt x="162648" y="69011"/>
                </a:cubicBezTo>
                <a:cubicBezTo>
                  <a:pt x="162538" y="70776"/>
                  <a:pt x="162677" y="72542"/>
                  <a:pt x="163065" y="74302"/>
                </a:cubicBezTo>
                <a:lnTo>
                  <a:pt x="166515" y="90285"/>
                </a:lnTo>
                <a:cubicBezTo>
                  <a:pt x="166573" y="90552"/>
                  <a:pt x="166550" y="90812"/>
                  <a:pt x="166446" y="91073"/>
                </a:cubicBezTo>
                <a:cubicBezTo>
                  <a:pt x="166347" y="91339"/>
                  <a:pt x="166127" y="91611"/>
                  <a:pt x="165791" y="91901"/>
                </a:cubicBezTo>
                <a:cubicBezTo>
                  <a:pt x="165456" y="92190"/>
                  <a:pt x="165004" y="92497"/>
                  <a:pt x="164437" y="92815"/>
                </a:cubicBezTo>
                <a:cubicBezTo>
                  <a:pt x="163869" y="93134"/>
                  <a:pt x="163134" y="93492"/>
                  <a:pt x="162237" y="93880"/>
                </a:cubicBezTo>
                <a:cubicBezTo>
                  <a:pt x="161363" y="94262"/>
                  <a:pt x="160628" y="94546"/>
                  <a:pt x="160031" y="94731"/>
                </a:cubicBezTo>
                <a:cubicBezTo>
                  <a:pt x="159435" y="94922"/>
                  <a:pt x="158955" y="95021"/>
                  <a:pt x="158584" y="95038"/>
                </a:cubicBezTo>
                <a:cubicBezTo>
                  <a:pt x="158214" y="95056"/>
                  <a:pt x="157936" y="94992"/>
                  <a:pt x="157751" y="94859"/>
                </a:cubicBezTo>
                <a:cubicBezTo>
                  <a:pt x="157559" y="94726"/>
                  <a:pt x="157438" y="94523"/>
                  <a:pt x="157380" y="94262"/>
                </a:cubicBezTo>
                <a:lnTo>
                  <a:pt x="152766" y="73115"/>
                </a:lnTo>
                <a:cubicBezTo>
                  <a:pt x="152674" y="72496"/>
                  <a:pt x="152523" y="71871"/>
                  <a:pt x="152326" y="71251"/>
                </a:cubicBezTo>
                <a:cubicBezTo>
                  <a:pt x="152129" y="70632"/>
                  <a:pt x="151909" y="70041"/>
                  <a:pt x="151666" y="69485"/>
                </a:cubicBezTo>
                <a:cubicBezTo>
                  <a:pt x="151197" y="68415"/>
                  <a:pt x="150601" y="67633"/>
                  <a:pt x="149860" y="67129"/>
                </a:cubicBezTo>
                <a:cubicBezTo>
                  <a:pt x="149125" y="66626"/>
                  <a:pt x="148222" y="66608"/>
                  <a:pt x="147157" y="67071"/>
                </a:cubicBezTo>
                <a:cubicBezTo>
                  <a:pt x="146184" y="67494"/>
                  <a:pt x="145316" y="68252"/>
                  <a:pt x="144546" y="69335"/>
                </a:cubicBezTo>
                <a:cubicBezTo>
                  <a:pt x="143776" y="70418"/>
                  <a:pt x="143151" y="71708"/>
                  <a:pt x="142659" y="73208"/>
                </a:cubicBezTo>
                <a:cubicBezTo>
                  <a:pt x="142172" y="74701"/>
                  <a:pt x="141871" y="76334"/>
                  <a:pt x="141761" y="78100"/>
                </a:cubicBezTo>
                <a:cubicBezTo>
                  <a:pt x="141645" y="79865"/>
                  <a:pt x="141784" y="81631"/>
                  <a:pt x="142178" y="83391"/>
                </a:cubicBezTo>
                <a:lnTo>
                  <a:pt x="145628" y="99374"/>
                </a:lnTo>
                <a:cubicBezTo>
                  <a:pt x="145686" y="99640"/>
                  <a:pt x="145663" y="99901"/>
                  <a:pt x="145559" y="100161"/>
                </a:cubicBezTo>
                <a:cubicBezTo>
                  <a:pt x="145455" y="100422"/>
                  <a:pt x="145240" y="100700"/>
                  <a:pt x="144922" y="100983"/>
                </a:cubicBezTo>
                <a:cubicBezTo>
                  <a:pt x="144598" y="101267"/>
                  <a:pt x="144146" y="101574"/>
                  <a:pt x="143562" y="101898"/>
                </a:cubicBezTo>
                <a:cubicBezTo>
                  <a:pt x="142983" y="102222"/>
                  <a:pt x="142259" y="102575"/>
                  <a:pt x="141385" y="102952"/>
                </a:cubicBezTo>
                <a:cubicBezTo>
                  <a:pt x="140488" y="103345"/>
                  <a:pt x="139741" y="103635"/>
                  <a:pt x="139145" y="103820"/>
                </a:cubicBezTo>
                <a:cubicBezTo>
                  <a:pt x="138548" y="104005"/>
                  <a:pt x="138056" y="104110"/>
                  <a:pt x="137680" y="104133"/>
                </a:cubicBezTo>
                <a:cubicBezTo>
                  <a:pt x="137298" y="104156"/>
                  <a:pt x="137020" y="104098"/>
                  <a:pt x="136841" y="103953"/>
                </a:cubicBezTo>
                <a:cubicBezTo>
                  <a:pt x="136667" y="103814"/>
                  <a:pt x="136551" y="103612"/>
                  <a:pt x="136493" y="103351"/>
                </a:cubicBezTo>
                <a:lnTo>
                  <a:pt x="128869" y="68021"/>
                </a:lnTo>
                <a:cubicBezTo>
                  <a:pt x="128811" y="67755"/>
                  <a:pt x="128823" y="67500"/>
                  <a:pt x="128898" y="67245"/>
                </a:cubicBezTo>
                <a:cubicBezTo>
                  <a:pt x="128979" y="66996"/>
                  <a:pt x="129159" y="66747"/>
                  <a:pt x="129436" y="66493"/>
                </a:cubicBezTo>
                <a:cubicBezTo>
                  <a:pt x="129720" y="66244"/>
                  <a:pt x="130108" y="65972"/>
                  <a:pt x="130600" y="65682"/>
                </a:cubicBezTo>
                <a:cubicBezTo>
                  <a:pt x="131098" y="65398"/>
                  <a:pt x="131706" y="65097"/>
                  <a:pt x="132435" y="64779"/>
                </a:cubicBezTo>
                <a:cubicBezTo>
                  <a:pt x="133188" y="64449"/>
                  <a:pt x="133813" y="64217"/>
                  <a:pt x="134311" y="64073"/>
                </a:cubicBezTo>
                <a:cubicBezTo>
                  <a:pt x="134814" y="63922"/>
                  <a:pt x="135220" y="63847"/>
                  <a:pt x="135532" y="63841"/>
                </a:cubicBezTo>
                <a:cubicBezTo>
                  <a:pt x="135851" y="63835"/>
                  <a:pt x="136088" y="63905"/>
                  <a:pt x="136250" y="64050"/>
                </a:cubicBezTo>
                <a:cubicBezTo>
                  <a:pt x="136418" y="64194"/>
                  <a:pt x="136528" y="64397"/>
                  <a:pt x="136586" y="64663"/>
                </a:cubicBezTo>
                <a:lnTo>
                  <a:pt x="137854" y="70470"/>
                </a:lnTo>
                <a:cubicBezTo>
                  <a:pt x="137993" y="69399"/>
                  <a:pt x="138299" y="68235"/>
                  <a:pt x="138763" y="66985"/>
                </a:cubicBezTo>
                <a:cubicBezTo>
                  <a:pt x="139226" y="65728"/>
                  <a:pt x="139845" y="64513"/>
                  <a:pt x="140615" y="63338"/>
                </a:cubicBezTo>
                <a:cubicBezTo>
                  <a:pt x="141391" y="62168"/>
                  <a:pt x="142317" y="61080"/>
                  <a:pt x="143394" y="60078"/>
                </a:cubicBezTo>
                <a:cubicBezTo>
                  <a:pt x="144476" y="59071"/>
                  <a:pt x="145692" y="58278"/>
                  <a:pt x="147052" y="57682"/>
                </a:cubicBezTo>
                <a:cubicBezTo>
                  <a:pt x="148459" y="57074"/>
                  <a:pt x="149756" y="56732"/>
                  <a:pt x="150954" y="56657"/>
                </a:cubicBezTo>
                <a:cubicBezTo>
                  <a:pt x="152147" y="56582"/>
                  <a:pt x="153223" y="56738"/>
                  <a:pt x="154179" y="57114"/>
                </a:cubicBezTo>
                <a:cubicBezTo>
                  <a:pt x="155140" y="57491"/>
                  <a:pt x="155991" y="58052"/>
                  <a:pt x="156732" y="58793"/>
                </a:cubicBezTo>
                <a:cubicBezTo>
                  <a:pt x="157473" y="59540"/>
                  <a:pt x="158121" y="60414"/>
                  <a:pt x="158671" y="61416"/>
                </a:cubicBezTo>
                <a:cubicBezTo>
                  <a:pt x="158850" y="60298"/>
                  <a:pt x="159180" y="59117"/>
                  <a:pt x="159661" y="57867"/>
                </a:cubicBezTo>
                <a:cubicBezTo>
                  <a:pt x="160141" y="56622"/>
                  <a:pt x="160767" y="55407"/>
                  <a:pt x="161542" y="54237"/>
                </a:cubicBezTo>
                <a:cubicBezTo>
                  <a:pt x="162318" y="53062"/>
                  <a:pt x="163233" y="51980"/>
                  <a:pt x="164304" y="50978"/>
                </a:cubicBezTo>
                <a:cubicBezTo>
                  <a:pt x="165369" y="49982"/>
                  <a:pt x="166567" y="49195"/>
                  <a:pt x="167904" y="48610"/>
                </a:cubicBezTo>
                <a:cubicBezTo>
                  <a:pt x="169601" y="47875"/>
                  <a:pt x="171129" y="47487"/>
                  <a:pt x="172489" y="47464"/>
                </a:cubicBezTo>
                <a:cubicBezTo>
                  <a:pt x="173844" y="47435"/>
                  <a:pt x="175060" y="47684"/>
                  <a:pt x="176125" y="48217"/>
                </a:cubicBezTo>
                <a:cubicBezTo>
                  <a:pt x="177196" y="48743"/>
                  <a:pt x="178134" y="49508"/>
                  <a:pt x="178938" y="50498"/>
                </a:cubicBezTo>
                <a:cubicBezTo>
                  <a:pt x="179743" y="51487"/>
                  <a:pt x="180432" y="52639"/>
                  <a:pt x="180999" y="53948"/>
                </a:cubicBezTo>
                <a:cubicBezTo>
                  <a:pt x="181370" y="54799"/>
                  <a:pt x="181694" y="55673"/>
                  <a:pt x="181972" y="56576"/>
                </a:cubicBezTo>
                <a:cubicBezTo>
                  <a:pt x="182250" y="57479"/>
                  <a:pt x="182487" y="58423"/>
                  <a:pt x="182684" y="59407"/>
                </a:cubicBezTo>
                <a:lnTo>
                  <a:pt x="187402" y="81202"/>
                </a:lnTo>
                <a:close/>
                <a:moveTo>
                  <a:pt x="226518" y="64223"/>
                </a:moveTo>
                <a:cubicBezTo>
                  <a:pt x="226646" y="64779"/>
                  <a:pt x="226420" y="65306"/>
                  <a:pt x="225847" y="65815"/>
                </a:cubicBezTo>
                <a:cubicBezTo>
                  <a:pt x="225274" y="66325"/>
                  <a:pt x="224249" y="66904"/>
                  <a:pt x="222767" y="67546"/>
                </a:cubicBezTo>
                <a:cubicBezTo>
                  <a:pt x="222020" y="67870"/>
                  <a:pt x="221395" y="68113"/>
                  <a:pt x="220903" y="68270"/>
                </a:cubicBezTo>
                <a:cubicBezTo>
                  <a:pt x="220405" y="68426"/>
                  <a:pt x="219988" y="68519"/>
                  <a:pt x="219652" y="68536"/>
                </a:cubicBezTo>
                <a:cubicBezTo>
                  <a:pt x="219311" y="68553"/>
                  <a:pt x="219062" y="68490"/>
                  <a:pt x="218894" y="68345"/>
                </a:cubicBezTo>
                <a:cubicBezTo>
                  <a:pt x="218732" y="68195"/>
                  <a:pt x="218616" y="67980"/>
                  <a:pt x="218547" y="67691"/>
                </a:cubicBezTo>
                <a:lnTo>
                  <a:pt x="217302" y="62047"/>
                </a:lnTo>
                <a:cubicBezTo>
                  <a:pt x="217279" y="62979"/>
                  <a:pt x="217053" y="64050"/>
                  <a:pt x="216625" y="65260"/>
                </a:cubicBezTo>
                <a:cubicBezTo>
                  <a:pt x="216202" y="66469"/>
                  <a:pt x="215594" y="67668"/>
                  <a:pt x="214807" y="68843"/>
                </a:cubicBezTo>
                <a:cubicBezTo>
                  <a:pt x="214025" y="70024"/>
                  <a:pt x="213070" y="71130"/>
                  <a:pt x="211947" y="72166"/>
                </a:cubicBezTo>
                <a:cubicBezTo>
                  <a:pt x="210824" y="73202"/>
                  <a:pt x="209562" y="74024"/>
                  <a:pt x="208155" y="74638"/>
                </a:cubicBezTo>
                <a:cubicBezTo>
                  <a:pt x="206216" y="75483"/>
                  <a:pt x="204450" y="75848"/>
                  <a:pt x="202870" y="75726"/>
                </a:cubicBezTo>
                <a:cubicBezTo>
                  <a:pt x="201290" y="75604"/>
                  <a:pt x="199860" y="75141"/>
                  <a:pt x="198580" y="74325"/>
                </a:cubicBezTo>
                <a:cubicBezTo>
                  <a:pt x="197307" y="73509"/>
                  <a:pt x="196178" y="72432"/>
                  <a:pt x="195211" y="71095"/>
                </a:cubicBezTo>
                <a:cubicBezTo>
                  <a:pt x="194239" y="69758"/>
                  <a:pt x="193399" y="68276"/>
                  <a:pt x="192693" y="66649"/>
                </a:cubicBezTo>
                <a:cubicBezTo>
                  <a:pt x="192027" y="65121"/>
                  <a:pt x="191448" y="63390"/>
                  <a:pt x="190950" y="61456"/>
                </a:cubicBezTo>
                <a:cubicBezTo>
                  <a:pt x="190458" y="59523"/>
                  <a:pt x="190123" y="57525"/>
                  <a:pt x="189949" y="55470"/>
                </a:cubicBezTo>
                <a:cubicBezTo>
                  <a:pt x="189770" y="53409"/>
                  <a:pt x="189798" y="51343"/>
                  <a:pt x="190018" y="49270"/>
                </a:cubicBezTo>
                <a:cubicBezTo>
                  <a:pt x="190244" y="47198"/>
                  <a:pt x="190736" y="45230"/>
                  <a:pt x="191500" y="43365"/>
                </a:cubicBezTo>
                <a:cubicBezTo>
                  <a:pt x="192259" y="41507"/>
                  <a:pt x="193330" y="39823"/>
                  <a:pt x="194708" y="38312"/>
                </a:cubicBezTo>
                <a:cubicBezTo>
                  <a:pt x="196085" y="36807"/>
                  <a:pt x="197857" y="35579"/>
                  <a:pt x="200016" y="34641"/>
                </a:cubicBezTo>
                <a:cubicBezTo>
                  <a:pt x="202031" y="33767"/>
                  <a:pt x="203993" y="33408"/>
                  <a:pt x="205909" y="33570"/>
                </a:cubicBezTo>
                <a:cubicBezTo>
                  <a:pt x="207825" y="33733"/>
                  <a:pt x="209718" y="34358"/>
                  <a:pt x="211577" y="35452"/>
                </a:cubicBezTo>
                <a:lnTo>
                  <a:pt x="210911" y="32326"/>
                </a:lnTo>
                <a:cubicBezTo>
                  <a:pt x="210784" y="31776"/>
                  <a:pt x="211009" y="31243"/>
                  <a:pt x="211582" y="30734"/>
                </a:cubicBezTo>
                <a:cubicBezTo>
                  <a:pt x="212150" y="30224"/>
                  <a:pt x="213180" y="29651"/>
                  <a:pt x="214656" y="29003"/>
                </a:cubicBezTo>
                <a:cubicBezTo>
                  <a:pt x="215386" y="28690"/>
                  <a:pt x="216005" y="28453"/>
                  <a:pt x="216515" y="28302"/>
                </a:cubicBezTo>
                <a:cubicBezTo>
                  <a:pt x="217030" y="28152"/>
                  <a:pt x="217447" y="28071"/>
                  <a:pt x="217777" y="28059"/>
                </a:cubicBezTo>
                <a:cubicBezTo>
                  <a:pt x="218101" y="28048"/>
                  <a:pt x="218350" y="28111"/>
                  <a:pt x="218529" y="28250"/>
                </a:cubicBezTo>
                <a:cubicBezTo>
                  <a:pt x="218703" y="28389"/>
                  <a:pt x="218819" y="28592"/>
                  <a:pt x="218877" y="28858"/>
                </a:cubicBezTo>
                <a:lnTo>
                  <a:pt x="226518" y="64223"/>
                </a:lnTo>
                <a:close/>
                <a:moveTo>
                  <a:pt x="212098" y="43406"/>
                </a:moveTo>
                <a:cubicBezTo>
                  <a:pt x="210668" y="42445"/>
                  <a:pt x="209290" y="41849"/>
                  <a:pt x="207970" y="41635"/>
                </a:cubicBezTo>
                <a:cubicBezTo>
                  <a:pt x="206644" y="41415"/>
                  <a:pt x="205307" y="41600"/>
                  <a:pt x="203947" y="42190"/>
                </a:cubicBezTo>
                <a:cubicBezTo>
                  <a:pt x="202928" y="42636"/>
                  <a:pt x="202100" y="43284"/>
                  <a:pt x="201463" y="44141"/>
                </a:cubicBezTo>
                <a:cubicBezTo>
                  <a:pt x="200827" y="44992"/>
                  <a:pt x="200358" y="45971"/>
                  <a:pt x="200057" y="47065"/>
                </a:cubicBezTo>
                <a:cubicBezTo>
                  <a:pt x="199750" y="48165"/>
                  <a:pt x="199588" y="49357"/>
                  <a:pt x="199553" y="50636"/>
                </a:cubicBezTo>
                <a:cubicBezTo>
                  <a:pt x="199518" y="51922"/>
                  <a:pt x="199588" y="53213"/>
                  <a:pt x="199761" y="54509"/>
                </a:cubicBezTo>
                <a:cubicBezTo>
                  <a:pt x="199935" y="55800"/>
                  <a:pt x="200201" y="57074"/>
                  <a:pt x="200554" y="58318"/>
                </a:cubicBezTo>
                <a:cubicBezTo>
                  <a:pt x="200908" y="59563"/>
                  <a:pt x="201301" y="60680"/>
                  <a:pt x="201735" y="61676"/>
                </a:cubicBezTo>
                <a:cubicBezTo>
                  <a:pt x="202054" y="62406"/>
                  <a:pt x="202407" y="63071"/>
                  <a:pt x="202801" y="63679"/>
                </a:cubicBezTo>
                <a:cubicBezTo>
                  <a:pt x="203194" y="64287"/>
                  <a:pt x="203652" y="64785"/>
                  <a:pt x="204161" y="65167"/>
                </a:cubicBezTo>
                <a:cubicBezTo>
                  <a:pt x="204676" y="65549"/>
                  <a:pt x="205244" y="65786"/>
                  <a:pt x="205857" y="65879"/>
                </a:cubicBezTo>
                <a:cubicBezTo>
                  <a:pt x="206477" y="65972"/>
                  <a:pt x="207160" y="65856"/>
                  <a:pt x="207912" y="65526"/>
                </a:cubicBezTo>
                <a:cubicBezTo>
                  <a:pt x="208977" y="65063"/>
                  <a:pt x="209933" y="64264"/>
                  <a:pt x="210766" y="63135"/>
                </a:cubicBezTo>
                <a:cubicBezTo>
                  <a:pt x="211606" y="62006"/>
                  <a:pt x="212266" y="60680"/>
                  <a:pt x="212758" y="59152"/>
                </a:cubicBezTo>
                <a:cubicBezTo>
                  <a:pt x="213250" y="57630"/>
                  <a:pt x="213545" y="55968"/>
                  <a:pt x="213643" y="54179"/>
                </a:cubicBezTo>
                <a:cubicBezTo>
                  <a:pt x="213748" y="52391"/>
                  <a:pt x="213603" y="50584"/>
                  <a:pt x="213215" y="48767"/>
                </a:cubicBezTo>
                <a:lnTo>
                  <a:pt x="212098" y="43406"/>
                </a:lnTo>
                <a:close/>
                <a:moveTo>
                  <a:pt x="248453" y="15428"/>
                </a:moveTo>
                <a:cubicBezTo>
                  <a:pt x="248522" y="15601"/>
                  <a:pt x="248632" y="15914"/>
                  <a:pt x="248771" y="16371"/>
                </a:cubicBezTo>
                <a:cubicBezTo>
                  <a:pt x="248916" y="16829"/>
                  <a:pt x="249066" y="17367"/>
                  <a:pt x="249223" y="17992"/>
                </a:cubicBezTo>
                <a:cubicBezTo>
                  <a:pt x="249379" y="18617"/>
                  <a:pt x="249518" y="19272"/>
                  <a:pt x="249639" y="19955"/>
                </a:cubicBezTo>
                <a:cubicBezTo>
                  <a:pt x="249761" y="20638"/>
                  <a:pt x="249848" y="21280"/>
                  <a:pt x="249900" y="21894"/>
                </a:cubicBezTo>
                <a:cubicBezTo>
                  <a:pt x="249952" y="22508"/>
                  <a:pt x="249935" y="23034"/>
                  <a:pt x="249854" y="23474"/>
                </a:cubicBezTo>
                <a:cubicBezTo>
                  <a:pt x="249767" y="23914"/>
                  <a:pt x="249593" y="24192"/>
                  <a:pt x="249327" y="24308"/>
                </a:cubicBezTo>
                <a:cubicBezTo>
                  <a:pt x="249107" y="24406"/>
                  <a:pt x="248875" y="24459"/>
                  <a:pt x="248615" y="24464"/>
                </a:cubicBezTo>
                <a:cubicBezTo>
                  <a:pt x="248360" y="24476"/>
                  <a:pt x="248082" y="24499"/>
                  <a:pt x="247781" y="24528"/>
                </a:cubicBezTo>
                <a:cubicBezTo>
                  <a:pt x="247474" y="24557"/>
                  <a:pt x="247144" y="24603"/>
                  <a:pt x="246797" y="24655"/>
                </a:cubicBezTo>
                <a:cubicBezTo>
                  <a:pt x="246444" y="24707"/>
                  <a:pt x="246062" y="24823"/>
                  <a:pt x="245645" y="25003"/>
                </a:cubicBezTo>
                <a:cubicBezTo>
                  <a:pt x="244823" y="25362"/>
                  <a:pt x="244082" y="26056"/>
                  <a:pt x="243422" y="27093"/>
                </a:cubicBezTo>
                <a:cubicBezTo>
                  <a:pt x="242762" y="28135"/>
                  <a:pt x="242230" y="29350"/>
                  <a:pt x="241830" y="30751"/>
                </a:cubicBezTo>
                <a:cubicBezTo>
                  <a:pt x="241431" y="32152"/>
                  <a:pt x="241193" y="33680"/>
                  <a:pt x="241124" y="35342"/>
                </a:cubicBezTo>
                <a:cubicBezTo>
                  <a:pt x="241054" y="37003"/>
                  <a:pt x="241199" y="38653"/>
                  <a:pt x="241564" y="40280"/>
                </a:cubicBezTo>
                <a:lnTo>
                  <a:pt x="245002" y="56142"/>
                </a:lnTo>
                <a:cubicBezTo>
                  <a:pt x="245055" y="56408"/>
                  <a:pt x="245031" y="56669"/>
                  <a:pt x="244933" y="56929"/>
                </a:cubicBezTo>
                <a:cubicBezTo>
                  <a:pt x="244829" y="57190"/>
                  <a:pt x="244615" y="57462"/>
                  <a:pt x="244290" y="57745"/>
                </a:cubicBezTo>
                <a:cubicBezTo>
                  <a:pt x="243966" y="58035"/>
                  <a:pt x="243515" y="58336"/>
                  <a:pt x="242936" y="58660"/>
                </a:cubicBezTo>
                <a:cubicBezTo>
                  <a:pt x="242357" y="58984"/>
                  <a:pt x="241627" y="59337"/>
                  <a:pt x="240759" y="59719"/>
                </a:cubicBezTo>
                <a:cubicBezTo>
                  <a:pt x="239862" y="60107"/>
                  <a:pt x="239109" y="60397"/>
                  <a:pt x="238513" y="60588"/>
                </a:cubicBezTo>
                <a:cubicBezTo>
                  <a:pt x="237917" y="60773"/>
                  <a:pt x="237430" y="60877"/>
                  <a:pt x="237048" y="60900"/>
                </a:cubicBezTo>
                <a:cubicBezTo>
                  <a:pt x="236672" y="60918"/>
                  <a:pt x="236394" y="60860"/>
                  <a:pt x="236215" y="60721"/>
                </a:cubicBezTo>
                <a:cubicBezTo>
                  <a:pt x="236041" y="60582"/>
                  <a:pt x="235925" y="60379"/>
                  <a:pt x="235867" y="60113"/>
                </a:cubicBezTo>
                <a:lnTo>
                  <a:pt x="228203" y="24800"/>
                </a:lnTo>
                <a:cubicBezTo>
                  <a:pt x="228145" y="24534"/>
                  <a:pt x="228162" y="24279"/>
                  <a:pt x="228255" y="24019"/>
                </a:cubicBezTo>
                <a:cubicBezTo>
                  <a:pt x="228347" y="23764"/>
                  <a:pt x="228533" y="23509"/>
                  <a:pt x="228811" y="23260"/>
                </a:cubicBezTo>
                <a:cubicBezTo>
                  <a:pt x="229088" y="23006"/>
                  <a:pt x="229476" y="22739"/>
                  <a:pt x="229974" y="22450"/>
                </a:cubicBezTo>
                <a:cubicBezTo>
                  <a:pt x="230466" y="22160"/>
                  <a:pt x="231080" y="21859"/>
                  <a:pt x="231809" y="21547"/>
                </a:cubicBezTo>
                <a:cubicBezTo>
                  <a:pt x="232562" y="21217"/>
                  <a:pt x="233187" y="20979"/>
                  <a:pt x="233685" y="20835"/>
                </a:cubicBezTo>
                <a:cubicBezTo>
                  <a:pt x="234183" y="20690"/>
                  <a:pt x="234594" y="20615"/>
                  <a:pt x="234906" y="20609"/>
                </a:cubicBezTo>
                <a:cubicBezTo>
                  <a:pt x="235219" y="20603"/>
                  <a:pt x="235462" y="20667"/>
                  <a:pt x="235624" y="20817"/>
                </a:cubicBezTo>
                <a:cubicBezTo>
                  <a:pt x="235786" y="20962"/>
                  <a:pt x="235896" y="21165"/>
                  <a:pt x="235954" y="21425"/>
                </a:cubicBezTo>
                <a:lnTo>
                  <a:pt x="237187" y="27040"/>
                </a:lnTo>
                <a:cubicBezTo>
                  <a:pt x="237315" y="25744"/>
                  <a:pt x="237569" y="24493"/>
                  <a:pt x="237951" y="23283"/>
                </a:cubicBezTo>
                <a:cubicBezTo>
                  <a:pt x="238339" y="22079"/>
                  <a:pt x="238820" y="20968"/>
                  <a:pt x="239404" y="19949"/>
                </a:cubicBezTo>
                <a:cubicBezTo>
                  <a:pt x="239983" y="18930"/>
                  <a:pt x="240655" y="18039"/>
                  <a:pt x="241419" y="17274"/>
                </a:cubicBezTo>
                <a:cubicBezTo>
                  <a:pt x="242183" y="16510"/>
                  <a:pt x="243017" y="15931"/>
                  <a:pt x="243914" y="15543"/>
                </a:cubicBezTo>
                <a:cubicBezTo>
                  <a:pt x="244279" y="15381"/>
                  <a:pt x="244655" y="15248"/>
                  <a:pt x="245055" y="15132"/>
                </a:cubicBezTo>
                <a:cubicBezTo>
                  <a:pt x="245448" y="15017"/>
                  <a:pt x="245830" y="14924"/>
                  <a:pt x="246189" y="14855"/>
                </a:cubicBezTo>
                <a:cubicBezTo>
                  <a:pt x="246548" y="14785"/>
                  <a:pt x="246878" y="14750"/>
                  <a:pt x="247179" y="14750"/>
                </a:cubicBezTo>
                <a:cubicBezTo>
                  <a:pt x="247480" y="14745"/>
                  <a:pt x="247735" y="14774"/>
                  <a:pt x="247932" y="14831"/>
                </a:cubicBezTo>
                <a:cubicBezTo>
                  <a:pt x="248140" y="14912"/>
                  <a:pt x="248314" y="15115"/>
                  <a:pt x="248453" y="15428"/>
                </a:cubicBezTo>
                <a:moveTo>
                  <a:pt x="283314" y="735"/>
                </a:moveTo>
                <a:cubicBezTo>
                  <a:pt x="283447" y="1054"/>
                  <a:pt x="283563" y="1418"/>
                  <a:pt x="283661" y="1841"/>
                </a:cubicBezTo>
                <a:cubicBezTo>
                  <a:pt x="283760" y="2258"/>
                  <a:pt x="283824" y="2709"/>
                  <a:pt x="283858" y="3184"/>
                </a:cubicBezTo>
                <a:cubicBezTo>
                  <a:pt x="284003" y="5772"/>
                  <a:pt x="284113" y="8469"/>
                  <a:pt x="284188" y="11260"/>
                </a:cubicBezTo>
                <a:cubicBezTo>
                  <a:pt x="284269" y="14056"/>
                  <a:pt x="284235" y="16985"/>
                  <a:pt x="284096" y="20047"/>
                </a:cubicBezTo>
                <a:cubicBezTo>
                  <a:pt x="283957" y="23110"/>
                  <a:pt x="283685" y="26328"/>
                  <a:pt x="283279" y="29709"/>
                </a:cubicBezTo>
                <a:cubicBezTo>
                  <a:pt x="282874" y="33084"/>
                  <a:pt x="282278" y="36662"/>
                  <a:pt x="281496" y="40436"/>
                </a:cubicBezTo>
                <a:lnTo>
                  <a:pt x="278098" y="56889"/>
                </a:lnTo>
                <a:cubicBezTo>
                  <a:pt x="278017" y="57300"/>
                  <a:pt x="277855" y="57682"/>
                  <a:pt x="277618" y="58029"/>
                </a:cubicBezTo>
                <a:cubicBezTo>
                  <a:pt x="277380" y="58376"/>
                  <a:pt x="277039" y="58729"/>
                  <a:pt x="276605" y="59077"/>
                </a:cubicBezTo>
                <a:cubicBezTo>
                  <a:pt x="276165" y="59424"/>
                  <a:pt x="275609" y="59789"/>
                  <a:pt x="274937" y="60171"/>
                </a:cubicBezTo>
                <a:cubicBezTo>
                  <a:pt x="274266" y="60547"/>
                  <a:pt x="273467" y="60941"/>
                  <a:pt x="272547" y="61340"/>
                </a:cubicBezTo>
                <a:cubicBezTo>
                  <a:pt x="271499" y="61792"/>
                  <a:pt x="270642" y="62116"/>
                  <a:pt x="269959" y="62313"/>
                </a:cubicBezTo>
                <a:cubicBezTo>
                  <a:pt x="269282" y="62510"/>
                  <a:pt x="268755" y="62573"/>
                  <a:pt x="268378" y="62504"/>
                </a:cubicBezTo>
                <a:cubicBezTo>
                  <a:pt x="268002" y="62434"/>
                  <a:pt x="267765" y="62249"/>
                  <a:pt x="267661" y="61948"/>
                </a:cubicBezTo>
                <a:cubicBezTo>
                  <a:pt x="267556" y="61647"/>
                  <a:pt x="267574" y="61225"/>
                  <a:pt x="267713" y="60675"/>
                </a:cubicBezTo>
                <a:lnTo>
                  <a:pt x="271238" y="46196"/>
                </a:lnTo>
                <a:lnTo>
                  <a:pt x="252302" y="17303"/>
                </a:lnTo>
                <a:cubicBezTo>
                  <a:pt x="252117" y="17008"/>
                  <a:pt x="251926" y="16701"/>
                  <a:pt x="251729" y="16383"/>
                </a:cubicBezTo>
                <a:cubicBezTo>
                  <a:pt x="251532" y="16065"/>
                  <a:pt x="251382" y="15781"/>
                  <a:pt x="251278" y="15543"/>
                </a:cubicBezTo>
                <a:cubicBezTo>
                  <a:pt x="251087" y="15104"/>
                  <a:pt x="251011" y="14716"/>
                  <a:pt x="251052" y="14380"/>
                </a:cubicBezTo>
                <a:cubicBezTo>
                  <a:pt x="251098" y="14050"/>
                  <a:pt x="251272" y="13726"/>
                  <a:pt x="251585" y="13413"/>
                </a:cubicBezTo>
                <a:cubicBezTo>
                  <a:pt x="251897" y="13106"/>
                  <a:pt x="252354" y="12782"/>
                  <a:pt x="252962" y="12446"/>
                </a:cubicBezTo>
                <a:cubicBezTo>
                  <a:pt x="253564" y="12116"/>
                  <a:pt x="254317" y="11752"/>
                  <a:pt x="255214" y="11358"/>
                </a:cubicBezTo>
                <a:cubicBezTo>
                  <a:pt x="256210" y="10930"/>
                  <a:pt x="256997" y="10605"/>
                  <a:pt x="257588" y="10391"/>
                </a:cubicBezTo>
                <a:cubicBezTo>
                  <a:pt x="258172" y="10183"/>
                  <a:pt x="258636" y="10073"/>
                  <a:pt x="258983" y="10067"/>
                </a:cubicBezTo>
                <a:cubicBezTo>
                  <a:pt x="259324" y="10061"/>
                  <a:pt x="259602" y="10160"/>
                  <a:pt x="259817" y="10351"/>
                </a:cubicBezTo>
                <a:cubicBezTo>
                  <a:pt x="260031" y="10548"/>
                  <a:pt x="260245" y="10820"/>
                  <a:pt x="260448" y="11161"/>
                </a:cubicBezTo>
                <a:lnTo>
                  <a:pt x="273693" y="32447"/>
                </a:lnTo>
                <a:lnTo>
                  <a:pt x="273768" y="32418"/>
                </a:lnTo>
                <a:cubicBezTo>
                  <a:pt x="274191" y="30068"/>
                  <a:pt x="274492" y="27747"/>
                  <a:pt x="274671" y="25443"/>
                </a:cubicBezTo>
                <a:cubicBezTo>
                  <a:pt x="274856" y="23144"/>
                  <a:pt x="274937" y="20846"/>
                  <a:pt x="274926" y="18560"/>
                </a:cubicBezTo>
                <a:cubicBezTo>
                  <a:pt x="274908" y="16273"/>
                  <a:pt x="274816" y="13992"/>
                  <a:pt x="274648" y="11711"/>
                </a:cubicBezTo>
                <a:cubicBezTo>
                  <a:pt x="274480" y="9436"/>
                  <a:pt x="274249" y="7161"/>
                  <a:pt x="273953" y="4898"/>
                </a:cubicBezTo>
                <a:cubicBezTo>
                  <a:pt x="273895" y="4631"/>
                  <a:pt x="273913" y="4371"/>
                  <a:pt x="274005" y="4116"/>
                </a:cubicBezTo>
                <a:cubicBezTo>
                  <a:pt x="274098" y="3861"/>
                  <a:pt x="274318" y="3589"/>
                  <a:pt x="274671" y="3306"/>
                </a:cubicBezTo>
                <a:cubicBezTo>
                  <a:pt x="275024" y="3022"/>
                  <a:pt x="275516" y="2709"/>
                  <a:pt x="276142" y="2362"/>
                </a:cubicBezTo>
                <a:cubicBezTo>
                  <a:pt x="276773" y="2020"/>
                  <a:pt x="277606" y="1621"/>
                  <a:pt x="278648" y="1164"/>
                </a:cubicBezTo>
                <a:cubicBezTo>
                  <a:pt x="280205" y="486"/>
                  <a:pt x="281311" y="122"/>
                  <a:pt x="281977" y="64"/>
                </a:cubicBezTo>
                <a:cubicBezTo>
                  <a:pt x="282648" y="0"/>
                  <a:pt x="283088" y="226"/>
                  <a:pt x="283314" y="7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1E2AA-0158-425A-8475-4B227449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97" y="1489934"/>
            <a:ext cx="252372" cy="140308"/>
          </a:xfrm>
          <a:custGeom xmlns:a="http://schemas.openxmlformats.org/drawingml/2006/main">
            <a:pathLst>
              <a:path w="252372" h="140308">
                <a:moveTo>
                  <a:pt x="23220" y="98598"/>
                </a:moveTo>
                <a:cubicBezTo>
                  <a:pt x="23463" y="99154"/>
                  <a:pt x="23671" y="99814"/>
                  <a:pt x="23845" y="100578"/>
                </a:cubicBezTo>
                <a:cubicBezTo>
                  <a:pt x="24013" y="101337"/>
                  <a:pt x="24129" y="102083"/>
                  <a:pt x="24186" y="102807"/>
                </a:cubicBezTo>
                <a:cubicBezTo>
                  <a:pt x="24244" y="103536"/>
                  <a:pt x="24198" y="104179"/>
                  <a:pt x="24053" y="104746"/>
                </a:cubicBezTo>
                <a:cubicBezTo>
                  <a:pt x="23914" y="105314"/>
                  <a:pt x="23648" y="105684"/>
                  <a:pt x="23260" y="105852"/>
                </a:cubicBezTo>
                <a:cubicBezTo>
                  <a:pt x="22896" y="106008"/>
                  <a:pt x="22479" y="106020"/>
                  <a:pt x="22016" y="105875"/>
                </a:cubicBezTo>
                <a:cubicBezTo>
                  <a:pt x="21547" y="105730"/>
                  <a:pt x="20985" y="105586"/>
                  <a:pt x="20331" y="105441"/>
                </a:cubicBezTo>
                <a:cubicBezTo>
                  <a:pt x="19677" y="105291"/>
                  <a:pt x="18907" y="105227"/>
                  <a:pt x="18021" y="105250"/>
                </a:cubicBezTo>
                <a:cubicBezTo>
                  <a:pt x="17135" y="105279"/>
                  <a:pt x="16099" y="105545"/>
                  <a:pt x="14912" y="106066"/>
                </a:cubicBezTo>
                <a:cubicBezTo>
                  <a:pt x="13650" y="106616"/>
                  <a:pt x="12643" y="107386"/>
                  <a:pt x="11891" y="108376"/>
                </a:cubicBezTo>
                <a:cubicBezTo>
                  <a:pt x="11138" y="109366"/>
                  <a:pt x="10588" y="110466"/>
                  <a:pt x="10235" y="111670"/>
                </a:cubicBezTo>
                <a:cubicBezTo>
                  <a:pt x="9876" y="112880"/>
                  <a:pt x="9702" y="114153"/>
                  <a:pt x="9708" y="115491"/>
                </a:cubicBezTo>
                <a:cubicBezTo>
                  <a:pt x="9714" y="116828"/>
                  <a:pt x="9812" y="118148"/>
                  <a:pt x="9998" y="119433"/>
                </a:cubicBezTo>
                <a:cubicBezTo>
                  <a:pt x="10183" y="120724"/>
                  <a:pt x="10438" y="121928"/>
                  <a:pt x="10762" y="123040"/>
                </a:cubicBezTo>
                <a:cubicBezTo>
                  <a:pt x="11092" y="124151"/>
                  <a:pt x="11422" y="125095"/>
                  <a:pt x="11757" y="125876"/>
                </a:cubicBezTo>
                <a:cubicBezTo>
                  <a:pt x="12614" y="127839"/>
                  <a:pt x="13691" y="129141"/>
                  <a:pt x="14999" y="129790"/>
                </a:cubicBezTo>
                <a:cubicBezTo>
                  <a:pt x="16302" y="130432"/>
                  <a:pt x="17876" y="130351"/>
                  <a:pt x="19723" y="129552"/>
                </a:cubicBezTo>
                <a:cubicBezTo>
                  <a:pt x="21078" y="128962"/>
                  <a:pt x="22166" y="128279"/>
                  <a:pt x="22982" y="127503"/>
                </a:cubicBezTo>
                <a:cubicBezTo>
                  <a:pt x="23804" y="126727"/>
                  <a:pt x="24464" y="125980"/>
                  <a:pt x="24974" y="125257"/>
                </a:cubicBezTo>
                <a:cubicBezTo>
                  <a:pt x="25477" y="124527"/>
                  <a:pt x="25906" y="123891"/>
                  <a:pt x="26253" y="123335"/>
                </a:cubicBezTo>
                <a:cubicBezTo>
                  <a:pt x="26606" y="122773"/>
                  <a:pt x="26988" y="122409"/>
                  <a:pt x="27399" y="122229"/>
                </a:cubicBezTo>
                <a:cubicBezTo>
                  <a:pt x="27643" y="122125"/>
                  <a:pt x="27863" y="122154"/>
                  <a:pt x="28071" y="122328"/>
                </a:cubicBezTo>
                <a:cubicBezTo>
                  <a:pt x="28274" y="122495"/>
                  <a:pt x="28465" y="122791"/>
                  <a:pt x="28644" y="123202"/>
                </a:cubicBezTo>
                <a:cubicBezTo>
                  <a:pt x="28823" y="123613"/>
                  <a:pt x="28997" y="124151"/>
                  <a:pt x="29171" y="124811"/>
                </a:cubicBezTo>
                <a:cubicBezTo>
                  <a:pt x="29344" y="125471"/>
                  <a:pt x="29489" y="126154"/>
                  <a:pt x="29605" y="126855"/>
                </a:cubicBezTo>
                <a:cubicBezTo>
                  <a:pt x="29721" y="127549"/>
                  <a:pt x="29796" y="128221"/>
                  <a:pt x="29825" y="128858"/>
                </a:cubicBezTo>
                <a:cubicBezTo>
                  <a:pt x="29860" y="129489"/>
                  <a:pt x="29779" y="130039"/>
                  <a:pt x="29588" y="130496"/>
                </a:cubicBezTo>
                <a:cubicBezTo>
                  <a:pt x="29397" y="130953"/>
                  <a:pt x="29038" y="131532"/>
                  <a:pt x="28511" y="132244"/>
                </a:cubicBezTo>
                <a:cubicBezTo>
                  <a:pt x="27978" y="132950"/>
                  <a:pt x="27324" y="133657"/>
                  <a:pt x="26537" y="134374"/>
                </a:cubicBezTo>
                <a:cubicBezTo>
                  <a:pt x="25755" y="135092"/>
                  <a:pt x="24864" y="135781"/>
                  <a:pt x="23868" y="136447"/>
                </a:cubicBezTo>
                <a:cubicBezTo>
                  <a:pt x="22872" y="137113"/>
                  <a:pt x="21790" y="137697"/>
                  <a:pt x="20626" y="138201"/>
                </a:cubicBezTo>
                <a:cubicBezTo>
                  <a:pt x="16481" y="140007"/>
                  <a:pt x="12915" y="140308"/>
                  <a:pt x="9940" y="139104"/>
                </a:cubicBezTo>
                <a:cubicBezTo>
                  <a:pt x="6970" y="137906"/>
                  <a:pt x="4585" y="135254"/>
                  <a:pt x="2802" y="131156"/>
                </a:cubicBezTo>
                <a:cubicBezTo>
                  <a:pt x="2159" y="129674"/>
                  <a:pt x="1592" y="127989"/>
                  <a:pt x="1100" y="126096"/>
                </a:cubicBezTo>
                <a:cubicBezTo>
                  <a:pt x="608" y="124203"/>
                  <a:pt x="289" y="122229"/>
                  <a:pt x="145" y="120174"/>
                </a:cubicBezTo>
                <a:cubicBezTo>
                  <a:pt x="0" y="118113"/>
                  <a:pt x="69" y="116029"/>
                  <a:pt x="347" y="113916"/>
                </a:cubicBezTo>
                <a:cubicBezTo>
                  <a:pt x="625" y="111803"/>
                  <a:pt x="1210" y="109789"/>
                  <a:pt x="2107" y="107872"/>
                </a:cubicBezTo>
                <a:cubicBezTo>
                  <a:pt x="3004" y="105950"/>
                  <a:pt x="4243" y="104185"/>
                  <a:pt x="5818" y="102575"/>
                </a:cubicBezTo>
                <a:cubicBezTo>
                  <a:pt x="7398" y="100966"/>
                  <a:pt x="9436" y="99617"/>
                  <a:pt x="11937" y="98529"/>
                </a:cubicBezTo>
                <a:cubicBezTo>
                  <a:pt x="12909" y="98106"/>
                  <a:pt x="13888" y="97771"/>
                  <a:pt x="14872" y="97516"/>
                </a:cubicBezTo>
                <a:cubicBezTo>
                  <a:pt x="15856" y="97255"/>
                  <a:pt x="16794" y="97087"/>
                  <a:pt x="17680" y="97006"/>
                </a:cubicBezTo>
                <a:cubicBezTo>
                  <a:pt x="18565" y="96925"/>
                  <a:pt x="19382" y="96920"/>
                  <a:pt x="20123" y="97001"/>
                </a:cubicBezTo>
                <a:cubicBezTo>
                  <a:pt x="20864" y="97082"/>
                  <a:pt x="21442" y="97197"/>
                  <a:pt x="21854" y="97354"/>
                </a:cubicBezTo>
                <a:cubicBezTo>
                  <a:pt x="22270" y="97504"/>
                  <a:pt x="22566" y="97672"/>
                  <a:pt x="22745" y="97852"/>
                </a:cubicBezTo>
                <a:cubicBezTo>
                  <a:pt x="22924" y="98037"/>
                  <a:pt x="23081" y="98280"/>
                  <a:pt x="23220" y="98598"/>
                </a:cubicBezTo>
                <a:moveTo>
                  <a:pt x="67529" y="115369"/>
                </a:moveTo>
                <a:cubicBezTo>
                  <a:pt x="67587" y="115635"/>
                  <a:pt x="67564" y="115896"/>
                  <a:pt x="67459" y="116156"/>
                </a:cubicBezTo>
                <a:cubicBezTo>
                  <a:pt x="67361" y="116423"/>
                  <a:pt x="67147" y="116695"/>
                  <a:pt x="66823" y="116979"/>
                </a:cubicBezTo>
                <a:cubicBezTo>
                  <a:pt x="66498" y="117262"/>
                  <a:pt x="66053" y="117563"/>
                  <a:pt x="65485" y="117882"/>
                </a:cubicBezTo>
                <a:cubicBezTo>
                  <a:pt x="64918" y="118206"/>
                  <a:pt x="64171" y="118565"/>
                  <a:pt x="63251" y="118964"/>
                </a:cubicBezTo>
                <a:cubicBezTo>
                  <a:pt x="62377" y="119346"/>
                  <a:pt x="61641" y="119630"/>
                  <a:pt x="61045" y="119815"/>
                </a:cubicBezTo>
                <a:cubicBezTo>
                  <a:pt x="60449" y="120006"/>
                  <a:pt x="59968" y="120105"/>
                  <a:pt x="59598" y="120122"/>
                </a:cubicBezTo>
                <a:cubicBezTo>
                  <a:pt x="59233" y="120139"/>
                  <a:pt x="58955" y="120076"/>
                  <a:pt x="58764" y="119942"/>
                </a:cubicBezTo>
                <a:cubicBezTo>
                  <a:pt x="58573" y="119809"/>
                  <a:pt x="58452" y="119613"/>
                  <a:pt x="58394" y="119346"/>
                </a:cubicBezTo>
                <a:lnTo>
                  <a:pt x="53820" y="98182"/>
                </a:lnTo>
                <a:cubicBezTo>
                  <a:pt x="53693" y="97632"/>
                  <a:pt x="53531" y="97018"/>
                  <a:pt x="53323" y="96341"/>
                </a:cubicBezTo>
                <a:cubicBezTo>
                  <a:pt x="53114" y="95669"/>
                  <a:pt x="52900" y="95079"/>
                  <a:pt x="52680" y="94569"/>
                </a:cubicBezTo>
                <a:cubicBezTo>
                  <a:pt x="52448" y="94031"/>
                  <a:pt x="52176" y="93568"/>
                  <a:pt x="51875" y="93163"/>
                </a:cubicBezTo>
                <a:cubicBezTo>
                  <a:pt x="51568" y="92763"/>
                  <a:pt x="51227" y="92450"/>
                  <a:pt x="50839" y="92230"/>
                </a:cubicBezTo>
                <a:cubicBezTo>
                  <a:pt x="50457" y="92005"/>
                  <a:pt x="50029" y="91889"/>
                  <a:pt x="49560" y="91877"/>
                </a:cubicBezTo>
                <a:cubicBezTo>
                  <a:pt x="49097" y="91866"/>
                  <a:pt x="48593" y="91976"/>
                  <a:pt x="48060" y="92207"/>
                </a:cubicBezTo>
                <a:cubicBezTo>
                  <a:pt x="47065" y="92636"/>
                  <a:pt x="46167" y="93406"/>
                  <a:pt x="45363" y="94506"/>
                </a:cubicBezTo>
                <a:cubicBezTo>
                  <a:pt x="44552" y="95605"/>
                  <a:pt x="43910" y="96908"/>
                  <a:pt x="43429" y="98419"/>
                </a:cubicBezTo>
                <a:cubicBezTo>
                  <a:pt x="42943" y="99930"/>
                  <a:pt x="42642" y="101574"/>
                  <a:pt x="42526" y="103357"/>
                </a:cubicBezTo>
                <a:cubicBezTo>
                  <a:pt x="42404" y="105140"/>
                  <a:pt x="42543" y="106911"/>
                  <a:pt x="42931" y="108677"/>
                </a:cubicBezTo>
                <a:lnTo>
                  <a:pt x="46353" y="124585"/>
                </a:lnTo>
                <a:cubicBezTo>
                  <a:pt x="46410" y="124852"/>
                  <a:pt x="46387" y="125112"/>
                  <a:pt x="46283" y="125373"/>
                </a:cubicBezTo>
                <a:cubicBezTo>
                  <a:pt x="46179" y="125633"/>
                  <a:pt x="45965" y="125905"/>
                  <a:pt x="45641" y="126195"/>
                </a:cubicBezTo>
                <a:cubicBezTo>
                  <a:pt x="45322" y="126478"/>
                  <a:pt x="44871" y="126785"/>
                  <a:pt x="44286" y="127109"/>
                </a:cubicBezTo>
                <a:cubicBezTo>
                  <a:pt x="43707" y="127433"/>
                  <a:pt x="42983" y="127787"/>
                  <a:pt x="42109" y="128163"/>
                </a:cubicBezTo>
                <a:cubicBezTo>
                  <a:pt x="41212" y="128557"/>
                  <a:pt x="40465" y="128846"/>
                  <a:pt x="39869" y="129031"/>
                </a:cubicBezTo>
                <a:cubicBezTo>
                  <a:pt x="39273" y="129216"/>
                  <a:pt x="38781" y="129321"/>
                  <a:pt x="38398" y="129344"/>
                </a:cubicBezTo>
                <a:cubicBezTo>
                  <a:pt x="38022" y="129367"/>
                  <a:pt x="37744" y="129303"/>
                  <a:pt x="37565" y="129164"/>
                </a:cubicBezTo>
                <a:cubicBezTo>
                  <a:pt x="37391" y="129025"/>
                  <a:pt x="37275" y="128823"/>
                  <a:pt x="37218" y="128562"/>
                </a:cubicBezTo>
                <a:lnTo>
                  <a:pt x="25969" y="76542"/>
                </a:lnTo>
                <a:cubicBezTo>
                  <a:pt x="25912" y="76276"/>
                  <a:pt x="25923" y="76015"/>
                  <a:pt x="26010" y="75743"/>
                </a:cubicBezTo>
                <a:cubicBezTo>
                  <a:pt x="26097" y="75477"/>
                  <a:pt x="26305" y="75193"/>
                  <a:pt x="26635" y="74887"/>
                </a:cubicBezTo>
                <a:cubicBezTo>
                  <a:pt x="26965" y="74586"/>
                  <a:pt x="27411" y="74267"/>
                  <a:pt x="27972" y="73937"/>
                </a:cubicBezTo>
                <a:cubicBezTo>
                  <a:pt x="28534" y="73607"/>
                  <a:pt x="29263" y="73248"/>
                  <a:pt x="30161" y="72855"/>
                </a:cubicBezTo>
                <a:cubicBezTo>
                  <a:pt x="31058" y="72467"/>
                  <a:pt x="31811" y="72183"/>
                  <a:pt x="32413" y="72009"/>
                </a:cubicBezTo>
                <a:cubicBezTo>
                  <a:pt x="33015" y="71830"/>
                  <a:pt x="33501" y="71743"/>
                  <a:pt x="33877" y="71737"/>
                </a:cubicBezTo>
                <a:cubicBezTo>
                  <a:pt x="34248" y="71732"/>
                  <a:pt x="34526" y="71807"/>
                  <a:pt x="34705" y="71963"/>
                </a:cubicBezTo>
                <a:cubicBezTo>
                  <a:pt x="34890" y="72114"/>
                  <a:pt x="35006" y="72322"/>
                  <a:pt x="35064" y="72583"/>
                </a:cubicBezTo>
                <a:lnTo>
                  <a:pt x="38213" y="86881"/>
                </a:lnTo>
                <a:cubicBezTo>
                  <a:pt x="38323" y="87466"/>
                  <a:pt x="38439" y="88097"/>
                  <a:pt x="38555" y="88769"/>
                </a:cubicBezTo>
                <a:cubicBezTo>
                  <a:pt x="38676" y="89434"/>
                  <a:pt x="38775" y="90106"/>
                  <a:pt x="38850" y="90783"/>
                </a:cubicBezTo>
                <a:cubicBezTo>
                  <a:pt x="38925" y="91455"/>
                  <a:pt x="38995" y="92109"/>
                  <a:pt x="39053" y="92746"/>
                </a:cubicBezTo>
                <a:cubicBezTo>
                  <a:pt x="39116" y="93383"/>
                  <a:pt x="39157" y="93956"/>
                  <a:pt x="39174" y="94471"/>
                </a:cubicBezTo>
                <a:cubicBezTo>
                  <a:pt x="39302" y="93492"/>
                  <a:pt x="39591" y="92439"/>
                  <a:pt x="40054" y="91316"/>
                </a:cubicBezTo>
                <a:cubicBezTo>
                  <a:pt x="40517" y="90193"/>
                  <a:pt x="41131" y="89087"/>
                  <a:pt x="41883" y="88010"/>
                </a:cubicBezTo>
                <a:cubicBezTo>
                  <a:pt x="42642" y="86934"/>
                  <a:pt x="43533" y="85932"/>
                  <a:pt x="44558" y="85006"/>
                </a:cubicBezTo>
                <a:cubicBezTo>
                  <a:pt x="45588" y="84085"/>
                  <a:pt x="46729" y="83350"/>
                  <a:pt x="47991" y="82800"/>
                </a:cubicBezTo>
                <a:cubicBezTo>
                  <a:pt x="49641" y="82082"/>
                  <a:pt x="51140" y="81706"/>
                  <a:pt x="52477" y="81671"/>
                </a:cubicBezTo>
                <a:cubicBezTo>
                  <a:pt x="53820" y="81637"/>
                  <a:pt x="55030" y="81874"/>
                  <a:pt x="56119" y="82378"/>
                </a:cubicBezTo>
                <a:cubicBezTo>
                  <a:pt x="57207" y="82887"/>
                  <a:pt x="58162" y="83640"/>
                  <a:pt x="58984" y="84641"/>
                </a:cubicBezTo>
                <a:cubicBezTo>
                  <a:pt x="59806" y="85637"/>
                  <a:pt x="60518" y="86818"/>
                  <a:pt x="61109" y="88172"/>
                </a:cubicBezTo>
                <a:cubicBezTo>
                  <a:pt x="61485" y="89047"/>
                  <a:pt x="61815" y="89938"/>
                  <a:pt x="62093" y="90841"/>
                </a:cubicBezTo>
                <a:cubicBezTo>
                  <a:pt x="62371" y="91744"/>
                  <a:pt x="62608" y="92653"/>
                  <a:pt x="62811" y="93579"/>
                </a:cubicBezTo>
                <a:lnTo>
                  <a:pt x="67529" y="115369"/>
                </a:lnTo>
                <a:close/>
                <a:moveTo>
                  <a:pt x="106859" y="98303"/>
                </a:moveTo>
                <a:cubicBezTo>
                  <a:pt x="106981" y="98853"/>
                  <a:pt x="106761" y="99386"/>
                  <a:pt x="106188" y="99895"/>
                </a:cubicBezTo>
                <a:cubicBezTo>
                  <a:pt x="105615" y="100405"/>
                  <a:pt x="104590" y="100978"/>
                  <a:pt x="103108" y="101626"/>
                </a:cubicBezTo>
                <a:cubicBezTo>
                  <a:pt x="102355" y="101950"/>
                  <a:pt x="101736" y="102193"/>
                  <a:pt x="101238" y="102350"/>
                </a:cubicBezTo>
                <a:cubicBezTo>
                  <a:pt x="100746" y="102506"/>
                  <a:pt x="100329" y="102593"/>
                  <a:pt x="99988" y="102610"/>
                </a:cubicBezTo>
                <a:cubicBezTo>
                  <a:pt x="99652" y="102628"/>
                  <a:pt x="99403" y="102564"/>
                  <a:pt x="99235" y="102419"/>
                </a:cubicBezTo>
                <a:cubicBezTo>
                  <a:pt x="99073" y="102274"/>
                  <a:pt x="98957" y="102060"/>
                  <a:pt x="98888" y="101771"/>
                </a:cubicBezTo>
                <a:lnTo>
                  <a:pt x="97643" y="96126"/>
                </a:lnTo>
                <a:cubicBezTo>
                  <a:pt x="97620" y="97059"/>
                  <a:pt x="97394" y="98129"/>
                  <a:pt x="96966" y="99339"/>
                </a:cubicBezTo>
                <a:cubicBezTo>
                  <a:pt x="96538" y="100549"/>
                  <a:pt x="95935" y="101742"/>
                  <a:pt x="95148" y="102923"/>
                </a:cubicBezTo>
                <a:cubicBezTo>
                  <a:pt x="94361" y="104104"/>
                  <a:pt x="93411" y="105209"/>
                  <a:pt x="92288" y="106246"/>
                </a:cubicBezTo>
                <a:cubicBezTo>
                  <a:pt x="91165" y="107282"/>
                  <a:pt x="89903" y="108104"/>
                  <a:pt x="88497" y="108718"/>
                </a:cubicBezTo>
                <a:cubicBezTo>
                  <a:pt x="86551" y="109563"/>
                  <a:pt x="84792" y="109927"/>
                  <a:pt x="83211" y="109806"/>
                </a:cubicBezTo>
                <a:cubicBezTo>
                  <a:pt x="81631" y="109684"/>
                  <a:pt x="80201" y="109215"/>
                  <a:pt x="78922" y="108405"/>
                </a:cubicBezTo>
                <a:cubicBezTo>
                  <a:pt x="77642" y="107589"/>
                  <a:pt x="76519" y="106512"/>
                  <a:pt x="75547" y="105175"/>
                </a:cubicBezTo>
                <a:cubicBezTo>
                  <a:pt x="74580" y="103837"/>
                  <a:pt x="73740" y="102355"/>
                  <a:pt x="73028" y="100729"/>
                </a:cubicBezTo>
                <a:cubicBezTo>
                  <a:pt x="72368" y="99200"/>
                  <a:pt x="71784" y="97470"/>
                  <a:pt x="71292" y="95536"/>
                </a:cubicBezTo>
                <a:cubicBezTo>
                  <a:pt x="70794" y="93602"/>
                  <a:pt x="70458" y="91605"/>
                  <a:pt x="70284" y="89544"/>
                </a:cubicBezTo>
                <a:cubicBezTo>
                  <a:pt x="70111" y="87489"/>
                  <a:pt x="70134" y="85423"/>
                  <a:pt x="70360" y="83350"/>
                </a:cubicBezTo>
                <a:cubicBezTo>
                  <a:pt x="70580" y="81272"/>
                  <a:pt x="71077" y="79309"/>
                  <a:pt x="71836" y="77445"/>
                </a:cubicBezTo>
                <a:cubicBezTo>
                  <a:pt x="72600" y="75587"/>
                  <a:pt x="73671" y="73902"/>
                  <a:pt x="75049" y="72392"/>
                </a:cubicBezTo>
                <a:cubicBezTo>
                  <a:pt x="76427" y="70881"/>
                  <a:pt x="78192" y="69659"/>
                  <a:pt x="80351" y="68721"/>
                </a:cubicBezTo>
                <a:cubicBezTo>
                  <a:pt x="82366" y="67841"/>
                  <a:pt x="84334" y="67488"/>
                  <a:pt x="86250" y="67650"/>
                </a:cubicBezTo>
                <a:cubicBezTo>
                  <a:pt x="88167" y="67812"/>
                  <a:pt x="90054" y="68438"/>
                  <a:pt x="91918" y="69532"/>
                </a:cubicBezTo>
                <a:lnTo>
                  <a:pt x="91246" y="66406"/>
                </a:lnTo>
                <a:cubicBezTo>
                  <a:pt x="91125" y="65850"/>
                  <a:pt x="91345" y="65323"/>
                  <a:pt x="91918" y="64814"/>
                </a:cubicBezTo>
                <a:cubicBezTo>
                  <a:pt x="92491" y="64304"/>
                  <a:pt x="93516" y="63731"/>
                  <a:pt x="94998" y="63083"/>
                </a:cubicBezTo>
                <a:cubicBezTo>
                  <a:pt x="95727" y="62770"/>
                  <a:pt x="96346" y="62533"/>
                  <a:pt x="96856" y="62382"/>
                </a:cubicBezTo>
                <a:cubicBezTo>
                  <a:pt x="97371" y="62232"/>
                  <a:pt x="97788" y="62151"/>
                  <a:pt x="98112" y="62139"/>
                </a:cubicBezTo>
                <a:cubicBezTo>
                  <a:pt x="98442" y="62128"/>
                  <a:pt x="98691" y="62191"/>
                  <a:pt x="98870" y="62330"/>
                </a:cubicBezTo>
                <a:cubicBezTo>
                  <a:pt x="99044" y="62469"/>
                  <a:pt x="99160" y="62672"/>
                  <a:pt x="99218" y="62938"/>
                </a:cubicBezTo>
                <a:lnTo>
                  <a:pt x="106859" y="98303"/>
                </a:lnTo>
                <a:close/>
                <a:moveTo>
                  <a:pt x="92433" y="77486"/>
                </a:moveTo>
                <a:cubicBezTo>
                  <a:pt x="91003" y="76519"/>
                  <a:pt x="89631" y="75929"/>
                  <a:pt x="88306" y="75714"/>
                </a:cubicBezTo>
                <a:cubicBezTo>
                  <a:pt x="86986" y="75494"/>
                  <a:pt x="85648" y="75680"/>
                  <a:pt x="84288" y="76270"/>
                </a:cubicBezTo>
                <a:cubicBezTo>
                  <a:pt x="83269" y="76716"/>
                  <a:pt x="82441" y="77364"/>
                  <a:pt x="81804" y="78215"/>
                </a:cubicBezTo>
                <a:cubicBezTo>
                  <a:pt x="81162" y="79072"/>
                  <a:pt x="80693" y="80050"/>
                  <a:pt x="80392" y="81145"/>
                </a:cubicBezTo>
                <a:cubicBezTo>
                  <a:pt x="80091" y="82244"/>
                  <a:pt x="79923" y="83437"/>
                  <a:pt x="79894" y="84716"/>
                </a:cubicBezTo>
                <a:cubicBezTo>
                  <a:pt x="79859" y="86002"/>
                  <a:pt x="79929" y="87292"/>
                  <a:pt x="80103" y="88589"/>
                </a:cubicBezTo>
                <a:cubicBezTo>
                  <a:pt x="80276" y="89880"/>
                  <a:pt x="80542" y="91154"/>
                  <a:pt x="80896" y="92398"/>
                </a:cubicBezTo>
                <a:cubicBezTo>
                  <a:pt x="81249" y="93643"/>
                  <a:pt x="81642" y="94760"/>
                  <a:pt x="82077" y="95756"/>
                </a:cubicBezTo>
                <a:cubicBezTo>
                  <a:pt x="82395" y="96485"/>
                  <a:pt x="82748" y="97151"/>
                  <a:pt x="83142" y="97759"/>
                </a:cubicBezTo>
                <a:cubicBezTo>
                  <a:pt x="83535" y="98367"/>
                  <a:pt x="83993" y="98865"/>
                  <a:pt x="84502" y="99247"/>
                </a:cubicBezTo>
                <a:cubicBezTo>
                  <a:pt x="85017" y="99629"/>
                  <a:pt x="85579" y="99866"/>
                  <a:pt x="86198" y="99959"/>
                </a:cubicBezTo>
                <a:cubicBezTo>
                  <a:pt x="86812" y="100051"/>
                  <a:pt x="87501" y="99930"/>
                  <a:pt x="88253" y="99606"/>
                </a:cubicBezTo>
                <a:cubicBezTo>
                  <a:pt x="89319" y="99143"/>
                  <a:pt x="90274" y="98344"/>
                  <a:pt x="91107" y="97215"/>
                </a:cubicBezTo>
                <a:cubicBezTo>
                  <a:pt x="91941" y="96086"/>
                  <a:pt x="92607" y="94760"/>
                  <a:pt x="93099" y="93232"/>
                </a:cubicBezTo>
                <a:cubicBezTo>
                  <a:pt x="93585" y="91709"/>
                  <a:pt x="93880" y="90048"/>
                  <a:pt x="93985" y="88259"/>
                </a:cubicBezTo>
                <a:cubicBezTo>
                  <a:pt x="94083" y="86470"/>
                  <a:pt x="93944" y="84664"/>
                  <a:pt x="93550" y="82841"/>
                </a:cubicBezTo>
                <a:lnTo>
                  <a:pt x="92433" y="77486"/>
                </a:lnTo>
                <a:close/>
                <a:moveTo>
                  <a:pt x="140135" y="53791"/>
                </a:moveTo>
                <a:cubicBezTo>
                  <a:pt x="140499" y="54642"/>
                  <a:pt x="140818" y="55511"/>
                  <a:pt x="141078" y="56408"/>
                </a:cubicBezTo>
                <a:cubicBezTo>
                  <a:pt x="141339" y="57305"/>
                  <a:pt x="141576" y="58243"/>
                  <a:pt x="141796" y="59210"/>
                </a:cubicBezTo>
                <a:lnTo>
                  <a:pt x="146485" y="81023"/>
                </a:lnTo>
                <a:cubicBezTo>
                  <a:pt x="146537" y="81283"/>
                  <a:pt x="146514" y="81550"/>
                  <a:pt x="146416" y="81810"/>
                </a:cubicBezTo>
                <a:cubicBezTo>
                  <a:pt x="146311" y="82071"/>
                  <a:pt x="146097" y="82343"/>
                  <a:pt x="145773" y="82627"/>
                </a:cubicBezTo>
                <a:cubicBezTo>
                  <a:pt x="145449" y="82910"/>
                  <a:pt x="145003" y="83217"/>
                  <a:pt x="144436" y="83535"/>
                </a:cubicBezTo>
                <a:cubicBezTo>
                  <a:pt x="143868" y="83854"/>
                  <a:pt x="143139" y="84207"/>
                  <a:pt x="142242" y="84601"/>
                </a:cubicBezTo>
                <a:cubicBezTo>
                  <a:pt x="141344" y="84988"/>
                  <a:pt x="140592" y="85278"/>
                  <a:pt x="139996" y="85469"/>
                </a:cubicBezTo>
                <a:cubicBezTo>
                  <a:pt x="139399" y="85654"/>
                  <a:pt x="138919" y="85753"/>
                  <a:pt x="138548" y="85770"/>
                </a:cubicBezTo>
                <a:cubicBezTo>
                  <a:pt x="138184" y="85787"/>
                  <a:pt x="137906" y="85729"/>
                  <a:pt x="137715" y="85591"/>
                </a:cubicBezTo>
                <a:cubicBezTo>
                  <a:pt x="137529" y="85457"/>
                  <a:pt x="137408" y="85261"/>
                  <a:pt x="137350" y="84994"/>
                </a:cubicBezTo>
                <a:lnTo>
                  <a:pt x="132806" y="63818"/>
                </a:lnTo>
                <a:cubicBezTo>
                  <a:pt x="132678" y="63181"/>
                  <a:pt x="132510" y="62550"/>
                  <a:pt x="132308" y="61913"/>
                </a:cubicBezTo>
                <a:cubicBezTo>
                  <a:pt x="132099" y="61282"/>
                  <a:pt x="131903" y="60732"/>
                  <a:pt x="131700" y="60275"/>
                </a:cubicBezTo>
                <a:cubicBezTo>
                  <a:pt x="131225" y="59181"/>
                  <a:pt x="130606" y="58382"/>
                  <a:pt x="129836" y="57884"/>
                </a:cubicBezTo>
                <a:cubicBezTo>
                  <a:pt x="129072" y="57381"/>
                  <a:pt x="128140" y="57363"/>
                  <a:pt x="127046" y="57838"/>
                </a:cubicBezTo>
                <a:cubicBezTo>
                  <a:pt x="126056" y="58272"/>
                  <a:pt x="125153" y="59042"/>
                  <a:pt x="124348" y="60142"/>
                </a:cubicBezTo>
                <a:cubicBezTo>
                  <a:pt x="123543" y="61242"/>
                  <a:pt x="122895" y="62539"/>
                  <a:pt x="122409" y="64032"/>
                </a:cubicBezTo>
                <a:cubicBezTo>
                  <a:pt x="121917" y="65532"/>
                  <a:pt x="121616" y="67164"/>
                  <a:pt x="121488" y="68936"/>
                </a:cubicBezTo>
                <a:cubicBezTo>
                  <a:pt x="121367" y="70707"/>
                  <a:pt x="121500" y="72473"/>
                  <a:pt x="121888" y="74238"/>
                </a:cubicBezTo>
                <a:lnTo>
                  <a:pt x="125338" y="90222"/>
                </a:lnTo>
                <a:cubicBezTo>
                  <a:pt x="125396" y="90482"/>
                  <a:pt x="125373" y="90749"/>
                  <a:pt x="125268" y="91009"/>
                </a:cubicBezTo>
                <a:cubicBezTo>
                  <a:pt x="125170" y="91270"/>
                  <a:pt x="124956" y="91542"/>
                  <a:pt x="124632" y="91825"/>
                </a:cubicBezTo>
                <a:cubicBezTo>
                  <a:pt x="124307" y="92115"/>
                  <a:pt x="123856" y="92416"/>
                  <a:pt x="123277" y="92740"/>
                </a:cubicBezTo>
                <a:cubicBezTo>
                  <a:pt x="122698" y="93064"/>
                  <a:pt x="121969" y="93417"/>
                  <a:pt x="121094" y="93799"/>
                </a:cubicBezTo>
                <a:cubicBezTo>
                  <a:pt x="120197" y="94187"/>
                  <a:pt x="119450" y="94477"/>
                  <a:pt x="118854" y="94662"/>
                </a:cubicBezTo>
                <a:cubicBezTo>
                  <a:pt x="118258" y="94853"/>
                  <a:pt x="117772" y="94957"/>
                  <a:pt x="117390" y="94980"/>
                </a:cubicBezTo>
                <a:cubicBezTo>
                  <a:pt x="117007" y="94998"/>
                  <a:pt x="116730" y="94940"/>
                  <a:pt x="116556" y="94801"/>
                </a:cubicBezTo>
                <a:cubicBezTo>
                  <a:pt x="116376" y="94662"/>
                  <a:pt x="116261" y="94459"/>
                  <a:pt x="116203" y="94193"/>
                </a:cubicBezTo>
                <a:lnTo>
                  <a:pt x="108579" y="58863"/>
                </a:lnTo>
                <a:cubicBezTo>
                  <a:pt x="108521" y="58602"/>
                  <a:pt x="108532" y="58342"/>
                  <a:pt x="108613" y="58093"/>
                </a:cubicBezTo>
                <a:cubicBezTo>
                  <a:pt x="108689" y="57844"/>
                  <a:pt x="108868" y="57589"/>
                  <a:pt x="109152" y="57340"/>
                </a:cubicBezTo>
                <a:cubicBezTo>
                  <a:pt x="109430" y="57085"/>
                  <a:pt x="109818" y="56819"/>
                  <a:pt x="110315" y="56530"/>
                </a:cubicBezTo>
                <a:cubicBezTo>
                  <a:pt x="110807" y="56240"/>
                  <a:pt x="111421" y="55939"/>
                  <a:pt x="112150" y="55621"/>
                </a:cubicBezTo>
                <a:cubicBezTo>
                  <a:pt x="112897" y="55297"/>
                  <a:pt x="113528" y="55059"/>
                  <a:pt x="114026" y="54915"/>
                </a:cubicBezTo>
                <a:cubicBezTo>
                  <a:pt x="114524" y="54770"/>
                  <a:pt x="114929" y="54695"/>
                  <a:pt x="115248" y="54689"/>
                </a:cubicBezTo>
                <a:cubicBezTo>
                  <a:pt x="115560" y="54677"/>
                  <a:pt x="115798" y="54747"/>
                  <a:pt x="115965" y="54891"/>
                </a:cubicBezTo>
                <a:cubicBezTo>
                  <a:pt x="116128" y="55036"/>
                  <a:pt x="116238" y="55245"/>
                  <a:pt x="116295" y="55505"/>
                </a:cubicBezTo>
                <a:lnTo>
                  <a:pt x="117569" y="61317"/>
                </a:lnTo>
                <a:cubicBezTo>
                  <a:pt x="117708" y="60246"/>
                  <a:pt x="118009" y="59083"/>
                  <a:pt x="118472" y="57826"/>
                </a:cubicBezTo>
                <a:cubicBezTo>
                  <a:pt x="118935" y="56570"/>
                  <a:pt x="119566" y="55355"/>
                  <a:pt x="120365" y="54168"/>
                </a:cubicBezTo>
                <a:cubicBezTo>
                  <a:pt x="121164" y="52987"/>
                  <a:pt x="122113" y="51887"/>
                  <a:pt x="123219" y="50874"/>
                </a:cubicBezTo>
                <a:cubicBezTo>
                  <a:pt x="124319" y="49861"/>
                  <a:pt x="125575" y="49044"/>
                  <a:pt x="126982" y="48437"/>
                </a:cubicBezTo>
                <a:cubicBezTo>
                  <a:pt x="128678" y="47696"/>
                  <a:pt x="130212" y="47325"/>
                  <a:pt x="131584" y="47319"/>
                </a:cubicBezTo>
                <a:cubicBezTo>
                  <a:pt x="132950" y="47314"/>
                  <a:pt x="134178" y="47580"/>
                  <a:pt x="135260" y="48118"/>
                </a:cubicBezTo>
                <a:cubicBezTo>
                  <a:pt x="136349" y="48657"/>
                  <a:pt x="137292" y="49421"/>
                  <a:pt x="138097" y="50411"/>
                </a:cubicBezTo>
                <a:cubicBezTo>
                  <a:pt x="138907" y="51406"/>
                  <a:pt x="139585" y="52529"/>
                  <a:pt x="140135" y="53791"/>
                </a:cubicBezTo>
                <a:moveTo>
                  <a:pt x="186111" y="65341"/>
                </a:moveTo>
                <a:cubicBezTo>
                  <a:pt x="186632" y="67737"/>
                  <a:pt x="186794" y="69954"/>
                  <a:pt x="186580" y="71992"/>
                </a:cubicBezTo>
                <a:cubicBezTo>
                  <a:pt x="186371" y="74030"/>
                  <a:pt x="185758" y="75929"/>
                  <a:pt x="184733" y="77689"/>
                </a:cubicBezTo>
                <a:cubicBezTo>
                  <a:pt x="183708" y="79448"/>
                  <a:pt x="182244" y="81075"/>
                  <a:pt x="180339" y="82563"/>
                </a:cubicBezTo>
                <a:cubicBezTo>
                  <a:pt x="178435" y="84056"/>
                  <a:pt x="176050" y="85428"/>
                  <a:pt x="173190" y="86673"/>
                </a:cubicBezTo>
                <a:cubicBezTo>
                  <a:pt x="171129" y="87570"/>
                  <a:pt x="169207" y="88207"/>
                  <a:pt x="167424" y="88595"/>
                </a:cubicBezTo>
                <a:cubicBezTo>
                  <a:pt x="165647" y="88977"/>
                  <a:pt x="164101" y="89157"/>
                  <a:pt x="162787" y="89122"/>
                </a:cubicBezTo>
                <a:cubicBezTo>
                  <a:pt x="162312" y="89093"/>
                  <a:pt x="161953" y="88994"/>
                  <a:pt x="161699" y="88815"/>
                </a:cubicBezTo>
                <a:cubicBezTo>
                  <a:pt x="161450" y="88636"/>
                  <a:pt x="161230" y="88329"/>
                  <a:pt x="161039" y="87889"/>
                </a:cubicBezTo>
                <a:cubicBezTo>
                  <a:pt x="160975" y="87744"/>
                  <a:pt x="160882" y="87495"/>
                  <a:pt x="160755" y="87148"/>
                </a:cubicBezTo>
                <a:cubicBezTo>
                  <a:pt x="160633" y="86795"/>
                  <a:pt x="160523" y="86395"/>
                  <a:pt x="160431" y="85949"/>
                </a:cubicBezTo>
                <a:cubicBezTo>
                  <a:pt x="160338" y="85498"/>
                  <a:pt x="160251" y="85023"/>
                  <a:pt x="160176" y="84520"/>
                </a:cubicBezTo>
                <a:cubicBezTo>
                  <a:pt x="160101" y="84016"/>
                  <a:pt x="160083" y="83553"/>
                  <a:pt x="160112" y="83119"/>
                </a:cubicBezTo>
                <a:cubicBezTo>
                  <a:pt x="160141" y="82690"/>
                  <a:pt x="160211" y="82314"/>
                  <a:pt x="160332" y="81984"/>
                </a:cubicBezTo>
                <a:cubicBezTo>
                  <a:pt x="160448" y="81660"/>
                  <a:pt x="160651" y="81434"/>
                  <a:pt x="160946" y="81307"/>
                </a:cubicBezTo>
                <a:cubicBezTo>
                  <a:pt x="161235" y="81179"/>
                  <a:pt x="161641" y="81127"/>
                  <a:pt x="162150" y="81150"/>
                </a:cubicBezTo>
                <a:cubicBezTo>
                  <a:pt x="162665" y="81173"/>
                  <a:pt x="163331" y="81150"/>
                  <a:pt x="164136" y="81087"/>
                </a:cubicBezTo>
                <a:cubicBezTo>
                  <a:pt x="164946" y="81023"/>
                  <a:pt x="165919" y="80867"/>
                  <a:pt x="167053" y="80624"/>
                </a:cubicBezTo>
                <a:cubicBezTo>
                  <a:pt x="168182" y="80375"/>
                  <a:pt x="169514" y="79917"/>
                  <a:pt x="171042" y="79252"/>
                </a:cubicBezTo>
                <a:cubicBezTo>
                  <a:pt x="172281" y="78713"/>
                  <a:pt x="173346" y="78134"/>
                  <a:pt x="174243" y="77515"/>
                </a:cubicBezTo>
                <a:cubicBezTo>
                  <a:pt x="175146" y="76890"/>
                  <a:pt x="175864" y="76201"/>
                  <a:pt x="176397" y="75448"/>
                </a:cubicBezTo>
                <a:cubicBezTo>
                  <a:pt x="176935" y="74696"/>
                  <a:pt x="177283" y="73885"/>
                  <a:pt x="177439" y="73005"/>
                </a:cubicBezTo>
                <a:cubicBezTo>
                  <a:pt x="177589" y="72131"/>
                  <a:pt x="177549" y="71159"/>
                  <a:pt x="177306" y="70076"/>
                </a:cubicBezTo>
                <a:cubicBezTo>
                  <a:pt x="176935" y="68362"/>
                  <a:pt x="176681" y="66904"/>
                  <a:pt x="176530" y="65699"/>
                </a:cubicBezTo>
                <a:cubicBezTo>
                  <a:pt x="176380" y="64495"/>
                  <a:pt x="176293" y="63494"/>
                  <a:pt x="176264" y="62701"/>
                </a:cubicBezTo>
                <a:cubicBezTo>
                  <a:pt x="176171" y="63691"/>
                  <a:pt x="175893" y="64756"/>
                  <a:pt x="175424" y="65896"/>
                </a:cubicBezTo>
                <a:cubicBezTo>
                  <a:pt x="174955" y="67043"/>
                  <a:pt x="174336" y="68154"/>
                  <a:pt x="173566" y="69237"/>
                </a:cubicBezTo>
                <a:cubicBezTo>
                  <a:pt x="172796" y="70325"/>
                  <a:pt x="171893" y="71315"/>
                  <a:pt x="170857" y="72212"/>
                </a:cubicBezTo>
                <a:cubicBezTo>
                  <a:pt x="169821" y="73109"/>
                  <a:pt x="168698" y="73827"/>
                  <a:pt x="167482" y="74354"/>
                </a:cubicBezTo>
                <a:cubicBezTo>
                  <a:pt x="165612" y="75164"/>
                  <a:pt x="163904" y="75535"/>
                  <a:pt x="162359" y="75454"/>
                </a:cubicBezTo>
                <a:cubicBezTo>
                  <a:pt x="160813" y="75379"/>
                  <a:pt x="159395" y="74956"/>
                  <a:pt x="158109" y="74192"/>
                </a:cubicBezTo>
                <a:cubicBezTo>
                  <a:pt x="156818" y="73422"/>
                  <a:pt x="155672" y="72363"/>
                  <a:pt x="154671" y="71014"/>
                </a:cubicBezTo>
                <a:cubicBezTo>
                  <a:pt x="153663" y="69659"/>
                  <a:pt x="152778" y="68113"/>
                  <a:pt x="152019" y="66365"/>
                </a:cubicBezTo>
                <a:cubicBezTo>
                  <a:pt x="151330" y="64791"/>
                  <a:pt x="150740" y="63025"/>
                  <a:pt x="150236" y="61080"/>
                </a:cubicBezTo>
                <a:cubicBezTo>
                  <a:pt x="149739" y="59135"/>
                  <a:pt x="149409" y="57126"/>
                  <a:pt x="149246" y="55065"/>
                </a:cubicBezTo>
                <a:cubicBezTo>
                  <a:pt x="149084" y="52998"/>
                  <a:pt x="149113" y="50937"/>
                  <a:pt x="149345" y="48877"/>
                </a:cubicBezTo>
                <a:cubicBezTo>
                  <a:pt x="149571" y="46816"/>
                  <a:pt x="150068" y="44859"/>
                  <a:pt x="150838" y="43012"/>
                </a:cubicBezTo>
                <a:cubicBezTo>
                  <a:pt x="151608" y="41160"/>
                  <a:pt x="152679" y="39487"/>
                  <a:pt x="154063" y="37993"/>
                </a:cubicBezTo>
                <a:cubicBezTo>
                  <a:pt x="155446" y="36494"/>
                  <a:pt x="157206" y="35284"/>
                  <a:pt x="159342" y="34352"/>
                </a:cubicBezTo>
                <a:cubicBezTo>
                  <a:pt x="161357" y="33478"/>
                  <a:pt x="163320" y="33119"/>
                  <a:pt x="165236" y="33281"/>
                </a:cubicBezTo>
                <a:cubicBezTo>
                  <a:pt x="167158" y="33443"/>
                  <a:pt x="169045" y="34074"/>
                  <a:pt x="170903" y="35168"/>
                </a:cubicBezTo>
                <a:lnTo>
                  <a:pt x="170237" y="32036"/>
                </a:lnTo>
                <a:cubicBezTo>
                  <a:pt x="170110" y="31486"/>
                  <a:pt x="170336" y="30954"/>
                  <a:pt x="170909" y="30450"/>
                </a:cubicBezTo>
                <a:cubicBezTo>
                  <a:pt x="171482" y="29941"/>
                  <a:pt x="172507" y="29362"/>
                  <a:pt x="173989" y="28719"/>
                </a:cubicBezTo>
                <a:cubicBezTo>
                  <a:pt x="174712" y="28401"/>
                  <a:pt x="175332" y="28169"/>
                  <a:pt x="175847" y="28019"/>
                </a:cubicBezTo>
                <a:cubicBezTo>
                  <a:pt x="176356" y="27868"/>
                  <a:pt x="176773" y="27787"/>
                  <a:pt x="177103" y="27776"/>
                </a:cubicBezTo>
                <a:cubicBezTo>
                  <a:pt x="177427" y="27764"/>
                  <a:pt x="177682" y="27828"/>
                  <a:pt x="177856" y="27967"/>
                </a:cubicBezTo>
                <a:cubicBezTo>
                  <a:pt x="178035" y="28106"/>
                  <a:pt x="178151" y="28308"/>
                  <a:pt x="178209" y="28569"/>
                </a:cubicBezTo>
                <a:lnTo>
                  <a:pt x="186111" y="65341"/>
                </a:lnTo>
                <a:close/>
                <a:moveTo>
                  <a:pt x="171407" y="43082"/>
                </a:moveTo>
                <a:cubicBezTo>
                  <a:pt x="169977" y="42121"/>
                  <a:pt x="168605" y="41530"/>
                  <a:pt x="167279" y="41310"/>
                </a:cubicBezTo>
                <a:cubicBezTo>
                  <a:pt x="165959" y="41090"/>
                  <a:pt x="164622" y="41276"/>
                  <a:pt x="163262" y="41866"/>
                </a:cubicBezTo>
                <a:cubicBezTo>
                  <a:pt x="162243" y="42312"/>
                  <a:pt x="161421" y="42960"/>
                  <a:pt x="160796" y="43805"/>
                </a:cubicBezTo>
                <a:cubicBezTo>
                  <a:pt x="160170" y="44656"/>
                  <a:pt x="159696" y="45635"/>
                  <a:pt x="159383" y="46735"/>
                </a:cubicBezTo>
                <a:cubicBezTo>
                  <a:pt x="159070" y="47840"/>
                  <a:pt x="158897" y="49033"/>
                  <a:pt x="158862" y="50318"/>
                </a:cubicBezTo>
                <a:cubicBezTo>
                  <a:pt x="158833" y="51597"/>
                  <a:pt x="158903" y="52894"/>
                  <a:pt x="159082" y="54202"/>
                </a:cubicBezTo>
                <a:cubicBezTo>
                  <a:pt x="159261" y="55511"/>
                  <a:pt x="159528" y="56779"/>
                  <a:pt x="159875" y="58012"/>
                </a:cubicBezTo>
                <a:cubicBezTo>
                  <a:pt x="160222" y="59245"/>
                  <a:pt x="160628" y="60385"/>
                  <a:pt x="161079" y="61427"/>
                </a:cubicBezTo>
                <a:cubicBezTo>
                  <a:pt x="161438" y="62249"/>
                  <a:pt x="161838" y="62973"/>
                  <a:pt x="162278" y="63586"/>
                </a:cubicBezTo>
                <a:cubicBezTo>
                  <a:pt x="162723" y="64206"/>
                  <a:pt x="163198" y="64681"/>
                  <a:pt x="163707" y="65022"/>
                </a:cubicBezTo>
                <a:cubicBezTo>
                  <a:pt x="164217" y="65364"/>
                  <a:pt x="164761" y="65561"/>
                  <a:pt x="165346" y="65607"/>
                </a:cubicBezTo>
                <a:cubicBezTo>
                  <a:pt x="165930" y="65659"/>
                  <a:pt x="166561" y="65537"/>
                  <a:pt x="167239" y="65236"/>
                </a:cubicBezTo>
                <a:cubicBezTo>
                  <a:pt x="168310" y="64773"/>
                  <a:pt x="169259" y="63980"/>
                  <a:pt x="170098" y="62851"/>
                </a:cubicBezTo>
                <a:cubicBezTo>
                  <a:pt x="170932" y="61722"/>
                  <a:pt x="171598" y="60397"/>
                  <a:pt x="172084" y="58868"/>
                </a:cubicBezTo>
                <a:cubicBezTo>
                  <a:pt x="172576" y="57340"/>
                  <a:pt x="172871" y="55679"/>
                  <a:pt x="172964" y="53878"/>
                </a:cubicBezTo>
                <a:cubicBezTo>
                  <a:pt x="173062" y="52072"/>
                  <a:pt x="172912" y="50260"/>
                  <a:pt x="172524" y="48442"/>
                </a:cubicBezTo>
                <a:lnTo>
                  <a:pt x="171407" y="43082"/>
                </a:lnTo>
                <a:close/>
                <a:moveTo>
                  <a:pt x="217979" y="19793"/>
                </a:moveTo>
                <a:cubicBezTo>
                  <a:pt x="218744" y="21541"/>
                  <a:pt x="219033" y="23283"/>
                  <a:pt x="218848" y="25020"/>
                </a:cubicBezTo>
                <a:cubicBezTo>
                  <a:pt x="218668" y="26757"/>
                  <a:pt x="217962" y="28494"/>
                  <a:pt x="216741" y="30219"/>
                </a:cubicBezTo>
                <a:cubicBezTo>
                  <a:pt x="215519" y="31950"/>
                  <a:pt x="213742" y="33640"/>
                  <a:pt x="211415" y="35284"/>
                </a:cubicBezTo>
                <a:cubicBezTo>
                  <a:pt x="209087" y="36934"/>
                  <a:pt x="206152" y="38526"/>
                  <a:pt x="202610" y="40072"/>
                </a:cubicBezTo>
                <a:lnTo>
                  <a:pt x="199263" y="41525"/>
                </a:lnTo>
                <a:cubicBezTo>
                  <a:pt x="199408" y="42127"/>
                  <a:pt x="199576" y="42711"/>
                  <a:pt x="199761" y="43279"/>
                </a:cubicBezTo>
                <a:cubicBezTo>
                  <a:pt x="199952" y="43846"/>
                  <a:pt x="200149" y="44355"/>
                  <a:pt x="200346" y="44819"/>
                </a:cubicBezTo>
                <a:cubicBezTo>
                  <a:pt x="201203" y="46781"/>
                  <a:pt x="202355" y="48043"/>
                  <a:pt x="203808" y="48593"/>
                </a:cubicBezTo>
                <a:cubicBezTo>
                  <a:pt x="205261" y="49143"/>
                  <a:pt x="207113" y="48929"/>
                  <a:pt x="209371" y="47950"/>
                </a:cubicBezTo>
                <a:cubicBezTo>
                  <a:pt x="210969" y="47250"/>
                  <a:pt x="212358" y="46509"/>
                  <a:pt x="213533" y="45727"/>
                </a:cubicBezTo>
                <a:cubicBezTo>
                  <a:pt x="214709" y="44940"/>
                  <a:pt x="215710" y="44199"/>
                  <a:pt x="216549" y="43504"/>
                </a:cubicBezTo>
                <a:cubicBezTo>
                  <a:pt x="217383" y="42810"/>
                  <a:pt x="218066" y="42208"/>
                  <a:pt x="218599" y="41704"/>
                </a:cubicBezTo>
                <a:cubicBezTo>
                  <a:pt x="219131" y="41200"/>
                  <a:pt x="219542" y="40882"/>
                  <a:pt x="219832" y="40755"/>
                </a:cubicBezTo>
                <a:cubicBezTo>
                  <a:pt x="220121" y="40627"/>
                  <a:pt x="220364" y="40627"/>
                  <a:pt x="220561" y="40743"/>
                </a:cubicBezTo>
                <a:cubicBezTo>
                  <a:pt x="220758" y="40859"/>
                  <a:pt x="220932" y="41102"/>
                  <a:pt x="221094" y="41461"/>
                </a:cubicBezTo>
                <a:cubicBezTo>
                  <a:pt x="221273" y="41878"/>
                  <a:pt x="221441" y="42364"/>
                  <a:pt x="221597" y="42931"/>
                </a:cubicBezTo>
                <a:cubicBezTo>
                  <a:pt x="221760" y="43499"/>
                  <a:pt x="221887" y="44066"/>
                  <a:pt x="221980" y="44651"/>
                </a:cubicBezTo>
                <a:cubicBezTo>
                  <a:pt x="222072" y="45230"/>
                  <a:pt x="222118" y="45791"/>
                  <a:pt x="222113" y="46341"/>
                </a:cubicBezTo>
                <a:cubicBezTo>
                  <a:pt x="222107" y="46897"/>
                  <a:pt x="222020" y="47348"/>
                  <a:pt x="221858" y="47707"/>
                </a:cubicBezTo>
                <a:cubicBezTo>
                  <a:pt x="221696" y="48124"/>
                  <a:pt x="221291" y="48651"/>
                  <a:pt x="220637" y="49276"/>
                </a:cubicBezTo>
                <a:cubicBezTo>
                  <a:pt x="219988" y="49907"/>
                  <a:pt x="219172" y="50579"/>
                  <a:pt x="218188" y="51296"/>
                </a:cubicBezTo>
                <a:cubicBezTo>
                  <a:pt x="217198" y="52014"/>
                  <a:pt x="216063" y="52749"/>
                  <a:pt x="214772" y="53496"/>
                </a:cubicBezTo>
                <a:cubicBezTo>
                  <a:pt x="213481" y="54243"/>
                  <a:pt x="212132" y="54926"/>
                  <a:pt x="210726" y="55540"/>
                </a:cubicBezTo>
                <a:cubicBezTo>
                  <a:pt x="208399" y="56553"/>
                  <a:pt x="206257" y="57195"/>
                  <a:pt x="204312" y="57462"/>
                </a:cubicBezTo>
                <a:cubicBezTo>
                  <a:pt x="202366" y="57734"/>
                  <a:pt x="200595" y="57624"/>
                  <a:pt x="198997" y="57138"/>
                </a:cubicBezTo>
                <a:cubicBezTo>
                  <a:pt x="197399" y="56645"/>
                  <a:pt x="195975" y="55760"/>
                  <a:pt x="194725" y="54475"/>
                </a:cubicBezTo>
                <a:cubicBezTo>
                  <a:pt x="193469" y="53184"/>
                  <a:pt x="192386" y="51487"/>
                  <a:pt x="191466" y="49374"/>
                </a:cubicBezTo>
                <a:cubicBezTo>
                  <a:pt x="190759" y="47748"/>
                  <a:pt x="190157" y="45942"/>
                  <a:pt x="189648" y="43956"/>
                </a:cubicBezTo>
                <a:cubicBezTo>
                  <a:pt x="189144" y="41965"/>
                  <a:pt x="188843" y="39921"/>
                  <a:pt x="188733" y="37820"/>
                </a:cubicBezTo>
                <a:cubicBezTo>
                  <a:pt x="188629" y="35718"/>
                  <a:pt x="188745" y="33605"/>
                  <a:pt x="189098" y="31492"/>
                </a:cubicBezTo>
                <a:cubicBezTo>
                  <a:pt x="189445" y="29379"/>
                  <a:pt x="190111" y="27365"/>
                  <a:pt x="191084" y="25460"/>
                </a:cubicBezTo>
                <a:cubicBezTo>
                  <a:pt x="192056" y="23550"/>
                  <a:pt x="193370" y="21784"/>
                  <a:pt x="195032" y="20169"/>
                </a:cubicBezTo>
                <a:cubicBezTo>
                  <a:pt x="196693" y="18548"/>
                  <a:pt x="198800" y="17188"/>
                  <a:pt x="201348" y="16076"/>
                </a:cubicBezTo>
                <a:cubicBezTo>
                  <a:pt x="203553" y="15121"/>
                  <a:pt x="205568" y="14554"/>
                  <a:pt x="207385" y="14386"/>
                </a:cubicBezTo>
                <a:cubicBezTo>
                  <a:pt x="209197" y="14212"/>
                  <a:pt x="210807" y="14339"/>
                  <a:pt x="212196" y="14756"/>
                </a:cubicBezTo>
                <a:cubicBezTo>
                  <a:pt x="213591" y="15173"/>
                  <a:pt x="214778" y="15827"/>
                  <a:pt x="215756" y="16713"/>
                </a:cubicBezTo>
                <a:cubicBezTo>
                  <a:pt x="216735" y="17599"/>
                  <a:pt x="217476" y="18629"/>
                  <a:pt x="217979" y="19793"/>
                </a:cubicBezTo>
                <a:moveTo>
                  <a:pt x="209296" y="24395"/>
                </a:moveTo>
                <a:cubicBezTo>
                  <a:pt x="208873" y="23422"/>
                  <a:pt x="208138" y="22786"/>
                  <a:pt x="207096" y="22473"/>
                </a:cubicBezTo>
                <a:cubicBezTo>
                  <a:pt x="206048" y="22160"/>
                  <a:pt x="204798" y="22322"/>
                  <a:pt x="203345" y="22959"/>
                </a:cubicBezTo>
                <a:cubicBezTo>
                  <a:pt x="202129" y="23486"/>
                  <a:pt x="201139" y="24175"/>
                  <a:pt x="200375" y="25032"/>
                </a:cubicBezTo>
                <a:cubicBezTo>
                  <a:pt x="199605" y="25883"/>
                  <a:pt x="199015" y="26838"/>
                  <a:pt x="198609" y="27891"/>
                </a:cubicBezTo>
                <a:cubicBezTo>
                  <a:pt x="198204" y="28951"/>
                  <a:pt x="197961" y="30097"/>
                  <a:pt x="197880" y="31330"/>
                </a:cubicBezTo>
                <a:cubicBezTo>
                  <a:pt x="197793" y="32563"/>
                  <a:pt x="197845" y="33819"/>
                  <a:pt x="198025" y="35099"/>
                </a:cubicBezTo>
                <a:lnTo>
                  <a:pt x="201081" y="33767"/>
                </a:lnTo>
                <a:cubicBezTo>
                  <a:pt x="203021" y="32922"/>
                  <a:pt x="204589" y="32088"/>
                  <a:pt x="205788" y="31261"/>
                </a:cubicBezTo>
                <a:cubicBezTo>
                  <a:pt x="206992" y="30439"/>
                  <a:pt x="207895" y="29634"/>
                  <a:pt x="208503" y="28847"/>
                </a:cubicBezTo>
                <a:cubicBezTo>
                  <a:pt x="209116" y="28065"/>
                  <a:pt x="209475" y="27295"/>
                  <a:pt x="209580" y="26543"/>
                </a:cubicBezTo>
                <a:cubicBezTo>
                  <a:pt x="209684" y="25790"/>
                  <a:pt x="209591" y="25072"/>
                  <a:pt x="209296" y="24395"/>
                </a:cubicBezTo>
                <a:moveTo>
                  <a:pt x="244742" y="1355"/>
                </a:moveTo>
                <a:cubicBezTo>
                  <a:pt x="244869" y="1644"/>
                  <a:pt x="245014" y="2096"/>
                  <a:pt x="245182" y="2698"/>
                </a:cubicBezTo>
                <a:cubicBezTo>
                  <a:pt x="245344" y="3306"/>
                  <a:pt x="245466" y="3937"/>
                  <a:pt x="245547" y="4596"/>
                </a:cubicBezTo>
                <a:cubicBezTo>
                  <a:pt x="245633" y="5251"/>
                  <a:pt x="245651" y="5841"/>
                  <a:pt x="245605" y="6368"/>
                </a:cubicBezTo>
                <a:cubicBezTo>
                  <a:pt x="245558" y="6889"/>
                  <a:pt x="245390" y="7219"/>
                  <a:pt x="245101" y="7346"/>
                </a:cubicBezTo>
                <a:cubicBezTo>
                  <a:pt x="244782" y="7479"/>
                  <a:pt x="244366" y="7526"/>
                  <a:pt x="243839" y="7479"/>
                </a:cubicBezTo>
                <a:cubicBezTo>
                  <a:pt x="243318" y="7433"/>
                  <a:pt x="242687" y="7404"/>
                  <a:pt x="241963" y="7387"/>
                </a:cubicBezTo>
                <a:cubicBezTo>
                  <a:pt x="241234" y="7375"/>
                  <a:pt x="240418" y="7433"/>
                  <a:pt x="239509" y="7572"/>
                </a:cubicBezTo>
                <a:cubicBezTo>
                  <a:pt x="238600" y="7705"/>
                  <a:pt x="237598" y="8012"/>
                  <a:pt x="236510" y="8487"/>
                </a:cubicBezTo>
                <a:cubicBezTo>
                  <a:pt x="235659" y="8851"/>
                  <a:pt x="234947" y="9291"/>
                  <a:pt x="234374" y="9801"/>
                </a:cubicBezTo>
                <a:cubicBezTo>
                  <a:pt x="233807" y="10310"/>
                  <a:pt x="233384" y="10849"/>
                  <a:pt x="233106" y="11416"/>
                </a:cubicBezTo>
                <a:cubicBezTo>
                  <a:pt x="232834" y="11977"/>
                  <a:pt x="232695" y="12568"/>
                  <a:pt x="232683" y="13176"/>
                </a:cubicBezTo>
                <a:cubicBezTo>
                  <a:pt x="232678" y="13789"/>
                  <a:pt x="232799" y="14386"/>
                  <a:pt x="233054" y="14965"/>
                </a:cubicBezTo>
                <a:cubicBezTo>
                  <a:pt x="233378" y="15717"/>
                  <a:pt x="233963" y="16215"/>
                  <a:pt x="234802" y="16452"/>
                </a:cubicBezTo>
                <a:cubicBezTo>
                  <a:pt x="235642" y="16696"/>
                  <a:pt x="236626" y="16840"/>
                  <a:pt x="237737" y="16887"/>
                </a:cubicBezTo>
                <a:cubicBezTo>
                  <a:pt x="238855" y="16933"/>
                  <a:pt x="240053" y="16968"/>
                  <a:pt x="241332" y="16991"/>
                </a:cubicBezTo>
                <a:cubicBezTo>
                  <a:pt x="242612" y="17008"/>
                  <a:pt x="243874" y="17182"/>
                  <a:pt x="245107" y="17512"/>
                </a:cubicBezTo>
                <a:cubicBezTo>
                  <a:pt x="246345" y="17836"/>
                  <a:pt x="247498" y="18392"/>
                  <a:pt x="248557" y="19167"/>
                </a:cubicBezTo>
                <a:cubicBezTo>
                  <a:pt x="249616" y="19949"/>
                  <a:pt x="250490" y="21124"/>
                  <a:pt x="251179" y="22704"/>
                </a:cubicBezTo>
                <a:cubicBezTo>
                  <a:pt x="251978" y="24545"/>
                  <a:pt x="252372" y="26404"/>
                  <a:pt x="252349" y="28274"/>
                </a:cubicBezTo>
                <a:cubicBezTo>
                  <a:pt x="252326" y="30149"/>
                  <a:pt x="251886" y="31944"/>
                  <a:pt x="251035" y="33669"/>
                </a:cubicBezTo>
                <a:cubicBezTo>
                  <a:pt x="250189" y="35400"/>
                  <a:pt x="248939" y="37003"/>
                  <a:pt x="247289" y="38485"/>
                </a:cubicBezTo>
                <a:cubicBezTo>
                  <a:pt x="245639" y="39967"/>
                  <a:pt x="243602" y="41235"/>
                  <a:pt x="241176" y="42289"/>
                </a:cubicBezTo>
                <a:cubicBezTo>
                  <a:pt x="240012" y="42798"/>
                  <a:pt x="238866" y="43198"/>
                  <a:pt x="237737" y="43481"/>
                </a:cubicBezTo>
                <a:cubicBezTo>
                  <a:pt x="236608" y="43771"/>
                  <a:pt x="235572" y="43979"/>
                  <a:pt x="234629" y="44101"/>
                </a:cubicBezTo>
                <a:cubicBezTo>
                  <a:pt x="233685" y="44222"/>
                  <a:pt x="232851" y="44251"/>
                  <a:pt x="232133" y="44188"/>
                </a:cubicBezTo>
                <a:cubicBezTo>
                  <a:pt x="231416" y="44130"/>
                  <a:pt x="230854" y="44025"/>
                  <a:pt x="230443" y="43886"/>
                </a:cubicBezTo>
                <a:cubicBezTo>
                  <a:pt x="230165" y="43776"/>
                  <a:pt x="229934" y="43632"/>
                  <a:pt x="229754" y="43452"/>
                </a:cubicBezTo>
                <a:cubicBezTo>
                  <a:pt x="229575" y="43267"/>
                  <a:pt x="229413" y="43007"/>
                  <a:pt x="229262" y="42671"/>
                </a:cubicBezTo>
                <a:cubicBezTo>
                  <a:pt x="229170" y="42451"/>
                  <a:pt x="229065" y="42161"/>
                  <a:pt x="228955" y="41808"/>
                </a:cubicBezTo>
                <a:cubicBezTo>
                  <a:pt x="228845" y="41449"/>
                  <a:pt x="228741" y="41050"/>
                  <a:pt x="228648" y="40598"/>
                </a:cubicBezTo>
                <a:cubicBezTo>
                  <a:pt x="228550" y="40153"/>
                  <a:pt x="228469" y="39695"/>
                  <a:pt x="228400" y="39238"/>
                </a:cubicBezTo>
                <a:cubicBezTo>
                  <a:pt x="228330" y="38775"/>
                  <a:pt x="228295" y="38346"/>
                  <a:pt x="228290" y="37941"/>
                </a:cubicBezTo>
                <a:cubicBezTo>
                  <a:pt x="228290" y="37542"/>
                  <a:pt x="228324" y="37194"/>
                  <a:pt x="228405" y="36917"/>
                </a:cubicBezTo>
                <a:cubicBezTo>
                  <a:pt x="228486" y="36639"/>
                  <a:pt x="228625" y="36453"/>
                  <a:pt x="228816" y="36372"/>
                </a:cubicBezTo>
                <a:cubicBezTo>
                  <a:pt x="229158" y="36222"/>
                  <a:pt x="229598" y="36204"/>
                  <a:pt x="230136" y="36314"/>
                </a:cubicBezTo>
                <a:cubicBezTo>
                  <a:pt x="230675" y="36430"/>
                  <a:pt x="231352" y="36517"/>
                  <a:pt x="232157" y="36587"/>
                </a:cubicBezTo>
                <a:cubicBezTo>
                  <a:pt x="232967" y="36650"/>
                  <a:pt x="233916" y="36627"/>
                  <a:pt x="235005" y="36511"/>
                </a:cubicBezTo>
                <a:cubicBezTo>
                  <a:pt x="236093" y="36401"/>
                  <a:pt x="237355" y="36031"/>
                  <a:pt x="238785" y="35411"/>
                </a:cubicBezTo>
                <a:cubicBezTo>
                  <a:pt x="239781" y="34977"/>
                  <a:pt x="240597" y="34485"/>
                  <a:pt x="241240" y="33929"/>
                </a:cubicBezTo>
                <a:cubicBezTo>
                  <a:pt x="241876" y="33379"/>
                  <a:pt x="242351" y="32789"/>
                  <a:pt x="242658" y="32170"/>
                </a:cubicBezTo>
                <a:cubicBezTo>
                  <a:pt x="242965" y="31544"/>
                  <a:pt x="243115" y="30913"/>
                  <a:pt x="243115" y="30282"/>
                </a:cubicBezTo>
                <a:cubicBezTo>
                  <a:pt x="243109" y="29646"/>
                  <a:pt x="242976" y="29026"/>
                  <a:pt x="242716" y="28418"/>
                </a:cubicBezTo>
                <a:cubicBezTo>
                  <a:pt x="242345" y="27573"/>
                  <a:pt x="241749" y="27012"/>
                  <a:pt x="240921" y="26734"/>
                </a:cubicBezTo>
                <a:cubicBezTo>
                  <a:pt x="240093" y="26462"/>
                  <a:pt x="239132" y="26288"/>
                  <a:pt x="238032" y="26213"/>
                </a:cubicBezTo>
                <a:cubicBezTo>
                  <a:pt x="236933" y="26143"/>
                  <a:pt x="235752" y="26097"/>
                  <a:pt x="234484" y="26068"/>
                </a:cubicBezTo>
                <a:cubicBezTo>
                  <a:pt x="233222" y="26045"/>
                  <a:pt x="231983" y="25877"/>
                  <a:pt x="230779" y="25564"/>
                </a:cubicBezTo>
                <a:cubicBezTo>
                  <a:pt x="229575" y="25252"/>
                  <a:pt x="228452" y="24702"/>
                  <a:pt x="227404" y="23914"/>
                </a:cubicBezTo>
                <a:cubicBezTo>
                  <a:pt x="226356" y="23133"/>
                  <a:pt x="225488" y="21952"/>
                  <a:pt x="224799" y="20372"/>
                </a:cubicBezTo>
                <a:cubicBezTo>
                  <a:pt x="224052" y="18652"/>
                  <a:pt x="223682" y="16910"/>
                  <a:pt x="223693" y="15144"/>
                </a:cubicBezTo>
                <a:cubicBezTo>
                  <a:pt x="223705" y="13378"/>
                  <a:pt x="224104" y="11671"/>
                  <a:pt x="224886" y="10015"/>
                </a:cubicBezTo>
                <a:cubicBezTo>
                  <a:pt x="225667" y="8365"/>
                  <a:pt x="226819" y="6837"/>
                  <a:pt x="228342" y="5436"/>
                </a:cubicBezTo>
                <a:cubicBezTo>
                  <a:pt x="229870" y="4035"/>
                  <a:pt x="231775" y="2842"/>
                  <a:pt x="234055" y="1847"/>
                </a:cubicBezTo>
                <a:cubicBezTo>
                  <a:pt x="235074" y="1407"/>
                  <a:pt x="236093" y="1042"/>
                  <a:pt x="237106" y="758"/>
                </a:cubicBezTo>
                <a:cubicBezTo>
                  <a:pt x="238125" y="475"/>
                  <a:pt x="239063" y="278"/>
                  <a:pt x="239920" y="162"/>
                </a:cubicBezTo>
                <a:cubicBezTo>
                  <a:pt x="240782" y="46"/>
                  <a:pt x="241552" y="0"/>
                  <a:pt x="242241" y="17"/>
                </a:cubicBezTo>
                <a:cubicBezTo>
                  <a:pt x="242924" y="41"/>
                  <a:pt x="243445" y="127"/>
                  <a:pt x="243804" y="289"/>
                </a:cubicBezTo>
                <a:cubicBezTo>
                  <a:pt x="244180" y="417"/>
                  <a:pt x="244493" y="770"/>
                  <a:pt x="244742" y="13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buggystatements">
            <a:extLst xmlns:a="http://schemas.openxmlformats.org/drawingml/2006/main">
              <a:ext uri="{FF2B5EF4-FFF2-40B4-BE49-F238E27FC236}">
                <a16:creationId xmlns:a16="http://schemas.microsoft.com/office/drawing/2014/main" id="{54930801-0B3F-4287-86B6-342BB16B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866" y="2122913"/>
            <a:ext cx="601715" cy="69769"/>
          </a:xfrm>
          <a:custGeom xmlns:a="http://schemas.openxmlformats.org/drawingml/2006/main">
            <a:pathLst>
              <a:path w="601715" h="69769">
                <a:moveTo>
                  <a:pt x="39157" y="29713"/>
                </a:moveTo>
                <a:cubicBezTo>
                  <a:pt x="39157" y="31462"/>
                  <a:pt x="38998" y="33331"/>
                  <a:pt x="38681" y="35320"/>
                </a:cubicBezTo>
                <a:cubicBezTo>
                  <a:pt x="38363" y="37307"/>
                  <a:pt x="37874" y="39282"/>
                  <a:pt x="37213" y="41244"/>
                </a:cubicBezTo>
                <a:cubicBezTo>
                  <a:pt x="36551" y="43206"/>
                  <a:pt x="35705" y="45088"/>
                  <a:pt x="34673" y="46891"/>
                </a:cubicBezTo>
                <a:cubicBezTo>
                  <a:pt x="33641" y="48693"/>
                  <a:pt x="32397" y="50284"/>
                  <a:pt x="30942" y="51663"/>
                </a:cubicBezTo>
                <a:cubicBezTo>
                  <a:pt x="29487" y="53041"/>
                  <a:pt x="27827" y="54141"/>
                  <a:pt x="25962" y="54963"/>
                </a:cubicBezTo>
                <a:cubicBezTo>
                  <a:pt x="24096" y="55785"/>
                  <a:pt x="22013" y="56196"/>
                  <a:pt x="19711" y="56196"/>
                </a:cubicBezTo>
                <a:cubicBezTo>
                  <a:pt x="17488" y="56196"/>
                  <a:pt x="15524" y="55759"/>
                  <a:pt x="13817" y="54884"/>
                </a:cubicBezTo>
                <a:cubicBezTo>
                  <a:pt x="12111" y="54009"/>
                  <a:pt x="10636" y="52684"/>
                  <a:pt x="9392" y="50908"/>
                </a:cubicBezTo>
                <a:lnTo>
                  <a:pt x="8797" y="53894"/>
                </a:lnTo>
                <a:cubicBezTo>
                  <a:pt x="8691" y="54450"/>
                  <a:pt x="8275" y="54853"/>
                  <a:pt x="7547" y="55105"/>
                </a:cubicBezTo>
                <a:cubicBezTo>
                  <a:pt x="6819" y="55356"/>
                  <a:pt x="5649" y="55482"/>
                  <a:pt x="4035" y="55482"/>
                </a:cubicBezTo>
                <a:cubicBezTo>
                  <a:pt x="2447" y="55482"/>
                  <a:pt x="1369" y="55349"/>
                  <a:pt x="800" y="55085"/>
                </a:cubicBezTo>
                <a:cubicBezTo>
                  <a:pt x="232" y="54820"/>
                  <a:pt x="0" y="54423"/>
                  <a:pt x="106" y="53894"/>
                </a:cubicBezTo>
                <a:lnTo>
                  <a:pt x="10543" y="1707"/>
                </a:lnTo>
                <a:cubicBezTo>
                  <a:pt x="10596" y="1442"/>
                  <a:pt x="10715" y="1204"/>
                  <a:pt x="10901" y="992"/>
                </a:cubicBezTo>
                <a:cubicBezTo>
                  <a:pt x="11086" y="780"/>
                  <a:pt x="11390" y="602"/>
                  <a:pt x="11813" y="456"/>
                </a:cubicBezTo>
                <a:cubicBezTo>
                  <a:pt x="12237" y="311"/>
                  <a:pt x="12772" y="198"/>
                  <a:pt x="13421" y="119"/>
                </a:cubicBezTo>
                <a:cubicBezTo>
                  <a:pt x="14069" y="40"/>
                  <a:pt x="14882" y="0"/>
                  <a:pt x="15861" y="0"/>
                </a:cubicBezTo>
                <a:cubicBezTo>
                  <a:pt x="16840" y="0"/>
                  <a:pt x="17634" y="40"/>
                  <a:pt x="18243" y="119"/>
                </a:cubicBezTo>
                <a:cubicBezTo>
                  <a:pt x="18851" y="198"/>
                  <a:pt x="19334" y="311"/>
                  <a:pt x="19691" y="456"/>
                </a:cubicBezTo>
                <a:cubicBezTo>
                  <a:pt x="20048" y="602"/>
                  <a:pt x="20280" y="780"/>
                  <a:pt x="20386" y="992"/>
                </a:cubicBezTo>
                <a:cubicBezTo>
                  <a:pt x="20491" y="1204"/>
                  <a:pt x="20518" y="1442"/>
                  <a:pt x="20465" y="1707"/>
                </a:cubicBezTo>
                <a:lnTo>
                  <a:pt x="17647" y="15911"/>
                </a:lnTo>
                <a:cubicBezTo>
                  <a:pt x="17515" y="16521"/>
                  <a:pt x="17369" y="17163"/>
                  <a:pt x="17211" y="17838"/>
                </a:cubicBezTo>
                <a:cubicBezTo>
                  <a:pt x="17052" y="18512"/>
                  <a:pt x="16873" y="19181"/>
                  <a:pt x="16675" y="19844"/>
                </a:cubicBezTo>
                <a:cubicBezTo>
                  <a:pt x="16476" y="20508"/>
                  <a:pt x="16278" y="21148"/>
                  <a:pt x="16080" y="21763"/>
                </a:cubicBezTo>
                <a:cubicBezTo>
                  <a:pt x="15881" y="22377"/>
                  <a:pt x="15689" y="22920"/>
                  <a:pt x="15504" y="23390"/>
                </a:cubicBezTo>
                <a:cubicBezTo>
                  <a:pt x="15980" y="22560"/>
                  <a:pt x="16662" y="21712"/>
                  <a:pt x="17548" y="20847"/>
                </a:cubicBezTo>
                <a:cubicBezTo>
                  <a:pt x="18434" y="19981"/>
                  <a:pt x="19446" y="19202"/>
                  <a:pt x="20584" y="18510"/>
                </a:cubicBezTo>
                <a:cubicBezTo>
                  <a:pt x="21722" y="17817"/>
                  <a:pt x="22945" y="17258"/>
                  <a:pt x="24255" y="16832"/>
                </a:cubicBezTo>
                <a:cubicBezTo>
                  <a:pt x="25565" y="16405"/>
                  <a:pt x="26881" y="16192"/>
                  <a:pt x="28204" y="16192"/>
                </a:cubicBezTo>
                <a:cubicBezTo>
                  <a:pt x="29712" y="16192"/>
                  <a:pt x="31022" y="16384"/>
                  <a:pt x="32133" y="16769"/>
                </a:cubicBezTo>
                <a:cubicBezTo>
                  <a:pt x="33244" y="17153"/>
                  <a:pt x="34210" y="17677"/>
                  <a:pt x="35030" y="18340"/>
                </a:cubicBezTo>
                <a:cubicBezTo>
                  <a:pt x="35850" y="19002"/>
                  <a:pt x="36525" y="19784"/>
                  <a:pt x="37054" y="20685"/>
                </a:cubicBezTo>
                <a:cubicBezTo>
                  <a:pt x="37583" y="21586"/>
                  <a:pt x="38006" y="22534"/>
                  <a:pt x="38324" y="23529"/>
                </a:cubicBezTo>
                <a:cubicBezTo>
                  <a:pt x="38641" y="24523"/>
                  <a:pt x="38860" y="25550"/>
                  <a:pt x="38979" y="26611"/>
                </a:cubicBezTo>
                <a:cubicBezTo>
                  <a:pt x="39098" y="27671"/>
                  <a:pt x="39157" y="28705"/>
                  <a:pt x="39157" y="29713"/>
                </a:cubicBezTo>
                <a:moveTo>
                  <a:pt x="28878" y="30687"/>
                </a:moveTo>
                <a:cubicBezTo>
                  <a:pt x="28878" y="30025"/>
                  <a:pt x="28832" y="29336"/>
                  <a:pt x="28740" y="28621"/>
                </a:cubicBezTo>
                <a:cubicBezTo>
                  <a:pt x="28647" y="27905"/>
                  <a:pt x="28449" y="27256"/>
                  <a:pt x="28144" y="26673"/>
                </a:cubicBezTo>
                <a:cubicBezTo>
                  <a:pt x="27840" y="26090"/>
                  <a:pt x="27423" y="25613"/>
                  <a:pt x="26894" y="25242"/>
                </a:cubicBezTo>
                <a:cubicBezTo>
                  <a:pt x="26365" y="24871"/>
                  <a:pt x="25664" y="24685"/>
                  <a:pt x="24791" y="24685"/>
                </a:cubicBezTo>
                <a:cubicBezTo>
                  <a:pt x="23600" y="24685"/>
                  <a:pt x="22403" y="25037"/>
                  <a:pt x="21199" y="25740"/>
                </a:cubicBezTo>
                <a:cubicBezTo>
                  <a:pt x="19995" y="26444"/>
                  <a:pt x="18864" y="27407"/>
                  <a:pt x="17806" y="28629"/>
                </a:cubicBezTo>
                <a:cubicBezTo>
                  <a:pt x="16748" y="29850"/>
                  <a:pt x="15808" y="31270"/>
                  <a:pt x="14988" y="32890"/>
                </a:cubicBezTo>
                <a:cubicBezTo>
                  <a:pt x="14168" y="34510"/>
                  <a:pt x="13586" y="36232"/>
                  <a:pt x="13242" y="38056"/>
                </a:cubicBezTo>
                <a:lnTo>
                  <a:pt x="12131" y="43432"/>
                </a:lnTo>
                <a:cubicBezTo>
                  <a:pt x="13057" y="44882"/>
                  <a:pt x="14082" y="45956"/>
                  <a:pt x="15206" y="46655"/>
                </a:cubicBezTo>
                <a:cubicBezTo>
                  <a:pt x="16331" y="47354"/>
                  <a:pt x="17634" y="47703"/>
                  <a:pt x="19116" y="47703"/>
                </a:cubicBezTo>
                <a:cubicBezTo>
                  <a:pt x="20174" y="47703"/>
                  <a:pt x="21153" y="47445"/>
                  <a:pt x="22052" y="46928"/>
                </a:cubicBezTo>
                <a:cubicBezTo>
                  <a:pt x="22952" y="46411"/>
                  <a:pt x="23766" y="45729"/>
                  <a:pt x="24493" y="44880"/>
                </a:cubicBezTo>
                <a:cubicBezTo>
                  <a:pt x="25221" y="44032"/>
                  <a:pt x="25856" y="43038"/>
                  <a:pt x="26398" y="41899"/>
                </a:cubicBezTo>
                <a:cubicBezTo>
                  <a:pt x="26940" y="40760"/>
                  <a:pt x="27397" y="39560"/>
                  <a:pt x="27767" y="38301"/>
                </a:cubicBezTo>
                <a:cubicBezTo>
                  <a:pt x="28138" y="37042"/>
                  <a:pt x="28415" y="35763"/>
                  <a:pt x="28601" y="34465"/>
                </a:cubicBezTo>
                <a:cubicBezTo>
                  <a:pt x="28786" y="33166"/>
                  <a:pt x="28878" y="31907"/>
                  <a:pt x="28878" y="30687"/>
                </a:cubicBezTo>
                <a:close/>
                <a:moveTo>
                  <a:pt x="76004" y="53934"/>
                </a:moveTo>
                <a:cubicBezTo>
                  <a:pt x="75951" y="54198"/>
                  <a:pt x="75838" y="54430"/>
                  <a:pt x="75667" y="54628"/>
                </a:cubicBezTo>
                <a:cubicBezTo>
                  <a:pt x="75495" y="54827"/>
                  <a:pt x="75230" y="54985"/>
                  <a:pt x="74873" y="55105"/>
                </a:cubicBezTo>
                <a:cubicBezTo>
                  <a:pt x="74516" y="55224"/>
                  <a:pt x="74059" y="55316"/>
                  <a:pt x="73504" y="55382"/>
                </a:cubicBezTo>
                <a:cubicBezTo>
                  <a:pt x="72948" y="55448"/>
                  <a:pt x="72260" y="55482"/>
                  <a:pt x="71440" y="55482"/>
                </a:cubicBezTo>
                <a:cubicBezTo>
                  <a:pt x="70620" y="55482"/>
                  <a:pt x="69952" y="55448"/>
                  <a:pt x="69436" y="55382"/>
                </a:cubicBezTo>
                <a:cubicBezTo>
                  <a:pt x="68920" y="55316"/>
                  <a:pt x="68516" y="55224"/>
                  <a:pt x="68225" y="55105"/>
                </a:cubicBezTo>
                <a:cubicBezTo>
                  <a:pt x="67934" y="54985"/>
                  <a:pt x="67742" y="54827"/>
                  <a:pt x="67650" y="54628"/>
                </a:cubicBezTo>
                <a:cubicBezTo>
                  <a:pt x="67557" y="54430"/>
                  <a:pt x="67551" y="54198"/>
                  <a:pt x="67630" y="53934"/>
                </a:cubicBezTo>
                <a:lnTo>
                  <a:pt x="68702" y="48179"/>
                </a:lnTo>
                <a:cubicBezTo>
                  <a:pt x="68172" y="49110"/>
                  <a:pt x="67445" y="50048"/>
                  <a:pt x="66519" y="50992"/>
                </a:cubicBezTo>
                <a:cubicBezTo>
                  <a:pt x="65593" y="51935"/>
                  <a:pt x="64528" y="52799"/>
                  <a:pt x="63324" y="53584"/>
                </a:cubicBezTo>
                <a:cubicBezTo>
                  <a:pt x="62120" y="54368"/>
                  <a:pt x="60817" y="54999"/>
                  <a:pt x="59415" y="55478"/>
                </a:cubicBezTo>
                <a:cubicBezTo>
                  <a:pt x="58013" y="55957"/>
                  <a:pt x="56571" y="56196"/>
                  <a:pt x="55089" y="56196"/>
                </a:cubicBezTo>
                <a:cubicBezTo>
                  <a:pt x="53237" y="56196"/>
                  <a:pt x="51669" y="55937"/>
                  <a:pt x="50386" y="55420"/>
                </a:cubicBezTo>
                <a:cubicBezTo>
                  <a:pt x="49103" y="54903"/>
                  <a:pt x="48071" y="54200"/>
                  <a:pt x="47291" y="53311"/>
                </a:cubicBezTo>
                <a:cubicBezTo>
                  <a:pt x="46510" y="52422"/>
                  <a:pt x="45941" y="51355"/>
                  <a:pt x="45584" y="50109"/>
                </a:cubicBezTo>
                <a:cubicBezTo>
                  <a:pt x="45227" y="48862"/>
                  <a:pt x="45048" y="47509"/>
                  <a:pt x="45048" y="46050"/>
                </a:cubicBezTo>
                <a:cubicBezTo>
                  <a:pt x="45048" y="45149"/>
                  <a:pt x="45108" y="44227"/>
                  <a:pt x="45227" y="43285"/>
                </a:cubicBezTo>
                <a:cubicBezTo>
                  <a:pt x="45346" y="42344"/>
                  <a:pt x="45498" y="41382"/>
                  <a:pt x="45683" y="40401"/>
                </a:cubicBezTo>
                <a:lnTo>
                  <a:pt x="50049" y="18454"/>
                </a:lnTo>
                <a:cubicBezTo>
                  <a:pt x="50102" y="18190"/>
                  <a:pt x="50228" y="17958"/>
                  <a:pt x="50426" y="17760"/>
                </a:cubicBezTo>
                <a:cubicBezTo>
                  <a:pt x="50624" y="17561"/>
                  <a:pt x="50929" y="17402"/>
                  <a:pt x="51339" y="17283"/>
                </a:cubicBezTo>
                <a:cubicBezTo>
                  <a:pt x="51749" y="17164"/>
                  <a:pt x="52285" y="17072"/>
                  <a:pt x="52946" y="17006"/>
                </a:cubicBezTo>
                <a:cubicBezTo>
                  <a:pt x="53608" y="16939"/>
                  <a:pt x="54414" y="16906"/>
                  <a:pt x="55367" y="16906"/>
                </a:cubicBezTo>
                <a:cubicBezTo>
                  <a:pt x="56346" y="16906"/>
                  <a:pt x="57146" y="16939"/>
                  <a:pt x="57768" y="17006"/>
                </a:cubicBezTo>
                <a:cubicBezTo>
                  <a:pt x="58390" y="17072"/>
                  <a:pt x="58873" y="17164"/>
                  <a:pt x="59217" y="17283"/>
                </a:cubicBezTo>
                <a:cubicBezTo>
                  <a:pt x="59560" y="17402"/>
                  <a:pt x="59792" y="17561"/>
                  <a:pt x="59911" y="17760"/>
                </a:cubicBezTo>
                <a:cubicBezTo>
                  <a:pt x="60030" y="17958"/>
                  <a:pt x="60063" y="18190"/>
                  <a:pt x="60010" y="18454"/>
                </a:cubicBezTo>
                <a:lnTo>
                  <a:pt x="55803" y="39726"/>
                </a:lnTo>
                <a:cubicBezTo>
                  <a:pt x="55671" y="40308"/>
                  <a:pt x="55572" y="40917"/>
                  <a:pt x="55506" y="41552"/>
                </a:cubicBezTo>
                <a:cubicBezTo>
                  <a:pt x="55440" y="42187"/>
                  <a:pt x="55407" y="42795"/>
                  <a:pt x="55407" y="43377"/>
                </a:cubicBezTo>
                <a:cubicBezTo>
                  <a:pt x="55407" y="44012"/>
                  <a:pt x="55466" y="44588"/>
                  <a:pt x="55585" y="45104"/>
                </a:cubicBezTo>
                <a:cubicBezTo>
                  <a:pt x="55704" y="45619"/>
                  <a:pt x="55896" y="46063"/>
                  <a:pt x="56161" y="46433"/>
                </a:cubicBezTo>
                <a:cubicBezTo>
                  <a:pt x="56425" y="46803"/>
                  <a:pt x="56763" y="47081"/>
                  <a:pt x="57173" y="47266"/>
                </a:cubicBezTo>
                <a:cubicBezTo>
                  <a:pt x="57583" y="47452"/>
                  <a:pt x="58079" y="47544"/>
                  <a:pt x="58661" y="47544"/>
                </a:cubicBezTo>
                <a:cubicBezTo>
                  <a:pt x="59746" y="47544"/>
                  <a:pt x="60877" y="47194"/>
                  <a:pt x="62054" y="46493"/>
                </a:cubicBezTo>
                <a:cubicBezTo>
                  <a:pt x="63231" y="45791"/>
                  <a:pt x="64349" y="44826"/>
                  <a:pt x="65408" y="43595"/>
                </a:cubicBezTo>
                <a:cubicBezTo>
                  <a:pt x="66466" y="42365"/>
                  <a:pt x="67412" y="40910"/>
                  <a:pt x="68245" y="39230"/>
                </a:cubicBezTo>
                <a:cubicBezTo>
                  <a:pt x="69079" y="37550"/>
                  <a:pt x="69707" y="35731"/>
                  <a:pt x="70130" y="33773"/>
                </a:cubicBezTo>
                <a:lnTo>
                  <a:pt x="73146" y="18454"/>
                </a:lnTo>
                <a:cubicBezTo>
                  <a:pt x="73173" y="18190"/>
                  <a:pt x="73292" y="17958"/>
                  <a:pt x="73504" y="17760"/>
                </a:cubicBezTo>
                <a:cubicBezTo>
                  <a:pt x="73715" y="17561"/>
                  <a:pt x="74026" y="17402"/>
                  <a:pt x="74436" y="17283"/>
                </a:cubicBezTo>
                <a:cubicBezTo>
                  <a:pt x="74846" y="17164"/>
                  <a:pt x="75382" y="17072"/>
                  <a:pt x="76044" y="17006"/>
                </a:cubicBezTo>
                <a:cubicBezTo>
                  <a:pt x="76705" y="16939"/>
                  <a:pt x="77512" y="16906"/>
                  <a:pt x="78464" y="16906"/>
                </a:cubicBezTo>
                <a:cubicBezTo>
                  <a:pt x="79443" y="16906"/>
                  <a:pt x="80244" y="16939"/>
                  <a:pt x="80865" y="17006"/>
                </a:cubicBezTo>
                <a:cubicBezTo>
                  <a:pt x="81487" y="17072"/>
                  <a:pt x="81977" y="17164"/>
                  <a:pt x="82334" y="17283"/>
                </a:cubicBezTo>
                <a:cubicBezTo>
                  <a:pt x="82691" y="17402"/>
                  <a:pt x="82923" y="17561"/>
                  <a:pt x="83028" y="17760"/>
                </a:cubicBezTo>
                <a:cubicBezTo>
                  <a:pt x="83134" y="17958"/>
                  <a:pt x="83161" y="18190"/>
                  <a:pt x="83108" y="18454"/>
                </a:cubicBezTo>
                <a:lnTo>
                  <a:pt x="76004" y="53934"/>
                </a:lnTo>
                <a:close/>
                <a:moveTo>
                  <a:pt x="118795" y="55351"/>
                </a:moveTo>
                <a:cubicBezTo>
                  <a:pt x="118319" y="57761"/>
                  <a:pt x="117578" y="59859"/>
                  <a:pt x="116573" y="61647"/>
                </a:cubicBezTo>
                <a:cubicBezTo>
                  <a:pt x="115567" y="63434"/>
                  <a:pt x="114244" y="64930"/>
                  <a:pt x="112604" y="66135"/>
                </a:cubicBezTo>
                <a:cubicBezTo>
                  <a:pt x="110964" y="67340"/>
                  <a:pt x="108973" y="68246"/>
                  <a:pt x="106631" y="68855"/>
                </a:cubicBezTo>
                <a:cubicBezTo>
                  <a:pt x="104290" y="69464"/>
                  <a:pt x="101558" y="69769"/>
                  <a:pt x="98436" y="69769"/>
                </a:cubicBezTo>
                <a:cubicBezTo>
                  <a:pt x="96187" y="69769"/>
                  <a:pt x="94170" y="69589"/>
                  <a:pt x="92384" y="69230"/>
                </a:cubicBezTo>
                <a:cubicBezTo>
                  <a:pt x="90598" y="68872"/>
                  <a:pt x="89110" y="68414"/>
                  <a:pt x="87919" y="67856"/>
                </a:cubicBezTo>
                <a:cubicBezTo>
                  <a:pt x="87496" y="67644"/>
                  <a:pt x="87205" y="67404"/>
                  <a:pt x="87046" y="67138"/>
                </a:cubicBezTo>
                <a:cubicBezTo>
                  <a:pt x="86887" y="66873"/>
                  <a:pt x="86808" y="66501"/>
                  <a:pt x="86808" y="66023"/>
                </a:cubicBezTo>
                <a:cubicBezTo>
                  <a:pt x="86808" y="65864"/>
                  <a:pt x="86821" y="65598"/>
                  <a:pt x="86848" y="65226"/>
                </a:cubicBezTo>
                <a:cubicBezTo>
                  <a:pt x="86874" y="64854"/>
                  <a:pt x="86934" y="64442"/>
                  <a:pt x="87026" y="63991"/>
                </a:cubicBezTo>
                <a:cubicBezTo>
                  <a:pt x="87119" y="63539"/>
                  <a:pt x="87231" y="63067"/>
                  <a:pt x="87364" y="62575"/>
                </a:cubicBezTo>
                <a:cubicBezTo>
                  <a:pt x="87496" y="62084"/>
                  <a:pt x="87661" y="61646"/>
                  <a:pt x="87860" y="61261"/>
                </a:cubicBezTo>
                <a:cubicBezTo>
                  <a:pt x="88058" y="60876"/>
                  <a:pt x="88276" y="60557"/>
                  <a:pt x="88514" y="60305"/>
                </a:cubicBezTo>
                <a:cubicBezTo>
                  <a:pt x="88753" y="60053"/>
                  <a:pt x="89030" y="59926"/>
                  <a:pt x="89348" y="59926"/>
                </a:cubicBezTo>
                <a:cubicBezTo>
                  <a:pt x="89665" y="59926"/>
                  <a:pt x="90056" y="60039"/>
                  <a:pt x="90519" y="60264"/>
                </a:cubicBezTo>
                <a:cubicBezTo>
                  <a:pt x="90982" y="60489"/>
                  <a:pt x="91597" y="60733"/>
                  <a:pt x="92364" y="60998"/>
                </a:cubicBezTo>
                <a:cubicBezTo>
                  <a:pt x="93131" y="61263"/>
                  <a:pt x="94084" y="61507"/>
                  <a:pt x="95221" y="61732"/>
                </a:cubicBezTo>
                <a:cubicBezTo>
                  <a:pt x="96359" y="61957"/>
                  <a:pt x="97761" y="62069"/>
                  <a:pt x="99428" y="62069"/>
                </a:cubicBezTo>
                <a:cubicBezTo>
                  <a:pt x="100778" y="62069"/>
                  <a:pt x="101988" y="61964"/>
                  <a:pt x="103059" y="61753"/>
                </a:cubicBezTo>
                <a:cubicBezTo>
                  <a:pt x="104131" y="61543"/>
                  <a:pt x="105064" y="61201"/>
                  <a:pt x="105857" y="60726"/>
                </a:cubicBezTo>
                <a:cubicBezTo>
                  <a:pt x="106651" y="60253"/>
                  <a:pt x="107293" y="59647"/>
                  <a:pt x="107782" y="58909"/>
                </a:cubicBezTo>
                <a:cubicBezTo>
                  <a:pt x="108272" y="58173"/>
                  <a:pt x="108622" y="57265"/>
                  <a:pt x="108834" y="56186"/>
                </a:cubicBezTo>
                <a:cubicBezTo>
                  <a:pt x="109178" y="54446"/>
                  <a:pt x="109522" y="52998"/>
                  <a:pt x="109866" y="51840"/>
                </a:cubicBezTo>
                <a:cubicBezTo>
                  <a:pt x="110210" y="50682"/>
                  <a:pt x="110527" y="49734"/>
                  <a:pt x="110818" y="48998"/>
                </a:cubicBezTo>
                <a:cubicBezTo>
                  <a:pt x="110342" y="49873"/>
                  <a:pt x="109661" y="50741"/>
                  <a:pt x="108774" y="51602"/>
                </a:cubicBezTo>
                <a:cubicBezTo>
                  <a:pt x="107888" y="52464"/>
                  <a:pt x="106876" y="53239"/>
                  <a:pt x="105738" y="53929"/>
                </a:cubicBezTo>
                <a:cubicBezTo>
                  <a:pt x="104601" y="54618"/>
                  <a:pt x="103377" y="55169"/>
                  <a:pt x="102067" y="55580"/>
                </a:cubicBezTo>
                <a:cubicBezTo>
                  <a:pt x="100758" y="55990"/>
                  <a:pt x="99441" y="56196"/>
                  <a:pt x="98119" y="56196"/>
                </a:cubicBezTo>
                <a:cubicBezTo>
                  <a:pt x="96081" y="56196"/>
                  <a:pt x="94368" y="55852"/>
                  <a:pt x="92979" y="55163"/>
                </a:cubicBezTo>
                <a:cubicBezTo>
                  <a:pt x="91590" y="54473"/>
                  <a:pt x="90459" y="53519"/>
                  <a:pt x="89586" y="52299"/>
                </a:cubicBezTo>
                <a:cubicBezTo>
                  <a:pt x="88713" y="51080"/>
                  <a:pt x="88084" y="49648"/>
                  <a:pt x="87701" y="48004"/>
                </a:cubicBezTo>
                <a:cubicBezTo>
                  <a:pt x="87317" y="46361"/>
                  <a:pt x="87125" y="44584"/>
                  <a:pt x="87125" y="42675"/>
                </a:cubicBezTo>
                <a:cubicBezTo>
                  <a:pt x="87125" y="40952"/>
                  <a:pt x="87284" y="39097"/>
                  <a:pt x="87602" y="37109"/>
                </a:cubicBezTo>
                <a:cubicBezTo>
                  <a:pt x="87919" y="35121"/>
                  <a:pt x="88415" y="33146"/>
                  <a:pt x="89090" y="31184"/>
                </a:cubicBezTo>
                <a:cubicBezTo>
                  <a:pt x="89765" y="29222"/>
                  <a:pt x="90618" y="27339"/>
                  <a:pt x="91650" y="25537"/>
                </a:cubicBezTo>
                <a:cubicBezTo>
                  <a:pt x="92682" y="23735"/>
                  <a:pt x="93918" y="22138"/>
                  <a:pt x="95360" y="20746"/>
                </a:cubicBezTo>
                <a:cubicBezTo>
                  <a:pt x="96802" y="19354"/>
                  <a:pt x="98456" y="18247"/>
                  <a:pt x="100321" y="17425"/>
                </a:cubicBezTo>
                <a:cubicBezTo>
                  <a:pt x="102186" y="16603"/>
                  <a:pt x="104283" y="16192"/>
                  <a:pt x="106611" y="16192"/>
                </a:cubicBezTo>
                <a:cubicBezTo>
                  <a:pt x="108807" y="16192"/>
                  <a:pt x="110752" y="16650"/>
                  <a:pt x="112445" y="17565"/>
                </a:cubicBezTo>
                <a:cubicBezTo>
                  <a:pt x="114139" y="18479"/>
                  <a:pt x="115620" y="19811"/>
                  <a:pt x="116890" y="21561"/>
                </a:cubicBezTo>
                <a:lnTo>
                  <a:pt x="117525" y="18455"/>
                </a:lnTo>
                <a:cubicBezTo>
                  <a:pt x="117631" y="17899"/>
                  <a:pt x="118048" y="17502"/>
                  <a:pt x="118775" y="17264"/>
                </a:cubicBezTo>
                <a:cubicBezTo>
                  <a:pt x="119503" y="17025"/>
                  <a:pt x="120674" y="16906"/>
                  <a:pt x="122288" y="16906"/>
                </a:cubicBezTo>
                <a:cubicBezTo>
                  <a:pt x="123081" y="16906"/>
                  <a:pt x="123743" y="16939"/>
                  <a:pt x="124272" y="17006"/>
                </a:cubicBezTo>
                <a:cubicBezTo>
                  <a:pt x="124801" y="17072"/>
                  <a:pt x="125218" y="17164"/>
                  <a:pt x="125522" y="17283"/>
                </a:cubicBezTo>
                <a:cubicBezTo>
                  <a:pt x="125826" y="17402"/>
                  <a:pt x="126031" y="17562"/>
                  <a:pt x="126137" y="17761"/>
                </a:cubicBezTo>
                <a:cubicBezTo>
                  <a:pt x="126243" y="17959"/>
                  <a:pt x="126269" y="18191"/>
                  <a:pt x="126216" y="18455"/>
                </a:cubicBezTo>
                <a:lnTo>
                  <a:pt x="118795" y="55351"/>
                </a:lnTo>
                <a:moveTo>
                  <a:pt x="114192" y="29037"/>
                </a:moveTo>
                <a:cubicBezTo>
                  <a:pt x="113266" y="27587"/>
                  <a:pt x="112240" y="26499"/>
                  <a:pt x="111116" y="25774"/>
                </a:cubicBezTo>
                <a:cubicBezTo>
                  <a:pt x="109991" y="25048"/>
                  <a:pt x="108688" y="24685"/>
                  <a:pt x="107207" y="24685"/>
                </a:cubicBezTo>
                <a:cubicBezTo>
                  <a:pt x="106095" y="24685"/>
                  <a:pt x="105083" y="24950"/>
                  <a:pt x="104171" y="25479"/>
                </a:cubicBezTo>
                <a:cubicBezTo>
                  <a:pt x="103258" y="26008"/>
                  <a:pt x="102438" y="26716"/>
                  <a:pt x="101710" y="27602"/>
                </a:cubicBezTo>
                <a:cubicBezTo>
                  <a:pt x="100983" y="28488"/>
                  <a:pt x="100348" y="29513"/>
                  <a:pt x="99805" y="30678"/>
                </a:cubicBezTo>
                <a:cubicBezTo>
                  <a:pt x="99263" y="31842"/>
                  <a:pt x="98813" y="33059"/>
                  <a:pt x="98456" y="34329"/>
                </a:cubicBezTo>
                <a:cubicBezTo>
                  <a:pt x="98099" y="35599"/>
                  <a:pt x="97834" y="36869"/>
                  <a:pt x="97662" y="38139"/>
                </a:cubicBezTo>
                <a:cubicBezTo>
                  <a:pt x="97490" y="39409"/>
                  <a:pt x="97404" y="40612"/>
                  <a:pt x="97404" y="41750"/>
                </a:cubicBezTo>
                <a:cubicBezTo>
                  <a:pt x="97404" y="42650"/>
                  <a:pt x="97484" y="43470"/>
                  <a:pt x="97642" y="44211"/>
                </a:cubicBezTo>
                <a:cubicBezTo>
                  <a:pt x="97801" y="44951"/>
                  <a:pt x="98046" y="45580"/>
                  <a:pt x="98376" y="46096"/>
                </a:cubicBezTo>
                <a:cubicBezTo>
                  <a:pt x="98707" y="46612"/>
                  <a:pt x="99131" y="47009"/>
                  <a:pt x="99646" y="47286"/>
                </a:cubicBezTo>
                <a:cubicBezTo>
                  <a:pt x="100162" y="47564"/>
                  <a:pt x="100791" y="47703"/>
                  <a:pt x="101532" y="47703"/>
                </a:cubicBezTo>
                <a:cubicBezTo>
                  <a:pt x="102696" y="47703"/>
                  <a:pt x="103886" y="47352"/>
                  <a:pt x="105103" y="46651"/>
                </a:cubicBezTo>
                <a:cubicBezTo>
                  <a:pt x="106320" y="45950"/>
                  <a:pt x="107458" y="44998"/>
                  <a:pt x="108516" y="43794"/>
                </a:cubicBezTo>
                <a:cubicBezTo>
                  <a:pt x="109575" y="42589"/>
                  <a:pt x="110507" y="41180"/>
                  <a:pt x="111314" y="39566"/>
                </a:cubicBezTo>
                <a:cubicBezTo>
                  <a:pt x="112121" y="37951"/>
                  <a:pt x="112710" y="36234"/>
                  <a:pt x="113080" y="34414"/>
                </a:cubicBezTo>
                <a:lnTo>
                  <a:pt x="114192" y="29037"/>
                </a:lnTo>
                <a:close/>
                <a:moveTo>
                  <a:pt x="161872" y="55351"/>
                </a:moveTo>
                <a:cubicBezTo>
                  <a:pt x="161396" y="57761"/>
                  <a:pt x="160655" y="59859"/>
                  <a:pt x="159650" y="61647"/>
                </a:cubicBezTo>
                <a:cubicBezTo>
                  <a:pt x="158644" y="63434"/>
                  <a:pt x="157322" y="64930"/>
                  <a:pt x="155681" y="66135"/>
                </a:cubicBezTo>
                <a:cubicBezTo>
                  <a:pt x="154041" y="67340"/>
                  <a:pt x="152050" y="68246"/>
                  <a:pt x="149708" y="68855"/>
                </a:cubicBezTo>
                <a:cubicBezTo>
                  <a:pt x="147367" y="69464"/>
                  <a:pt x="144635" y="69769"/>
                  <a:pt x="141513" y="69769"/>
                </a:cubicBezTo>
                <a:cubicBezTo>
                  <a:pt x="139264" y="69769"/>
                  <a:pt x="137247" y="69589"/>
                  <a:pt x="135461" y="69230"/>
                </a:cubicBezTo>
                <a:cubicBezTo>
                  <a:pt x="133675" y="68872"/>
                  <a:pt x="132187" y="68414"/>
                  <a:pt x="130996" y="67856"/>
                </a:cubicBezTo>
                <a:cubicBezTo>
                  <a:pt x="130573" y="67644"/>
                  <a:pt x="130282" y="67404"/>
                  <a:pt x="130123" y="67138"/>
                </a:cubicBezTo>
                <a:cubicBezTo>
                  <a:pt x="129964" y="66873"/>
                  <a:pt x="129885" y="66501"/>
                  <a:pt x="129885" y="66023"/>
                </a:cubicBezTo>
                <a:cubicBezTo>
                  <a:pt x="129885" y="65864"/>
                  <a:pt x="129898" y="65598"/>
                  <a:pt x="129925" y="65226"/>
                </a:cubicBezTo>
                <a:cubicBezTo>
                  <a:pt x="129951" y="64854"/>
                  <a:pt x="130011" y="64442"/>
                  <a:pt x="130103" y="63991"/>
                </a:cubicBezTo>
                <a:cubicBezTo>
                  <a:pt x="130196" y="63539"/>
                  <a:pt x="130308" y="63067"/>
                  <a:pt x="130441" y="62575"/>
                </a:cubicBezTo>
                <a:cubicBezTo>
                  <a:pt x="130573" y="62084"/>
                  <a:pt x="130738" y="61646"/>
                  <a:pt x="130937" y="61261"/>
                </a:cubicBezTo>
                <a:cubicBezTo>
                  <a:pt x="131135" y="60876"/>
                  <a:pt x="131353" y="60557"/>
                  <a:pt x="131592" y="60305"/>
                </a:cubicBezTo>
                <a:cubicBezTo>
                  <a:pt x="131830" y="60053"/>
                  <a:pt x="132107" y="59926"/>
                  <a:pt x="132425" y="59926"/>
                </a:cubicBezTo>
                <a:cubicBezTo>
                  <a:pt x="132742" y="59926"/>
                  <a:pt x="133133" y="60039"/>
                  <a:pt x="133596" y="60264"/>
                </a:cubicBezTo>
                <a:cubicBezTo>
                  <a:pt x="134059" y="60489"/>
                  <a:pt x="134674" y="60733"/>
                  <a:pt x="135441" y="60998"/>
                </a:cubicBezTo>
                <a:cubicBezTo>
                  <a:pt x="136208" y="61263"/>
                  <a:pt x="137161" y="61507"/>
                  <a:pt x="138299" y="61732"/>
                </a:cubicBezTo>
                <a:cubicBezTo>
                  <a:pt x="139436" y="61957"/>
                  <a:pt x="140838" y="62069"/>
                  <a:pt x="142505" y="62069"/>
                </a:cubicBezTo>
                <a:cubicBezTo>
                  <a:pt x="143855" y="62069"/>
                  <a:pt x="145065" y="61964"/>
                  <a:pt x="146137" y="61753"/>
                </a:cubicBezTo>
                <a:cubicBezTo>
                  <a:pt x="147208" y="61543"/>
                  <a:pt x="148141" y="61201"/>
                  <a:pt x="148934" y="60726"/>
                </a:cubicBezTo>
                <a:cubicBezTo>
                  <a:pt x="149728" y="60253"/>
                  <a:pt x="150370" y="59647"/>
                  <a:pt x="150859" y="58909"/>
                </a:cubicBezTo>
                <a:cubicBezTo>
                  <a:pt x="151349" y="58173"/>
                  <a:pt x="151699" y="57265"/>
                  <a:pt x="151911" y="56186"/>
                </a:cubicBezTo>
                <a:cubicBezTo>
                  <a:pt x="152255" y="54446"/>
                  <a:pt x="152599" y="52998"/>
                  <a:pt x="152943" y="51840"/>
                </a:cubicBezTo>
                <a:cubicBezTo>
                  <a:pt x="153287" y="50682"/>
                  <a:pt x="153604" y="49734"/>
                  <a:pt x="153895" y="48998"/>
                </a:cubicBezTo>
                <a:cubicBezTo>
                  <a:pt x="153419" y="49873"/>
                  <a:pt x="152738" y="50741"/>
                  <a:pt x="151851" y="51602"/>
                </a:cubicBezTo>
                <a:cubicBezTo>
                  <a:pt x="150965" y="52464"/>
                  <a:pt x="149953" y="53239"/>
                  <a:pt x="148815" y="53929"/>
                </a:cubicBezTo>
                <a:cubicBezTo>
                  <a:pt x="147678" y="54618"/>
                  <a:pt x="146454" y="55169"/>
                  <a:pt x="145144" y="55580"/>
                </a:cubicBezTo>
                <a:cubicBezTo>
                  <a:pt x="143835" y="55990"/>
                  <a:pt x="142519" y="56196"/>
                  <a:pt x="141196" y="56196"/>
                </a:cubicBezTo>
                <a:cubicBezTo>
                  <a:pt x="139158" y="56196"/>
                  <a:pt x="137445" y="55852"/>
                  <a:pt x="136056" y="55163"/>
                </a:cubicBezTo>
                <a:cubicBezTo>
                  <a:pt x="134667" y="54473"/>
                  <a:pt x="133536" y="53519"/>
                  <a:pt x="132663" y="52299"/>
                </a:cubicBezTo>
                <a:cubicBezTo>
                  <a:pt x="131790" y="51080"/>
                  <a:pt x="131162" y="49648"/>
                  <a:pt x="130778" y="48004"/>
                </a:cubicBezTo>
                <a:cubicBezTo>
                  <a:pt x="130394" y="46361"/>
                  <a:pt x="130203" y="44584"/>
                  <a:pt x="130203" y="42675"/>
                </a:cubicBezTo>
                <a:cubicBezTo>
                  <a:pt x="130203" y="40952"/>
                  <a:pt x="130361" y="39097"/>
                  <a:pt x="130679" y="37109"/>
                </a:cubicBezTo>
                <a:cubicBezTo>
                  <a:pt x="130996" y="35121"/>
                  <a:pt x="131492" y="33146"/>
                  <a:pt x="132167" y="31184"/>
                </a:cubicBezTo>
                <a:cubicBezTo>
                  <a:pt x="132842" y="29222"/>
                  <a:pt x="133695" y="27339"/>
                  <a:pt x="134727" y="25537"/>
                </a:cubicBezTo>
                <a:cubicBezTo>
                  <a:pt x="135759" y="23735"/>
                  <a:pt x="136995" y="22138"/>
                  <a:pt x="138437" y="20746"/>
                </a:cubicBezTo>
                <a:cubicBezTo>
                  <a:pt x="139879" y="19354"/>
                  <a:pt x="141533" y="18247"/>
                  <a:pt x="143398" y="17425"/>
                </a:cubicBezTo>
                <a:cubicBezTo>
                  <a:pt x="145263" y="16603"/>
                  <a:pt x="147360" y="16192"/>
                  <a:pt x="149689" y="16192"/>
                </a:cubicBezTo>
                <a:cubicBezTo>
                  <a:pt x="151884" y="16192"/>
                  <a:pt x="153829" y="16650"/>
                  <a:pt x="155522" y="17565"/>
                </a:cubicBezTo>
                <a:cubicBezTo>
                  <a:pt x="157216" y="18479"/>
                  <a:pt x="158697" y="19811"/>
                  <a:pt x="159967" y="21561"/>
                </a:cubicBezTo>
                <a:lnTo>
                  <a:pt x="160602" y="18455"/>
                </a:lnTo>
                <a:cubicBezTo>
                  <a:pt x="160708" y="17899"/>
                  <a:pt x="161125" y="17502"/>
                  <a:pt x="161852" y="17264"/>
                </a:cubicBezTo>
                <a:cubicBezTo>
                  <a:pt x="162580" y="17025"/>
                  <a:pt x="163751" y="16906"/>
                  <a:pt x="165365" y="16906"/>
                </a:cubicBezTo>
                <a:cubicBezTo>
                  <a:pt x="166158" y="16906"/>
                  <a:pt x="166820" y="16939"/>
                  <a:pt x="167349" y="17006"/>
                </a:cubicBezTo>
                <a:cubicBezTo>
                  <a:pt x="167878" y="17072"/>
                  <a:pt x="168295" y="17164"/>
                  <a:pt x="168599" y="17283"/>
                </a:cubicBezTo>
                <a:cubicBezTo>
                  <a:pt x="168903" y="17402"/>
                  <a:pt x="169108" y="17562"/>
                  <a:pt x="169214" y="17761"/>
                </a:cubicBezTo>
                <a:cubicBezTo>
                  <a:pt x="169320" y="17959"/>
                  <a:pt x="169347" y="18191"/>
                  <a:pt x="169294" y="18455"/>
                </a:cubicBezTo>
                <a:lnTo>
                  <a:pt x="161872" y="55351"/>
                </a:lnTo>
                <a:moveTo>
                  <a:pt x="157269" y="29037"/>
                </a:moveTo>
                <a:cubicBezTo>
                  <a:pt x="156343" y="27587"/>
                  <a:pt x="155317" y="26499"/>
                  <a:pt x="154193" y="25774"/>
                </a:cubicBezTo>
                <a:cubicBezTo>
                  <a:pt x="153068" y="25048"/>
                  <a:pt x="151765" y="24685"/>
                  <a:pt x="150284" y="24685"/>
                </a:cubicBezTo>
                <a:cubicBezTo>
                  <a:pt x="149173" y="24685"/>
                  <a:pt x="148161" y="24950"/>
                  <a:pt x="147248" y="25479"/>
                </a:cubicBezTo>
                <a:cubicBezTo>
                  <a:pt x="146335" y="26008"/>
                  <a:pt x="145515" y="26716"/>
                  <a:pt x="144787" y="27602"/>
                </a:cubicBezTo>
                <a:cubicBezTo>
                  <a:pt x="144060" y="28488"/>
                  <a:pt x="143425" y="29513"/>
                  <a:pt x="142882" y="30678"/>
                </a:cubicBezTo>
                <a:cubicBezTo>
                  <a:pt x="142340" y="31842"/>
                  <a:pt x="141890" y="33059"/>
                  <a:pt x="141533" y="34329"/>
                </a:cubicBezTo>
                <a:cubicBezTo>
                  <a:pt x="141176" y="35599"/>
                  <a:pt x="140911" y="36869"/>
                  <a:pt x="140739" y="38139"/>
                </a:cubicBezTo>
                <a:cubicBezTo>
                  <a:pt x="140567" y="39409"/>
                  <a:pt x="140481" y="40612"/>
                  <a:pt x="140481" y="41750"/>
                </a:cubicBezTo>
                <a:cubicBezTo>
                  <a:pt x="140481" y="42650"/>
                  <a:pt x="140561" y="43470"/>
                  <a:pt x="140719" y="44211"/>
                </a:cubicBezTo>
                <a:cubicBezTo>
                  <a:pt x="140878" y="44951"/>
                  <a:pt x="141123" y="45580"/>
                  <a:pt x="141454" y="46096"/>
                </a:cubicBezTo>
                <a:cubicBezTo>
                  <a:pt x="141784" y="46612"/>
                  <a:pt x="142208" y="47009"/>
                  <a:pt x="142724" y="47286"/>
                </a:cubicBezTo>
                <a:cubicBezTo>
                  <a:pt x="143239" y="47564"/>
                  <a:pt x="143868" y="47703"/>
                  <a:pt x="144609" y="47703"/>
                </a:cubicBezTo>
                <a:cubicBezTo>
                  <a:pt x="145773" y="47703"/>
                  <a:pt x="146963" y="47352"/>
                  <a:pt x="148180" y="46651"/>
                </a:cubicBezTo>
                <a:cubicBezTo>
                  <a:pt x="149397" y="45950"/>
                  <a:pt x="150535" y="44998"/>
                  <a:pt x="151593" y="43794"/>
                </a:cubicBezTo>
                <a:cubicBezTo>
                  <a:pt x="152652" y="42589"/>
                  <a:pt x="153584" y="41180"/>
                  <a:pt x="154391" y="39566"/>
                </a:cubicBezTo>
                <a:cubicBezTo>
                  <a:pt x="155198" y="37951"/>
                  <a:pt x="155787" y="36234"/>
                  <a:pt x="156157" y="34414"/>
                </a:cubicBezTo>
                <a:lnTo>
                  <a:pt x="157269" y="29037"/>
                </a:lnTo>
                <a:close/>
                <a:moveTo>
                  <a:pt x="210426" y="18375"/>
                </a:moveTo>
                <a:cubicBezTo>
                  <a:pt x="210426" y="18719"/>
                  <a:pt x="210387" y="19102"/>
                  <a:pt x="210307" y="19526"/>
                </a:cubicBezTo>
                <a:cubicBezTo>
                  <a:pt x="210228" y="19949"/>
                  <a:pt x="210109" y="20386"/>
                  <a:pt x="209950" y="20835"/>
                </a:cubicBezTo>
                <a:cubicBezTo>
                  <a:pt x="209051" y="23269"/>
                  <a:pt x="208078" y="25783"/>
                  <a:pt x="207033" y="28376"/>
                </a:cubicBezTo>
                <a:cubicBezTo>
                  <a:pt x="205988" y="30969"/>
                  <a:pt x="204791" y="33641"/>
                  <a:pt x="203442" y="36392"/>
                </a:cubicBezTo>
                <a:cubicBezTo>
                  <a:pt x="202092" y="39144"/>
                  <a:pt x="200558" y="41988"/>
                  <a:pt x="198838" y="44925"/>
                </a:cubicBezTo>
                <a:cubicBezTo>
                  <a:pt x="197118" y="47862"/>
                  <a:pt x="195147" y="50904"/>
                  <a:pt x="192925" y="54053"/>
                </a:cubicBezTo>
                <a:lnTo>
                  <a:pt x="183241" y="67819"/>
                </a:lnTo>
                <a:cubicBezTo>
                  <a:pt x="183003" y="68164"/>
                  <a:pt x="182705" y="68449"/>
                  <a:pt x="182348" y="68675"/>
                </a:cubicBezTo>
                <a:cubicBezTo>
                  <a:pt x="181991" y="68901"/>
                  <a:pt x="181541" y="69086"/>
                  <a:pt x="180999" y="69232"/>
                </a:cubicBezTo>
                <a:cubicBezTo>
                  <a:pt x="180457" y="69378"/>
                  <a:pt x="179802" y="69491"/>
                  <a:pt x="179034" y="69570"/>
                </a:cubicBezTo>
                <a:cubicBezTo>
                  <a:pt x="178267" y="69650"/>
                  <a:pt x="177381" y="69689"/>
                  <a:pt x="176375" y="69689"/>
                </a:cubicBezTo>
                <a:cubicBezTo>
                  <a:pt x="175238" y="69689"/>
                  <a:pt x="174318" y="69643"/>
                  <a:pt x="173617" y="69549"/>
                </a:cubicBezTo>
                <a:cubicBezTo>
                  <a:pt x="172916" y="69457"/>
                  <a:pt x="172407" y="69304"/>
                  <a:pt x="172089" y="69091"/>
                </a:cubicBezTo>
                <a:cubicBezTo>
                  <a:pt x="171772" y="68880"/>
                  <a:pt x="171626" y="68615"/>
                  <a:pt x="171653" y="68297"/>
                </a:cubicBezTo>
                <a:cubicBezTo>
                  <a:pt x="171679" y="67978"/>
                  <a:pt x="171864" y="67593"/>
                  <a:pt x="172208" y="67142"/>
                </a:cubicBezTo>
                <a:lnTo>
                  <a:pt x="181217" y="55243"/>
                </a:lnTo>
                <a:lnTo>
                  <a:pt x="175383" y="21193"/>
                </a:lnTo>
                <a:cubicBezTo>
                  <a:pt x="175330" y="20849"/>
                  <a:pt x="175277" y="20491"/>
                  <a:pt x="175225" y="20121"/>
                </a:cubicBezTo>
                <a:cubicBezTo>
                  <a:pt x="175172" y="19751"/>
                  <a:pt x="175145" y="19433"/>
                  <a:pt x="175145" y="19169"/>
                </a:cubicBezTo>
                <a:cubicBezTo>
                  <a:pt x="175145" y="18692"/>
                  <a:pt x="175231" y="18309"/>
                  <a:pt x="175403" y="18018"/>
                </a:cubicBezTo>
                <a:cubicBezTo>
                  <a:pt x="175575" y="17727"/>
                  <a:pt x="175866" y="17502"/>
                  <a:pt x="176276" y="17343"/>
                </a:cubicBezTo>
                <a:cubicBezTo>
                  <a:pt x="176686" y="17184"/>
                  <a:pt x="177235" y="17072"/>
                  <a:pt x="177923" y="17006"/>
                </a:cubicBezTo>
                <a:cubicBezTo>
                  <a:pt x="178611" y="16939"/>
                  <a:pt x="179445" y="16906"/>
                  <a:pt x="180423" y="16906"/>
                </a:cubicBezTo>
                <a:cubicBezTo>
                  <a:pt x="181508" y="16906"/>
                  <a:pt x="182361" y="16926"/>
                  <a:pt x="182983" y="16966"/>
                </a:cubicBezTo>
                <a:cubicBezTo>
                  <a:pt x="183605" y="17006"/>
                  <a:pt x="184075" y="17092"/>
                  <a:pt x="184392" y="17224"/>
                </a:cubicBezTo>
                <a:cubicBezTo>
                  <a:pt x="184710" y="17356"/>
                  <a:pt x="184928" y="17555"/>
                  <a:pt x="185047" y="17819"/>
                </a:cubicBezTo>
                <a:cubicBezTo>
                  <a:pt x="185166" y="18084"/>
                  <a:pt x="185252" y="18414"/>
                  <a:pt x="185305" y="18811"/>
                </a:cubicBezTo>
                <a:lnTo>
                  <a:pt x="188956" y="43615"/>
                </a:lnTo>
                <a:lnTo>
                  <a:pt x="189035" y="43615"/>
                </a:lnTo>
                <a:cubicBezTo>
                  <a:pt x="190358" y="41631"/>
                  <a:pt x="191562" y="39620"/>
                  <a:pt x="192647" y="37583"/>
                </a:cubicBezTo>
                <a:cubicBezTo>
                  <a:pt x="193732" y="35546"/>
                  <a:pt x="194724" y="33475"/>
                  <a:pt x="195623" y="31372"/>
                </a:cubicBezTo>
                <a:cubicBezTo>
                  <a:pt x="196523" y="29269"/>
                  <a:pt x="197350" y="27139"/>
                  <a:pt x="198104" y="24983"/>
                </a:cubicBezTo>
                <a:cubicBezTo>
                  <a:pt x="198858" y="22826"/>
                  <a:pt x="199552" y="20650"/>
                  <a:pt x="200187" y="18454"/>
                </a:cubicBezTo>
                <a:cubicBezTo>
                  <a:pt x="200240" y="18190"/>
                  <a:pt x="200359" y="17958"/>
                  <a:pt x="200544" y="17760"/>
                </a:cubicBezTo>
                <a:cubicBezTo>
                  <a:pt x="200730" y="17561"/>
                  <a:pt x="201041" y="17402"/>
                  <a:pt x="201477" y="17283"/>
                </a:cubicBezTo>
                <a:cubicBezTo>
                  <a:pt x="201914" y="17164"/>
                  <a:pt x="202489" y="17072"/>
                  <a:pt x="203203" y="17006"/>
                </a:cubicBezTo>
                <a:cubicBezTo>
                  <a:pt x="203918" y="16939"/>
                  <a:pt x="204844" y="16906"/>
                  <a:pt x="205981" y="16906"/>
                </a:cubicBezTo>
                <a:cubicBezTo>
                  <a:pt x="207675" y="16906"/>
                  <a:pt x="208839" y="17012"/>
                  <a:pt x="209474" y="17224"/>
                </a:cubicBezTo>
                <a:cubicBezTo>
                  <a:pt x="210109" y="17436"/>
                  <a:pt x="210426" y="17819"/>
                  <a:pt x="210426" y="18375"/>
                </a:cubicBezTo>
                <a:close/>
                <a:moveTo>
                  <a:pt x="256447" y="20002"/>
                </a:moveTo>
                <a:cubicBezTo>
                  <a:pt x="256447" y="20319"/>
                  <a:pt x="256401" y="20789"/>
                  <a:pt x="256308" y="21411"/>
                </a:cubicBezTo>
                <a:cubicBezTo>
                  <a:pt x="256215" y="22033"/>
                  <a:pt x="256076" y="22661"/>
                  <a:pt x="255891" y="23296"/>
                </a:cubicBezTo>
                <a:cubicBezTo>
                  <a:pt x="255706" y="23931"/>
                  <a:pt x="255488" y="24480"/>
                  <a:pt x="255236" y="24943"/>
                </a:cubicBezTo>
                <a:cubicBezTo>
                  <a:pt x="254985" y="25406"/>
                  <a:pt x="254701" y="25637"/>
                  <a:pt x="254383" y="25637"/>
                </a:cubicBezTo>
                <a:cubicBezTo>
                  <a:pt x="254039" y="25637"/>
                  <a:pt x="253636" y="25512"/>
                  <a:pt x="253173" y="25260"/>
                </a:cubicBezTo>
                <a:cubicBezTo>
                  <a:pt x="252710" y="25009"/>
                  <a:pt x="252147" y="24731"/>
                  <a:pt x="251486" y="24427"/>
                </a:cubicBezTo>
                <a:cubicBezTo>
                  <a:pt x="250825" y="24123"/>
                  <a:pt x="250051" y="23852"/>
                  <a:pt x="249164" y="23613"/>
                </a:cubicBezTo>
                <a:cubicBezTo>
                  <a:pt x="248278" y="23375"/>
                  <a:pt x="247240" y="23256"/>
                  <a:pt x="246049" y="23256"/>
                </a:cubicBezTo>
                <a:cubicBezTo>
                  <a:pt x="245123" y="23256"/>
                  <a:pt x="244296" y="23376"/>
                  <a:pt x="243569" y="23616"/>
                </a:cubicBezTo>
                <a:cubicBezTo>
                  <a:pt x="242841" y="23855"/>
                  <a:pt x="242239" y="24181"/>
                  <a:pt x="241763" y="24593"/>
                </a:cubicBezTo>
                <a:cubicBezTo>
                  <a:pt x="241287" y="25005"/>
                  <a:pt x="240923" y="25490"/>
                  <a:pt x="240672" y="26049"/>
                </a:cubicBezTo>
                <a:cubicBezTo>
                  <a:pt x="240420" y="26607"/>
                  <a:pt x="240294" y="27205"/>
                  <a:pt x="240294" y="27844"/>
                </a:cubicBezTo>
                <a:cubicBezTo>
                  <a:pt x="240294" y="28666"/>
                  <a:pt x="240632" y="29355"/>
                  <a:pt x="241306" y="29912"/>
                </a:cubicBezTo>
                <a:cubicBezTo>
                  <a:pt x="241981" y="30469"/>
                  <a:pt x="242821" y="30992"/>
                  <a:pt x="243827" y="31482"/>
                </a:cubicBezTo>
                <a:cubicBezTo>
                  <a:pt x="244832" y="31973"/>
                  <a:pt x="245917" y="32483"/>
                  <a:pt x="247081" y="33013"/>
                </a:cubicBezTo>
                <a:cubicBezTo>
                  <a:pt x="248245" y="33543"/>
                  <a:pt x="249330" y="34206"/>
                  <a:pt x="250335" y="35001"/>
                </a:cubicBezTo>
                <a:cubicBezTo>
                  <a:pt x="251341" y="35796"/>
                  <a:pt x="252174" y="36764"/>
                  <a:pt x="252835" y="37904"/>
                </a:cubicBezTo>
                <a:cubicBezTo>
                  <a:pt x="253497" y="39044"/>
                  <a:pt x="253828" y="40476"/>
                  <a:pt x="253828" y="42199"/>
                </a:cubicBezTo>
                <a:cubicBezTo>
                  <a:pt x="253828" y="44214"/>
                  <a:pt x="253444" y="46076"/>
                  <a:pt x="252677" y="47786"/>
                </a:cubicBezTo>
                <a:cubicBezTo>
                  <a:pt x="251909" y="49496"/>
                  <a:pt x="250792" y="50974"/>
                  <a:pt x="249323" y="52220"/>
                </a:cubicBezTo>
                <a:cubicBezTo>
                  <a:pt x="247855" y="53466"/>
                  <a:pt x="246069" y="54440"/>
                  <a:pt x="243965" y="55143"/>
                </a:cubicBezTo>
                <a:cubicBezTo>
                  <a:pt x="241862" y="55845"/>
                  <a:pt x="239488" y="56196"/>
                  <a:pt x="236842" y="56196"/>
                </a:cubicBezTo>
                <a:cubicBezTo>
                  <a:pt x="235572" y="56196"/>
                  <a:pt x="234361" y="56102"/>
                  <a:pt x="233210" y="55914"/>
                </a:cubicBezTo>
                <a:cubicBezTo>
                  <a:pt x="232060" y="55727"/>
                  <a:pt x="231028" y="55499"/>
                  <a:pt x="230115" y="55231"/>
                </a:cubicBezTo>
                <a:cubicBezTo>
                  <a:pt x="229202" y="54962"/>
                  <a:pt x="228428" y="54654"/>
                  <a:pt x="227793" y="54305"/>
                </a:cubicBezTo>
                <a:cubicBezTo>
                  <a:pt x="227158" y="53956"/>
                  <a:pt x="226682" y="53634"/>
                  <a:pt x="226365" y="53338"/>
                </a:cubicBezTo>
                <a:cubicBezTo>
                  <a:pt x="226153" y="53127"/>
                  <a:pt x="226001" y="52902"/>
                  <a:pt x="225908" y="52664"/>
                </a:cubicBezTo>
                <a:cubicBezTo>
                  <a:pt x="225816" y="52426"/>
                  <a:pt x="225769" y="52121"/>
                  <a:pt x="225769" y="51751"/>
                </a:cubicBezTo>
                <a:cubicBezTo>
                  <a:pt x="225769" y="51513"/>
                  <a:pt x="225789" y="51209"/>
                  <a:pt x="225829" y="50838"/>
                </a:cubicBezTo>
                <a:cubicBezTo>
                  <a:pt x="225868" y="50468"/>
                  <a:pt x="225935" y="50058"/>
                  <a:pt x="226027" y="49608"/>
                </a:cubicBezTo>
                <a:cubicBezTo>
                  <a:pt x="226120" y="49158"/>
                  <a:pt x="226226" y="48708"/>
                  <a:pt x="226345" y="48259"/>
                </a:cubicBezTo>
                <a:cubicBezTo>
                  <a:pt x="226464" y="47809"/>
                  <a:pt x="226603" y="47399"/>
                  <a:pt x="226761" y="47028"/>
                </a:cubicBezTo>
                <a:cubicBezTo>
                  <a:pt x="226920" y="46658"/>
                  <a:pt x="227092" y="46360"/>
                  <a:pt x="227277" y="46135"/>
                </a:cubicBezTo>
                <a:cubicBezTo>
                  <a:pt x="227463" y="45911"/>
                  <a:pt x="227661" y="45798"/>
                  <a:pt x="227873" y="45798"/>
                </a:cubicBezTo>
                <a:cubicBezTo>
                  <a:pt x="228243" y="45798"/>
                  <a:pt x="228653" y="45957"/>
                  <a:pt x="229103" y="46274"/>
                </a:cubicBezTo>
                <a:cubicBezTo>
                  <a:pt x="229553" y="46592"/>
                  <a:pt x="230135" y="46942"/>
                  <a:pt x="230849" y="47326"/>
                </a:cubicBezTo>
                <a:cubicBezTo>
                  <a:pt x="231563" y="47710"/>
                  <a:pt x="232443" y="48067"/>
                  <a:pt x="233488" y="48398"/>
                </a:cubicBezTo>
                <a:cubicBezTo>
                  <a:pt x="234533" y="48728"/>
                  <a:pt x="235836" y="48894"/>
                  <a:pt x="237397" y="48894"/>
                </a:cubicBezTo>
                <a:cubicBezTo>
                  <a:pt x="238482" y="48894"/>
                  <a:pt x="239428" y="48768"/>
                  <a:pt x="240235" y="48518"/>
                </a:cubicBezTo>
                <a:cubicBezTo>
                  <a:pt x="241042" y="48267"/>
                  <a:pt x="241710" y="47918"/>
                  <a:pt x="242239" y="47470"/>
                </a:cubicBezTo>
                <a:cubicBezTo>
                  <a:pt x="242768" y="47022"/>
                  <a:pt x="243159" y="46507"/>
                  <a:pt x="243410" y="45927"/>
                </a:cubicBezTo>
                <a:cubicBezTo>
                  <a:pt x="243661" y="45347"/>
                  <a:pt x="243787" y="44727"/>
                  <a:pt x="243787" y="44068"/>
                </a:cubicBezTo>
                <a:cubicBezTo>
                  <a:pt x="243787" y="43140"/>
                  <a:pt x="243463" y="42385"/>
                  <a:pt x="242815" y="41802"/>
                </a:cubicBezTo>
                <a:cubicBezTo>
                  <a:pt x="242166" y="41218"/>
                  <a:pt x="241353" y="40675"/>
                  <a:pt x="240374" y="40171"/>
                </a:cubicBezTo>
                <a:cubicBezTo>
                  <a:pt x="239395" y="39667"/>
                  <a:pt x="238330" y="39150"/>
                  <a:pt x="237179" y="38620"/>
                </a:cubicBezTo>
                <a:cubicBezTo>
                  <a:pt x="236028" y="38090"/>
                  <a:pt x="234963" y="37440"/>
                  <a:pt x="233984" y="36671"/>
                </a:cubicBezTo>
                <a:cubicBezTo>
                  <a:pt x="233005" y="35903"/>
                  <a:pt x="232192" y="34948"/>
                  <a:pt x="231544" y="33809"/>
                </a:cubicBezTo>
                <a:cubicBezTo>
                  <a:pt x="230895" y="32669"/>
                  <a:pt x="230571" y="31237"/>
                  <a:pt x="230571" y="29514"/>
                </a:cubicBezTo>
                <a:cubicBezTo>
                  <a:pt x="230571" y="27632"/>
                  <a:pt x="230929" y="25882"/>
                  <a:pt x="231643" y="24264"/>
                </a:cubicBezTo>
                <a:cubicBezTo>
                  <a:pt x="232357" y="22647"/>
                  <a:pt x="233402" y="21236"/>
                  <a:pt x="234778" y="20029"/>
                </a:cubicBezTo>
                <a:cubicBezTo>
                  <a:pt x="236154" y="18823"/>
                  <a:pt x="237821" y="17882"/>
                  <a:pt x="239779" y="17207"/>
                </a:cubicBezTo>
                <a:cubicBezTo>
                  <a:pt x="241736" y="16530"/>
                  <a:pt x="243959" y="16192"/>
                  <a:pt x="246446" y="16192"/>
                </a:cubicBezTo>
                <a:cubicBezTo>
                  <a:pt x="247557" y="16192"/>
                  <a:pt x="248635" y="16265"/>
                  <a:pt x="249680" y="16410"/>
                </a:cubicBezTo>
                <a:cubicBezTo>
                  <a:pt x="250725" y="16556"/>
                  <a:pt x="251665" y="16748"/>
                  <a:pt x="252498" y="16986"/>
                </a:cubicBezTo>
                <a:cubicBezTo>
                  <a:pt x="253331" y="17224"/>
                  <a:pt x="254059" y="17488"/>
                  <a:pt x="254681" y="17779"/>
                </a:cubicBezTo>
                <a:cubicBezTo>
                  <a:pt x="255303" y="18071"/>
                  <a:pt x="255746" y="18362"/>
                  <a:pt x="256010" y="18653"/>
                </a:cubicBezTo>
                <a:cubicBezTo>
                  <a:pt x="256301" y="18917"/>
                  <a:pt x="256447" y="19367"/>
                  <a:pt x="256447" y="20002"/>
                </a:cubicBezTo>
                <a:close/>
                <a:moveTo>
                  <a:pt x="286357" y="18851"/>
                </a:moveTo>
                <a:cubicBezTo>
                  <a:pt x="286357" y="19116"/>
                  <a:pt x="286331" y="19453"/>
                  <a:pt x="286278" y="19863"/>
                </a:cubicBezTo>
                <a:cubicBezTo>
                  <a:pt x="286225" y="20273"/>
                  <a:pt x="286152" y="20716"/>
                  <a:pt x="286059" y="21193"/>
                </a:cubicBezTo>
                <a:cubicBezTo>
                  <a:pt x="285967" y="21669"/>
                  <a:pt x="285841" y="22145"/>
                  <a:pt x="285682" y="22621"/>
                </a:cubicBezTo>
                <a:cubicBezTo>
                  <a:pt x="285524" y="23097"/>
                  <a:pt x="285345" y="23527"/>
                  <a:pt x="285147" y="23911"/>
                </a:cubicBezTo>
                <a:cubicBezTo>
                  <a:pt x="284948" y="24295"/>
                  <a:pt x="284723" y="24612"/>
                  <a:pt x="284472" y="24864"/>
                </a:cubicBezTo>
                <a:cubicBezTo>
                  <a:pt x="284221" y="25115"/>
                  <a:pt x="283949" y="25241"/>
                  <a:pt x="283658" y="25241"/>
                </a:cubicBezTo>
                <a:lnTo>
                  <a:pt x="275920" y="25241"/>
                </a:lnTo>
                <a:lnTo>
                  <a:pt x="272586" y="41869"/>
                </a:lnTo>
                <a:cubicBezTo>
                  <a:pt x="272507" y="42264"/>
                  <a:pt x="272434" y="42730"/>
                  <a:pt x="272368" y="43269"/>
                </a:cubicBezTo>
                <a:cubicBezTo>
                  <a:pt x="272302" y="43808"/>
                  <a:pt x="272268" y="44247"/>
                  <a:pt x="272268" y="44589"/>
                </a:cubicBezTo>
                <a:cubicBezTo>
                  <a:pt x="272268" y="45640"/>
                  <a:pt x="272520" y="46408"/>
                  <a:pt x="273023" y="46894"/>
                </a:cubicBezTo>
                <a:cubicBezTo>
                  <a:pt x="273525" y="47381"/>
                  <a:pt x="274319" y="47624"/>
                  <a:pt x="275404" y="47624"/>
                </a:cubicBezTo>
                <a:cubicBezTo>
                  <a:pt x="276039" y="47624"/>
                  <a:pt x="276581" y="47577"/>
                  <a:pt x="277031" y="47485"/>
                </a:cubicBezTo>
                <a:cubicBezTo>
                  <a:pt x="277481" y="47392"/>
                  <a:pt x="277871" y="47286"/>
                  <a:pt x="278202" y="47167"/>
                </a:cubicBezTo>
                <a:cubicBezTo>
                  <a:pt x="278532" y="47048"/>
                  <a:pt x="278817" y="46942"/>
                  <a:pt x="279055" y="46850"/>
                </a:cubicBezTo>
                <a:cubicBezTo>
                  <a:pt x="279293" y="46757"/>
                  <a:pt x="279518" y="46711"/>
                  <a:pt x="279730" y="46711"/>
                </a:cubicBezTo>
                <a:cubicBezTo>
                  <a:pt x="279941" y="46711"/>
                  <a:pt x="280120" y="46810"/>
                  <a:pt x="280265" y="47009"/>
                </a:cubicBezTo>
                <a:cubicBezTo>
                  <a:pt x="280411" y="47207"/>
                  <a:pt x="280484" y="47531"/>
                  <a:pt x="280484" y="47982"/>
                </a:cubicBezTo>
                <a:cubicBezTo>
                  <a:pt x="280484" y="48487"/>
                  <a:pt x="280431" y="49059"/>
                  <a:pt x="280325" y="49697"/>
                </a:cubicBezTo>
                <a:cubicBezTo>
                  <a:pt x="280219" y="50336"/>
                  <a:pt x="280080" y="50954"/>
                  <a:pt x="279908" y="51551"/>
                </a:cubicBezTo>
                <a:cubicBezTo>
                  <a:pt x="279736" y="52149"/>
                  <a:pt x="279544" y="52694"/>
                  <a:pt x="279333" y="53186"/>
                </a:cubicBezTo>
                <a:cubicBezTo>
                  <a:pt x="279121" y="53678"/>
                  <a:pt x="278896" y="54043"/>
                  <a:pt x="278658" y="54282"/>
                </a:cubicBezTo>
                <a:cubicBezTo>
                  <a:pt x="278420" y="54522"/>
                  <a:pt x="278063" y="54748"/>
                  <a:pt x="277586" y="54961"/>
                </a:cubicBezTo>
                <a:cubicBezTo>
                  <a:pt x="277110" y="55173"/>
                  <a:pt x="276548" y="55359"/>
                  <a:pt x="275900" y="55519"/>
                </a:cubicBezTo>
                <a:cubicBezTo>
                  <a:pt x="275252" y="55678"/>
                  <a:pt x="274557" y="55804"/>
                  <a:pt x="273816" y="55897"/>
                </a:cubicBezTo>
                <a:cubicBezTo>
                  <a:pt x="273075" y="55990"/>
                  <a:pt x="272335" y="56037"/>
                  <a:pt x="271594" y="56037"/>
                </a:cubicBezTo>
                <a:cubicBezTo>
                  <a:pt x="270006" y="56037"/>
                  <a:pt x="268611" y="55872"/>
                  <a:pt x="267407" y="55541"/>
                </a:cubicBezTo>
                <a:cubicBezTo>
                  <a:pt x="266203" y="55210"/>
                  <a:pt x="265191" y="54688"/>
                  <a:pt x="264371" y="53973"/>
                </a:cubicBezTo>
                <a:cubicBezTo>
                  <a:pt x="263551" y="53259"/>
                  <a:pt x="262936" y="52346"/>
                  <a:pt x="262525" y="51235"/>
                </a:cubicBezTo>
                <a:cubicBezTo>
                  <a:pt x="262115" y="50124"/>
                  <a:pt x="261910" y="48775"/>
                  <a:pt x="261910" y="47187"/>
                </a:cubicBezTo>
                <a:cubicBezTo>
                  <a:pt x="261910" y="46896"/>
                  <a:pt x="261924" y="46559"/>
                  <a:pt x="261950" y="46175"/>
                </a:cubicBezTo>
                <a:cubicBezTo>
                  <a:pt x="261976" y="45791"/>
                  <a:pt x="262023" y="45388"/>
                  <a:pt x="262089" y="44965"/>
                </a:cubicBezTo>
                <a:cubicBezTo>
                  <a:pt x="262155" y="44541"/>
                  <a:pt x="262221" y="44111"/>
                  <a:pt x="262287" y="43675"/>
                </a:cubicBezTo>
                <a:cubicBezTo>
                  <a:pt x="262353" y="43238"/>
                  <a:pt x="262426" y="42848"/>
                  <a:pt x="262506" y="42504"/>
                </a:cubicBezTo>
                <a:lnTo>
                  <a:pt x="265958" y="25241"/>
                </a:lnTo>
                <a:lnTo>
                  <a:pt x="261672" y="25241"/>
                </a:lnTo>
                <a:cubicBezTo>
                  <a:pt x="261328" y="25241"/>
                  <a:pt x="261077" y="25128"/>
                  <a:pt x="260918" y="24903"/>
                </a:cubicBezTo>
                <a:cubicBezTo>
                  <a:pt x="260759" y="24678"/>
                  <a:pt x="260680" y="24248"/>
                  <a:pt x="260680" y="23613"/>
                </a:cubicBezTo>
                <a:cubicBezTo>
                  <a:pt x="260680" y="23164"/>
                  <a:pt x="260726" y="22575"/>
                  <a:pt x="260819" y="21847"/>
                </a:cubicBezTo>
                <a:cubicBezTo>
                  <a:pt x="260912" y="21120"/>
                  <a:pt x="261064" y="20405"/>
                  <a:pt x="261275" y="19704"/>
                </a:cubicBezTo>
                <a:cubicBezTo>
                  <a:pt x="261487" y="19003"/>
                  <a:pt x="261765" y="18401"/>
                  <a:pt x="262109" y="17899"/>
                </a:cubicBezTo>
                <a:cubicBezTo>
                  <a:pt x="262453" y="17396"/>
                  <a:pt x="262863" y="17145"/>
                  <a:pt x="263339" y="17145"/>
                </a:cubicBezTo>
                <a:lnTo>
                  <a:pt x="267585" y="17145"/>
                </a:lnTo>
                <a:lnTo>
                  <a:pt x="269173" y="9215"/>
                </a:lnTo>
                <a:cubicBezTo>
                  <a:pt x="269226" y="8949"/>
                  <a:pt x="269352" y="8710"/>
                  <a:pt x="269550" y="8498"/>
                </a:cubicBezTo>
                <a:cubicBezTo>
                  <a:pt x="269748" y="8285"/>
                  <a:pt x="270053" y="8105"/>
                  <a:pt x="270463" y="7960"/>
                </a:cubicBezTo>
                <a:cubicBezTo>
                  <a:pt x="270873" y="7813"/>
                  <a:pt x="271402" y="7707"/>
                  <a:pt x="272050" y="7641"/>
                </a:cubicBezTo>
                <a:cubicBezTo>
                  <a:pt x="272698" y="7574"/>
                  <a:pt x="273512" y="7540"/>
                  <a:pt x="274491" y="7540"/>
                </a:cubicBezTo>
                <a:cubicBezTo>
                  <a:pt x="275443" y="7540"/>
                  <a:pt x="276237" y="7574"/>
                  <a:pt x="276872" y="7641"/>
                </a:cubicBezTo>
                <a:cubicBezTo>
                  <a:pt x="277507" y="7707"/>
                  <a:pt x="277997" y="7813"/>
                  <a:pt x="278340" y="7960"/>
                </a:cubicBezTo>
                <a:cubicBezTo>
                  <a:pt x="278684" y="8105"/>
                  <a:pt x="278916" y="8285"/>
                  <a:pt x="279035" y="8498"/>
                </a:cubicBezTo>
                <a:cubicBezTo>
                  <a:pt x="279154" y="8710"/>
                  <a:pt x="279187" y="8949"/>
                  <a:pt x="279134" y="9215"/>
                </a:cubicBezTo>
                <a:lnTo>
                  <a:pt x="277547" y="17145"/>
                </a:lnTo>
                <a:lnTo>
                  <a:pt x="285206" y="17145"/>
                </a:lnTo>
                <a:cubicBezTo>
                  <a:pt x="285656" y="17145"/>
                  <a:pt x="285960" y="17290"/>
                  <a:pt x="286119" y="17581"/>
                </a:cubicBezTo>
                <a:cubicBezTo>
                  <a:pt x="286278" y="17872"/>
                  <a:pt x="286357" y="18295"/>
                  <a:pt x="286357" y="18851"/>
                </a:cubicBezTo>
                <a:close/>
                <a:moveTo>
                  <a:pt x="319186" y="53934"/>
                </a:moveTo>
                <a:cubicBezTo>
                  <a:pt x="319080" y="54489"/>
                  <a:pt x="318664" y="54886"/>
                  <a:pt x="317936" y="55124"/>
                </a:cubicBezTo>
                <a:cubicBezTo>
                  <a:pt x="317209" y="55362"/>
                  <a:pt x="316038" y="55482"/>
                  <a:pt x="314424" y="55482"/>
                </a:cubicBezTo>
                <a:cubicBezTo>
                  <a:pt x="313604" y="55482"/>
                  <a:pt x="312936" y="55455"/>
                  <a:pt x="312420" y="55402"/>
                </a:cubicBezTo>
                <a:cubicBezTo>
                  <a:pt x="311904" y="55349"/>
                  <a:pt x="311487" y="55263"/>
                  <a:pt x="311170" y="55144"/>
                </a:cubicBezTo>
                <a:cubicBezTo>
                  <a:pt x="310852" y="55025"/>
                  <a:pt x="310647" y="54866"/>
                  <a:pt x="310554" y="54668"/>
                </a:cubicBezTo>
                <a:cubicBezTo>
                  <a:pt x="310462" y="54470"/>
                  <a:pt x="310442" y="54225"/>
                  <a:pt x="310495" y="53934"/>
                </a:cubicBezTo>
                <a:lnTo>
                  <a:pt x="311606" y="48259"/>
                </a:lnTo>
                <a:cubicBezTo>
                  <a:pt x="311209" y="49109"/>
                  <a:pt x="310574" y="50007"/>
                  <a:pt x="309701" y="50951"/>
                </a:cubicBezTo>
                <a:cubicBezTo>
                  <a:pt x="308828" y="51895"/>
                  <a:pt x="307796" y="52753"/>
                  <a:pt x="306606" y="53525"/>
                </a:cubicBezTo>
                <a:cubicBezTo>
                  <a:pt x="305415" y="54295"/>
                  <a:pt x="304099" y="54933"/>
                  <a:pt x="302657" y="55438"/>
                </a:cubicBezTo>
                <a:cubicBezTo>
                  <a:pt x="301215" y="55943"/>
                  <a:pt x="299727" y="56196"/>
                  <a:pt x="298192" y="56196"/>
                </a:cubicBezTo>
                <a:cubicBezTo>
                  <a:pt x="296076" y="56196"/>
                  <a:pt x="294316" y="55825"/>
                  <a:pt x="292914" y="55082"/>
                </a:cubicBezTo>
                <a:cubicBezTo>
                  <a:pt x="291512" y="54340"/>
                  <a:pt x="290387" y="53339"/>
                  <a:pt x="289540" y="52080"/>
                </a:cubicBezTo>
                <a:cubicBezTo>
                  <a:pt x="288694" y="50820"/>
                  <a:pt x="288092" y="49383"/>
                  <a:pt x="287735" y="47766"/>
                </a:cubicBezTo>
                <a:cubicBezTo>
                  <a:pt x="287378" y="46149"/>
                  <a:pt x="287199" y="44452"/>
                  <a:pt x="287199" y="42675"/>
                </a:cubicBezTo>
                <a:cubicBezTo>
                  <a:pt x="287199" y="41005"/>
                  <a:pt x="287358" y="39183"/>
                  <a:pt x="287675" y="37208"/>
                </a:cubicBezTo>
                <a:cubicBezTo>
                  <a:pt x="287993" y="35233"/>
                  <a:pt x="288482" y="33265"/>
                  <a:pt x="289144" y="31303"/>
                </a:cubicBezTo>
                <a:cubicBezTo>
                  <a:pt x="289805" y="29341"/>
                  <a:pt x="290652" y="27452"/>
                  <a:pt x="291684" y="25636"/>
                </a:cubicBezTo>
                <a:cubicBezTo>
                  <a:pt x="292715" y="23821"/>
                  <a:pt x="293952" y="22210"/>
                  <a:pt x="295394" y="20806"/>
                </a:cubicBezTo>
                <a:cubicBezTo>
                  <a:pt x="296836" y="19400"/>
                  <a:pt x="298490" y="18280"/>
                  <a:pt x="300355" y="17445"/>
                </a:cubicBezTo>
                <a:cubicBezTo>
                  <a:pt x="302220" y="16610"/>
                  <a:pt x="304330" y="16192"/>
                  <a:pt x="306685" y="16192"/>
                </a:cubicBezTo>
                <a:cubicBezTo>
                  <a:pt x="308881" y="16192"/>
                  <a:pt x="310826" y="16652"/>
                  <a:pt x="312519" y="17571"/>
                </a:cubicBezTo>
                <a:cubicBezTo>
                  <a:pt x="314212" y="18491"/>
                  <a:pt x="315694" y="19830"/>
                  <a:pt x="316964" y="21589"/>
                </a:cubicBezTo>
                <a:lnTo>
                  <a:pt x="317599" y="18454"/>
                </a:lnTo>
                <a:cubicBezTo>
                  <a:pt x="317705" y="17899"/>
                  <a:pt x="318121" y="17502"/>
                  <a:pt x="318849" y="17264"/>
                </a:cubicBezTo>
                <a:cubicBezTo>
                  <a:pt x="319576" y="17025"/>
                  <a:pt x="320747" y="16906"/>
                  <a:pt x="322361" y="16906"/>
                </a:cubicBezTo>
                <a:cubicBezTo>
                  <a:pt x="323155" y="16906"/>
                  <a:pt x="323816" y="16939"/>
                  <a:pt x="324345" y="17006"/>
                </a:cubicBezTo>
                <a:cubicBezTo>
                  <a:pt x="324875" y="17072"/>
                  <a:pt x="325291" y="17164"/>
                  <a:pt x="325596" y="17283"/>
                </a:cubicBezTo>
                <a:cubicBezTo>
                  <a:pt x="325900" y="17402"/>
                  <a:pt x="326105" y="17561"/>
                  <a:pt x="326211" y="17760"/>
                </a:cubicBezTo>
                <a:cubicBezTo>
                  <a:pt x="326317" y="17958"/>
                  <a:pt x="326343" y="18190"/>
                  <a:pt x="326290" y="18454"/>
                </a:cubicBezTo>
                <a:lnTo>
                  <a:pt x="319186" y="53934"/>
                </a:lnTo>
                <a:moveTo>
                  <a:pt x="314265" y="29090"/>
                </a:moveTo>
                <a:cubicBezTo>
                  <a:pt x="313339" y="27622"/>
                  <a:pt x="312314" y="26520"/>
                  <a:pt x="311189" y="25786"/>
                </a:cubicBezTo>
                <a:cubicBezTo>
                  <a:pt x="310065" y="25052"/>
                  <a:pt x="308762" y="24685"/>
                  <a:pt x="307280" y="24685"/>
                </a:cubicBezTo>
                <a:cubicBezTo>
                  <a:pt x="306169" y="24685"/>
                  <a:pt x="305150" y="24950"/>
                  <a:pt x="304224" y="25480"/>
                </a:cubicBezTo>
                <a:cubicBezTo>
                  <a:pt x="303298" y="26010"/>
                  <a:pt x="302478" y="26719"/>
                  <a:pt x="301764" y="27607"/>
                </a:cubicBezTo>
                <a:cubicBezTo>
                  <a:pt x="301050" y="28495"/>
                  <a:pt x="300421" y="29522"/>
                  <a:pt x="299879" y="30689"/>
                </a:cubicBezTo>
                <a:cubicBezTo>
                  <a:pt x="299336" y="31855"/>
                  <a:pt x="298887" y="33067"/>
                  <a:pt x="298529" y="34326"/>
                </a:cubicBezTo>
                <a:cubicBezTo>
                  <a:pt x="298172" y="35585"/>
                  <a:pt x="297908" y="36857"/>
                  <a:pt x="297736" y="38142"/>
                </a:cubicBezTo>
                <a:cubicBezTo>
                  <a:pt x="297564" y="39427"/>
                  <a:pt x="297478" y="40613"/>
                  <a:pt x="297478" y="41700"/>
                </a:cubicBezTo>
                <a:cubicBezTo>
                  <a:pt x="297478" y="42495"/>
                  <a:pt x="297537" y="43250"/>
                  <a:pt x="297656" y="43966"/>
                </a:cubicBezTo>
                <a:cubicBezTo>
                  <a:pt x="297775" y="44681"/>
                  <a:pt x="297994" y="45318"/>
                  <a:pt x="298311" y="45875"/>
                </a:cubicBezTo>
                <a:cubicBezTo>
                  <a:pt x="298629" y="46431"/>
                  <a:pt x="299052" y="46875"/>
                  <a:pt x="299581" y="47207"/>
                </a:cubicBezTo>
                <a:cubicBezTo>
                  <a:pt x="300110" y="47538"/>
                  <a:pt x="300785" y="47703"/>
                  <a:pt x="301605" y="47703"/>
                </a:cubicBezTo>
                <a:cubicBezTo>
                  <a:pt x="302769" y="47703"/>
                  <a:pt x="303960" y="47352"/>
                  <a:pt x="305177" y="46651"/>
                </a:cubicBezTo>
                <a:cubicBezTo>
                  <a:pt x="306394" y="45950"/>
                  <a:pt x="307532" y="44998"/>
                  <a:pt x="308590" y="43794"/>
                </a:cubicBezTo>
                <a:cubicBezTo>
                  <a:pt x="309648" y="42590"/>
                  <a:pt x="310581" y="41188"/>
                  <a:pt x="311388" y="39587"/>
                </a:cubicBezTo>
                <a:cubicBezTo>
                  <a:pt x="312195" y="37986"/>
                  <a:pt x="312783" y="36273"/>
                  <a:pt x="313154" y="34448"/>
                </a:cubicBezTo>
                <a:lnTo>
                  <a:pt x="314265" y="29090"/>
                </a:lnTo>
                <a:close/>
                <a:moveTo>
                  <a:pt x="357223" y="18851"/>
                </a:moveTo>
                <a:cubicBezTo>
                  <a:pt x="357223" y="19116"/>
                  <a:pt x="357196" y="19453"/>
                  <a:pt x="357143" y="19863"/>
                </a:cubicBezTo>
                <a:cubicBezTo>
                  <a:pt x="357091" y="20273"/>
                  <a:pt x="357018" y="20716"/>
                  <a:pt x="356925" y="21193"/>
                </a:cubicBezTo>
                <a:cubicBezTo>
                  <a:pt x="356833" y="21669"/>
                  <a:pt x="356707" y="22145"/>
                  <a:pt x="356548" y="22621"/>
                </a:cubicBezTo>
                <a:cubicBezTo>
                  <a:pt x="356389" y="23097"/>
                  <a:pt x="356211" y="23527"/>
                  <a:pt x="356012" y="23911"/>
                </a:cubicBezTo>
                <a:cubicBezTo>
                  <a:pt x="355814" y="24295"/>
                  <a:pt x="355589" y="24612"/>
                  <a:pt x="355338" y="24864"/>
                </a:cubicBezTo>
                <a:cubicBezTo>
                  <a:pt x="355086" y="25115"/>
                  <a:pt x="354815" y="25241"/>
                  <a:pt x="354524" y="25241"/>
                </a:cubicBezTo>
                <a:lnTo>
                  <a:pt x="346785" y="25241"/>
                </a:lnTo>
                <a:lnTo>
                  <a:pt x="343452" y="41869"/>
                </a:lnTo>
                <a:cubicBezTo>
                  <a:pt x="343372" y="42264"/>
                  <a:pt x="343300" y="42730"/>
                  <a:pt x="343233" y="43269"/>
                </a:cubicBezTo>
                <a:cubicBezTo>
                  <a:pt x="343167" y="43808"/>
                  <a:pt x="343134" y="44247"/>
                  <a:pt x="343134" y="44589"/>
                </a:cubicBezTo>
                <a:cubicBezTo>
                  <a:pt x="343134" y="45640"/>
                  <a:pt x="343386" y="46408"/>
                  <a:pt x="343888" y="46894"/>
                </a:cubicBezTo>
                <a:cubicBezTo>
                  <a:pt x="344391" y="47381"/>
                  <a:pt x="345185" y="47624"/>
                  <a:pt x="346269" y="47624"/>
                </a:cubicBezTo>
                <a:cubicBezTo>
                  <a:pt x="346904" y="47624"/>
                  <a:pt x="347447" y="47577"/>
                  <a:pt x="347897" y="47485"/>
                </a:cubicBezTo>
                <a:cubicBezTo>
                  <a:pt x="348346" y="47392"/>
                  <a:pt x="348737" y="47286"/>
                  <a:pt x="349067" y="47167"/>
                </a:cubicBezTo>
                <a:cubicBezTo>
                  <a:pt x="349398" y="47048"/>
                  <a:pt x="349682" y="46942"/>
                  <a:pt x="349921" y="46850"/>
                </a:cubicBezTo>
                <a:cubicBezTo>
                  <a:pt x="350159" y="46757"/>
                  <a:pt x="350384" y="46711"/>
                  <a:pt x="350595" y="46711"/>
                </a:cubicBezTo>
                <a:cubicBezTo>
                  <a:pt x="350807" y="46711"/>
                  <a:pt x="350985" y="46810"/>
                  <a:pt x="351131" y="47009"/>
                </a:cubicBezTo>
                <a:cubicBezTo>
                  <a:pt x="351277" y="47207"/>
                  <a:pt x="351349" y="47531"/>
                  <a:pt x="351349" y="47982"/>
                </a:cubicBezTo>
                <a:cubicBezTo>
                  <a:pt x="351349" y="48487"/>
                  <a:pt x="351296" y="49059"/>
                  <a:pt x="351191" y="49697"/>
                </a:cubicBezTo>
                <a:cubicBezTo>
                  <a:pt x="351085" y="50336"/>
                  <a:pt x="350946" y="50954"/>
                  <a:pt x="350774" y="51551"/>
                </a:cubicBezTo>
                <a:cubicBezTo>
                  <a:pt x="350602" y="52149"/>
                  <a:pt x="350410" y="52694"/>
                  <a:pt x="350198" y="53186"/>
                </a:cubicBezTo>
                <a:cubicBezTo>
                  <a:pt x="349987" y="53678"/>
                  <a:pt x="349762" y="54043"/>
                  <a:pt x="349524" y="54282"/>
                </a:cubicBezTo>
                <a:cubicBezTo>
                  <a:pt x="349286" y="54522"/>
                  <a:pt x="348928" y="54748"/>
                  <a:pt x="348452" y="54961"/>
                </a:cubicBezTo>
                <a:cubicBezTo>
                  <a:pt x="347976" y="55173"/>
                  <a:pt x="347414" y="55359"/>
                  <a:pt x="346765" y="55519"/>
                </a:cubicBezTo>
                <a:cubicBezTo>
                  <a:pt x="346117" y="55678"/>
                  <a:pt x="345423" y="55804"/>
                  <a:pt x="344682" y="55897"/>
                </a:cubicBezTo>
                <a:cubicBezTo>
                  <a:pt x="343941" y="55990"/>
                  <a:pt x="343200" y="56037"/>
                  <a:pt x="342460" y="56037"/>
                </a:cubicBezTo>
                <a:cubicBezTo>
                  <a:pt x="340872" y="56037"/>
                  <a:pt x="339476" y="55872"/>
                  <a:pt x="338273" y="55541"/>
                </a:cubicBezTo>
                <a:cubicBezTo>
                  <a:pt x="337069" y="55210"/>
                  <a:pt x="336057" y="54688"/>
                  <a:pt x="335237" y="53973"/>
                </a:cubicBezTo>
                <a:cubicBezTo>
                  <a:pt x="334416" y="53259"/>
                  <a:pt x="333801" y="52346"/>
                  <a:pt x="333391" y="51235"/>
                </a:cubicBezTo>
                <a:cubicBezTo>
                  <a:pt x="332981" y="50124"/>
                  <a:pt x="332776" y="48775"/>
                  <a:pt x="332776" y="47187"/>
                </a:cubicBezTo>
                <a:cubicBezTo>
                  <a:pt x="332776" y="46896"/>
                  <a:pt x="332789" y="46559"/>
                  <a:pt x="332816" y="46175"/>
                </a:cubicBezTo>
                <a:cubicBezTo>
                  <a:pt x="332842" y="45791"/>
                  <a:pt x="332888" y="45388"/>
                  <a:pt x="332955" y="44965"/>
                </a:cubicBezTo>
                <a:cubicBezTo>
                  <a:pt x="333021" y="44541"/>
                  <a:pt x="333087" y="44111"/>
                  <a:pt x="333153" y="43675"/>
                </a:cubicBezTo>
                <a:cubicBezTo>
                  <a:pt x="333219" y="43238"/>
                  <a:pt x="333292" y="42848"/>
                  <a:pt x="333371" y="42504"/>
                </a:cubicBezTo>
                <a:lnTo>
                  <a:pt x="336824" y="25241"/>
                </a:lnTo>
                <a:lnTo>
                  <a:pt x="332538" y="25241"/>
                </a:lnTo>
                <a:cubicBezTo>
                  <a:pt x="332194" y="25241"/>
                  <a:pt x="331943" y="25128"/>
                  <a:pt x="331784" y="24903"/>
                </a:cubicBezTo>
                <a:cubicBezTo>
                  <a:pt x="331625" y="24678"/>
                  <a:pt x="331546" y="24248"/>
                  <a:pt x="331546" y="23613"/>
                </a:cubicBezTo>
                <a:cubicBezTo>
                  <a:pt x="331546" y="23164"/>
                  <a:pt x="331592" y="22575"/>
                  <a:pt x="331685" y="21847"/>
                </a:cubicBezTo>
                <a:cubicBezTo>
                  <a:pt x="331777" y="21120"/>
                  <a:pt x="331929" y="20405"/>
                  <a:pt x="332141" y="19704"/>
                </a:cubicBezTo>
                <a:cubicBezTo>
                  <a:pt x="332353" y="19003"/>
                  <a:pt x="332631" y="18401"/>
                  <a:pt x="332974" y="17899"/>
                </a:cubicBezTo>
                <a:cubicBezTo>
                  <a:pt x="333318" y="17396"/>
                  <a:pt x="333729" y="17145"/>
                  <a:pt x="334205" y="17145"/>
                </a:cubicBezTo>
                <a:lnTo>
                  <a:pt x="338451" y="17145"/>
                </a:lnTo>
                <a:lnTo>
                  <a:pt x="340039" y="9215"/>
                </a:lnTo>
                <a:cubicBezTo>
                  <a:pt x="340092" y="8949"/>
                  <a:pt x="340217" y="8710"/>
                  <a:pt x="340416" y="8498"/>
                </a:cubicBezTo>
                <a:cubicBezTo>
                  <a:pt x="340614" y="8285"/>
                  <a:pt x="340918" y="8105"/>
                  <a:pt x="341328" y="7960"/>
                </a:cubicBezTo>
                <a:cubicBezTo>
                  <a:pt x="341739" y="7813"/>
                  <a:pt x="342268" y="7707"/>
                  <a:pt x="342916" y="7641"/>
                </a:cubicBezTo>
                <a:cubicBezTo>
                  <a:pt x="343564" y="7574"/>
                  <a:pt x="344378" y="7540"/>
                  <a:pt x="345357" y="7540"/>
                </a:cubicBezTo>
                <a:cubicBezTo>
                  <a:pt x="346309" y="7540"/>
                  <a:pt x="347103" y="7574"/>
                  <a:pt x="347738" y="7641"/>
                </a:cubicBezTo>
                <a:cubicBezTo>
                  <a:pt x="348373" y="7707"/>
                  <a:pt x="348862" y="7813"/>
                  <a:pt x="349206" y="7960"/>
                </a:cubicBezTo>
                <a:cubicBezTo>
                  <a:pt x="349550" y="8105"/>
                  <a:pt x="349782" y="8285"/>
                  <a:pt x="349901" y="8498"/>
                </a:cubicBezTo>
                <a:cubicBezTo>
                  <a:pt x="350020" y="8710"/>
                  <a:pt x="350053" y="8949"/>
                  <a:pt x="350000" y="9215"/>
                </a:cubicBezTo>
                <a:lnTo>
                  <a:pt x="348412" y="17145"/>
                </a:lnTo>
                <a:lnTo>
                  <a:pt x="356072" y="17145"/>
                </a:lnTo>
                <a:cubicBezTo>
                  <a:pt x="356522" y="17145"/>
                  <a:pt x="356826" y="17290"/>
                  <a:pt x="356985" y="17581"/>
                </a:cubicBezTo>
                <a:cubicBezTo>
                  <a:pt x="357143" y="17872"/>
                  <a:pt x="357223" y="18295"/>
                  <a:pt x="357223" y="18851"/>
                </a:cubicBezTo>
                <a:close/>
                <a:moveTo>
                  <a:pt x="394061" y="26250"/>
                </a:moveTo>
                <a:cubicBezTo>
                  <a:pt x="394061" y="28158"/>
                  <a:pt x="393631" y="29875"/>
                  <a:pt x="392771" y="31399"/>
                </a:cubicBezTo>
                <a:cubicBezTo>
                  <a:pt x="391911" y="32923"/>
                  <a:pt x="390575" y="34235"/>
                  <a:pt x="388763" y="35336"/>
                </a:cubicBezTo>
                <a:cubicBezTo>
                  <a:pt x="386950" y="36435"/>
                  <a:pt x="384649" y="37277"/>
                  <a:pt x="381857" y="37860"/>
                </a:cubicBezTo>
                <a:cubicBezTo>
                  <a:pt x="379066" y="38442"/>
                  <a:pt x="375739" y="38734"/>
                  <a:pt x="371876" y="38734"/>
                </a:cubicBezTo>
                <a:lnTo>
                  <a:pt x="368225" y="38734"/>
                </a:lnTo>
                <a:cubicBezTo>
                  <a:pt x="368119" y="39342"/>
                  <a:pt x="368040" y="39944"/>
                  <a:pt x="367987" y="40540"/>
                </a:cubicBezTo>
                <a:cubicBezTo>
                  <a:pt x="367934" y="41135"/>
                  <a:pt x="367907" y="41684"/>
                  <a:pt x="367907" y="42187"/>
                </a:cubicBezTo>
                <a:cubicBezTo>
                  <a:pt x="367907" y="44330"/>
                  <a:pt x="368463" y="45944"/>
                  <a:pt x="369574" y="47028"/>
                </a:cubicBezTo>
                <a:cubicBezTo>
                  <a:pt x="370686" y="48113"/>
                  <a:pt x="372471" y="48655"/>
                  <a:pt x="374932" y="48655"/>
                </a:cubicBezTo>
                <a:cubicBezTo>
                  <a:pt x="376678" y="48655"/>
                  <a:pt x="378246" y="48528"/>
                  <a:pt x="379635" y="48272"/>
                </a:cubicBezTo>
                <a:cubicBezTo>
                  <a:pt x="381024" y="48017"/>
                  <a:pt x="382241" y="47734"/>
                  <a:pt x="383286" y="47425"/>
                </a:cubicBezTo>
                <a:cubicBezTo>
                  <a:pt x="384331" y="47116"/>
                  <a:pt x="385198" y="46834"/>
                  <a:pt x="385885" y="46578"/>
                </a:cubicBezTo>
                <a:cubicBezTo>
                  <a:pt x="386573" y="46323"/>
                  <a:pt x="387076" y="46195"/>
                  <a:pt x="387394" y="46195"/>
                </a:cubicBezTo>
                <a:cubicBezTo>
                  <a:pt x="387711" y="46195"/>
                  <a:pt x="387936" y="46288"/>
                  <a:pt x="388068" y="46475"/>
                </a:cubicBezTo>
                <a:cubicBezTo>
                  <a:pt x="388200" y="46662"/>
                  <a:pt x="388267" y="46955"/>
                  <a:pt x="388267" y="47355"/>
                </a:cubicBezTo>
                <a:cubicBezTo>
                  <a:pt x="388267" y="47808"/>
                  <a:pt x="388227" y="48329"/>
                  <a:pt x="388148" y="48916"/>
                </a:cubicBezTo>
                <a:cubicBezTo>
                  <a:pt x="388068" y="49502"/>
                  <a:pt x="387956" y="50082"/>
                  <a:pt x="387810" y="50656"/>
                </a:cubicBezTo>
                <a:cubicBezTo>
                  <a:pt x="387665" y="51229"/>
                  <a:pt x="387479" y="51769"/>
                  <a:pt x="387255" y="52276"/>
                </a:cubicBezTo>
                <a:cubicBezTo>
                  <a:pt x="387030" y="52782"/>
                  <a:pt x="386772" y="53169"/>
                  <a:pt x="386481" y="53435"/>
                </a:cubicBezTo>
                <a:cubicBezTo>
                  <a:pt x="386163" y="53755"/>
                  <a:pt x="385581" y="54076"/>
                  <a:pt x="384735" y="54396"/>
                </a:cubicBezTo>
                <a:cubicBezTo>
                  <a:pt x="383888" y="54716"/>
                  <a:pt x="382869" y="55009"/>
                  <a:pt x="381679" y="55276"/>
                </a:cubicBezTo>
                <a:cubicBezTo>
                  <a:pt x="380488" y="55543"/>
                  <a:pt x="379152" y="55763"/>
                  <a:pt x="377670" y="55935"/>
                </a:cubicBezTo>
                <a:cubicBezTo>
                  <a:pt x="376189" y="56109"/>
                  <a:pt x="374681" y="56196"/>
                  <a:pt x="373146" y="56196"/>
                </a:cubicBezTo>
                <a:cubicBezTo>
                  <a:pt x="370606" y="56196"/>
                  <a:pt x="368390" y="55931"/>
                  <a:pt x="366499" y="55400"/>
                </a:cubicBezTo>
                <a:cubicBezTo>
                  <a:pt x="364607" y="54870"/>
                  <a:pt x="363026" y="54062"/>
                  <a:pt x="361756" y="52975"/>
                </a:cubicBezTo>
                <a:cubicBezTo>
                  <a:pt x="360486" y="51888"/>
                  <a:pt x="359534" y="50503"/>
                  <a:pt x="358899" y="48819"/>
                </a:cubicBezTo>
                <a:cubicBezTo>
                  <a:pt x="358264" y="47136"/>
                  <a:pt x="357946" y="45141"/>
                  <a:pt x="357946" y="42835"/>
                </a:cubicBezTo>
                <a:cubicBezTo>
                  <a:pt x="357946" y="41058"/>
                  <a:pt x="358112" y="39156"/>
                  <a:pt x="358442" y="37129"/>
                </a:cubicBezTo>
                <a:cubicBezTo>
                  <a:pt x="358773" y="35101"/>
                  <a:pt x="359309" y="33099"/>
                  <a:pt x="360050" y="31124"/>
                </a:cubicBezTo>
                <a:cubicBezTo>
                  <a:pt x="360790" y="29149"/>
                  <a:pt x="361743" y="27260"/>
                  <a:pt x="362907" y="25458"/>
                </a:cubicBezTo>
                <a:cubicBezTo>
                  <a:pt x="364071" y="23655"/>
                  <a:pt x="365480" y="22071"/>
                  <a:pt x="367134" y="20706"/>
                </a:cubicBezTo>
                <a:cubicBezTo>
                  <a:pt x="368787" y="19340"/>
                  <a:pt x="370699" y="18247"/>
                  <a:pt x="372868" y="17425"/>
                </a:cubicBezTo>
                <a:cubicBezTo>
                  <a:pt x="375038" y="16603"/>
                  <a:pt x="377512" y="16192"/>
                  <a:pt x="380290" y="16192"/>
                </a:cubicBezTo>
                <a:cubicBezTo>
                  <a:pt x="382697" y="16192"/>
                  <a:pt x="384768" y="16477"/>
                  <a:pt x="386501" y="17047"/>
                </a:cubicBezTo>
                <a:cubicBezTo>
                  <a:pt x="388234" y="17616"/>
                  <a:pt x="389656" y="18371"/>
                  <a:pt x="390767" y="19312"/>
                </a:cubicBezTo>
                <a:cubicBezTo>
                  <a:pt x="391878" y="20253"/>
                  <a:pt x="392705" y="21327"/>
                  <a:pt x="393247" y="22533"/>
                </a:cubicBezTo>
                <a:cubicBezTo>
                  <a:pt x="393790" y="23739"/>
                  <a:pt x="394061" y="24978"/>
                  <a:pt x="394061" y="26250"/>
                </a:cubicBezTo>
                <a:moveTo>
                  <a:pt x="384258" y="27010"/>
                </a:moveTo>
                <a:cubicBezTo>
                  <a:pt x="384258" y="25957"/>
                  <a:pt x="383842" y="25081"/>
                  <a:pt x="383008" y="24384"/>
                </a:cubicBezTo>
                <a:cubicBezTo>
                  <a:pt x="382175" y="23685"/>
                  <a:pt x="380964" y="23336"/>
                  <a:pt x="379377" y="23336"/>
                </a:cubicBezTo>
                <a:cubicBezTo>
                  <a:pt x="378054" y="23336"/>
                  <a:pt x="376870" y="23573"/>
                  <a:pt x="375825" y="24047"/>
                </a:cubicBezTo>
                <a:cubicBezTo>
                  <a:pt x="374780" y="24521"/>
                  <a:pt x="373860" y="25160"/>
                  <a:pt x="373067" y="25964"/>
                </a:cubicBezTo>
                <a:cubicBezTo>
                  <a:pt x="372273" y="26766"/>
                  <a:pt x="371592" y="27715"/>
                  <a:pt x="371023" y="28809"/>
                </a:cubicBezTo>
                <a:cubicBezTo>
                  <a:pt x="370454" y="29902"/>
                  <a:pt x="369998" y="31067"/>
                  <a:pt x="369654" y="32305"/>
                </a:cubicBezTo>
                <a:lnTo>
                  <a:pt x="372987" y="32305"/>
                </a:lnTo>
                <a:cubicBezTo>
                  <a:pt x="375104" y="32305"/>
                  <a:pt x="376877" y="32167"/>
                  <a:pt x="378305" y="31890"/>
                </a:cubicBezTo>
                <a:cubicBezTo>
                  <a:pt x="379734" y="31614"/>
                  <a:pt x="380885" y="31238"/>
                  <a:pt x="381758" y="30764"/>
                </a:cubicBezTo>
                <a:cubicBezTo>
                  <a:pt x="382631" y="30290"/>
                  <a:pt x="383266" y="29730"/>
                  <a:pt x="383663" y="29085"/>
                </a:cubicBezTo>
                <a:cubicBezTo>
                  <a:pt x="384060" y="28439"/>
                  <a:pt x="384258" y="27748"/>
                  <a:pt x="384258" y="27010"/>
                </a:cubicBezTo>
                <a:close/>
                <a:moveTo>
                  <a:pt x="452311" y="53894"/>
                </a:moveTo>
                <a:cubicBezTo>
                  <a:pt x="452258" y="54159"/>
                  <a:pt x="452133" y="54390"/>
                  <a:pt x="451934" y="54589"/>
                </a:cubicBezTo>
                <a:cubicBezTo>
                  <a:pt x="451736" y="54787"/>
                  <a:pt x="451425" y="54952"/>
                  <a:pt x="451002" y="55085"/>
                </a:cubicBezTo>
                <a:cubicBezTo>
                  <a:pt x="450578" y="55217"/>
                  <a:pt x="450042" y="55316"/>
                  <a:pt x="449394" y="55382"/>
                </a:cubicBezTo>
                <a:cubicBezTo>
                  <a:pt x="448746" y="55448"/>
                  <a:pt x="447932" y="55482"/>
                  <a:pt x="446954" y="55482"/>
                </a:cubicBezTo>
                <a:cubicBezTo>
                  <a:pt x="446001" y="55482"/>
                  <a:pt x="445207" y="55448"/>
                  <a:pt x="444572" y="55382"/>
                </a:cubicBezTo>
                <a:cubicBezTo>
                  <a:pt x="443937" y="55316"/>
                  <a:pt x="443448" y="55217"/>
                  <a:pt x="443104" y="55085"/>
                </a:cubicBezTo>
                <a:cubicBezTo>
                  <a:pt x="442760" y="54952"/>
                  <a:pt x="442529" y="54787"/>
                  <a:pt x="442409" y="54589"/>
                </a:cubicBezTo>
                <a:cubicBezTo>
                  <a:pt x="442290" y="54390"/>
                  <a:pt x="442271" y="54159"/>
                  <a:pt x="442350" y="53894"/>
                </a:cubicBezTo>
                <a:lnTo>
                  <a:pt x="446596" y="32662"/>
                </a:lnTo>
                <a:cubicBezTo>
                  <a:pt x="446702" y="32050"/>
                  <a:pt x="446795" y="31445"/>
                  <a:pt x="446874" y="30847"/>
                </a:cubicBezTo>
                <a:cubicBezTo>
                  <a:pt x="446954" y="30249"/>
                  <a:pt x="446993" y="29644"/>
                  <a:pt x="446993" y="29032"/>
                </a:cubicBezTo>
                <a:cubicBezTo>
                  <a:pt x="446993" y="27782"/>
                  <a:pt x="446762" y="26771"/>
                  <a:pt x="446299" y="26001"/>
                </a:cubicBezTo>
                <a:cubicBezTo>
                  <a:pt x="445836" y="25229"/>
                  <a:pt x="445009" y="24844"/>
                  <a:pt x="443818" y="24844"/>
                </a:cubicBezTo>
                <a:cubicBezTo>
                  <a:pt x="442760" y="24844"/>
                  <a:pt x="441662" y="25189"/>
                  <a:pt x="440524" y="25879"/>
                </a:cubicBezTo>
                <a:cubicBezTo>
                  <a:pt x="439387" y="26569"/>
                  <a:pt x="438295" y="27504"/>
                  <a:pt x="437250" y="28686"/>
                </a:cubicBezTo>
                <a:cubicBezTo>
                  <a:pt x="436205" y="29866"/>
                  <a:pt x="435279" y="31246"/>
                  <a:pt x="434472" y="32826"/>
                </a:cubicBezTo>
                <a:cubicBezTo>
                  <a:pt x="433665" y="34404"/>
                  <a:pt x="433090" y="36082"/>
                  <a:pt x="432746" y="37861"/>
                </a:cubicBezTo>
                <a:lnTo>
                  <a:pt x="429531" y="53894"/>
                </a:lnTo>
                <a:cubicBezTo>
                  <a:pt x="429478" y="54159"/>
                  <a:pt x="429353" y="54390"/>
                  <a:pt x="429154" y="54589"/>
                </a:cubicBezTo>
                <a:cubicBezTo>
                  <a:pt x="428956" y="54787"/>
                  <a:pt x="428645" y="54952"/>
                  <a:pt x="428222" y="55085"/>
                </a:cubicBezTo>
                <a:cubicBezTo>
                  <a:pt x="427798" y="55217"/>
                  <a:pt x="427263" y="55316"/>
                  <a:pt x="426614" y="55382"/>
                </a:cubicBezTo>
                <a:cubicBezTo>
                  <a:pt x="425966" y="55448"/>
                  <a:pt x="425153" y="55482"/>
                  <a:pt x="424174" y="55482"/>
                </a:cubicBezTo>
                <a:cubicBezTo>
                  <a:pt x="423221" y="55482"/>
                  <a:pt x="422434" y="55448"/>
                  <a:pt x="421812" y="55382"/>
                </a:cubicBezTo>
                <a:cubicBezTo>
                  <a:pt x="421190" y="55316"/>
                  <a:pt x="420708" y="55217"/>
                  <a:pt x="420364" y="55085"/>
                </a:cubicBezTo>
                <a:cubicBezTo>
                  <a:pt x="420020" y="54952"/>
                  <a:pt x="419788" y="54787"/>
                  <a:pt x="419669" y="54589"/>
                </a:cubicBezTo>
                <a:cubicBezTo>
                  <a:pt x="419550" y="54390"/>
                  <a:pt x="419517" y="54159"/>
                  <a:pt x="419570" y="53894"/>
                </a:cubicBezTo>
                <a:lnTo>
                  <a:pt x="423777" y="32662"/>
                </a:lnTo>
                <a:cubicBezTo>
                  <a:pt x="423935" y="32050"/>
                  <a:pt x="424048" y="31418"/>
                  <a:pt x="424114" y="30767"/>
                </a:cubicBezTo>
                <a:cubicBezTo>
                  <a:pt x="424180" y="30115"/>
                  <a:pt x="424213" y="29484"/>
                  <a:pt x="424213" y="28872"/>
                </a:cubicBezTo>
                <a:cubicBezTo>
                  <a:pt x="424213" y="27702"/>
                  <a:pt x="423975" y="26738"/>
                  <a:pt x="423499" y="25981"/>
                </a:cubicBezTo>
                <a:cubicBezTo>
                  <a:pt x="423023" y="25223"/>
                  <a:pt x="422202" y="24844"/>
                  <a:pt x="421038" y="24844"/>
                </a:cubicBezTo>
                <a:cubicBezTo>
                  <a:pt x="419980" y="24844"/>
                  <a:pt x="418882" y="25189"/>
                  <a:pt x="417744" y="25879"/>
                </a:cubicBezTo>
                <a:cubicBezTo>
                  <a:pt x="416607" y="26569"/>
                  <a:pt x="415515" y="27504"/>
                  <a:pt x="414470" y="28686"/>
                </a:cubicBezTo>
                <a:cubicBezTo>
                  <a:pt x="413425" y="29866"/>
                  <a:pt x="412499" y="31246"/>
                  <a:pt x="411692" y="32826"/>
                </a:cubicBezTo>
                <a:cubicBezTo>
                  <a:pt x="410885" y="34404"/>
                  <a:pt x="410310" y="36082"/>
                  <a:pt x="409966" y="37861"/>
                </a:cubicBezTo>
                <a:lnTo>
                  <a:pt x="406751" y="53894"/>
                </a:lnTo>
                <a:cubicBezTo>
                  <a:pt x="406698" y="54159"/>
                  <a:pt x="406573" y="54390"/>
                  <a:pt x="406374" y="54589"/>
                </a:cubicBezTo>
                <a:cubicBezTo>
                  <a:pt x="406176" y="54787"/>
                  <a:pt x="405872" y="54952"/>
                  <a:pt x="405461" y="55085"/>
                </a:cubicBezTo>
                <a:cubicBezTo>
                  <a:pt x="405051" y="55217"/>
                  <a:pt x="404516" y="55316"/>
                  <a:pt x="403854" y="55382"/>
                </a:cubicBezTo>
                <a:cubicBezTo>
                  <a:pt x="403193" y="55448"/>
                  <a:pt x="402386" y="55482"/>
                  <a:pt x="401433" y="55482"/>
                </a:cubicBezTo>
                <a:cubicBezTo>
                  <a:pt x="400454" y="55482"/>
                  <a:pt x="399654" y="55448"/>
                  <a:pt x="399032" y="55382"/>
                </a:cubicBezTo>
                <a:cubicBezTo>
                  <a:pt x="398411" y="55316"/>
                  <a:pt x="397921" y="55217"/>
                  <a:pt x="397564" y="55085"/>
                </a:cubicBezTo>
                <a:cubicBezTo>
                  <a:pt x="397207" y="54952"/>
                  <a:pt x="396975" y="54787"/>
                  <a:pt x="396869" y="54589"/>
                </a:cubicBezTo>
                <a:cubicBezTo>
                  <a:pt x="396764" y="54390"/>
                  <a:pt x="396737" y="54159"/>
                  <a:pt x="396790" y="53894"/>
                </a:cubicBezTo>
                <a:lnTo>
                  <a:pt x="403894" y="18454"/>
                </a:lnTo>
                <a:cubicBezTo>
                  <a:pt x="403947" y="18190"/>
                  <a:pt x="404059" y="17958"/>
                  <a:pt x="404231" y="17760"/>
                </a:cubicBezTo>
                <a:cubicBezTo>
                  <a:pt x="404403" y="17561"/>
                  <a:pt x="404668" y="17402"/>
                  <a:pt x="405025" y="17283"/>
                </a:cubicBezTo>
                <a:cubicBezTo>
                  <a:pt x="405382" y="17164"/>
                  <a:pt x="405845" y="17072"/>
                  <a:pt x="406414" y="17006"/>
                </a:cubicBezTo>
                <a:cubicBezTo>
                  <a:pt x="406983" y="16939"/>
                  <a:pt x="407664" y="16906"/>
                  <a:pt x="408458" y="16906"/>
                </a:cubicBezTo>
                <a:cubicBezTo>
                  <a:pt x="409278" y="16906"/>
                  <a:pt x="409946" y="16939"/>
                  <a:pt x="410462" y="17006"/>
                </a:cubicBezTo>
                <a:cubicBezTo>
                  <a:pt x="410978" y="17072"/>
                  <a:pt x="411381" y="17164"/>
                  <a:pt x="411672" y="17283"/>
                </a:cubicBezTo>
                <a:cubicBezTo>
                  <a:pt x="411963" y="17402"/>
                  <a:pt x="412155" y="17561"/>
                  <a:pt x="412248" y="17760"/>
                </a:cubicBezTo>
                <a:cubicBezTo>
                  <a:pt x="412340" y="17958"/>
                  <a:pt x="412360" y="18190"/>
                  <a:pt x="412307" y="18454"/>
                </a:cubicBezTo>
                <a:lnTo>
                  <a:pt x="411156" y="24288"/>
                </a:lnTo>
                <a:cubicBezTo>
                  <a:pt x="411712" y="23357"/>
                  <a:pt x="412453" y="22407"/>
                  <a:pt x="413379" y="21437"/>
                </a:cubicBezTo>
                <a:cubicBezTo>
                  <a:pt x="414305" y="20466"/>
                  <a:pt x="415357" y="19596"/>
                  <a:pt x="416534" y="18825"/>
                </a:cubicBezTo>
                <a:cubicBezTo>
                  <a:pt x="417711" y="18054"/>
                  <a:pt x="418995" y="17422"/>
                  <a:pt x="420384" y="16930"/>
                </a:cubicBezTo>
                <a:cubicBezTo>
                  <a:pt x="421773" y="16438"/>
                  <a:pt x="423208" y="16192"/>
                  <a:pt x="424690" y="16192"/>
                </a:cubicBezTo>
                <a:cubicBezTo>
                  <a:pt x="426224" y="16192"/>
                  <a:pt x="427554" y="16398"/>
                  <a:pt x="428678" y="16811"/>
                </a:cubicBezTo>
                <a:cubicBezTo>
                  <a:pt x="429802" y="17223"/>
                  <a:pt x="430728" y="17794"/>
                  <a:pt x="431456" y="18526"/>
                </a:cubicBezTo>
                <a:cubicBezTo>
                  <a:pt x="432184" y="19257"/>
                  <a:pt x="432739" y="20114"/>
                  <a:pt x="433123" y="21098"/>
                </a:cubicBezTo>
                <a:cubicBezTo>
                  <a:pt x="433506" y="22081"/>
                  <a:pt x="433751" y="23145"/>
                  <a:pt x="433857" y="24288"/>
                </a:cubicBezTo>
                <a:cubicBezTo>
                  <a:pt x="434466" y="23331"/>
                  <a:pt x="435239" y="22374"/>
                  <a:pt x="436179" y="21417"/>
                </a:cubicBezTo>
                <a:cubicBezTo>
                  <a:pt x="437118" y="20460"/>
                  <a:pt x="438176" y="19596"/>
                  <a:pt x="439354" y="18825"/>
                </a:cubicBezTo>
                <a:cubicBezTo>
                  <a:pt x="440531" y="18054"/>
                  <a:pt x="441808" y="17422"/>
                  <a:pt x="443183" y="16930"/>
                </a:cubicBezTo>
                <a:cubicBezTo>
                  <a:pt x="444559" y="16438"/>
                  <a:pt x="445975" y="16192"/>
                  <a:pt x="447430" y="16192"/>
                </a:cubicBezTo>
                <a:cubicBezTo>
                  <a:pt x="449282" y="16192"/>
                  <a:pt x="450836" y="16451"/>
                  <a:pt x="452093" y="16968"/>
                </a:cubicBezTo>
                <a:cubicBezTo>
                  <a:pt x="453350" y="17485"/>
                  <a:pt x="454362" y="18201"/>
                  <a:pt x="455129" y="19116"/>
                </a:cubicBezTo>
                <a:cubicBezTo>
                  <a:pt x="455896" y="20032"/>
                  <a:pt x="456452" y="21106"/>
                  <a:pt x="456796" y="22340"/>
                </a:cubicBezTo>
                <a:cubicBezTo>
                  <a:pt x="457140" y="23572"/>
                  <a:pt x="457312" y="24905"/>
                  <a:pt x="457312" y="26338"/>
                </a:cubicBezTo>
                <a:cubicBezTo>
                  <a:pt x="457312" y="27266"/>
                  <a:pt x="457259" y="28200"/>
                  <a:pt x="457153" y="29142"/>
                </a:cubicBezTo>
                <a:cubicBezTo>
                  <a:pt x="457047" y="30084"/>
                  <a:pt x="456888" y="31045"/>
                  <a:pt x="456677" y="32027"/>
                </a:cubicBezTo>
                <a:lnTo>
                  <a:pt x="452311" y="53894"/>
                </a:lnTo>
                <a:close/>
                <a:moveTo>
                  <a:pt x="498958" y="26250"/>
                </a:moveTo>
                <a:cubicBezTo>
                  <a:pt x="498958" y="28158"/>
                  <a:pt x="498528" y="29875"/>
                  <a:pt x="497668" y="31399"/>
                </a:cubicBezTo>
                <a:cubicBezTo>
                  <a:pt x="496808" y="32923"/>
                  <a:pt x="495472" y="34235"/>
                  <a:pt x="493660" y="35336"/>
                </a:cubicBezTo>
                <a:cubicBezTo>
                  <a:pt x="491847" y="36435"/>
                  <a:pt x="489545" y="37277"/>
                  <a:pt x="486754" y="37860"/>
                </a:cubicBezTo>
                <a:cubicBezTo>
                  <a:pt x="483963" y="38442"/>
                  <a:pt x="480636" y="38734"/>
                  <a:pt x="476773" y="38734"/>
                </a:cubicBezTo>
                <a:lnTo>
                  <a:pt x="473122" y="38734"/>
                </a:lnTo>
                <a:cubicBezTo>
                  <a:pt x="473016" y="39342"/>
                  <a:pt x="472937" y="39944"/>
                  <a:pt x="472884" y="40540"/>
                </a:cubicBezTo>
                <a:cubicBezTo>
                  <a:pt x="472831" y="41135"/>
                  <a:pt x="472804" y="41684"/>
                  <a:pt x="472804" y="42187"/>
                </a:cubicBezTo>
                <a:cubicBezTo>
                  <a:pt x="472804" y="44330"/>
                  <a:pt x="473360" y="45944"/>
                  <a:pt x="474471" y="47028"/>
                </a:cubicBezTo>
                <a:cubicBezTo>
                  <a:pt x="475582" y="48113"/>
                  <a:pt x="477368" y="48655"/>
                  <a:pt x="479829" y="48655"/>
                </a:cubicBezTo>
                <a:cubicBezTo>
                  <a:pt x="481575" y="48655"/>
                  <a:pt x="483143" y="48528"/>
                  <a:pt x="484532" y="48272"/>
                </a:cubicBezTo>
                <a:cubicBezTo>
                  <a:pt x="485921" y="48017"/>
                  <a:pt x="487138" y="47734"/>
                  <a:pt x="488183" y="47425"/>
                </a:cubicBezTo>
                <a:cubicBezTo>
                  <a:pt x="489228" y="47116"/>
                  <a:pt x="490094" y="46834"/>
                  <a:pt x="490782" y="46578"/>
                </a:cubicBezTo>
                <a:cubicBezTo>
                  <a:pt x="491470" y="46323"/>
                  <a:pt x="491973" y="46195"/>
                  <a:pt x="492290" y="46195"/>
                </a:cubicBezTo>
                <a:cubicBezTo>
                  <a:pt x="492608" y="46195"/>
                  <a:pt x="492833" y="46288"/>
                  <a:pt x="492965" y="46475"/>
                </a:cubicBezTo>
                <a:cubicBezTo>
                  <a:pt x="493097" y="46662"/>
                  <a:pt x="493163" y="46955"/>
                  <a:pt x="493163" y="47355"/>
                </a:cubicBezTo>
                <a:cubicBezTo>
                  <a:pt x="493163" y="47808"/>
                  <a:pt x="493124" y="48329"/>
                  <a:pt x="493044" y="48916"/>
                </a:cubicBezTo>
                <a:cubicBezTo>
                  <a:pt x="492965" y="49502"/>
                  <a:pt x="492853" y="50082"/>
                  <a:pt x="492707" y="50656"/>
                </a:cubicBezTo>
                <a:cubicBezTo>
                  <a:pt x="492562" y="51229"/>
                  <a:pt x="492376" y="51769"/>
                  <a:pt x="492151" y="52276"/>
                </a:cubicBezTo>
                <a:cubicBezTo>
                  <a:pt x="491927" y="52782"/>
                  <a:pt x="491669" y="53169"/>
                  <a:pt x="491378" y="53435"/>
                </a:cubicBezTo>
                <a:cubicBezTo>
                  <a:pt x="491060" y="53755"/>
                  <a:pt x="490478" y="54076"/>
                  <a:pt x="489631" y="54396"/>
                </a:cubicBezTo>
                <a:cubicBezTo>
                  <a:pt x="488785" y="54716"/>
                  <a:pt x="487766" y="55009"/>
                  <a:pt x="486575" y="55276"/>
                </a:cubicBezTo>
                <a:cubicBezTo>
                  <a:pt x="485385" y="55543"/>
                  <a:pt x="484049" y="55763"/>
                  <a:pt x="482567" y="55935"/>
                </a:cubicBezTo>
                <a:cubicBezTo>
                  <a:pt x="481086" y="56109"/>
                  <a:pt x="479577" y="56196"/>
                  <a:pt x="478043" y="56196"/>
                </a:cubicBezTo>
                <a:cubicBezTo>
                  <a:pt x="475503" y="56196"/>
                  <a:pt x="473287" y="55931"/>
                  <a:pt x="471395" y="55400"/>
                </a:cubicBezTo>
                <a:cubicBezTo>
                  <a:pt x="469504" y="54870"/>
                  <a:pt x="467923" y="54062"/>
                  <a:pt x="466653" y="52975"/>
                </a:cubicBezTo>
                <a:cubicBezTo>
                  <a:pt x="465383" y="51888"/>
                  <a:pt x="464430" y="50503"/>
                  <a:pt x="463796" y="48819"/>
                </a:cubicBezTo>
                <a:cubicBezTo>
                  <a:pt x="463161" y="47136"/>
                  <a:pt x="462843" y="45141"/>
                  <a:pt x="462843" y="42835"/>
                </a:cubicBezTo>
                <a:cubicBezTo>
                  <a:pt x="462843" y="41058"/>
                  <a:pt x="463008" y="39156"/>
                  <a:pt x="463339" y="37129"/>
                </a:cubicBezTo>
                <a:cubicBezTo>
                  <a:pt x="463670" y="35101"/>
                  <a:pt x="464206" y="33099"/>
                  <a:pt x="464946" y="31124"/>
                </a:cubicBezTo>
                <a:cubicBezTo>
                  <a:pt x="465687" y="29149"/>
                  <a:pt x="466640" y="27260"/>
                  <a:pt x="467804" y="25458"/>
                </a:cubicBezTo>
                <a:cubicBezTo>
                  <a:pt x="468968" y="23655"/>
                  <a:pt x="470377" y="22071"/>
                  <a:pt x="472030" y="20706"/>
                </a:cubicBezTo>
                <a:cubicBezTo>
                  <a:pt x="473684" y="19340"/>
                  <a:pt x="475596" y="18247"/>
                  <a:pt x="477765" y="17425"/>
                </a:cubicBezTo>
                <a:cubicBezTo>
                  <a:pt x="479935" y="16603"/>
                  <a:pt x="482408" y="16192"/>
                  <a:pt x="485186" y="16192"/>
                </a:cubicBezTo>
                <a:cubicBezTo>
                  <a:pt x="487594" y="16192"/>
                  <a:pt x="489664" y="16477"/>
                  <a:pt x="491397" y="17047"/>
                </a:cubicBezTo>
                <a:cubicBezTo>
                  <a:pt x="493130" y="17616"/>
                  <a:pt x="494552" y="18371"/>
                  <a:pt x="495664" y="19312"/>
                </a:cubicBezTo>
                <a:cubicBezTo>
                  <a:pt x="496775" y="20253"/>
                  <a:pt x="497602" y="21327"/>
                  <a:pt x="498144" y="22533"/>
                </a:cubicBezTo>
                <a:cubicBezTo>
                  <a:pt x="498686" y="23739"/>
                  <a:pt x="498958" y="24978"/>
                  <a:pt x="498958" y="26250"/>
                </a:cubicBezTo>
                <a:moveTo>
                  <a:pt x="489155" y="27010"/>
                </a:moveTo>
                <a:cubicBezTo>
                  <a:pt x="489155" y="25957"/>
                  <a:pt x="488738" y="25081"/>
                  <a:pt x="487905" y="24384"/>
                </a:cubicBezTo>
                <a:cubicBezTo>
                  <a:pt x="487072" y="23685"/>
                  <a:pt x="485861" y="23336"/>
                  <a:pt x="484274" y="23336"/>
                </a:cubicBezTo>
                <a:cubicBezTo>
                  <a:pt x="482951" y="23336"/>
                  <a:pt x="481767" y="23573"/>
                  <a:pt x="480722" y="24047"/>
                </a:cubicBezTo>
                <a:cubicBezTo>
                  <a:pt x="479677" y="24521"/>
                  <a:pt x="478757" y="25160"/>
                  <a:pt x="477964" y="25964"/>
                </a:cubicBezTo>
                <a:cubicBezTo>
                  <a:pt x="477170" y="26766"/>
                  <a:pt x="476489" y="27715"/>
                  <a:pt x="475920" y="28809"/>
                </a:cubicBezTo>
                <a:cubicBezTo>
                  <a:pt x="475351" y="29902"/>
                  <a:pt x="474894" y="31067"/>
                  <a:pt x="474551" y="32305"/>
                </a:cubicBezTo>
                <a:lnTo>
                  <a:pt x="477884" y="32305"/>
                </a:lnTo>
                <a:cubicBezTo>
                  <a:pt x="480001" y="32305"/>
                  <a:pt x="481773" y="32167"/>
                  <a:pt x="483202" y="31890"/>
                </a:cubicBezTo>
                <a:cubicBezTo>
                  <a:pt x="484631" y="31614"/>
                  <a:pt x="485782" y="31238"/>
                  <a:pt x="486655" y="30764"/>
                </a:cubicBezTo>
                <a:cubicBezTo>
                  <a:pt x="487528" y="30290"/>
                  <a:pt x="488163" y="29730"/>
                  <a:pt x="488560" y="29085"/>
                </a:cubicBezTo>
                <a:cubicBezTo>
                  <a:pt x="488957" y="28439"/>
                  <a:pt x="489155" y="27748"/>
                  <a:pt x="489155" y="27010"/>
                </a:cubicBezTo>
                <a:close/>
                <a:moveTo>
                  <a:pt x="539747" y="26363"/>
                </a:moveTo>
                <a:cubicBezTo>
                  <a:pt x="539747" y="27290"/>
                  <a:pt x="539687" y="28217"/>
                  <a:pt x="539568" y="29143"/>
                </a:cubicBezTo>
                <a:cubicBezTo>
                  <a:pt x="539449" y="30070"/>
                  <a:pt x="539297" y="31024"/>
                  <a:pt x="539112" y="32003"/>
                </a:cubicBezTo>
                <a:lnTo>
                  <a:pt x="534706" y="53894"/>
                </a:lnTo>
                <a:cubicBezTo>
                  <a:pt x="534654" y="54159"/>
                  <a:pt x="534528" y="54390"/>
                  <a:pt x="534329" y="54589"/>
                </a:cubicBezTo>
                <a:cubicBezTo>
                  <a:pt x="534131" y="54787"/>
                  <a:pt x="533827" y="54952"/>
                  <a:pt x="533417" y="55085"/>
                </a:cubicBezTo>
                <a:cubicBezTo>
                  <a:pt x="533007" y="55217"/>
                  <a:pt x="532477" y="55316"/>
                  <a:pt x="531829" y="55382"/>
                </a:cubicBezTo>
                <a:cubicBezTo>
                  <a:pt x="531181" y="55448"/>
                  <a:pt x="530367" y="55482"/>
                  <a:pt x="529388" y="55482"/>
                </a:cubicBezTo>
                <a:cubicBezTo>
                  <a:pt x="528410" y="55482"/>
                  <a:pt x="527609" y="55448"/>
                  <a:pt x="526987" y="55382"/>
                </a:cubicBezTo>
                <a:cubicBezTo>
                  <a:pt x="526366" y="55316"/>
                  <a:pt x="525883" y="55217"/>
                  <a:pt x="525539" y="55085"/>
                </a:cubicBezTo>
                <a:cubicBezTo>
                  <a:pt x="525195" y="54952"/>
                  <a:pt x="524963" y="54787"/>
                  <a:pt x="524844" y="54589"/>
                </a:cubicBezTo>
                <a:cubicBezTo>
                  <a:pt x="524725" y="54390"/>
                  <a:pt x="524692" y="54159"/>
                  <a:pt x="524745" y="53894"/>
                </a:cubicBezTo>
                <a:lnTo>
                  <a:pt x="529031" y="32662"/>
                </a:lnTo>
                <a:cubicBezTo>
                  <a:pt x="529164" y="32024"/>
                  <a:pt x="529263" y="31372"/>
                  <a:pt x="529329" y="30707"/>
                </a:cubicBezTo>
                <a:cubicBezTo>
                  <a:pt x="529395" y="30043"/>
                  <a:pt x="529428" y="29458"/>
                  <a:pt x="529428" y="28952"/>
                </a:cubicBezTo>
                <a:cubicBezTo>
                  <a:pt x="529428" y="27755"/>
                  <a:pt x="529177" y="26771"/>
                  <a:pt x="528674" y="26001"/>
                </a:cubicBezTo>
                <a:cubicBezTo>
                  <a:pt x="528171" y="25229"/>
                  <a:pt x="527325" y="24844"/>
                  <a:pt x="526134" y="24844"/>
                </a:cubicBezTo>
                <a:cubicBezTo>
                  <a:pt x="525049" y="24844"/>
                  <a:pt x="523918" y="25189"/>
                  <a:pt x="522741" y="25879"/>
                </a:cubicBezTo>
                <a:cubicBezTo>
                  <a:pt x="521564" y="26569"/>
                  <a:pt x="520452" y="27504"/>
                  <a:pt x="519407" y="28686"/>
                </a:cubicBezTo>
                <a:cubicBezTo>
                  <a:pt x="518362" y="29866"/>
                  <a:pt x="517430" y="31246"/>
                  <a:pt x="516609" y="32826"/>
                </a:cubicBezTo>
                <a:cubicBezTo>
                  <a:pt x="515789" y="34404"/>
                  <a:pt x="515207" y="36082"/>
                  <a:pt x="514863" y="37861"/>
                </a:cubicBezTo>
                <a:lnTo>
                  <a:pt x="511649" y="53894"/>
                </a:lnTo>
                <a:cubicBezTo>
                  <a:pt x="511596" y="54159"/>
                  <a:pt x="511470" y="54390"/>
                  <a:pt x="511272" y="54589"/>
                </a:cubicBezTo>
                <a:cubicBezTo>
                  <a:pt x="511073" y="54787"/>
                  <a:pt x="510769" y="54952"/>
                  <a:pt x="510359" y="55085"/>
                </a:cubicBezTo>
                <a:cubicBezTo>
                  <a:pt x="509949" y="55217"/>
                  <a:pt x="509413" y="55316"/>
                  <a:pt x="508752" y="55382"/>
                </a:cubicBezTo>
                <a:cubicBezTo>
                  <a:pt x="508090" y="55448"/>
                  <a:pt x="507283" y="55482"/>
                  <a:pt x="506331" y="55482"/>
                </a:cubicBezTo>
                <a:cubicBezTo>
                  <a:pt x="505352" y="55482"/>
                  <a:pt x="504551" y="55448"/>
                  <a:pt x="503930" y="55382"/>
                </a:cubicBezTo>
                <a:cubicBezTo>
                  <a:pt x="503308" y="55316"/>
                  <a:pt x="502818" y="55217"/>
                  <a:pt x="502461" y="55085"/>
                </a:cubicBezTo>
                <a:cubicBezTo>
                  <a:pt x="502104" y="54952"/>
                  <a:pt x="501873" y="54787"/>
                  <a:pt x="501767" y="54589"/>
                </a:cubicBezTo>
                <a:cubicBezTo>
                  <a:pt x="501661" y="54390"/>
                  <a:pt x="501634" y="54159"/>
                  <a:pt x="501687" y="53894"/>
                </a:cubicBezTo>
                <a:lnTo>
                  <a:pt x="508791" y="18454"/>
                </a:lnTo>
                <a:cubicBezTo>
                  <a:pt x="508844" y="18190"/>
                  <a:pt x="508957" y="17958"/>
                  <a:pt x="509129" y="17760"/>
                </a:cubicBezTo>
                <a:cubicBezTo>
                  <a:pt x="509301" y="17561"/>
                  <a:pt x="509565" y="17402"/>
                  <a:pt x="509922" y="17283"/>
                </a:cubicBezTo>
                <a:cubicBezTo>
                  <a:pt x="510279" y="17164"/>
                  <a:pt x="510742" y="17072"/>
                  <a:pt x="511311" y="17006"/>
                </a:cubicBezTo>
                <a:cubicBezTo>
                  <a:pt x="511880" y="16939"/>
                  <a:pt x="512561" y="16906"/>
                  <a:pt x="513355" y="16906"/>
                </a:cubicBezTo>
                <a:cubicBezTo>
                  <a:pt x="514175" y="16906"/>
                  <a:pt x="514843" y="16939"/>
                  <a:pt x="515359" y="17006"/>
                </a:cubicBezTo>
                <a:cubicBezTo>
                  <a:pt x="515875" y="17072"/>
                  <a:pt x="516279" y="17164"/>
                  <a:pt x="516570" y="17283"/>
                </a:cubicBezTo>
                <a:cubicBezTo>
                  <a:pt x="516861" y="17402"/>
                  <a:pt x="517053" y="17561"/>
                  <a:pt x="517145" y="17760"/>
                </a:cubicBezTo>
                <a:cubicBezTo>
                  <a:pt x="517238" y="17958"/>
                  <a:pt x="517258" y="18190"/>
                  <a:pt x="517205" y="18454"/>
                </a:cubicBezTo>
                <a:lnTo>
                  <a:pt x="516054" y="24288"/>
                </a:lnTo>
                <a:cubicBezTo>
                  <a:pt x="516609" y="23357"/>
                  <a:pt x="517350" y="22407"/>
                  <a:pt x="518276" y="21437"/>
                </a:cubicBezTo>
                <a:cubicBezTo>
                  <a:pt x="519202" y="20466"/>
                  <a:pt x="520267" y="19596"/>
                  <a:pt x="521471" y="18825"/>
                </a:cubicBezTo>
                <a:cubicBezTo>
                  <a:pt x="522675" y="18054"/>
                  <a:pt x="523985" y="17422"/>
                  <a:pt x="525400" y="16930"/>
                </a:cubicBezTo>
                <a:cubicBezTo>
                  <a:pt x="526815" y="16438"/>
                  <a:pt x="528290" y="16192"/>
                  <a:pt x="529825" y="16192"/>
                </a:cubicBezTo>
                <a:cubicBezTo>
                  <a:pt x="531677" y="16192"/>
                  <a:pt x="533231" y="16464"/>
                  <a:pt x="534488" y="17007"/>
                </a:cubicBezTo>
                <a:cubicBezTo>
                  <a:pt x="535745" y="17549"/>
                  <a:pt x="536764" y="18284"/>
                  <a:pt x="537544" y="19212"/>
                </a:cubicBezTo>
                <a:cubicBezTo>
                  <a:pt x="538325" y="20139"/>
                  <a:pt x="538887" y="21218"/>
                  <a:pt x="539231" y="22450"/>
                </a:cubicBezTo>
                <a:cubicBezTo>
                  <a:pt x="539575" y="23681"/>
                  <a:pt x="539747" y="24985"/>
                  <a:pt x="539747" y="26363"/>
                </a:cubicBezTo>
                <a:close/>
                <a:moveTo>
                  <a:pt x="571878" y="18851"/>
                </a:moveTo>
                <a:cubicBezTo>
                  <a:pt x="571878" y="19116"/>
                  <a:pt x="571851" y="19453"/>
                  <a:pt x="571798" y="19863"/>
                </a:cubicBezTo>
                <a:cubicBezTo>
                  <a:pt x="571745" y="20273"/>
                  <a:pt x="571673" y="20716"/>
                  <a:pt x="571580" y="21193"/>
                </a:cubicBezTo>
                <a:cubicBezTo>
                  <a:pt x="571487" y="21669"/>
                  <a:pt x="571362" y="22145"/>
                  <a:pt x="571203" y="22621"/>
                </a:cubicBezTo>
                <a:cubicBezTo>
                  <a:pt x="571044" y="23097"/>
                  <a:pt x="570866" y="23527"/>
                  <a:pt x="570667" y="23911"/>
                </a:cubicBezTo>
                <a:cubicBezTo>
                  <a:pt x="570469" y="24295"/>
                  <a:pt x="570244" y="24612"/>
                  <a:pt x="569993" y="24864"/>
                </a:cubicBezTo>
                <a:cubicBezTo>
                  <a:pt x="569741" y="25115"/>
                  <a:pt x="569470" y="25241"/>
                  <a:pt x="569179" y="25241"/>
                </a:cubicBezTo>
                <a:lnTo>
                  <a:pt x="561440" y="25241"/>
                </a:lnTo>
                <a:lnTo>
                  <a:pt x="558107" y="41869"/>
                </a:lnTo>
                <a:cubicBezTo>
                  <a:pt x="558027" y="42264"/>
                  <a:pt x="557954" y="42730"/>
                  <a:pt x="557888" y="43269"/>
                </a:cubicBezTo>
                <a:cubicBezTo>
                  <a:pt x="557822" y="43808"/>
                  <a:pt x="557789" y="44247"/>
                  <a:pt x="557789" y="44589"/>
                </a:cubicBezTo>
                <a:cubicBezTo>
                  <a:pt x="557789" y="45640"/>
                  <a:pt x="558040" y="46408"/>
                  <a:pt x="558543" y="46894"/>
                </a:cubicBezTo>
                <a:cubicBezTo>
                  <a:pt x="559046" y="47381"/>
                  <a:pt x="559839" y="47624"/>
                  <a:pt x="560924" y="47624"/>
                </a:cubicBezTo>
                <a:cubicBezTo>
                  <a:pt x="561559" y="47624"/>
                  <a:pt x="562102" y="47577"/>
                  <a:pt x="562551" y="47485"/>
                </a:cubicBezTo>
                <a:cubicBezTo>
                  <a:pt x="563001" y="47392"/>
                  <a:pt x="563391" y="47286"/>
                  <a:pt x="563722" y="47167"/>
                </a:cubicBezTo>
                <a:cubicBezTo>
                  <a:pt x="564053" y="47048"/>
                  <a:pt x="564337" y="46942"/>
                  <a:pt x="564575" y="46850"/>
                </a:cubicBezTo>
                <a:cubicBezTo>
                  <a:pt x="564814" y="46757"/>
                  <a:pt x="565038" y="46711"/>
                  <a:pt x="565250" y="46711"/>
                </a:cubicBezTo>
                <a:cubicBezTo>
                  <a:pt x="565462" y="46711"/>
                  <a:pt x="565640" y="46810"/>
                  <a:pt x="565786" y="47009"/>
                </a:cubicBezTo>
                <a:cubicBezTo>
                  <a:pt x="565931" y="47207"/>
                  <a:pt x="566004" y="47531"/>
                  <a:pt x="566004" y="47982"/>
                </a:cubicBezTo>
                <a:cubicBezTo>
                  <a:pt x="566004" y="48487"/>
                  <a:pt x="565951" y="49059"/>
                  <a:pt x="565845" y="49697"/>
                </a:cubicBezTo>
                <a:cubicBezTo>
                  <a:pt x="565740" y="50336"/>
                  <a:pt x="565601" y="50954"/>
                  <a:pt x="565429" y="51551"/>
                </a:cubicBezTo>
                <a:cubicBezTo>
                  <a:pt x="565257" y="52149"/>
                  <a:pt x="565065" y="52694"/>
                  <a:pt x="564853" y="53186"/>
                </a:cubicBezTo>
                <a:cubicBezTo>
                  <a:pt x="564642" y="53678"/>
                  <a:pt x="564417" y="54043"/>
                  <a:pt x="564179" y="54282"/>
                </a:cubicBezTo>
                <a:cubicBezTo>
                  <a:pt x="563940" y="54522"/>
                  <a:pt x="563583" y="54748"/>
                  <a:pt x="563107" y="54961"/>
                </a:cubicBezTo>
                <a:cubicBezTo>
                  <a:pt x="562631" y="55173"/>
                  <a:pt x="562069" y="55359"/>
                  <a:pt x="561420" y="55519"/>
                </a:cubicBezTo>
                <a:cubicBezTo>
                  <a:pt x="560772" y="55678"/>
                  <a:pt x="560078" y="55804"/>
                  <a:pt x="559337" y="55897"/>
                </a:cubicBezTo>
                <a:cubicBezTo>
                  <a:pt x="558596" y="55990"/>
                  <a:pt x="557855" y="56037"/>
                  <a:pt x="557114" y="56037"/>
                </a:cubicBezTo>
                <a:cubicBezTo>
                  <a:pt x="555527" y="56037"/>
                  <a:pt x="554131" y="55872"/>
                  <a:pt x="552927" y="55541"/>
                </a:cubicBezTo>
                <a:cubicBezTo>
                  <a:pt x="551724" y="55210"/>
                  <a:pt x="550712" y="54688"/>
                  <a:pt x="549891" y="53973"/>
                </a:cubicBezTo>
                <a:cubicBezTo>
                  <a:pt x="549071" y="53259"/>
                  <a:pt x="548456" y="52346"/>
                  <a:pt x="548046" y="51235"/>
                </a:cubicBezTo>
                <a:cubicBezTo>
                  <a:pt x="547636" y="50124"/>
                  <a:pt x="547431" y="48775"/>
                  <a:pt x="547431" y="47187"/>
                </a:cubicBezTo>
                <a:cubicBezTo>
                  <a:pt x="547431" y="46896"/>
                  <a:pt x="547444" y="46559"/>
                  <a:pt x="547471" y="46175"/>
                </a:cubicBezTo>
                <a:cubicBezTo>
                  <a:pt x="547497" y="45791"/>
                  <a:pt x="547543" y="45388"/>
                  <a:pt x="547609" y="44965"/>
                </a:cubicBezTo>
                <a:cubicBezTo>
                  <a:pt x="547676" y="44541"/>
                  <a:pt x="547742" y="44111"/>
                  <a:pt x="547808" y="43675"/>
                </a:cubicBezTo>
                <a:cubicBezTo>
                  <a:pt x="547874" y="43238"/>
                  <a:pt x="547947" y="42848"/>
                  <a:pt x="548026" y="42504"/>
                </a:cubicBezTo>
                <a:lnTo>
                  <a:pt x="551479" y="25241"/>
                </a:lnTo>
                <a:lnTo>
                  <a:pt x="547193" y="25241"/>
                </a:lnTo>
                <a:cubicBezTo>
                  <a:pt x="546849" y="25241"/>
                  <a:pt x="546597" y="25128"/>
                  <a:pt x="546439" y="24903"/>
                </a:cubicBezTo>
                <a:cubicBezTo>
                  <a:pt x="546280" y="24678"/>
                  <a:pt x="546201" y="24248"/>
                  <a:pt x="546201" y="23613"/>
                </a:cubicBezTo>
                <a:cubicBezTo>
                  <a:pt x="546201" y="23164"/>
                  <a:pt x="546247" y="22575"/>
                  <a:pt x="546339" y="21847"/>
                </a:cubicBezTo>
                <a:cubicBezTo>
                  <a:pt x="546432" y="21120"/>
                  <a:pt x="546584" y="20405"/>
                  <a:pt x="546796" y="19704"/>
                </a:cubicBezTo>
                <a:cubicBezTo>
                  <a:pt x="547008" y="19003"/>
                  <a:pt x="547285" y="18401"/>
                  <a:pt x="547629" y="17899"/>
                </a:cubicBezTo>
                <a:cubicBezTo>
                  <a:pt x="547973" y="17396"/>
                  <a:pt x="548383" y="17145"/>
                  <a:pt x="548860" y="17145"/>
                </a:cubicBezTo>
                <a:lnTo>
                  <a:pt x="553106" y="17145"/>
                </a:lnTo>
                <a:lnTo>
                  <a:pt x="554693" y="9215"/>
                </a:lnTo>
                <a:cubicBezTo>
                  <a:pt x="554746" y="8949"/>
                  <a:pt x="554872" y="8710"/>
                  <a:pt x="555070" y="8498"/>
                </a:cubicBezTo>
                <a:cubicBezTo>
                  <a:pt x="555269" y="8285"/>
                  <a:pt x="555573" y="8105"/>
                  <a:pt x="555983" y="7960"/>
                </a:cubicBezTo>
                <a:cubicBezTo>
                  <a:pt x="556393" y="7813"/>
                  <a:pt x="556923" y="7707"/>
                  <a:pt x="557571" y="7641"/>
                </a:cubicBezTo>
                <a:cubicBezTo>
                  <a:pt x="558219" y="7574"/>
                  <a:pt x="559033" y="7540"/>
                  <a:pt x="560011" y="7540"/>
                </a:cubicBezTo>
                <a:cubicBezTo>
                  <a:pt x="560964" y="7540"/>
                  <a:pt x="561758" y="7574"/>
                  <a:pt x="562393" y="7641"/>
                </a:cubicBezTo>
                <a:cubicBezTo>
                  <a:pt x="563028" y="7707"/>
                  <a:pt x="563517" y="7813"/>
                  <a:pt x="563861" y="7960"/>
                </a:cubicBezTo>
                <a:cubicBezTo>
                  <a:pt x="564205" y="8105"/>
                  <a:pt x="564436" y="8285"/>
                  <a:pt x="564556" y="8498"/>
                </a:cubicBezTo>
                <a:cubicBezTo>
                  <a:pt x="564675" y="8710"/>
                  <a:pt x="564708" y="8949"/>
                  <a:pt x="564655" y="9215"/>
                </a:cubicBezTo>
                <a:lnTo>
                  <a:pt x="563067" y="17145"/>
                </a:lnTo>
                <a:lnTo>
                  <a:pt x="570727" y="17145"/>
                </a:lnTo>
                <a:cubicBezTo>
                  <a:pt x="571177" y="17145"/>
                  <a:pt x="571481" y="17290"/>
                  <a:pt x="571640" y="17581"/>
                </a:cubicBezTo>
                <a:cubicBezTo>
                  <a:pt x="571798" y="17872"/>
                  <a:pt x="571878" y="18295"/>
                  <a:pt x="571878" y="18851"/>
                </a:cubicBezTo>
                <a:close/>
                <a:moveTo>
                  <a:pt x="601715" y="20002"/>
                </a:moveTo>
                <a:cubicBezTo>
                  <a:pt x="601715" y="20319"/>
                  <a:pt x="601669" y="20789"/>
                  <a:pt x="601576" y="21411"/>
                </a:cubicBezTo>
                <a:cubicBezTo>
                  <a:pt x="601483" y="22033"/>
                  <a:pt x="601344" y="22661"/>
                  <a:pt x="601159" y="23296"/>
                </a:cubicBezTo>
                <a:cubicBezTo>
                  <a:pt x="600974" y="23931"/>
                  <a:pt x="600756" y="24480"/>
                  <a:pt x="600504" y="24943"/>
                </a:cubicBezTo>
                <a:cubicBezTo>
                  <a:pt x="600253" y="25406"/>
                  <a:pt x="599969" y="25637"/>
                  <a:pt x="599651" y="25637"/>
                </a:cubicBezTo>
                <a:cubicBezTo>
                  <a:pt x="599307" y="25637"/>
                  <a:pt x="598904" y="25512"/>
                  <a:pt x="598441" y="25260"/>
                </a:cubicBezTo>
                <a:cubicBezTo>
                  <a:pt x="597978" y="25009"/>
                  <a:pt x="597416" y="24731"/>
                  <a:pt x="596754" y="24427"/>
                </a:cubicBezTo>
                <a:cubicBezTo>
                  <a:pt x="596093" y="24123"/>
                  <a:pt x="595319" y="23852"/>
                  <a:pt x="594432" y="23613"/>
                </a:cubicBezTo>
                <a:cubicBezTo>
                  <a:pt x="593546" y="23375"/>
                  <a:pt x="592508" y="23256"/>
                  <a:pt x="591317" y="23256"/>
                </a:cubicBezTo>
                <a:cubicBezTo>
                  <a:pt x="590391" y="23256"/>
                  <a:pt x="589564" y="23376"/>
                  <a:pt x="588837" y="23616"/>
                </a:cubicBezTo>
                <a:cubicBezTo>
                  <a:pt x="588109" y="23855"/>
                  <a:pt x="587507" y="24181"/>
                  <a:pt x="587031" y="24593"/>
                </a:cubicBezTo>
                <a:cubicBezTo>
                  <a:pt x="586555" y="25005"/>
                  <a:pt x="586191" y="25490"/>
                  <a:pt x="585940" y="26049"/>
                </a:cubicBezTo>
                <a:cubicBezTo>
                  <a:pt x="585688" y="26607"/>
                  <a:pt x="585563" y="27205"/>
                  <a:pt x="585563" y="27844"/>
                </a:cubicBezTo>
                <a:cubicBezTo>
                  <a:pt x="585563" y="28666"/>
                  <a:pt x="585900" y="29355"/>
                  <a:pt x="586575" y="29912"/>
                </a:cubicBezTo>
                <a:cubicBezTo>
                  <a:pt x="587249" y="30469"/>
                  <a:pt x="588089" y="30992"/>
                  <a:pt x="589095" y="31482"/>
                </a:cubicBezTo>
                <a:cubicBezTo>
                  <a:pt x="590100" y="31973"/>
                  <a:pt x="591185" y="32483"/>
                  <a:pt x="592349" y="33013"/>
                </a:cubicBezTo>
                <a:cubicBezTo>
                  <a:pt x="593513" y="33543"/>
                  <a:pt x="594598" y="34206"/>
                  <a:pt x="595603" y="35001"/>
                </a:cubicBezTo>
                <a:cubicBezTo>
                  <a:pt x="596609" y="35796"/>
                  <a:pt x="597442" y="36764"/>
                  <a:pt x="598103" y="37904"/>
                </a:cubicBezTo>
                <a:cubicBezTo>
                  <a:pt x="598765" y="39044"/>
                  <a:pt x="599096" y="40476"/>
                  <a:pt x="599096" y="42199"/>
                </a:cubicBezTo>
                <a:cubicBezTo>
                  <a:pt x="599096" y="44214"/>
                  <a:pt x="598712" y="46076"/>
                  <a:pt x="597945" y="47786"/>
                </a:cubicBezTo>
                <a:cubicBezTo>
                  <a:pt x="597177" y="49496"/>
                  <a:pt x="596060" y="50974"/>
                  <a:pt x="594591" y="52220"/>
                </a:cubicBezTo>
                <a:cubicBezTo>
                  <a:pt x="593123" y="53466"/>
                  <a:pt x="591337" y="54440"/>
                  <a:pt x="589233" y="55143"/>
                </a:cubicBezTo>
                <a:cubicBezTo>
                  <a:pt x="587130" y="55845"/>
                  <a:pt x="584756" y="56196"/>
                  <a:pt x="582110" y="56196"/>
                </a:cubicBezTo>
                <a:cubicBezTo>
                  <a:pt x="580840" y="56196"/>
                  <a:pt x="579629" y="56102"/>
                  <a:pt x="578478" y="55914"/>
                </a:cubicBezTo>
                <a:cubicBezTo>
                  <a:pt x="577328" y="55727"/>
                  <a:pt x="576296" y="55499"/>
                  <a:pt x="575383" y="55231"/>
                </a:cubicBezTo>
                <a:cubicBezTo>
                  <a:pt x="574470" y="54962"/>
                  <a:pt x="573696" y="54654"/>
                  <a:pt x="573061" y="54305"/>
                </a:cubicBezTo>
                <a:cubicBezTo>
                  <a:pt x="572426" y="53956"/>
                  <a:pt x="571950" y="53634"/>
                  <a:pt x="571633" y="53338"/>
                </a:cubicBezTo>
                <a:cubicBezTo>
                  <a:pt x="571421" y="53127"/>
                  <a:pt x="571269" y="52902"/>
                  <a:pt x="571176" y="52664"/>
                </a:cubicBezTo>
                <a:cubicBezTo>
                  <a:pt x="571084" y="52426"/>
                  <a:pt x="571037" y="52121"/>
                  <a:pt x="571037" y="51751"/>
                </a:cubicBezTo>
                <a:cubicBezTo>
                  <a:pt x="571037" y="51513"/>
                  <a:pt x="571057" y="51209"/>
                  <a:pt x="571097" y="50838"/>
                </a:cubicBezTo>
                <a:cubicBezTo>
                  <a:pt x="571137" y="50468"/>
                  <a:pt x="571203" y="50058"/>
                  <a:pt x="571295" y="49608"/>
                </a:cubicBezTo>
                <a:cubicBezTo>
                  <a:pt x="571388" y="49158"/>
                  <a:pt x="571494" y="48708"/>
                  <a:pt x="571613" y="48259"/>
                </a:cubicBezTo>
                <a:cubicBezTo>
                  <a:pt x="571732" y="47809"/>
                  <a:pt x="571871" y="47399"/>
                  <a:pt x="572029" y="47028"/>
                </a:cubicBezTo>
                <a:cubicBezTo>
                  <a:pt x="572188" y="46658"/>
                  <a:pt x="572360" y="46360"/>
                  <a:pt x="572545" y="46135"/>
                </a:cubicBezTo>
                <a:cubicBezTo>
                  <a:pt x="572731" y="45911"/>
                  <a:pt x="572929" y="45798"/>
                  <a:pt x="573141" y="45798"/>
                </a:cubicBezTo>
                <a:cubicBezTo>
                  <a:pt x="573511" y="45798"/>
                  <a:pt x="573921" y="45957"/>
                  <a:pt x="574371" y="46274"/>
                </a:cubicBezTo>
                <a:cubicBezTo>
                  <a:pt x="574821" y="46592"/>
                  <a:pt x="575403" y="46942"/>
                  <a:pt x="576117" y="47326"/>
                </a:cubicBezTo>
                <a:cubicBezTo>
                  <a:pt x="576832" y="47710"/>
                  <a:pt x="577711" y="48067"/>
                  <a:pt x="578756" y="48398"/>
                </a:cubicBezTo>
                <a:cubicBezTo>
                  <a:pt x="579801" y="48728"/>
                  <a:pt x="581104" y="48894"/>
                  <a:pt x="582665" y="48894"/>
                </a:cubicBezTo>
                <a:cubicBezTo>
                  <a:pt x="583750" y="48894"/>
                  <a:pt x="584696" y="48768"/>
                  <a:pt x="585503" y="48518"/>
                </a:cubicBezTo>
                <a:cubicBezTo>
                  <a:pt x="586310" y="48267"/>
                  <a:pt x="586978" y="47918"/>
                  <a:pt x="587507" y="47470"/>
                </a:cubicBezTo>
                <a:cubicBezTo>
                  <a:pt x="588036" y="47022"/>
                  <a:pt x="588427" y="46507"/>
                  <a:pt x="588678" y="45927"/>
                </a:cubicBezTo>
                <a:cubicBezTo>
                  <a:pt x="588929" y="45347"/>
                  <a:pt x="589055" y="44727"/>
                  <a:pt x="589055" y="44068"/>
                </a:cubicBezTo>
                <a:cubicBezTo>
                  <a:pt x="589055" y="43140"/>
                  <a:pt x="588731" y="42385"/>
                  <a:pt x="588083" y="41802"/>
                </a:cubicBezTo>
                <a:cubicBezTo>
                  <a:pt x="587434" y="41218"/>
                  <a:pt x="586621" y="40675"/>
                  <a:pt x="585642" y="40171"/>
                </a:cubicBezTo>
                <a:cubicBezTo>
                  <a:pt x="584663" y="39667"/>
                  <a:pt x="583598" y="39150"/>
                  <a:pt x="582447" y="38620"/>
                </a:cubicBezTo>
                <a:cubicBezTo>
                  <a:pt x="581296" y="38090"/>
                  <a:pt x="580231" y="37440"/>
                  <a:pt x="579252" y="36671"/>
                </a:cubicBezTo>
                <a:cubicBezTo>
                  <a:pt x="578273" y="35903"/>
                  <a:pt x="577460" y="34948"/>
                  <a:pt x="576812" y="33809"/>
                </a:cubicBezTo>
                <a:cubicBezTo>
                  <a:pt x="576163" y="32669"/>
                  <a:pt x="575839" y="31237"/>
                  <a:pt x="575839" y="29514"/>
                </a:cubicBezTo>
                <a:cubicBezTo>
                  <a:pt x="575839" y="27632"/>
                  <a:pt x="576197" y="25882"/>
                  <a:pt x="576911" y="24264"/>
                </a:cubicBezTo>
                <a:cubicBezTo>
                  <a:pt x="577625" y="22647"/>
                  <a:pt x="578670" y="21236"/>
                  <a:pt x="580046" y="20029"/>
                </a:cubicBezTo>
                <a:cubicBezTo>
                  <a:pt x="581422" y="18823"/>
                  <a:pt x="583089" y="17882"/>
                  <a:pt x="585047" y="17207"/>
                </a:cubicBezTo>
                <a:cubicBezTo>
                  <a:pt x="587004" y="16530"/>
                  <a:pt x="589227" y="16192"/>
                  <a:pt x="591714" y="16192"/>
                </a:cubicBezTo>
                <a:cubicBezTo>
                  <a:pt x="592825" y="16192"/>
                  <a:pt x="593903" y="16265"/>
                  <a:pt x="594948" y="16410"/>
                </a:cubicBezTo>
                <a:cubicBezTo>
                  <a:pt x="595993" y="16556"/>
                  <a:pt x="596933" y="16748"/>
                  <a:pt x="597766" y="16986"/>
                </a:cubicBezTo>
                <a:cubicBezTo>
                  <a:pt x="598599" y="17224"/>
                  <a:pt x="599327" y="17488"/>
                  <a:pt x="599949" y="17779"/>
                </a:cubicBezTo>
                <a:cubicBezTo>
                  <a:pt x="600571" y="18071"/>
                  <a:pt x="601014" y="18362"/>
                  <a:pt x="601278" y="18653"/>
                </a:cubicBezTo>
                <a:cubicBezTo>
                  <a:pt x="601569" y="18917"/>
                  <a:pt x="601715" y="19367"/>
                  <a:pt x="601715" y="20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26e853e1c4a79"/>
          <a:stretch xmlns:a="http://schemas.openxmlformats.org/drawingml/2006/main"/>
        </p:blipFill>
        <p:spPr>
          <a:xfrm xmlns:a="http://schemas.openxmlformats.org/drawingml/2006/main">
            <a:off x="7035892" y="2592625"/>
            <a:ext cx="510307" cy="510307"/>
          </a:xfrm>
          <a:prstGeom xmlns:a="http://schemas.openxmlformats.org/drawingml/2006/main" prst="rect">
            <a:avLst/>
          </a:prstGeom>
        </p:spPr>
      </p:pic>
      <p:pic>
        <p:nvPicPr>
          <p:cNvPr id="3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baab794ba4a8f"/>
          <a:stretch xmlns:a="http://schemas.openxmlformats.org/drawingml/2006/main"/>
        </p:blipFill>
        <p:spPr>
          <a:xfrm xmlns:a="http://schemas.openxmlformats.org/drawingml/2006/main">
            <a:off x="7035604" y="794673"/>
            <a:ext cx="553992" cy="553992"/>
          </a:xfrm>
          <a:prstGeom xmlns:a="http://schemas.openxmlformats.org/drawingml/2006/main" prst="rect">
            <a:avLst/>
          </a:prstGeom>
        </p:spPr>
      </p:pic>
      <p:pic>
        <p:nvPicPr>
          <p:cNvPr id="3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a205b54654f4d"/>
          <a:stretch xmlns:a="http://schemas.openxmlformats.org/drawingml/2006/main"/>
        </p:blipFill>
        <p:spPr>
          <a:xfrm xmlns:a="http://schemas.openxmlformats.org/drawingml/2006/main">
            <a:off x="6304083" y="2686160"/>
            <a:ext cx="208978" cy="208978"/>
          </a:xfrm>
          <a:prstGeom xmlns:a="http://schemas.openxmlformats.org/drawingml/2006/main" prst="rect">
            <a:avLst/>
          </a:prstGeom>
        </p:spPr>
      </p:pic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8f7a6b3884b64"/>
          <a:stretch xmlns:a="http://schemas.openxmlformats.org/drawingml/2006/main"/>
        </p:blipFill>
        <p:spPr>
          <a:xfrm xmlns:a="http://schemas.openxmlformats.org/drawingml/2006/main">
            <a:off x="6298524" y="1067120"/>
            <a:ext cx="211756" cy="2117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060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2026-09-05T17:41:57.2710000Z</dcterms:created>
  <dcterms:modified xsi:type="dcterms:W3CDTF">2026-09-05T17:41:57.2710000Z</dcterms:modified>
</coreProperties>
</file>